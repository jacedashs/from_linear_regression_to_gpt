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7ee9c54c6e4552" /><Relationship Type="http://schemas.openxmlformats.org/officeDocument/2006/relationships/extended-properties" Target="/docProps/app.xml" Id="R75065f2169c04f1b" /><Relationship Type="http://schemas.openxmlformats.org/officeDocument/2006/relationships/officeDocument" Target="/ppt/presentation.xml" Id="Rd89ebe96d59f4ca4" /></Relationships>
</file>

<file path=ppt/presentation.xml><?xml version="1.0" encoding="utf-8"?>
<p:presentation xmlns:p="http://schemas.openxmlformats.org/presentationml/2006/main">
  <p:sldMasterIdLst>
    <p:sldMasterId xmlns:r="http://schemas.openxmlformats.org/officeDocument/2006/relationships" id="2147483648" r:id="R0deb6906229845fa"/>
  </p:sldMasterIdLst>
  <p:notesMasterIdLst>
    <p:notesMasterId xmlns:r="http://schemas.openxmlformats.org/officeDocument/2006/relationships" r:id="Rdd906e3415084c0f"/>
  </p:notesMasterIdLst>
  <p:sldIdLst>
    <p:sldId xmlns:r="http://schemas.openxmlformats.org/officeDocument/2006/relationships" id="256" r:id="Rfd5a665fb5fb40b6"/>
    <p:sldId xmlns:r="http://schemas.openxmlformats.org/officeDocument/2006/relationships" id="257" r:id="R1913123ce1a54062"/>
    <p:sldId xmlns:r="http://schemas.openxmlformats.org/officeDocument/2006/relationships" id="258" r:id="R76755484808946cd"/>
    <p:sldId xmlns:r="http://schemas.openxmlformats.org/officeDocument/2006/relationships" id="259" r:id="R61bbc3c21be94565"/>
    <p:sldId xmlns:r="http://schemas.openxmlformats.org/officeDocument/2006/relationships" id="260" r:id="R9d73bd163564467c"/>
    <p:sldId xmlns:r="http://schemas.openxmlformats.org/officeDocument/2006/relationships" id="261" r:id="Rb8b5041235624090"/>
    <p:sldId xmlns:r="http://schemas.openxmlformats.org/officeDocument/2006/relationships" id="262" r:id="Red5d124d1fb84b03"/>
    <p:sldId xmlns:r="http://schemas.openxmlformats.org/officeDocument/2006/relationships" id="263" r:id="R37d42561d8be456a"/>
    <p:sldId xmlns:r="http://schemas.openxmlformats.org/officeDocument/2006/relationships" id="264" r:id="Rab0b64b58b824c41"/>
    <p:sldId xmlns:r="http://schemas.openxmlformats.org/officeDocument/2006/relationships" id="265" r:id="R6cd2973dc397479f"/>
    <p:sldId xmlns:r="http://schemas.openxmlformats.org/officeDocument/2006/relationships" id="266" r:id="R6e16f7738a474738"/>
    <p:sldId xmlns:r="http://schemas.openxmlformats.org/officeDocument/2006/relationships" id="267" r:id="Ra44a5332a50747cf"/>
    <p:sldId xmlns:r="http://schemas.openxmlformats.org/officeDocument/2006/relationships" id="268" r:id="R510597a9170040ac"/>
    <p:sldId xmlns:r="http://schemas.openxmlformats.org/officeDocument/2006/relationships" id="269" r:id="R62fde792ed7b408d"/>
    <p:sldId xmlns:r="http://schemas.openxmlformats.org/officeDocument/2006/relationships" id="270" r:id="Reb2433f1be6c49b4"/>
    <p:sldId xmlns:r="http://schemas.openxmlformats.org/officeDocument/2006/relationships" id="271" r:id="R12bfed625a8142b5"/>
    <p:sldId xmlns:r="http://schemas.openxmlformats.org/officeDocument/2006/relationships" id="272" r:id="Re3b624f841f6485f"/>
    <p:sldId xmlns:r="http://schemas.openxmlformats.org/officeDocument/2006/relationships" id="273" r:id="Ra2aa23c670904bd1"/>
    <p:sldId xmlns:r="http://schemas.openxmlformats.org/officeDocument/2006/relationships" id="274" r:id="R7c64665069684e58"/>
    <p:sldId xmlns:r="http://schemas.openxmlformats.org/officeDocument/2006/relationships" id="275" r:id="R10d52d095f3b45ef"/>
    <p:sldId xmlns:r="http://schemas.openxmlformats.org/officeDocument/2006/relationships" id="276" r:id="Reca4d88876ba40ec"/>
    <p:sldId xmlns:r="http://schemas.openxmlformats.org/officeDocument/2006/relationships" id="277" r:id="Rab2d104f3b80467a"/>
    <p:sldId xmlns:r="http://schemas.openxmlformats.org/officeDocument/2006/relationships" id="278" r:id="R742a3a057ab04a62"/>
    <p:sldId xmlns:r="http://schemas.openxmlformats.org/officeDocument/2006/relationships" id="279" r:id="R3cd2bcb4556d48b0"/>
    <p:sldId xmlns:r="http://schemas.openxmlformats.org/officeDocument/2006/relationships" id="280" r:id="Rb70c8eccd12e4baa"/>
    <p:sldId xmlns:r="http://schemas.openxmlformats.org/officeDocument/2006/relationships" id="281" r:id="R32892522fe0846ef"/>
    <p:sldId xmlns:r="http://schemas.openxmlformats.org/officeDocument/2006/relationships" id="282" r:id="Re9edaf8254de4f68"/>
    <p:sldId xmlns:r="http://schemas.openxmlformats.org/officeDocument/2006/relationships" id="283" r:id="R96cb42809deb4a5a"/>
    <p:sldId xmlns:r="http://schemas.openxmlformats.org/officeDocument/2006/relationships" id="284" r:id="R6d80b2eb79a94c22"/>
    <p:sldId xmlns:r="http://schemas.openxmlformats.org/officeDocument/2006/relationships" id="285" r:id="Rb3a804067fd440af"/>
    <p:sldId xmlns:r="http://schemas.openxmlformats.org/officeDocument/2006/relationships" id="286" r:id="R884b1791a3024434"/>
    <p:sldId xmlns:r="http://schemas.openxmlformats.org/officeDocument/2006/relationships" id="287" r:id="R3a4d33a28007483c"/>
    <p:sldId xmlns:r="http://schemas.openxmlformats.org/officeDocument/2006/relationships" id="288" r:id="Rc240a42a64cb45d8"/>
    <p:sldId xmlns:r="http://schemas.openxmlformats.org/officeDocument/2006/relationships" id="289" r:id="Rb74f204fb0b7486c"/>
    <p:sldId xmlns:r="http://schemas.openxmlformats.org/officeDocument/2006/relationships" id="290" r:id="R6964725d7d4042c0"/>
    <p:sldId xmlns:r="http://schemas.openxmlformats.org/officeDocument/2006/relationships" id="291" r:id="Rcef28ab27201480e"/>
    <p:sldId xmlns:r="http://schemas.openxmlformats.org/officeDocument/2006/relationships" id="292" r:id="R508b4cf96341433d"/>
    <p:sldId xmlns:r="http://schemas.openxmlformats.org/officeDocument/2006/relationships" id="293" r:id="R1cf9387785ec485c"/>
    <p:sldId xmlns:r="http://schemas.openxmlformats.org/officeDocument/2006/relationships" id="294" r:id="Rb2a790359ea24810"/>
    <p:sldId xmlns:r="http://schemas.openxmlformats.org/officeDocument/2006/relationships" id="295" r:id="Raecc2c53a3c44aa9"/>
    <p:sldId xmlns:r="http://schemas.openxmlformats.org/officeDocument/2006/relationships" id="296" r:id="Rdfb3ca4acac34f0d"/>
    <p:sldId xmlns:r="http://schemas.openxmlformats.org/officeDocument/2006/relationships" id="297" r:id="Ref47f5328ac44644"/>
    <p:sldId xmlns:r="http://schemas.openxmlformats.org/officeDocument/2006/relationships" id="298" r:id="Ra4b549116cf04065"/>
    <p:sldId xmlns:r="http://schemas.openxmlformats.org/officeDocument/2006/relationships" id="299" r:id="R64184a8711124bfa"/>
    <p:sldId xmlns:r="http://schemas.openxmlformats.org/officeDocument/2006/relationships" id="300" r:id="Ra9263e2e04194908"/>
    <p:sldId xmlns:r="http://schemas.openxmlformats.org/officeDocument/2006/relationships" id="301" r:id="R567236f915304a3c"/>
    <p:sldId xmlns:r="http://schemas.openxmlformats.org/officeDocument/2006/relationships" id="302" r:id="Rff471b1757ff434c"/>
    <p:sldId xmlns:r="http://schemas.openxmlformats.org/officeDocument/2006/relationships" id="303" r:id="R72fab7c386f2476b"/>
    <p:sldId xmlns:r="http://schemas.openxmlformats.org/officeDocument/2006/relationships" id="304" r:id="R7efa60515e6d41f8"/>
    <p:sldId xmlns:r="http://schemas.openxmlformats.org/officeDocument/2006/relationships" id="305" r:id="Raf81181ce93f4deb"/>
    <p:sldId xmlns:r="http://schemas.openxmlformats.org/officeDocument/2006/relationships" id="306" r:id="R69c4f73367bb4340"/>
    <p:sldId xmlns:r="http://schemas.openxmlformats.org/officeDocument/2006/relationships" id="307" r:id="Rb2b4d0fd43694d7a"/>
    <p:sldId xmlns:r="http://schemas.openxmlformats.org/officeDocument/2006/relationships" id="308" r:id="R10d060541e154a0c"/>
    <p:sldId xmlns:r="http://schemas.openxmlformats.org/officeDocument/2006/relationships" id="309" r:id="R28834d9223c3415f"/>
    <p:sldId xmlns:r="http://schemas.openxmlformats.org/officeDocument/2006/relationships" id="310" r:id="Re088c8dec2a24dcb"/>
    <p:sldId xmlns:r="http://schemas.openxmlformats.org/officeDocument/2006/relationships" id="311" r:id="Rc80e683182da4393"/>
    <p:sldId xmlns:r="http://schemas.openxmlformats.org/officeDocument/2006/relationships" id="312" r:id="R6a63822e2d944d29"/>
    <p:sldId xmlns:r="http://schemas.openxmlformats.org/officeDocument/2006/relationships" id="313" r:id="Rdc678e603c1d4798"/>
    <p:sldId xmlns:r="http://schemas.openxmlformats.org/officeDocument/2006/relationships" id="314" r:id="R41636b695aa94f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dff901fb9cc46ed" /><Relationship Type="http://schemas.openxmlformats.org/officeDocument/2006/relationships/slideMaster" Target="/ppt/slideMasters/slideMaster1.xml" Id="R0deb6906229845fa" /><Relationship Type="http://schemas.openxmlformats.org/officeDocument/2006/relationships/notesMaster" Target="/ppt/notesMasters/notesMaster1.xml" Id="Rdd906e3415084c0f" /><Relationship Type="http://schemas.openxmlformats.org/officeDocument/2006/relationships/presProps" Target="/ppt/presProps.xml" Id="R03a1d2928a8f449f" /><Relationship Type="http://schemas.openxmlformats.org/officeDocument/2006/relationships/viewProps" Target="/ppt/viewProps.xml" Id="R1be214af03b54dca" /><Relationship Type="http://schemas.openxmlformats.org/officeDocument/2006/relationships/tableStyles" Target="/ppt/tableStyles.xml" Id="R55b05e782146468f" /><Relationship Type="http://schemas.openxmlformats.org/officeDocument/2006/relationships/slide" Target="/ppt/slides/slide1.xml" Id="Rfd5a665fb5fb40b6" /><Relationship Type="http://schemas.openxmlformats.org/officeDocument/2006/relationships/slide" Target="/ppt/slides/slide2.xml" Id="R1913123ce1a54062" /><Relationship Type="http://schemas.openxmlformats.org/officeDocument/2006/relationships/slide" Target="/ppt/slides/slide3.xml" Id="R76755484808946cd" /><Relationship Type="http://schemas.openxmlformats.org/officeDocument/2006/relationships/slide" Target="/ppt/slides/slide4.xml" Id="R61bbc3c21be94565" /><Relationship Type="http://schemas.openxmlformats.org/officeDocument/2006/relationships/slide" Target="/ppt/slides/slide5.xml" Id="R9d73bd163564467c" /><Relationship Type="http://schemas.openxmlformats.org/officeDocument/2006/relationships/slide" Target="/ppt/slides/slide6.xml" Id="Rb8b5041235624090" /><Relationship Type="http://schemas.openxmlformats.org/officeDocument/2006/relationships/slide" Target="/ppt/slides/slide7.xml" Id="Red5d124d1fb84b03" /><Relationship Type="http://schemas.openxmlformats.org/officeDocument/2006/relationships/slide" Target="/ppt/slides/slide8.xml" Id="R37d42561d8be456a" /><Relationship Type="http://schemas.openxmlformats.org/officeDocument/2006/relationships/slide" Target="/ppt/slides/slide9.xml" Id="Rab0b64b58b824c41" /><Relationship Type="http://schemas.openxmlformats.org/officeDocument/2006/relationships/slide" Target="/ppt/slides/slide10.xml" Id="R6cd2973dc397479f" /><Relationship Type="http://schemas.openxmlformats.org/officeDocument/2006/relationships/slide" Target="/ppt/slides/slide11.xml" Id="R6e16f7738a474738" /><Relationship Type="http://schemas.openxmlformats.org/officeDocument/2006/relationships/slide" Target="/ppt/slides/slide12.xml" Id="Ra44a5332a50747cf" /><Relationship Type="http://schemas.openxmlformats.org/officeDocument/2006/relationships/slide" Target="/ppt/slides/slide13.xml" Id="R510597a9170040ac" /><Relationship Type="http://schemas.openxmlformats.org/officeDocument/2006/relationships/slide" Target="/ppt/slides/slide14.xml" Id="R62fde792ed7b408d" /><Relationship Type="http://schemas.openxmlformats.org/officeDocument/2006/relationships/slide" Target="/ppt/slides/slide15.xml" Id="Reb2433f1be6c49b4" /><Relationship Type="http://schemas.openxmlformats.org/officeDocument/2006/relationships/slide" Target="/ppt/slides/slide16.xml" Id="R12bfed625a8142b5" /><Relationship Type="http://schemas.openxmlformats.org/officeDocument/2006/relationships/slide" Target="/ppt/slides/slide17.xml" Id="Re3b624f841f6485f" /><Relationship Type="http://schemas.openxmlformats.org/officeDocument/2006/relationships/slide" Target="/ppt/slides/slide18.xml" Id="Ra2aa23c670904bd1" /><Relationship Type="http://schemas.openxmlformats.org/officeDocument/2006/relationships/slide" Target="/ppt/slides/slide19.xml" Id="R7c64665069684e58" /><Relationship Type="http://schemas.openxmlformats.org/officeDocument/2006/relationships/slide" Target="/ppt/slides/slide20.xml" Id="R10d52d095f3b45ef" /><Relationship Type="http://schemas.openxmlformats.org/officeDocument/2006/relationships/slide" Target="/ppt/slides/slide21.xml" Id="Reca4d88876ba40ec" /><Relationship Type="http://schemas.openxmlformats.org/officeDocument/2006/relationships/slide" Target="/ppt/slides/slide22.xml" Id="Rab2d104f3b80467a" /><Relationship Type="http://schemas.openxmlformats.org/officeDocument/2006/relationships/slide" Target="/ppt/slides/slide23.xml" Id="R742a3a057ab04a62" /><Relationship Type="http://schemas.openxmlformats.org/officeDocument/2006/relationships/slide" Target="/ppt/slides/slide24.xml" Id="R3cd2bcb4556d48b0" /><Relationship Type="http://schemas.openxmlformats.org/officeDocument/2006/relationships/slide" Target="/ppt/slides/slide25.xml" Id="Rb70c8eccd12e4baa" /><Relationship Type="http://schemas.openxmlformats.org/officeDocument/2006/relationships/slide" Target="/ppt/slides/slide26.xml" Id="R32892522fe0846ef" /><Relationship Type="http://schemas.openxmlformats.org/officeDocument/2006/relationships/slide" Target="/ppt/slides/slide27.xml" Id="Re9edaf8254de4f68" /><Relationship Type="http://schemas.openxmlformats.org/officeDocument/2006/relationships/slide" Target="/ppt/slides/slide28.xml" Id="R96cb42809deb4a5a" /><Relationship Type="http://schemas.openxmlformats.org/officeDocument/2006/relationships/slide" Target="/ppt/slides/slide29.xml" Id="R6d80b2eb79a94c22" /><Relationship Type="http://schemas.openxmlformats.org/officeDocument/2006/relationships/slide" Target="/ppt/slides/slide30.xml" Id="Rb3a804067fd440af" /><Relationship Type="http://schemas.openxmlformats.org/officeDocument/2006/relationships/slide" Target="/ppt/slides/slide31.xml" Id="R884b1791a3024434" /><Relationship Type="http://schemas.openxmlformats.org/officeDocument/2006/relationships/slide" Target="/ppt/slides/slide32.xml" Id="R3a4d33a28007483c" /><Relationship Type="http://schemas.openxmlformats.org/officeDocument/2006/relationships/slide" Target="/ppt/slides/slide33.xml" Id="Rc240a42a64cb45d8" /><Relationship Type="http://schemas.openxmlformats.org/officeDocument/2006/relationships/slide" Target="/ppt/slides/slide34.xml" Id="Rb74f204fb0b7486c" /><Relationship Type="http://schemas.openxmlformats.org/officeDocument/2006/relationships/slide" Target="/ppt/slides/slide35.xml" Id="R6964725d7d4042c0" /><Relationship Type="http://schemas.openxmlformats.org/officeDocument/2006/relationships/slide" Target="/ppt/slides/slide36.xml" Id="Rcef28ab27201480e" /><Relationship Type="http://schemas.openxmlformats.org/officeDocument/2006/relationships/slide" Target="/ppt/slides/slide37.xml" Id="R508b4cf96341433d" /><Relationship Type="http://schemas.openxmlformats.org/officeDocument/2006/relationships/slide" Target="/ppt/slides/slide38.xml" Id="R1cf9387785ec485c" /><Relationship Type="http://schemas.openxmlformats.org/officeDocument/2006/relationships/slide" Target="/ppt/slides/slide39.xml" Id="Rb2a790359ea24810" /><Relationship Type="http://schemas.openxmlformats.org/officeDocument/2006/relationships/slide" Target="/ppt/slides/slide40.xml" Id="Raecc2c53a3c44aa9" /><Relationship Type="http://schemas.openxmlformats.org/officeDocument/2006/relationships/slide" Target="/ppt/slides/slide41.xml" Id="Rdfb3ca4acac34f0d" /><Relationship Type="http://schemas.openxmlformats.org/officeDocument/2006/relationships/slide" Target="/ppt/slides/slide42.xml" Id="Ref47f5328ac44644" /><Relationship Type="http://schemas.openxmlformats.org/officeDocument/2006/relationships/slide" Target="/ppt/slides/slide43.xml" Id="Ra4b549116cf04065" /><Relationship Type="http://schemas.openxmlformats.org/officeDocument/2006/relationships/slide" Target="/ppt/slides/slide44.xml" Id="R64184a8711124bfa" /><Relationship Type="http://schemas.openxmlformats.org/officeDocument/2006/relationships/slide" Target="/ppt/slides/slide45.xml" Id="Ra9263e2e04194908" /><Relationship Type="http://schemas.openxmlformats.org/officeDocument/2006/relationships/slide" Target="/ppt/slides/slide46.xml" Id="R567236f915304a3c" /><Relationship Type="http://schemas.openxmlformats.org/officeDocument/2006/relationships/slide" Target="/ppt/slides/slide47.xml" Id="Rff471b1757ff434c" /><Relationship Type="http://schemas.openxmlformats.org/officeDocument/2006/relationships/slide" Target="/ppt/slides/slide48.xml" Id="R72fab7c386f2476b" /><Relationship Type="http://schemas.openxmlformats.org/officeDocument/2006/relationships/slide" Target="/ppt/slides/slide49.xml" Id="R7efa60515e6d41f8" /><Relationship Type="http://schemas.openxmlformats.org/officeDocument/2006/relationships/slide" Target="/ppt/slides/slide50.xml" Id="Raf81181ce93f4deb" /><Relationship Type="http://schemas.openxmlformats.org/officeDocument/2006/relationships/slide" Target="/ppt/slides/slide51.xml" Id="R69c4f73367bb4340" /><Relationship Type="http://schemas.openxmlformats.org/officeDocument/2006/relationships/slide" Target="/ppt/slides/slide52.xml" Id="Rb2b4d0fd43694d7a" /><Relationship Type="http://schemas.openxmlformats.org/officeDocument/2006/relationships/slide" Target="/ppt/slides/slide53.xml" Id="R10d060541e154a0c" /><Relationship Type="http://schemas.openxmlformats.org/officeDocument/2006/relationships/slide" Target="/ppt/slides/slide54.xml" Id="R28834d9223c3415f" /><Relationship Type="http://schemas.openxmlformats.org/officeDocument/2006/relationships/slide" Target="/ppt/slides/slide55.xml" Id="Re088c8dec2a24dcb" /><Relationship Type="http://schemas.openxmlformats.org/officeDocument/2006/relationships/slide" Target="/ppt/slides/slide56.xml" Id="Rc80e683182da4393" /><Relationship Type="http://schemas.openxmlformats.org/officeDocument/2006/relationships/slide" Target="/ppt/slides/slide57.xml" Id="R6a63822e2d944d29" /><Relationship Type="http://schemas.openxmlformats.org/officeDocument/2006/relationships/slide" Target="/ppt/slides/slide58.xml" Id="Rdc678e603c1d4798" /><Relationship Type="http://schemas.openxmlformats.org/officeDocument/2006/relationships/slide" Target="/ppt/slides/slide59.xml" Id="R41636b695aa94f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318d007b0e4d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f57a9dcd9e4789" /><Relationship Type="http://schemas.openxmlformats.org/officeDocument/2006/relationships/notesMaster" Target="/ppt/notesMasters/notesMaster1.xml" Id="R74a1321312a247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120557f6cf40e9" /><Relationship Type="http://schemas.openxmlformats.org/officeDocument/2006/relationships/notesMaster" Target="/ppt/notesMasters/notesMaster1.xml" Id="R0550fc0772a14b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1d047200b343b0" /><Relationship Type="http://schemas.openxmlformats.org/officeDocument/2006/relationships/notesMaster" Target="/ppt/notesMasters/notesMaster1.xml" Id="R476fd914a4d04c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f3a0176125480b" /><Relationship Type="http://schemas.openxmlformats.org/officeDocument/2006/relationships/notesMaster" Target="/ppt/notesMasters/notesMaster1.xml" Id="R7d363c7ea9a246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88a19851f04977" /><Relationship Type="http://schemas.openxmlformats.org/officeDocument/2006/relationships/notesMaster" Target="/ppt/notesMasters/notesMaster1.xml" Id="R66fe773c164d48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6e314449564c88" /><Relationship Type="http://schemas.openxmlformats.org/officeDocument/2006/relationships/notesMaster" Target="/ppt/notesMasters/notesMaster1.xml" Id="R3efdd87ccd8042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7f8190437c4fbd" /><Relationship Type="http://schemas.openxmlformats.org/officeDocument/2006/relationships/notesMaster" Target="/ppt/notesMasters/notesMaster1.xml" Id="R6afef32ff4b541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3739cf108e4ab2" /><Relationship Type="http://schemas.openxmlformats.org/officeDocument/2006/relationships/notesMaster" Target="/ppt/notesMasters/notesMaster1.xml" Id="Rb794da0ab8ad4e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9769e16fce418c" /><Relationship Type="http://schemas.openxmlformats.org/officeDocument/2006/relationships/notesMaster" Target="/ppt/notesMasters/notesMaster1.xml" Id="R72eb9aa7fff541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7d3c09aca44212" /><Relationship Type="http://schemas.openxmlformats.org/officeDocument/2006/relationships/notesMaster" Target="/ppt/notesMasters/notesMaster1.xml" Id="R378493040f454e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6161b47bb84897" /><Relationship Type="http://schemas.openxmlformats.org/officeDocument/2006/relationships/notesMaster" Target="/ppt/notesMasters/notesMaster1.xml" Id="R893bc00722ca42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396b07ff034313" /><Relationship Type="http://schemas.openxmlformats.org/officeDocument/2006/relationships/notesMaster" Target="/ppt/notesMasters/notesMaster1.xml" Id="Raebafddff40c43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5f3cc392b74716" /><Relationship Type="http://schemas.openxmlformats.org/officeDocument/2006/relationships/notesMaster" Target="/ppt/notesMasters/notesMaster1.xml" Id="R9c45a3e42166497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67892d3bc04ce9" /><Relationship Type="http://schemas.openxmlformats.org/officeDocument/2006/relationships/notesMaster" Target="/ppt/notesMasters/notesMaster1.xml" Id="R6c6cca062c8d4b7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b86c30a068245ce" /><Relationship Type="http://schemas.openxmlformats.org/officeDocument/2006/relationships/notesMaster" Target="/ppt/notesMasters/notesMaster1.xml" Id="R57ef2e932d1b45d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425733d0c094af9" /><Relationship Type="http://schemas.openxmlformats.org/officeDocument/2006/relationships/notesMaster" Target="/ppt/notesMasters/notesMaster1.xml" Id="R8c10d3fdc410414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e54f531ed3244c0" /><Relationship Type="http://schemas.openxmlformats.org/officeDocument/2006/relationships/notesMaster" Target="/ppt/notesMasters/notesMaster1.xml" Id="Rcfa64790256e462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7bfb39257ef4d4f" /><Relationship Type="http://schemas.openxmlformats.org/officeDocument/2006/relationships/notesMaster" Target="/ppt/notesMasters/notesMaster1.xml" Id="R8e1c9e78e3f0490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2b703b2475c45ea" /><Relationship Type="http://schemas.openxmlformats.org/officeDocument/2006/relationships/notesMaster" Target="/ppt/notesMasters/notesMaster1.xml" Id="Rba38973e35c44fd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abae607615942bb" /><Relationship Type="http://schemas.openxmlformats.org/officeDocument/2006/relationships/notesMaster" Target="/ppt/notesMasters/notesMaster1.xml" Id="Rcc71a60fbc00419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696e420852145c2" /><Relationship Type="http://schemas.openxmlformats.org/officeDocument/2006/relationships/notesMaster" Target="/ppt/notesMasters/notesMaster1.xml" Id="R832a426e0d17489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f37d3ab9ed440af" /><Relationship Type="http://schemas.openxmlformats.org/officeDocument/2006/relationships/notesMaster" Target="/ppt/notesMasters/notesMaster1.xml" Id="R31fb61cb561b4e0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a326dcbd86d4d73" /><Relationship Type="http://schemas.openxmlformats.org/officeDocument/2006/relationships/notesMaster" Target="/ppt/notesMasters/notesMaster1.xml" Id="R76efe081f5e54f5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fc77bb1193244e6" /><Relationship Type="http://schemas.openxmlformats.org/officeDocument/2006/relationships/notesMaster" Target="/ppt/notesMasters/notesMaster1.xml" Id="R6b366f092a354a2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4a38ec5f8da428e" /><Relationship Type="http://schemas.openxmlformats.org/officeDocument/2006/relationships/notesMaster" Target="/ppt/notesMasters/notesMaster1.xml" Id="R6b0c89879a57405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7e23eb86f5b4cbe" /><Relationship Type="http://schemas.openxmlformats.org/officeDocument/2006/relationships/notesMaster" Target="/ppt/notesMasters/notesMaster1.xml" Id="R5fece5b00fcc44e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5ad980ddbca450f" /><Relationship Type="http://schemas.openxmlformats.org/officeDocument/2006/relationships/notesMaster" Target="/ppt/notesMasters/notesMaster1.xml" Id="Rbabdd1bc8dbb4c8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c358f2e978549fe" /><Relationship Type="http://schemas.openxmlformats.org/officeDocument/2006/relationships/notesMaster" Target="/ppt/notesMasters/notesMaster1.xml" Id="Red922f2417494c6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2a90097265d4ac8" /><Relationship Type="http://schemas.openxmlformats.org/officeDocument/2006/relationships/notesMaster" Target="/ppt/notesMasters/notesMaster1.xml" Id="R71a1122cd5bc46e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e1b8bd2a68a4860" /><Relationship Type="http://schemas.openxmlformats.org/officeDocument/2006/relationships/notesMaster" Target="/ppt/notesMasters/notesMaster1.xml" Id="R16b90fcbee5d473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fe65f8786f44e82" /><Relationship Type="http://schemas.openxmlformats.org/officeDocument/2006/relationships/notesMaster" Target="/ppt/notesMasters/notesMaster1.xml" Id="Rab0c2f9aeec2465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6b8102a38564075" /><Relationship Type="http://schemas.openxmlformats.org/officeDocument/2006/relationships/notesMaster" Target="/ppt/notesMasters/notesMaster1.xml" Id="R793b838f6bb449d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9114ce2d1df44af" /><Relationship Type="http://schemas.openxmlformats.org/officeDocument/2006/relationships/notesMaster" Target="/ppt/notesMasters/notesMaster1.xml" Id="Rf9f3223c4e79474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f194f76f3a2450d" /><Relationship Type="http://schemas.openxmlformats.org/officeDocument/2006/relationships/notesMaster" Target="/ppt/notesMasters/notesMaster1.xml" Id="R941580e04cc54cf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8aa23cb05bf4a69" /><Relationship Type="http://schemas.openxmlformats.org/officeDocument/2006/relationships/notesMaster" Target="/ppt/notesMasters/notesMaster1.xml" Id="R6b0644415ec947d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2bc334130b34517" /><Relationship Type="http://schemas.openxmlformats.org/officeDocument/2006/relationships/notesMaster" Target="/ppt/notesMasters/notesMaster1.xml" Id="R8f5b621aaa5d409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472288f46e04ff9" /><Relationship Type="http://schemas.openxmlformats.org/officeDocument/2006/relationships/notesMaster" Target="/ppt/notesMasters/notesMaster1.xml" Id="R67cf7793dfc0463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597f3dd82174857" /><Relationship Type="http://schemas.openxmlformats.org/officeDocument/2006/relationships/notesMaster" Target="/ppt/notesMasters/notesMaster1.xml" Id="Rc0b68f96aefc474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a23718ab94b4069" /><Relationship Type="http://schemas.openxmlformats.org/officeDocument/2006/relationships/notesMaster" Target="/ppt/notesMasters/notesMaster1.xml" Id="Raf8f7e1496f1482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d245a2484444849" /><Relationship Type="http://schemas.openxmlformats.org/officeDocument/2006/relationships/notesMaster" Target="/ppt/notesMasters/notesMaster1.xml" Id="Rad5a6025fdb2495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be6fe86bc9d47ce" /><Relationship Type="http://schemas.openxmlformats.org/officeDocument/2006/relationships/notesMaster" Target="/ppt/notesMasters/notesMaster1.xml" Id="Rda2f0cb450d2491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7aa227d0ffd44e0" /><Relationship Type="http://schemas.openxmlformats.org/officeDocument/2006/relationships/notesMaster" Target="/ppt/notesMasters/notesMaster1.xml" Id="Rac8b0708fff0424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7b23b2ec9064b78" /><Relationship Type="http://schemas.openxmlformats.org/officeDocument/2006/relationships/notesMaster" Target="/ppt/notesMasters/notesMaster1.xml" Id="R5faee665b071461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d5af63d463c4a16" /><Relationship Type="http://schemas.openxmlformats.org/officeDocument/2006/relationships/notesMaster" Target="/ppt/notesMasters/notesMaster1.xml" Id="R66dba82bcb7549b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28599bdce034880" /><Relationship Type="http://schemas.openxmlformats.org/officeDocument/2006/relationships/notesMaster" Target="/ppt/notesMasters/notesMaster1.xml" Id="R99e5fc34731545a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d9750ac2d1a4b43" /><Relationship Type="http://schemas.openxmlformats.org/officeDocument/2006/relationships/notesMaster" Target="/ppt/notesMasters/notesMaster1.xml" Id="Rde4d1f20b3dc44e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51d14a2ecc343db" /><Relationship Type="http://schemas.openxmlformats.org/officeDocument/2006/relationships/notesMaster" Target="/ppt/notesMasters/notesMaster1.xml" Id="R56f6d4868056416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002160b1891467d" /><Relationship Type="http://schemas.openxmlformats.org/officeDocument/2006/relationships/notesMaster" Target="/ppt/notesMasters/notesMaster1.xml" Id="Rceebe642906f4b8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6e044fa97e54db6" /><Relationship Type="http://schemas.openxmlformats.org/officeDocument/2006/relationships/notesMaster" Target="/ppt/notesMasters/notesMaster1.xml" Id="Rbe6408bca8da432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6ff37fee2c54d7e" /><Relationship Type="http://schemas.openxmlformats.org/officeDocument/2006/relationships/notesMaster" Target="/ppt/notesMasters/notesMaster1.xml" Id="R6dc81df3b0674fa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16db8e72a5a4a73" /><Relationship Type="http://schemas.openxmlformats.org/officeDocument/2006/relationships/notesMaster" Target="/ppt/notesMasters/notesMaster1.xml" Id="Ra0cbec3b7507448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8e31b179f2645a8" /><Relationship Type="http://schemas.openxmlformats.org/officeDocument/2006/relationships/notesMaster" Target="/ppt/notesMasters/notesMaster1.xml" Id="Ra7f565e0e65d412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cb42b17e3b64b2e" /><Relationship Type="http://schemas.openxmlformats.org/officeDocument/2006/relationships/notesMaster" Target="/ppt/notesMasters/notesMaster1.xml" Id="R3d7727a5f072456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d4b1954b05054597" /><Relationship Type="http://schemas.openxmlformats.org/officeDocument/2006/relationships/notesMaster" Target="/ppt/notesMasters/notesMaster1.xml" Id="R7a84908f654d46c1"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23871a0a9c04141" /><Relationship Type="http://schemas.openxmlformats.org/officeDocument/2006/relationships/notesMaster" Target="/ppt/notesMasters/notesMaster1.xml" Id="R4996f13d92804af1"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0efd9bcbdd464398" /><Relationship Type="http://schemas.openxmlformats.org/officeDocument/2006/relationships/notesMaster" Target="/ppt/notesMasters/notesMaster1.xml" Id="R5aba94418960448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70a6249688504b16" /><Relationship Type="http://schemas.openxmlformats.org/officeDocument/2006/relationships/notesMaster" Target="/ppt/notesMasters/notesMaster1.xml" Id="R6efaf1423dff42ff"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d1669fb2a7d426c" /><Relationship Type="http://schemas.openxmlformats.org/officeDocument/2006/relationships/notesMaster" Target="/ppt/notesMasters/notesMaster1.xml" Id="R4edcac8cb26a419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9c5fa89366d48e4" /><Relationship Type="http://schemas.openxmlformats.org/officeDocument/2006/relationships/notesMaster" Target="/ppt/notesMasters/notesMaster1.xml" Id="R5e6d7a451f4946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r>
              <a:rPr sz="1200"/>
              <a:t>Backtracking line search shrinks bad steps</a:t>
            </a:r>
            <a:r>
              <a:t>는 다음 의미입니다.</a:t>
            </a:r>
          </a:p>
          <a:p xmlns:a="http://schemas.openxmlformats.org/drawingml/2006/main">
            <a:r>
              <a:t>경사하강법은 우선 비교적 큰 학습률 \(\alpha\)로 이동을 시도합니다.</a:t>
            </a:r>
          </a:p>
          <a:p xmlns:a="http://schemas.openxmlformats.org/drawingml/2006/main">
            <a:r>
              <a:t>\[ \theta_{\text{new}}=\theta-\alpha\nabla L(\theta) \]</a:t>
            </a:r>
          </a:p>
          <a:p xmlns:a="http://schemas.openxmlformats.org/drawingml/2006/main">
            <a:r>
              <a:t>이동한 뒤 손실 \(L\)이 충분히 감소했는지 확인합니다.</a:t>
            </a:r>
          </a:p>
          <a:p xmlns:a="http://schemas.openxmlformats.org/drawingml/2006/main">
            <a:r>
              <a:t>손실이 충분히 감소하면 해당 이동을 </a:t>
            </a:r>
            <a:r>
              <a:rPr sz="1200"/>
              <a:t>accept</a:t>
            </a:r>
          </a:p>
          <a:p xmlns:a="http://schemas.openxmlformats.org/drawingml/2006/main">
            <a:r>
              <a:t>감소하지 않거나 오히려 증가하면 </a:t>
            </a:r>
            <a:r>
              <a:rPr sz="1200"/>
              <a:t>reject</a:t>
            </a:r>
          </a:p>
          <a:p xmlns:a="http://schemas.openxmlformats.org/drawingml/2006/main">
            <a:r>
              <a:t>거부되면 학습률을 줄여 다시 시도</a:t>
            </a:r>
          </a:p>
          <a:p xmlns:a="http://schemas.openxmlformats.org/drawingml/2006/main">
            <a:r>
              <a:t>\[ \alpha \leftarrow \rho\alpha,\qquad 0&lt;\rho&lt;1 \]</a:t>
            </a:r>
          </a:p>
          <a:p xmlns:a="http://schemas.openxmlformats.org/drawingml/2006/main">
            <a:r>
              <a:t>일반적으로 \(\rho=0.5\)라면 다음처럼 진행됩니다.</a:t>
            </a:r>
          </a:p>
          <a:p xmlns:a="http://schemas.openxmlformats.org/drawingml/2006/main">
            <a:r>
              <a:t>\[ \alpha,\quad \frac{\alpha}{2},\quad \frac{\alpha}{4},\quad \frac{\alpha}{8},\dots \]</a:t>
            </a:r>
          </a:p>
          <a:p xmlns:a="http://schemas.openxmlformats.org/drawingml/2006/main">
            <a:r>
              <a:t>예를 들면:</a:t>
            </a:r>
          </a:p>
          <a:p xmlns:a="http://schemas.openxmlformats.org/drawingml/2006/main">
            <a:r>
              <a:t>\(\alpha=1.0\)으로 이동 → 손실 증가 → reject</a:t>
            </a:r>
          </a:p>
          <a:p xmlns:a="http://schemas.openxmlformats.org/drawingml/2006/main">
            <a:r>
              <a:t>\(\alpha=0.5\)로 다시 이동 → 감소량 부족 → reject</a:t>
            </a:r>
          </a:p>
          <a:p xmlns:a="http://schemas.openxmlformats.org/drawingml/2006/main">
            <a:r>
              <a:t>\(\alpha=0.25\)로 이동 → 손실 충분히 감소 → accept</a:t>
            </a:r>
          </a:p>
          <a:p xmlns:a="http://schemas.openxmlformats.org/drawingml/2006/main">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and regression concepts.</a:t>
            </a:r>
          </a:p>
          <a:p xmlns:a="http://schemas.openxmlformats.org/drawingml/2006/main">
            <a:pPr>
              <a:buNone/>
            </a:pPr>
            <a:r>
              <a:t>Hidden layers use sigmoid activations; the output layer remains linear for unconstrained regression.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9359f38e3c45c3" /></Relationships>
</file>

<file path=ppt/slideLayouts/slideLayout1.xml><?xml version="1.0" encoding="utf-8"?>
<p:sldLayout xmlns:p="http://schemas.openxmlformats.org/presentationml/2006/main" showMasterPhAnim="0" type="title"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08f6cfce4947c2" /><Relationship Type="http://schemas.openxmlformats.org/officeDocument/2006/relationships/slideLayout" Target="/ppt/slideLayouts/slideLayout1.xml" Id="Rffdff9e7307545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dff9e7307545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698233a84e4163" /><Relationship Type="http://schemas.openxmlformats.org/officeDocument/2006/relationships/notesSlide" Target="/ppt/notesSlides/notesSlide1.xml" Id="R6f309bc1760344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6e3a57dfc7f4385" /><Relationship Type="http://schemas.openxmlformats.org/officeDocument/2006/relationships/image" Target="/ppt/media/image.jpeg" Id="Rd56dd2c789824d76" /><Relationship Type="http://schemas.openxmlformats.org/officeDocument/2006/relationships/notesSlide" Target="/ppt/notesSlides/notesSlide2.xml" Id="Re19f7cea5dfc44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565527d00e4404" /><Relationship Type="http://schemas.openxmlformats.org/officeDocument/2006/relationships/image" Target="/ppt/media/image.png" Id="R21b7925e5d9045aa" /><Relationship Type="http://schemas.openxmlformats.org/officeDocument/2006/relationships/notesSlide" Target="/ppt/notesSlides/notesSlide3.xml" Id="R86a2021fa41f43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779158a0c38480f" /><Relationship Type="http://schemas.openxmlformats.org/officeDocument/2006/relationships/image" Target="/ppt/media/image.png" Id="Rf38ad8eb48234836" /><Relationship Type="http://schemas.openxmlformats.org/officeDocument/2006/relationships/notesSlide" Target="/ppt/notesSlides/notesSlide4.xml" Id="R4780d2a16bf54f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0c931ddb4a40f9" /><Relationship Type="http://schemas.openxmlformats.org/officeDocument/2006/relationships/image" Target="/ppt/media/image.png" Id="R5c3eae109aa34e50" /><Relationship Type="http://schemas.openxmlformats.org/officeDocument/2006/relationships/notesSlide" Target="/ppt/notesSlides/notesSlide5.xml" Id="R44d2b10381954e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6dc27e8c90b4882" /><Relationship Type="http://schemas.openxmlformats.org/officeDocument/2006/relationships/notesSlide" Target="/ppt/notesSlides/notesSlide6.xml" Id="Rf7b2b595ea024a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71437631494e46" /><Relationship Type="http://schemas.openxmlformats.org/officeDocument/2006/relationships/image" Target="/ppt/media/image2.png" Id="R41fa7c0cd3a54c84" /><Relationship Type="http://schemas.openxmlformats.org/officeDocument/2006/relationships/image" Target="/ppt/media/image.svg" Id="Rf77eeb9d007a4ac3" /><Relationship Type="http://schemas.openxmlformats.org/officeDocument/2006/relationships/notesSlide" Target="/ppt/notesSlides/notesSlide7.xml" Id="R28908f1484cc40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e0fb361d953410c" /><Relationship Type="http://schemas.openxmlformats.org/officeDocument/2006/relationships/image" Target="/ppt/media/image3.png" Id="R989ef979c39c4b2e" /><Relationship Type="http://schemas.openxmlformats.org/officeDocument/2006/relationships/image" Target="/ppt/media/image2.svg" Id="Rfc75133fc11c434a" /><Relationship Type="http://schemas.openxmlformats.org/officeDocument/2006/relationships/notesSlide" Target="/ppt/notesSlides/notesSlide8.xml" Id="R42b2f0c5e30e46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aa2a0331804667" /><Relationship Type="http://schemas.openxmlformats.org/officeDocument/2006/relationships/notesSlide" Target="/ppt/notesSlides/notesSlide9.xml" Id="R5d68aa6bf9b849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3e5722c2dc5418c" /><Relationship Type="http://schemas.openxmlformats.org/officeDocument/2006/relationships/image" Target="/ppt/media/image4.png" Id="Re3b790a927354627" /><Relationship Type="http://schemas.openxmlformats.org/officeDocument/2006/relationships/image" Target="/ppt/media/image3.svg" Id="Reb1af98ae95f4e5a" /><Relationship Type="http://schemas.openxmlformats.org/officeDocument/2006/relationships/notesSlide" Target="/ppt/notesSlides/notesSlide10.xml" Id="R1c9e90d6925c47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7a8935aee0f4c65" /><Relationship Type="http://schemas.openxmlformats.org/officeDocument/2006/relationships/image" Target="/ppt/media/image5.png" Id="Rce5772b303d54b4f" /><Relationship Type="http://schemas.openxmlformats.org/officeDocument/2006/relationships/notesSlide" Target="/ppt/notesSlides/notesSlide11.xml" Id="R02419ba3a40c4c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b021948d3b14c95" /><Relationship Type="http://schemas.openxmlformats.org/officeDocument/2006/relationships/image" Target="/ppt/media/image6.png" Id="Rcc456d4f9dc94e91" /><Relationship Type="http://schemas.openxmlformats.org/officeDocument/2006/relationships/image" Target="/ppt/media/image7.png" Id="Rc998e06288994526" /><Relationship Type="http://schemas.openxmlformats.org/officeDocument/2006/relationships/image" Target="/ppt/media/image4.svg" Id="R8250be51114c47f2" /><Relationship Type="http://schemas.openxmlformats.org/officeDocument/2006/relationships/notesSlide" Target="/ppt/notesSlides/notesSlide12.xml" Id="Rfda50e5e12f84ff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95500741ba94b76" /><Relationship Type="http://schemas.openxmlformats.org/officeDocument/2006/relationships/image" Target="/ppt/media/image7.png" Id="Rfc1d215a332c4051" /><Relationship Type="http://schemas.openxmlformats.org/officeDocument/2006/relationships/image" Target="/ppt/media/image4.svg" Id="R1d8401592bd645f1" /><Relationship Type="http://schemas.openxmlformats.org/officeDocument/2006/relationships/notesSlide" Target="/ppt/notesSlides/notesSlide13.xml" Id="R1a6b64a544c34ea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283b9dd667a4f36" /><Relationship Type="http://schemas.openxmlformats.org/officeDocument/2006/relationships/image" Target="/ppt/media/image8.png" Id="R4f6c4218193c4776" /><Relationship Type="http://schemas.openxmlformats.org/officeDocument/2006/relationships/notesSlide" Target="/ppt/notesSlides/notesSlide14.xml" Id="R1ec1c9baf2f4415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bd4f8e018114466" /><Relationship Type="http://schemas.openxmlformats.org/officeDocument/2006/relationships/image" Target="/ppt/media/image9.png" Id="R5d5aeba775f14ae7" /><Relationship Type="http://schemas.openxmlformats.org/officeDocument/2006/relationships/image" Target="/ppt/media/image10.png" Id="R665733bc4270423f" /><Relationship Type="http://schemas.openxmlformats.org/officeDocument/2006/relationships/image" Target="/ppt/media/image5.svg" Id="R50fad03fc32445a0" /><Relationship Type="http://schemas.openxmlformats.org/officeDocument/2006/relationships/notesSlide" Target="/ppt/notesSlides/notesSlide15.xml" Id="Rf840ad66c0014b6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c579b9a9b924dbb" /><Relationship Type="http://schemas.openxmlformats.org/officeDocument/2006/relationships/notesSlide" Target="/ppt/notesSlides/notesSlide16.xml" Id="Rff38bfc099ab468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5c3a1032f5a4c0b" /><Relationship Type="http://schemas.openxmlformats.org/officeDocument/2006/relationships/notesSlide" Target="/ppt/notesSlides/notesSlide17.xml" Id="R2686cf6c73e14ac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07c4d3702214ca3" /><Relationship Type="http://schemas.openxmlformats.org/officeDocument/2006/relationships/image" Target="/ppt/media/image11.png" Id="R4a8f66af84c84e6e" /><Relationship Type="http://schemas.openxmlformats.org/officeDocument/2006/relationships/image" Target="/ppt/media/image6.svg" Id="R06b51f4a0b4848aa" /><Relationship Type="http://schemas.openxmlformats.org/officeDocument/2006/relationships/notesSlide" Target="/ppt/notesSlides/notesSlide18.xml" Id="R102218a4a86e485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d0a15dae8164069" /><Relationship Type="http://schemas.openxmlformats.org/officeDocument/2006/relationships/notesSlide" Target="/ppt/notesSlides/notesSlide19.xml" Id="R4b767e1fc3dd497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84fc4b896ce4e2d" /><Relationship Type="http://schemas.openxmlformats.org/officeDocument/2006/relationships/image" Target="/ppt/media/image12.png" Id="R19edd6b0a8124eb2" /><Relationship Type="http://schemas.openxmlformats.org/officeDocument/2006/relationships/notesSlide" Target="/ppt/notesSlides/notesSlide20.xml" Id="Re022a3c85fef4a6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039ff459dfa4374" /><Relationship Type="http://schemas.openxmlformats.org/officeDocument/2006/relationships/notesSlide" Target="/ppt/notesSlides/notesSlide21.xml" Id="Rc4b7ff775a61462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5cce3495a3d4283" /><Relationship Type="http://schemas.openxmlformats.org/officeDocument/2006/relationships/notesSlide" Target="/ppt/notesSlides/notesSlide22.xml" Id="R9fcbcc894d384d6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c8014e27e6d4c57" /><Relationship Type="http://schemas.openxmlformats.org/officeDocument/2006/relationships/notesSlide" Target="/ppt/notesSlides/notesSlide23.xml" Id="Rb05cde0832b74af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015864dead94332" /><Relationship Type="http://schemas.openxmlformats.org/officeDocument/2006/relationships/notesSlide" Target="/ppt/notesSlides/notesSlide24.xml" Id="R1f6f11a36bd643d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74a0433029b4af4" /><Relationship Type="http://schemas.openxmlformats.org/officeDocument/2006/relationships/notesSlide" Target="/ppt/notesSlides/notesSlide25.xml" Id="R25696edea4d54ea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bbba452332b4741" /><Relationship Type="http://schemas.openxmlformats.org/officeDocument/2006/relationships/notesSlide" Target="/ppt/notesSlides/notesSlide26.xml" Id="R176ca3d3a2244f1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e4643b18a0849ff" /><Relationship Type="http://schemas.openxmlformats.org/officeDocument/2006/relationships/notesSlide" Target="/ppt/notesSlides/notesSlide27.xml" Id="R538754cc506f4bd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2fecc146e93424a" /><Relationship Type="http://schemas.openxmlformats.org/officeDocument/2006/relationships/image" Target="/ppt/media/image13.png" Id="Re357edf5a0d14681" /><Relationship Type="http://schemas.openxmlformats.org/officeDocument/2006/relationships/notesSlide" Target="/ppt/notesSlides/notesSlide28.xml" Id="R1b007237ffe8402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de161f317e54197" /><Relationship Type="http://schemas.openxmlformats.org/officeDocument/2006/relationships/image" Target="/ppt/media/image14.png" Id="R7ea9e3f0633e4bb0" /><Relationship Type="http://schemas.openxmlformats.org/officeDocument/2006/relationships/notesSlide" Target="/ppt/notesSlides/notesSlide29.xml" Id="R851242c5fde84e6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803c8bf6d5343cb" /><Relationship Type="http://schemas.openxmlformats.org/officeDocument/2006/relationships/notesSlide" Target="/ppt/notesSlides/notesSlide30.xml" Id="R514d454180914b1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731fba944e54c81" /><Relationship Type="http://schemas.openxmlformats.org/officeDocument/2006/relationships/notesSlide" Target="/ppt/notesSlides/notesSlide31.xml" Id="R4f82b26774f043f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ca1f22f0c4e4615" /><Relationship Type="http://schemas.openxmlformats.org/officeDocument/2006/relationships/notesSlide" Target="/ppt/notesSlides/notesSlide32.xml" Id="R5c4c33b76bb44ce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06f89b152294c43" /><Relationship Type="http://schemas.openxmlformats.org/officeDocument/2006/relationships/notesSlide" Target="/ppt/notesSlides/notesSlide33.xml" Id="R13584a754aa8496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c9b320f80ef4b40" /><Relationship Type="http://schemas.openxmlformats.org/officeDocument/2006/relationships/notesSlide" Target="/ppt/notesSlides/notesSlide34.xml" Id="R55359ab896d1410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37ebdf28c944635" /><Relationship Type="http://schemas.openxmlformats.org/officeDocument/2006/relationships/notesSlide" Target="/ppt/notesSlides/notesSlide35.xml" Id="R919403c1f43d4b9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c9ccf7acc6349c3" /><Relationship Type="http://schemas.openxmlformats.org/officeDocument/2006/relationships/notesSlide" Target="/ppt/notesSlides/notesSlide36.xml" Id="R4140d6b032a14de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5efd82e427324b8d" /><Relationship Type="http://schemas.openxmlformats.org/officeDocument/2006/relationships/notesSlide" Target="/ppt/notesSlides/notesSlide37.xml" Id="R886ac5a65a6047b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3095e827ebd454e" /><Relationship Type="http://schemas.openxmlformats.org/officeDocument/2006/relationships/image" Target="/ppt/media/image15.png" Id="R492d6afdb1734c4c" /><Relationship Type="http://schemas.openxmlformats.org/officeDocument/2006/relationships/notesSlide" Target="/ppt/notesSlides/notesSlide38.xml" Id="R63a51a8cfe814d3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b83cf3a4726b41bf" /><Relationship Type="http://schemas.openxmlformats.org/officeDocument/2006/relationships/notesSlide" Target="/ppt/notesSlides/notesSlide39.xml" Id="Rc4dbd7844e75421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bacd35ef98343a3" /><Relationship Type="http://schemas.openxmlformats.org/officeDocument/2006/relationships/notesSlide" Target="/ppt/notesSlides/notesSlide40.xml" Id="Rbe79f3d1f36c48b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a97223b9014048cf" /><Relationship Type="http://schemas.openxmlformats.org/officeDocument/2006/relationships/notesSlide" Target="/ppt/notesSlides/notesSlide41.xml" Id="Rdb9c7df66188495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0a8149ff517427f" /><Relationship Type="http://schemas.openxmlformats.org/officeDocument/2006/relationships/notesSlide" Target="/ppt/notesSlides/notesSlide42.xml" Id="R1697aa841aa04d9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a2d2947e4a4649b4" /><Relationship Type="http://schemas.openxmlformats.org/officeDocument/2006/relationships/image" Target="/ppt/media/image2.jpeg" Id="R81e077456d3d43c4" /><Relationship Type="http://schemas.openxmlformats.org/officeDocument/2006/relationships/notesSlide" Target="/ppt/notesSlides/notesSlide43.xml" Id="Ra9c8d07959ea4e8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c4434d7113e74442" /><Relationship Type="http://schemas.openxmlformats.org/officeDocument/2006/relationships/notesSlide" Target="/ppt/notesSlides/notesSlide44.xml" Id="R1e2516a8f564483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3783d20a7864262" /><Relationship Type="http://schemas.openxmlformats.org/officeDocument/2006/relationships/notesSlide" Target="/ppt/notesSlides/notesSlide45.xml" Id="R056d990bb16c4c4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199c423ecadc4d10" /><Relationship Type="http://schemas.openxmlformats.org/officeDocument/2006/relationships/notesSlide" Target="/ppt/notesSlides/notesSlide46.xml" Id="Rbb665deafaff4d0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874ae47f2c604bd3" /><Relationship Type="http://schemas.openxmlformats.org/officeDocument/2006/relationships/notesSlide" Target="/ppt/notesSlides/notesSlide47.xml" Id="R3d36368a7d6a4ac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1e2367490b5e4351" /><Relationship Type="http://schemas.openxmlformats.org/officeDocument/2006/relationships/notesSlide" Target="/ppt/notesSlides/notesSlide48.xml" Id="R28e17ea1ecef477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04ff76354d2f4299" /><Relationship Type="http://schemas.openxmlformats.org/officeDocument/2006/relationships/notesSlide" Target="/ppt/notesSlides/notesSlide49.xml" Id="R6117580011744f4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4401242c6d70446e" /><Relationship Type="http://schemas.openxmlformats.org/officeDocument/2006/relationships/image" Target="/ppt/media/image16.png" Id="R377f8915ae454fd6" /><Relationship Type="http://schemas.openxmlformats.org/officeDocument/2006/relationships/image" Target="/ppt/media/image7.svg" Id="R8cf728859d394952" /><Relationship Type="http://schemas.openxmlformats.org/officeDocument/2006/relationships/notesSlide" Target="/ppt/notesSlides/notesSlide50.xml" Id="R5f90583e610e4c6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c6175ef9eb044db8" /><Relationship Type="http://schemas.openxmlformats.org/officeDocument/2006/relationships/notesSlide" Target="/ppt/notesSlides/notesSlide51.xml" Id="R214f10dca1b54c2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e06fd641c86a4e58" /><Relationship Type="http://schemas.openxmlformats.org/officeDocument/2006/relationships/notesSlide" Target="/ppt/notesSlides/notesSlide52.xml" Id="R8151c3c923b5434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91d03abc3d0242b2" /><Relationship Type="http://schemas.openxmlformats.org/officeDocument/2006/relationships/notesSlide" Target="/ppt/notesSlides/notesSlide53.xml" Id="R2ef41348588a401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3423605f5f814e11" /><Relationship Type="http://schemas.openxmlformats.org/officeDocument/2006/relationships/image" Target="/ppt/media/image17.png" Id="R080676f8ef0f429d" /><Relationship Type="http://schemas.openxmlformats.org/officeDocument/2006/relationships/notesSlide" Target="/ppt/notesSlides/notesSlide54.xml" Id="Rd8badb0dcb2f401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7d61c51950b34f32" /><Relationship Type="http://schemas.openxmlformats.org/officeDocument/2006/relationships/image" Target="/ppt/media/image12.png" Id="Rd3cbb09e52e146aa" /><Relationship Type="http://schemas.openxmlformats.org/officeDocument/2006/relationships/notesSlide" Target="/ppt/notesSlides/notesSlide55.xml" Id="R4fffa1895c76445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442bbfe625214f0b" /><Relationship Type="http://schemas.openxmlformats.org/officeDocument/2006/relationships/hyperlink" Target="https://www.inceptionlabs.ai/blog/introducing-mercury-2" TargetMode="External" Id="R52deb424eaae4405" /><Relationship Type="http://schemas.openxmlformats.org/officeDocument/2006/relationships/notesSlide" Target="/ppt/notesSlides/notesSlide56.xml" Id="Reeee1cb9d4ce4943"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fdeb94c1e0454d3a" /><Relationship Type="http://schemas.openxmlformats.org/officeDocument/2006/relationships/notesSlide" Target="/ppt/notesSlides/notesSlide57.xml" Id="Ra9548b5e7ee94e36"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95cf9fb3dfdb4d1c" /><Relationship Type="http://schemas.openxmlformats.org/officeDocument/2006/relationships/notesSlide" Target="/ppt/notesSlides/notesSlide58.xml" Id="R241c8e62e4d744e9"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b9d1d19688ae4bf8" /><Relationship Type="http://schemas.openxmlformats.org/officeDocument/2006/relationships/notesSlide" Target="/ppt/notesSlides/notesSlide59.xml" Id="R1575c0659fcc410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Rectangle 1959211399">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Rectangle 1850301699">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Rectangle 2018958639">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Rectangle: Rounded Corners 90328709">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53704307" name="Straight Connector 453704306">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83570776" name="Oval 1383570775">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Rectangle 1909465558">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Rectangle 373098539">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Rectangle 1435247823">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517207119" name="Oval 517207118">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Rectangle 1431946798">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Rectangle 1613992743">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Rectangle 1819292424">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011337881" name="Oval 1011337880">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Rectangle 231300994">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Rectangle 1085761315">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Rectangle 9026134">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1242283890" name="Oval 1242283889">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Rectangle 760971764">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Rectangle 236810503">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Rectangle 297379142">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886147112" name="Oval 886147111">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Rectangle 1979103398">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Rectangle 668892514">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Rectangle 846714876">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612628766" name="Rectangle 612628765">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
to assess engineering possibilities</a:t>
            </a:r>
          </a:p>
        </p:txBody>
      </p:sp>
      <p:sp>
        <p:nvSpPr>
          <p:cNvPr id="1343619987" name="Rectangle 1343619986">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linear regression</a:t>
            </a:r>
          </a:p>
          <a:p xmlns:a="http://schemas.openxmlformats.org/drawingml/2006/main">
            <a:pPr algn="l">
              <a:buNone/>
              <a:defRPr sz="1575" b="0">
                <a:solidFill>
                  <a:srgbClr val="667085"/>
                </a:solidFill>
              </a:defRPr>
            </a:pPr>
            <a:r>
              <a:rPr sz="1575" b="0">
                <a:solidFill>
                  <a:srgbClr val="667085"/>
                </a:solidFill>
              </a:rPr>
              <a:t>→ machine learning</a:t>
            </a:r>
          </a:p>
          <a:p xmlns:a="http://schemas.openxmlformats.org/drawingml/2006/main">
            <a:pPr algn="l">
              <a:buNone/>
              <a:defRPr sz="1575" b="0">
                <a:solidFill>
                  <a:srgbClr val="667085"/>
                </a:solidFill>
              </a:defRPr>
            </a:pPr>
            <a:r>
              <a:rPr sz="1575" b="0">
                <a:solidFill>
                  <a:srgbClr val="667085"/>
                </a:solidFill>
              </a:rPr>
              <a:t>→ neural networks</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d56dd2c789824d76"/>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Rectangle 197505908">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Rectangle 1909048147">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Rectangle: Rounded Corners 816331080">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2137688688"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21b7925e5d9045aa"/>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Straight Connector 161416146">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1902173" name="Straight Connector 61902172">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898681239" name="Rectangle: Rounded Corners 898681238">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Rectangle 1225503430">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Straight Connector 1461826591">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308551118" name="Oval 308551117">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22530922" name="Straight Connector 2122530921">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902723884" name="Oval 1902723883">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7498951" name="Straight Connector 167498950">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159963358" name="Oval 1159963357">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86469559" name="Straight Connector 1986469558">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145200306" name="Oval 1145200305">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46813434" name="Straight Connector 1746813433">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137688683" name="Oval 2137688682">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96285494" name="Straight Connector 696285493">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45698390" name="Oval 1445698389">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06024004" name="Rectangle 1506024003">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Rectangle 340544592">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Rectangle 191215672">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523934701" name="Straight Connector 523934700">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6166703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Rectangle 764921179">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Rectangle 1306971651">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Rectangle: Rounded Corners 1651333515">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2139346077"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f38ad8eb48234836"/>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Straight Connector 673215582">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831783795" name="Straight Connector 1831783794">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519439691" name="Rectangle: Rounded Corners 1519439690">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Rectangle 1880411001">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Straight Connector 63070562">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23606973" name="Oval 723606972">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95429067" name="Straight Connector 1295429066">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8682069" name="Oval 8682068">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39346072" name="Straight Connector 2139346071">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066189597" name="Oval 2066189596">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72593583" name="Straight Connector 272593582">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34232464" name="Oval 134232463">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75049892" name="Straight Connector 775049891">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072269509" name="Oval 1072269508">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82061215" name="Straight Connector 982061214">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509233171" name="Oval 1509233170">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35713910" name="Rectangle 835713909">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Rectangle 891411324">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Rectangle 1615394469">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9805997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Rectangle 810486817">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Rectangle 1387195607">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Rectangle: Rounded Corners 2010506367">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2108938200"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5c3eae109aa34e50"/>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Straight Connector 1226520373">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752169603" name="Straight Connector 1752169602">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917000958" name="Rectangle: Rounded Corners 917000957">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Rectangle 835812764">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Straight Connector 1136040176">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583075003" name="Oval 583075002">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37929436" name="Straight Connector 337929435">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108938195" name="Oval 2108938194">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89038475" name="Straight Connector 1089038474">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344103134" name="Oval 344103133">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6319934" name="Straight Connector 116319933">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97503669" name="Oval 1497503668">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98652274" name="Straight Connector 1398652273">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635056807" name="Oval 1635056806">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00162546" name="Straight Connector 1900162545">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81560172" name="Oval 781560171">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75462252" name="Rectangle 1575462251">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Rectangle 1355267839">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Rectangle 1311817854">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516124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Rectangle 896921065">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Rectangle 873289791">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Rectangle: Rounded Corners 1535529518">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6707614" name="Straight Connector 56707613">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473988393" name="Straight Connector 1473988392">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804586366" name="Rectangle 1804586365">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Rectangle 1864669960">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Oval 1888914903">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32749498" name="Oval 832749497">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73900985" name="Oval 2073900984">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25225898" name="Oval 1025225897">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93992284" name="Oval 393992283">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02577505" name="Oval 1602577504">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71923821" name="Oval 1371923820">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53025885" name="Oval 1753025884">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68286776" name="Oval 1468286775">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03532534" name="Oval 1303532533">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98580290" name="Oval 1098580289">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47856203" name="Oval 747856202">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15170769" name="Oval 1515170768">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58272405" name="Oval 758272404">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39647181" name="Oval 539647180">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82130370" name="Oval 382130369">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47626964" name="Oval 347626963">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34367547" name="Rectangle: Rounded Corners 1734367546">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Rectangle: Rounded Corners 1497716320">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Rectangle: Rounded Corners 119055209">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Rectangle 1782549367">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Rectangle 1717240199">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4428873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Rectangle 876043219">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Rectangle 1970303406">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Rectangle: Rounded Corners 1375366023">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37688958" name="Straight Connector 1537688957">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2007704338" name="Straight Connector 2007704337">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5599506" name="Rectangle 65599505">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Rectangle 1251237696">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Oval 1695470153">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15448563" name="Oval 815448562">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03472678" name="Oval 1303472677">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74269757" name="Oval 674269756">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3294810" name="Oval 163294809">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33278307" name="Oval 1733278306">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80799254" name="Oval 880799253">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34346435" name="Oval 834346434">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58427811" name="Oval 558427810">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80509646" name="Oval 1580509645">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72736302" name="Oval 572736301">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77734923" name="Oval 777734922">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3252182" name="Oval 113252181">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02038153" name="Oval 1702038152">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81702023" name="Oval 1781702022">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4012885" name="Oval 164012884">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91339260" name="Oval 991339259">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31926645" name="Rectangle: Rounded Corners 2031926644">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Rectangle: Rounded Corners 1514015500">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Rectangle 738739686">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Rectangle 1843306662">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Rectangle 940562735">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p:txBody>
      </p:sp>
      <p:pic>
        <p:nvPicPr>
          <p:cNvPr id="2031926677"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41fa7c0cd3a54c84">
            <a:extLst>
              <a:ext uri="{96DAC541-7B7A-43D3-8B79-37D633B846F1}">
                <asvg:svgBlip xmlns:asvg="http://schemas.microsoft.com/office/drawing/2016/SVG/main" r:embed="Rf77eeb9d007a4ac3"/>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Rectangle 1896240478">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Rectangle 574298503">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Rectangle: Rounded Corners 682947437">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68719097" name="Straight Connector 1968719096">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324465774" name="Straight Connector 1324465773">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910257485" name="Rectangle 910257484">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Rectangle 1246496868">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Oval 1811837015">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53346287" name="Oval 453346286">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18228279" name="Oval 1618228278">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89599103" name="Oval 2089599102">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57916703" name="Oval 1457916702">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50923538" name="Oval 1250923537">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79714092" name="Oval 579714091">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88193175" name="Oval 1188193174">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75857353" name="Oval 2075857352">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60739157" name="Oval 260739156">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72597424" name="Oval 472597423">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11162584" name="Oval 311162583">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18592259" name="Oval 418592258">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91215338" name="Oval 391215337">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07420592" name="Oval 1707420591">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24466290" name="Oval 1324466289">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67646444" name="Oval 1167646443">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67024098" name="Rectangle: Rounded Corners 1367024097">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Rectangle: Rounded Corners 2069871042">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Rectangle 2096192631">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Rectangle 969777747">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pic>
        <p:nvPicPr>
          <p:cNvPr id="2096192662"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989ef979c39c4b2e">
            <a:extLst>
              <a:ext uri="{96DAC541-7B7A-43D3-8B79-37D633B846F1}">
                <asvg:svgBlip xmlns:asvg="http://schemas.microsoft.com/office/drawing/2016/SVG/main" r:embed="Rfc75133fc11c434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solidguide_flipV">
            <a:extLst xmlns:a="http://schemas.openxmlformats.org/drawingml/2006/main">
              <a:ext uri="{FF2B5EF4-FFF2-40B4-BE49-F238E27FC236}">
                <a16:creationId xmlns:a16="http://schemas.microsoft.com/office/drawing/2014/main" id="{1E6154A2-D60F-068C-B021-62AD75391E67}"/>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8584265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Rectangle 1890818175">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Rectangle 785272061">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Rectangle: Rounded Corners 1266136651">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50748595" name="Rectangle: Rounded Corners 1050748594">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52567776" name="Rectangle 1752567775">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Rectangle 397256149">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Rectangle 528734129">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Rectangle 1008566192">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Straight Connector 2104166465">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391317271" name="Rectangle 1391317270">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Rectangle 2139818398">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Straight Connector 756114381">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65170773" name="Rectangle 1665170772">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Rectangle 1710634736">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Rectangle: Rounded Corners 1872312689">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638876600" name="Rectangle 1638876599">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Rectangle 815678976">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Rectangle 815528297">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Rectangle 478170369">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Straight Connector 533968529">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109746" name="Rectangle 195109745">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Rectangle 1008757044">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Straight Connector 1685278168">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56120153" name="Rectangle 1256120152">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Rectangle 686280821">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Rectangle: Rounded Corners 312764701">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2086773710" name="Rectangle 2086773709">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Rectangle 2025467514">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Rectangle 957358411">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Rectangle 1167683203">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Straight Connector 935775799">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50430571" name="Rectangle 1650430570">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Rectangle 1673598855">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Straight Connector 796017482">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0138994" name="Rectangle 150138993">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Rectangle 1355132477">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Straight Connector 2121780220">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35810552" name="Straight Connector 835810551">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00880980" name="Rectangle 1100880979">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Rectangle 1811406449">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Tree>
    <p:extLst>
      <p:ext uri="{BB962C8B-B14F-4D97-AF65-F5344CB8AC3E}">
        <p14:creationId xmlns:p14="http://schemas.microsoft.com/office/powerpoint/2010/main" val="2894458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Rectangle 854926774">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Rectangle 1150295720">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Rectangle: Rounded Corners 2106832513">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Rectangle 537144149">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Straight Connector 1844070667">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56722813" name="Rectangle: Rounded Corners 1156722812">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Rectangle 555957418">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Straight Connector 1221881980">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42243680" name="Rectangle: Rounded Corners 942243679">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Rectangle 1558388499">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Rectangle: Rounded Corners 497016789">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944728693" name="Straight Connector 944728692">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492924598" name="Straight Connector 492924597">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897545628" name="Rectangle 1897545627">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Rectangle 567799544">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Rectangle 163568202">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Rectangle 1723731144">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Rectangle 326786159">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Rectangle 1482802785">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Rectangle 947956942">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Rectangle 2016319604">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Rectangle 759240474">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Rectangle 1102304899">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Rectangle 1141042966">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pic>
        <p:nvPicPr>
          <p:cNvPr id="2106832542"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e3b790a927354627">
            <a:extLst>
              <a:ext uri="{96DAC541-7B7A-43D3-8B79-37D633B846F1}">
                <asvg:svgBlip xmlns:asvg="http://schemas.microsoft.com/office/drawing/2016/SVG/main" r:embed="Reb1af98ae95f4e5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Rectangle 1470283906">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Rectangle 843139879">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Rectangle: Rounded Corners 441777437">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1856458313"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ce5772b303d54b4f"/>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Oval 1369448292">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Rectangle 119453285">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Oval 1329949566">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Rectangle 1856458307">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Oval 167515331">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Rectangle 324280658">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Rectangle 220100613">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Rectangle 1638243303">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Tree>
    <p:extLst>
      <p:ext uri="{BB962C8B-B14F-4D97-AF65-F5344CB8AC3E}">
        <p14:creationId xmlns:p14="http://schemas.microsoft.com/office/powerpoint/2010/main" val="12316595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Rectangle 914741475">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Rectangle 763526406">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Rectangle: Rounded Corners 611293625">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1922458407"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cc456d4f9dc94e91"/>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Straight Connector 1032169778">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768100699" name="Straight Connector 1768100698">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922458401" name="Rectangle 1922458400">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Rectangle 1402654062">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Oval 1006697960">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72079833" name="Straight Connector 772079832">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93081964" name="Oval 1493081963">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125848368" name="Oval 1125848367">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431459788" name="Rectangle 1431459787">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Rectangle 551453139">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Rectangle 1387627842">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sp>
        <p:nvSpPr>
          <p:cNvPr id="1489075410" name="Straight Connector 1489075409">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768615075" name="Straight Connector 768615074">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pic>
        <p:nvPicPr>
          <p:cNvPr id="1922458421"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c998e06288994526">
            <a:extLst>
              <a:ext uri="{96DAC541-7B7A-43D3-8B79-37D633B846F1}">
                <asvg:svgBlip xmlns:asvg="http://schemas.microsoft.com/office/drawing/2016/SVG/main" r:embed="R8250be51114c47f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Rectangle 151304597">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Rectangle 177396171">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Rectangle: Rounded Corners 960318418">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3979158" name="Straight Connector 53979157">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27639123" name="Straight Connector 627639122">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466830899" name="Rectangle 466830898">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Rectangle 1905295987">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Oval 917868853">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47861545" name="Oval 1147861544">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453648763" name="Oval 453648762">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58550889" name="Oval 1758550888">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781569674" name="Rectangle: Rounded Corners 1781569673">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Rectangle: Rounded Corners 140372676">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Rectangle: Rounded Corners 457547252">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Rectangle 126664147">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Rectangle 638283189">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1905296006"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fc1d215a332c4051">
            <a:extLst>
              <a:ext uri="{96DAC541-7B7A-43D3-8B79-37D633B846F1}">
                <asvg:svgBlip xmlns:asvg="http://schemas.microsoft.com/office/drawing/2016/SVG/main" r:embed="R1d8401592bd645f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Rectangle 1072400785">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Rectangle 1682929385">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Rectangle: Rounded Corners 1080314407">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1957330898"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4f6c4218193c4776"/>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Straight Connector 707499443">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076861611" name="Straight Connector 1076861610">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618224150" name="Rectangle 1618224149">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Rectangle 1957330890">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Oval 1428842632">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4324772" name="Oval 94324771">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74916118" name="Oval 1474916117">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35518816" name="Rectangle 1335518815">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Rectangle 971869567">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Rectangle: Rounded Corners 76329123">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Rectangle 237806933">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sp>
        <p:nvSpPr>
          <p:cNvPr id="1957330893" name="solid-loss-curve">
            <a:extLst xmlns:a="http://schemas.openxmlformats.org/drawingml/2006/main">
              <a:ext uri="{FF2B5EF4-FFF2-40B4-BE49-F238E27FC236}">
                <a16:creationId xmlns:a16="http://schemas.microsoft.com/office/drawing/2014/main" id="{3767881D-9D3F-4115-AE9C-06E070FEC2F2}"/>
              </a:ext>
            </a:extLst>
          </p:cNvPr>
          <p:cNvSpPr>
            <a:spLocks xmlns:a="http://schemas.openxmlformats.org/drawingml/2006/main" noGrp="1"/>
          </p:cNvSpPr>
          <p:nvPr/>
        </p:nvSpPr>
        <p:spPr>
          <a:xfrm xmlns:a="http://schemas.openxmlformats.org/drawingml/2006/main">
            <a:off x="1752600"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99371931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615225221" name="Rectangle 615225220">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Straight Connector 1664744869">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598323691" name="Straight Connector 598323690">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Rectangle 1454394643">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Oval 1043049251">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03022140" name="Oval 103022139">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601714726" name="Rectangle 1601714725">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Rectangle 1242132362">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2132047725" name="Picture 2132047724"/>
          <p:cNvPicPr>
            <a:picLocks xmlns:a="http://schemas.openxmlformats.org/drawingml/2006/main" noChangeAspect="1"/>
          </p:cNvPicPr>
          <p:nvPr/>
        </p:nvPicPr>
        <p:blipFill>
          <a:blip xmlns:r="http://schemas.openxmlformats.org/officeDocument/2006/relationships" xmlns:a="http://schemas.openxmlformats.org/drawingml/2006/main" r:embed="R5d5aeba775f14ae7"/>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32047726" name="Graphic 2132047725"/>
          <p:cNvPicPr>
            <a:picLocks xmlns:a="http://schemas.openxmlformats.org/drawingml/2006/main" noChangeAspect="1"/>
          </p:cNvPicPr>
          <p:nvPr/>
        </p:nvPicPr>
        <p:blipFill>
          <a:blip xmlns:r="http://schemas.openxmlformats.org/officeDocument/2006/relationships" xmlns:a="http://schemas.openxmlformats.org/drawingml/2006/main" r:embed="R665733bc4270423f">
            <a:extLst>
              <a:ext uri="{96DAC541-7B7A-43D3-8B79-37D633B846F1}">
                <asvg:svgBlip xmlns:asvg="http://schemas.microsoft.com/office/drawing/2016/SVG/main" r:embed="R50fad03fc32445a0"/>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Rectangle 549712311">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Depth</a:t>
            </a:r>
          </a:p>
        </p:txBody>
      </p:sp>
      <p:sp>
        <p:nvSpPr>
          <p:cNvPr id="504424574" name="Rectangle 504424573">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network stacks many neurons</a:t>
            </a:r>
          </a:p>
        </p:txBody>
      </p:sp>
      <p:sp>
        <p:nvSpPr>
          <p:cNvPr id="8473208" name="Rectangle: Rounded Corners 8473207">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713827264" name="Oval 1713827263">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p:txBody>
      </p:sp>
      <p:sp>
        <p:nvSpPr>
          <p:cNvPr id="324013537" name="Oval 324013536">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p:txBody>
      </p:sp>
      <p:sp>
        <p:nvSpPr>
          <p:cNvPr id="1149235492" name="Oval 1149235491">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p:txBody>
      </p:sp>
      <p:sp>
        <p:nvSpPr>
          <p:cNvPr id="1750953690" name="Oval 1750953689">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13393047" name="Oval 1513393046">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96081327" name="Oval 496081326">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53579844" name="Oval 953579843">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68581153" name="Oval 268581152">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82461719" name="Oval 1782461718">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38488984" name="Oval 1638488983">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18913498" name="Oval 1018913497">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92287630" name="Oval 1292287629">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10545747" name="Oval 1410545746">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23839339" name="Oval 1923839338">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52248782" name="Oval 452248781">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36757280" name="Rectangle 2036757279">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Rectangle 899691756">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Rectangle 1393267236">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Rectangle 1802476533">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Rectangle 1736954645">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cxnSp>
        <p:nvCxnSpPr>
          <p:cNvPr id="2036758960" name="Straight Arrow Connector 2036758667"/>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61" name="Straight Arrow Connector 2036758668"/>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62" name="Straight Arrow Connector 2036758669"/>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63" name="Straight Arrow Connector 2036758670"/>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64" name="Straight Arrow Connector 2036758671"/>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65" name="Straight Arrow Connector 2036758672"/>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66" name="Straight Arrow Connector 2036758673"/>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67" name="Straight Arrow Connector 2036758674"/>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68" name="Straight Arrow Connector 2036758675"/>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69" name="Straight Arrow Connector 2036758676"/>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0" name="Straight Arrow Connector 2036758677"/>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1" name="Straight Arrow Connector 2036758678"/>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2" name="Straight Arrow Connector 2036758679"/>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3" name="Straight Arrow Connector 2036758680"/>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4" name="Straight Arrow Connector 2036758681"/>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5" name="Straight Arrow Connector 2036758682"/>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6" name="Straight Arrow Connector 2036758683"/>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7" name="Straight Arrow Connector 2036758684"/>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8" name="Straight Arrow Connector 2036758685"/>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9" name="Straight Arrow Connector 2036758686"/>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0" name="Straight Arrow Connector 2036758687"/>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1" name="Straight Arrow Connector 2036758688"/>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2" name="Straight Arrow Connector 2036758689"/>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3" name="Straight Arrow Connector 2036758690"/>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4" name="Straight Arrow Connector 2036758691"/>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5" name="Straight Arrow Connector 2036758692"/>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6" name="Straight Arrow Connector 2036758693"/>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7" name="Straight Arrow Connector 2036758694"/>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8" name="Straight Arrow Connector 2036758695"/>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9" name="Straight Arrow Connector 2036758696"/>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0" name="Straight Arrow Connector 2036758697"/>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1" name="Straight Arrow Connector 2036758698"/>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2" name="Straight Arrow Connector 2036758699"/>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3" name="Straight Arrow Connector 2036758700"/>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4" name="Straight Arrow Connector 2036758701"/>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5" name="Straight Arrow Connector 2036758702"/>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6" name="Straight Arrow Connector 2036758703"/>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7" name="Straight Arrow Connector 2036758704"/>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8" name="Straight Arrow Connector 2036758705"/>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9" name="Straight Arrow Connector 2036758706"/>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0" name="Straight Arrow Connector 2036758707"/>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1" name="Straight Arrow Connector 2036758708"/>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2" name="Straight Arrow Connector 2036758709"/>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3" name="Straight Arrow Connector 2036758710"/>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4" name="Straight Arrow Connector 2036758711"/>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5" name="Straight Arrow Connector 2036758712"/>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6" name="Straight Arrow Connector 2036758713"/>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7" name="Straight Arrow Connector 2036758714"/>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8" name="Straight Arrow Connector 2036758715"/>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9" name="Straight Arrow Connector 2036758716"/>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Rectangle 1153616344">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900783332" name="Rectangle 900783331">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Two sigmoid layers create a nonlinear regressor</a:t>
            </a:r>
          </a:p>
        </p:txBody>
      </p:sp>
      <p:sp>
        <p:nvSpPr>
          <p:cNvPr id="1696408859" name="Rectangle: Rounded Corners 1696408858">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3172435" name="Rectangle: Rounded Corners 1953172434">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Arrow: Right 1189177997">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36248176" name="Rectangle: Rounded Corners 1336248175">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h₁ = σ(w₁x+b₁)</a:t>
            </a:r>
          </a:p>
        </p:txBody>
      </p:sp>
      <p:sp>
        <p:nvSpPr>
          <p:cNvPr id="191949402" name="Arrow: Right 191949401">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98425089" name="Rectangle: Rounded Corners 698425088">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h₂ = σ(w₂h₁+b₂)</a:t>
            </a:r>
          </a:p>
        </p:txBody>
      </p:sp>
      <p:sp>
        <p:nvSpPr>
          <p:cNvPr id="1313016724" name="Arrow: Right 1313016723">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6802491" name="Rectangle: Rounded Corners 146802490">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ŷ = w₃h₂+b₃</a:t>
            </a:r>
          </a:p>
        </p:txBody>
      </p:sp>
      <p:sp>
        <p:nvSpPr>
          <p:cNvPr id="1675037777" name="Rectangle 1675037776">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sp>
        <p:nvSpPr>
          <p:cNvPr id="1953172436" name="Rectangle 1953172435">
            <a:extLst xmlns:a="http://schemas.openxmlformats.org/drawingml/2006/main">
              <a:ext uri="{FF2B5EF4-FFF2-40B4-BE49-F238E27FC236}">
                <a16:creationId xmlns:a16="http://schemas.microsoft.com/office/drawing/2014/main" id="{23A3CB16-DB53-4E2A-80F0-697C320A22A7}"/>
              </a:ext>
            </a:extLst>
          </p:cNvPr>
          <p:cNvSpPr>
            <a:spLocks xmlns:a="http://schemas.openxmlformats.org/drawingml/2006/main" noGrp="1"/>
          </p:cNvSpPr>
          <p:nvPr/>
        </p:nvSpPr>
        <p:spPr>
          <a:xfrm xmlns:a="http://schemas.openxmlformats.org/drawingml/2006/main">
            <a:off x="1524000" y="40957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input</a:t>
            </a:r>
          </a:p>
        </p:txBody>
      </p:sp>
      <p:sp>
        <p:nvSpPr>
          <p:cNvPr id="1953172437" name="Rectangle 1953172436">
            <a:extLst xmlns:a="http://schemas.openxmlformats.org/drawingml/2006/main">
              <a:ext uri="{FF2B5EF4-FFF2-40B4-BE49-F238E27FC236}">
                <a16:creationId xmlns:a16="http://schemas.microsoft.com/office/drawing/2014/main" id="{CB2AD5F0-5E6A-443E-8850-73D23958CCAA}"/>
              </a:ext>
            </a:extLst>
          </p:cNvPr>
          <p:cNvSpPr>
            <a:spLocks xmlns:a="http://schemas.openxmlformats.org/drawingml/2006/main" noGrp="1"/>
          </p:cNvSpPr>
          <p:nvPr/>
        </p:nvSpPr>
        <p:spPr>
          <a:xfrm xmlns:a="http://schemas.openxmlformats.org/drawingml/2006/main">
            <a:off x="347662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1</a:t>
            </a:r>
          </a:p>
          <a:p xmlns:a="http://schemas.openxmlformats.org/drawingml/2006/main">
            <a:pPr algn="ctr">
              <a:buNone/>
              <a:defRPr sz="1350" b="1">
                <a:solidFill>
                  <a:srgbClr val="667085"/>
                </a:solidFill>
              </a:defRPr>
            </a:pPr>
            <a:r>
              <a:rPr sz="1350" b="1">
                <a:solidFill>
                  <a:srgbClr val="667085"/>
                </a:solidFill>
              </a:rPr>
              <a:t>width = 1</a:t>
            </a:r>
          </a:p>
        </p:txBody>
      </p:sp>
      <p:sp>
        <p:nvSpPr>
          <p:cNvPr id="1953172438" name="Rectangle 1953172437">
            <a:extLst xmlns:a="http://schemas.openxmlformats.org/drawingml/2006/main">
              <a:ext uri="{FF2B5EF4-FFF2-40B4-BE49-F238E27FC236}">
                <a16:creationId xmlns:a16="http://schemas.microsoft.com/office/drawing/2014/main" id="{FCABD426-0759-4ABC-86CD-2E7A3212EFD5}"/>
              </a:ext>
            </a:extLst>
          </p:cNvPr>
          <p:cNvSpPr>
            <a:spLocks xmlns:a="http://schemas.openxmlformats.org/drawingml/2006/main" noGrp="1"/>
          </p:cNvSpPr>
          <p:nvPr/>
        </p:nvSpPr>
        <p:spPr>
          <a:xfrm xmlns:a="http://schemas.openxmlformats.org/drawingml/2006/main">
            <a:off x="5429250"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2</a:t>
            </a:r>
          </a:p>
          <a:p xmlns:a="http://schemas.openxmlformats.org/drawingml/2006/main">
            <a:pPr algn="ctr">
              <a:buNone/>
              <a:defRPr sz="1350" b="1">
                <a:solidFill>
                  <a:srgbClr val="667085"/>
                </a:solidFill>
              </a:defRPr>
            </a:pPr>
            <a:r>
              <a:rPr sz="1350" b="1">
                <a:solidFill>
                  <a:srgbClr val="667085"/>
                </a:solidFill>
              </a:rPr>
              <a:t>width = 1</a:t>
            </a:r>
          </a:p>
        </p:txBody>
      </p:sp>
      <p:sp>
        <p:nvSpPr>
          <p:cNvPr id="1953172439" name="Rectangle 1953172438">
            <a:extLst xmlns:a="http://schemas.openxmlformats.org/drawingml/2006/main">
              <a:ext uri="{FF2B5EF4-FFF2-40B4-BE49-F238E27FC236}">
                <a16:creationId xmlns:a16="http://schemas.microsoft.com/office/drawing/2014/main" id="{90AD7798-DD37-4334-8828-579007975455}"/>
              </a:ext>
            </a:extLst>
          </p:cNvPr>
          <p:cNvSpPr>
            <a:spLocks xmlns:a="http://schemas.openxmlformats.org/drawingml/2006/main" noGrp="1"/>
          </p:cNvSpPr>
          <p:nvPr/>
        </p:nvSpPr>
        <p:spPr>
          <a:xfrm xmlns:a="http://schemas.openxmlformats.org/drawingml/2006/main">
            <a:off x="738187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linear output</a:t>
            </a:r>
          </a:p>
        </p:txBody>
      </p:sp>
      <p:sp>
        <p:nvSpPr>
          <p:cNvPr id="1953172440" name="Rectangle 1953172439">
            <a:extLst xmlns:a="http://schemas.openxmlformats.org/drawingml/2006/main">
              <a:ext uri="{FF2B5EF4-FFF2-40B4-BE49-F238E27FC236}">
                <a16:creationId xmlns:a16="http://schemas.microsoft.com/office/drawing/2014/main" id="{F3649D01-BADF-4915-BFF9-F32837EA89FF}"/>
              </a:ext>
            </a:extLst>
          </p:cNvPr>
          <p:cNvSpPr>
            <a:spLocks xmlns:a="http://schemas.openxmlformats.org/drawingml/2006/main" noGrp="1"/>
          </p:cNvSpPr>
          <p:nvPr/>
        </p:nvSpPr>
        <p:spPr>
          <a:xfrm xmlns:a="http://schemas.openxmlformats.org/drawingml/2006/main">
            <a:off x="2143125" y="4905375"/>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activation:  σ(z) = 1 / (1 + e⁻ᶻ)</a:t>
            </a:r>
          </a:p>
        </p:txBody>
      </p:sp>
      <p:sp>
        <p:nvSpPr>
          <p:cNvPr id="1953172441" name="Rectangle 1953172440">
            <a:extLst xmlns:a="http://schemas.openxmlformats.org/drawingml/2006/main">
              <a:ext uri="{FF2B5EF4-FFF2-40B4-BE49-F238E27FC236}">
                <a16:creationId xmlns:a16="http://schemas.microsoft.com/office/drawing/2014/main" id="{28C68547-F7A1-4EAA-836F-BBA914933DDC}"/>
              </a:ext>
            </a:extLst>
          </p:cNvPr>
          <p:cNvSpPr>
            <a:spLocks xmlns:a="http://schemas.openxmlformats.org/drawingml/2006/main" noGrp="1"/>
          </p:cNvSpPr>
          <p:nvPr/>
        </p:nvSpPr>
        <p:spPr>
          <a:xfrm xmlns:a="http://schemas.openxmlformats.org/drawingml/2006/main">
            <a:off x="6429375" y="4905375"/>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EF4444"/>
                </a:solidFill>
              </a:defRPr>
            </a:pPr>
            <a:r>
              <a:rPr sz="1650" b="1">
                <a:solidFill>
                  <a:srgbClr val="EF4444"/>
                </a:solidFill>
              </a:rPr>
              <a:t>regression output stays linear</a:t>
            </a:r>
          </a:p>
        </p:txBody>
      </p:sp>
    </p:spTree>
    <p:extLst>
      <p:ext uri="{BB962C8B-B14F-4D97-AF65-F5344CB8AC3E}">
        <p14:creationId xmlns:p14="http://schemas.microsoft.com/office/powerpoint/2010/main" val="50349945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Rectangle 1153616344">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Rectangle 900783331">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Rectangle: Rounded Corners 1696408858">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3172435" name="Rectangle: Rounded Corners 1953172434">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Arrow: Right 1189177997">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36248176" name="Rectangle: Rounded Corners 1336248175">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Arrow: Right 191949401">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98425089" name="Rectangle: Rounded Corners 698425088">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Arrow: Right 1313016723">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6802491" name="Rectangle: Rounded Corners 146802490">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Arrow: Right 2030273733">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70986400" name="Rectangle: Rounded Corners 1270986399">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Rectangle 1675037776">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pic>
        <p:nvPicPr>
          <p:cNvPr id="2030273749" name="Graphic 2030273748"/>
          <p:cNvPicPr>
            <a:picLocks xmlns:a="http://schemas.openxmlformats.org/drawingml/2006/main" noChangeAspect="1"/>
          </p:cNvPicPr>
          <p:nvPr/>
        </p:nvPicPr>
        <p:blipFill>
          <a:blip xmlns:r="http://schemas.openxmlformats.org/officeDocument/2006/relationships" xmlns:a="http://schemas.openxmlformats.org/drawingml/2006/main" r:embed="R4a8f66af84c84e6e">
            <a:extLst>
              <a:ext uri="{96DAC541-7B7A-43D3-8B79-37D633B846F1}">
                <asvg:svgBlip xmlns:asvg="http://schemas.microsoft.com/office/drawing/2016/SVG/main" r:embed="R06b51f4a0b4848aa"/>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Rectangle 1140395191">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Rectangle 12279108">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Rectangle: Rounded Corners 647673023">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145830070" name="Rectangle: Rounded Corners 1145830069">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52150448" name="Rectangle: Rounded Corners 452150447">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59401502" name="Rectangle: Rounded Corners 659401501">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45312810" name="Rectangle: Rounded Corners 945312809">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25399563" name="Rectangle: Rounded Corners 825399562">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40932631" name="Rectangle: Rounded Corners 940932630">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2492072" name="Rectangle: Rounded Corners 92492071">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71063485" name="Rectangle: Rounded Corners 1671063484">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03415365" name="Rectangle: Rounded Corners 1403415364">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20162865" name="Rectangle: Rounded Corners 920162864">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273965733" name="Rectangle: Rounded Corners 1273965732">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97345787" name="Rectangle: Rounded Corners 997345786">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60215716" name="Rectangle 1860215715">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Rectangle 1776231637">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Rectangle: Rounded Corners 1407817769">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6647181" name="Rectangle: Rounded Corners 26647180">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91552307" name="Rectangle: Rounded Corners 791552306">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084589956" name="Rectangle: Rounded Corners 2084589955">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776304204" name="Rectangle: Rounded Corners 1776304203">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76179568" name="Rectangle: Rounded Corners 1376179567">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39234869" name="Rectangle: Rounded Corners 1139234868">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41367546" name="Rectangle: Rounded Corners 241367545">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8548040" name="Rectangle: Rounded Corners 88548039">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95708786" name="Rectangle: Rounded Corners 895708785">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80226908" name="Rectangle: Rounded Corners 1880226907">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137418370" name="Rectangle: Rounded Corners 2137418369">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41053205" name="Rectangle: Rounded Corners 541053204">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39440644" name="Rectangle: Rounded Corners 939440643">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522633996" name="Rectangle: Rounded Corners 1522633995">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41274213" name="Rectangle 541274212">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Rectangle 1965353895">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Rectangle: Rounded Corners 1259444808">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072463859" name="Rectangle: Rounded Corners 2072463858">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45922740" name="Rectangle: Rounded Corners 1445922739">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43271563" name="Rectangle: Rounded Corners 643271562">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549215513" name="Rectangle: Rounded Corners 1549215512">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44461918" name="Rectangle: Rounded Corners 644461917">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4278905" name="Rectangle: Rounded Corners 34278904">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9519881" name="Rectangle: Rounded Corners 169519880">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27524538" name="Rectangle: Rounded Corners 327524537">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25063416" name="Rectangle: Rounded Corners 625063415">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7962698" name="Rectangle: Rounded Corners 187962697">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17106716" name="Rectangle: Rounded Corners 617106715">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217876156" name="Rectangle: Rounded Corners 1217876155">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73209119" name="Rectangle: Rounded Corners 973209118">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92029274" name="Rectangle: Rounded Corners 292029273">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30725396" name="Rectangle: Rounded Corners 1630725395">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09978097" name="Rectangle: Rounded Corners 1409978096">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84116433" name="Rectangle: Rounded Corners 784116432">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20917595" name="Rectangle: Rounded Corners 520917594">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52837899" name="Rectangle: Rounded Corners 1352837898">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11812882" name="Rectangle 511812881">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Rectangle 16501534">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spTree>
    <p:extLst>
      <p:ext uri="{BB962C8B-B14F-4D97-AF65-F5344CB8AC3E}">
        <p14:creationId xmlns:p14="http://schemas.microsoft.com/office/powerpoint/2010/main" val="167305593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pic>
        <p:nvPicPr>
          <p:cNvPr id="1495975739" name="Picture 1495975738"/>
          <p:cNvPicPr>
            <a:picLocks xmlns:a="http://schemas.openxmlformats.org/drawingml/2006/main" noChangeAspect="1"/>
          </p:cNvPicPr>
          <p:nvPr/>
        </p:nvPicPr>
        <p:blipFill>
          <a:blip xmlns:r="http://schemas.openxmlformats.org/officeDocument/2006/relationships" xmlns:a="http://schemas.openxmlformats.org/drawingml/2006/main" r:embed="R19edd6b0a8124eb2"/>
          <a:srcRect xmlns:a="http://schemas.openxmlformats.org/drawingml/2006/main" l="0" t="14000" r="0" b="14000"/>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Rectangle 2057689870">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Rectangle 2050535816">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Rectangle: Rounded Corners 719342456">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7806763" name="Rectangle: Rounded Corners 167806762">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Rectangle: Rounded Corners 1568972460">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Rectangle: Rounded Corners 1178997927">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Rectangle: Rounded Corners 720728368">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Rectangle: Rounded Corners 1681988418">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Arrow: Right 120451244">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85835782" name="Arrow: Right 785835781">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9529181" name="Arrow: Right 89529180">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31720124" name="Arrow: Right 331720123">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39340521" name="Arrow: Left 639340520">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357252726" name="Arrow: Left 357252725">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85836936" name="Arrow: Left 785836935">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915421948" name="Arrow: Left 915421947">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920294035" name="Rectangle 1920294034">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Rectangle 14864956">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Rectangle 977617615">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35468991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Rectangle 757161452">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Rectangle 1485490077">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Rectangle: Rounded Corners 1281445229">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725871867" name="Oval 1725871866">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Oval 1328597483">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Oval 1819707772">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Oval 1950704622">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Arrow: Right 631911999">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41999000" name="Arrow: Left 341998999">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54648644" name="Arrow: Right 254648643">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15649990" name="Arrow: Left 1015649989">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86149261" name="Rectangle 1286149260">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Rectangle 598068433">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141664996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Rectangle 596912551">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Rectangle 290873250">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Rectangle: Rounded Corners 81270832">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87413914" name="Rectangle: Rounded Corners 1587413913">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Rectangle: Rounded Corners 493815563">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Rectangle: Rounded Corners 770580154">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Arrow: Right 719400496">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79447592" name="Rectangle: Rounded Corners 1479447591">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2028005841" name="Rectangle: Rounded Corners 2028005840">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1882830142" name="Rectangle: Rounded Corners 1882830141">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60243027" name="Rectangle: Rounded Corners 60243026">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1134928051" name="Rectangle: Rounded Corners 1134928050">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1354337604" name="Rectangle 1354337603">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Rectangle 564634627">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39009360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Rectangle 804913496">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Rectangle 977578111">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Rectangle: Rounded Corners 1169649151">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11469828" name="Straight Connector 2011469827">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1034434" name="Straight Connector 181034433">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553006747" name="Oval 1553006746">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09600282" name="Rectangle 1709600281">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Oval 21898783">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48343371" name="Rectangle 948343370">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Oval 2041526387">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76813263" name="Rectangle 1876813262">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Oval 1942427474">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88296366" name="Rectangle 888296365">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Oval 358440105">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76600516" name="Rectangle 1076600515">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Oval 1935212152">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0298215" name="Rectangle 40298214">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Oval 1096938976">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251020530" name="Rectangle 251020529">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Rectangle 1844580113">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86405270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Rectangle 316490786">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Rectangle 1088829960">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Rectangle: Rounded Corners 1185614033">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37263550" name="Rectangle: Rounded Corners 1637263549">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Arrow: Right 483904790">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Rectangle: Rounded Corners 112366508">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Rectangle: Rounded Corners 1684869887">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Arrow: Right 582027638">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Rectangle: Rounded Corners 415203980">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Rectangle 1659565154">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117170220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Rectangle 1412031494">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Rectangle 795213251">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Rectangle: Rounded Corners 39970162">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80614388" name="Rectangle: Rounded Corners 1580614387">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Oval 1990550395">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Straight Connector 2100406639">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38775389" name="Arrow: Right 538775388">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64614973" name="Rectangle: Rounded Corners 1064614972">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Oval 1803721867">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Straight Connector 583856608">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139349876" name="Arrow: Right 2139349875">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35700101" name="Rectangle: Rounded Corners 1635700100">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Oval 841796169">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Straight Connector 925426090">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99883121" name="Arrow: Right 999883120">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32593897" name="Rectangle: Rounded Corners 1232593896">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Oval 353672065">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Straight Connector 250778965">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58237289" name="Rectangle 558237288">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63983196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Rectangle 1731358443">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Rectangle 1129691951">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Rectangle: Rounded Corners 153614357">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60434668" name="Rectangle: Rounded Corners 1660434667">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Rectangle: Rounded Corners 331123784">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Rectangle: Rounded Corners 1408528115">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Rectangle: Rounded Corners 929702956">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Rectangle: Rounded Corners 747840371">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Rectangle: Rounded Corners 1625402858">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Rectangle: Rounded Corners 1678137837">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Straight Connector 1472942795">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613721531" name="Oval 1613721530">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579085890" name="Oval 1579085889">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077149346" name="Oval 2077149345">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1872952086" name="Oval 1872952085">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20816397" name="Oval 20816396">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677953629" name="Oval 677953628">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1792512940" name="Oval 1792512939">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1915767504" name="Rectangle 1915767503">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Rectangle 523783432">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26010620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pic>
        <p:nvPicPr>
          <p:cNvPr id="2132047711" name="Picture 2132047710"/>
          <p:cNvPicPr>
            <a:picLocks xmlns:a="http://schemas.openxmlformats.org/drawingml/2006/main" noChangeAspect="1"/>
          </p:cNvPicPr>
          <p:nvPr/>
        </p:nvPicPr>
        <p:blipFill>
          <a:blip xmlns:r="http://schemas.openxmlformats.org/officeDocument/2006/relationships" xmlns:a="http://schemas.openxmlformats.org/drawingml/2006/main" r:embed="Re357edf5a0d14681"/>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pic>
        <p:nvPicPr>
          <p:cNvPr id="2132047711" name="Picture 2132047710"/>
          <p:cNvPicPr>
            <a:picLocks xmlns:a="http://schemas.openxmlformats.org/drawingml/2006/main" noChangeAspect="1"/>
          </p:cNvPicPr>
          <p:nvPr/>
        </p:nvPicPr>
        <p:blipFill>
          <a:blip xmlns:r="http://schemas.openxmlformats.org/officeDocument/2006/relationships" xmlns:a="http://schemas.openxmlformats.org/drawingml/2006/main" r:embed="R7ea9e3f0633e4bb0"/>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Rectangle 828705700">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Rectangle 1834494691">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Rectangle: Rounded Corners 1119805207">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378451327" name="Oval 378451326">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Oval 1710653340">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Oval 1215104595">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Oval 1626294488">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Oval 1273413100">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Straight Connector 1283471484">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366393266" name="Straight Connector 366393265">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82316422" name="Straight Connector 682316421">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432998769" name="Straight Connector 1432998768">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2040235338" name="Rectangle 2040235337">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Rectangle 1823092831">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98451510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Rectangle 2031595678">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Rectangle 1958034541">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Rectangle: Rounded Corners 856291304">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915562436" name="Oval 915562435">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Oval 2063706273">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Oval 1843251255">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Arrow: Right 1047507270">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Arrow: Right 416431706">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Rectangle: Rounded Corners 685887359">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Rectangle 1087270730">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71783635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Rectangle 274056230">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Rectangle 2069842662">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12080299" name="Rectangle: Rounded Corners 1012080298">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68010826" name="Rectangle: Rounded Corners 268010825">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Rectangle 859411994">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62313762" name="Rectangle: Rounded Corners 462313761">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Rectangle 256178726">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Rectangle: Rounded Corners 570514558">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25339526" name="Rectangle: Rounded Corners 1825339525">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30424871" name="Rectangle: Rounded Corners 1330424870">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94137062" name="Rectangle: Rounded Corners 1894137061">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02898929" name="Rectangle: Rounded Corners 402898928">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77770756" name="Rectangle 1777770755">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664374674" name="Rectangle 664374673">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
        <p:nvSpPr>
          <p:cNvPr id="2069842664" name="qk-score-formula">
            <a:extLst xmlns:a="http://schemas.openxmlformats.org/drawingml/2006/main">
              <a:ext uri="{FF2B5EF4-FFF2-40B4-BE49-F238E27FC236}">
                <a16:creationId xmlns:a16="http://schemas.microsoft.com/office/drawing/2014/main" id="{0A988904-1188-448C-A01B-F4D71CBCB4E3}"/>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2069842665" name="dot-product-explanation">
            <a:extLst xmlns:a="http://schemas.openxmlformats.org/drawingml/2006/main">
              <a:ext uri="{FF2B5EF4-FFF2-40B4-BE49-F238E27FC236}">
                <a16:creationId xmlns:a16="http://schemas.microsoft.com/office/drawing/2014/main" id="{DBC33728-B161-4E04-9050-8F5D5BCE3E3D}"/>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0">
                <a:solidFill>
                  <a:srgbClr val="667085"/>
                </a:solidFill>
              </a:defRPr>
            </a:pPr>
            <a:r>
              <a:rPr sz="1575" b="0">
                <a:solidFill>
                  <a:srgbClr val="667085"/>
                </a:solidFill>
              </a:rPr>
              <a:t>Dot product: multiply matching dimensions, then add them.</a:t>
            </a:r>
          </a:p>
          <a:p xmlns:a="http://schemas.openxmlformats.org/drawingml/2006/main">
            <a:pPr algn="ctr">
              <a:buNone/>
              <a:defRPr sz="1575" b="0">
                <a:solidFill>
                  <a:srgbClr val="667085"/>
                </a:solidFill>
              </a:defRPr>
            </a:pPr>
            <a:r>
              <a:rPr sz="1575" b="0">
                <a:solidFill>
                  <a:srgbClr val="667085"/>
                </a:solidFill>
              </a:rPr>
              <a:t>&lt;BOS&gt; query · each encoder key → one score for each source token</a:t>
            </a:r>
          </a:p>
        </p:txBody>
      </p:sp>
    </p:spTree>
    <p:extLst>
      <p:ext uri="{BB962C8B-B14F-4D97-AF65-F5344CB8AC3E}">
        <p14:creationId xmlns:p14="http://schemas.microsoft.com/office/powerpoint/2010/main" val="202936571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Rectangle 1701338696">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Rectangle 1786653114">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464705819" name="Rectangle: Rounded Corners 464705818">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141548240" name="Rectangle: Rounded Corners 1141548239">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498832920" name="Rectangle: Rounded Corners 498832919">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69908898" name="Rectangle: Rounded Corners 1769908897">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914348487" name="Rectangle: Rounded Corners 1914348486">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678518740" name="Rectangle: Rounded Corners 1678518739">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2119966247" name="Arrow: Right 2119966246">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0F19"/>
                </a:solidFill>
              </a:defRPr>
            </a:pPr>
            <a:r>
              <a:rPr sz="1275" b="1">
                <a:solidFill>
                  <a:srgbClr val="0B0F19"/>
                </a:solidFill>
              </a:rPr>
              <a:t>scale + softmax</a:t>
            </a:r>
          </a:p>
        </p:txBody>
      </p:sp>
      <p:sp>
        <p:nvSpPr>
          <p:cNvPr id="211572739" name="Rectangle: Rounded Corners 211572738">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030269240" name="Rectangle: Rounded Corners 1030269239">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642494707" name="Rectangle: Rounded Corners 642494706">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203968869" name="Rectangle: Rounded Corners 1203968868">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666818067" name="Rectangle: Rounded Corners 666818066">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940968765" name="Rectangle 1940968764">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848061420" name="Rectangle 1848061419">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2016234215" name="Rectangle 2016234214">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
        <p:nvSpPr>
          <p:cNvPr id="2119966248" name="scaled-dot-product-attention-formula">
            <a:extLst xmlns:a="http://schemas.openxmlformats.org/drawingml/2006/main">
              <a:ext uri="{FF2B5EF4-FFF2-40B4-BE49-F238E27FC236}">
                <a16:creationId xmlns:a16="http://schemas.microsoft.com/office/drawing/2014/main" id="{A0908585-D7E9-4261-A091-BD488D837D1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2119966249" name="scaling-explanation">
            <a:extLst xmlns:a="http://schemas.openxmlformats.org/drawingml/2006/main">
              <a:ext uri="{FF2B5EF4-FFF2-40B4-BE49-F238E27FC236}">
                <a16:creationId xmlns:a16="http://schemas.microsoft.com/office/drawing/2014/main" id="{F250384A-7AF8-449E-88EE-588A7EB4FC2F}"/>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99031521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Rectangle 667720717">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Rectangle 1521779778">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Rectangle: Rounded Corners 832807897">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99418885" name="Rectangle: Rounded Corners 1099418884">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Rectangle 605842497">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Rectangle: Rounded Corners 1810780251">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Rectangle 1903860279">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Rectangle: Rounded Corners 453837605">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Rectangle 1961512127">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Rectangle: Rounded Corners 866508350">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Rectangle 1031075147">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Arrow: Right 691035972">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Rectangle: Rounded Corners 997542731">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Rectangle 1562003282">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76073685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Rectangle 836461681">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Rectangle 1767099124">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Rectangle: Rounded Corners 658275056">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32534858" name="Oval 1632534857">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Oval 1413970628">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Oval 1148745044">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Oval 1579502936">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Oval 638914901">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Oval 1524084679">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Oval 1617060268">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Oval 1577893088">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Oval 1071333543">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Oval 399974577">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Oval 1223483228">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Oval 494721319">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Straight Connector 484203624">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90803705" name="Straight Connector 390803704">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83356269" name="Straight Connector 1483356268">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91113419" name="Straight Connector 491113418">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95177638" name="Straight Connector 1895177637">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98279709" name="Straight Connector 1498279708">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9583843" name="Straight Connector 139583842">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810730710" name="Straight Connector 810730709">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521066156" name="Straight Connector 521066155">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316407276" name="Straight Connector 316407275">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218150277" name="Straight Connector 218150276">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499927861" name="Straight Connector 499927860">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350622296" name="Straight Connector 1350622295">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45691065" name="Straight Connector 45691064">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145050029" name="Straight Connector 1145050028">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969983035" name="Straight Connector 969983034">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452016391" name="Straight Connector 452016390">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200418005" name="Straight Connector 1200418004">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516866412" name="Straight Connector 1516866411">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251999136" name="Straight Connector 251999135">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86571185" name="Straight Connector 86571184">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602661194" name="Straight Connector 602661193">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2078817606" name="Straight Connector 2078817605">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37467792" name="Straight Connector 37467791">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18172493" name="Rectangle 118172492">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53308264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Rectangle 1367258729">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Rectangle 1284678877">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Rectangle: Rounded Corners 800864107">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33773316" name="Oval 233773315">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64947675" name="Straight Connector 1564947674">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95560162" name="Straight Connector 995560161">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98038426" name="Rectangle 1698038425">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Oval 79558485">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609830999" name="Straight Connector 1609830998">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713490367" name="Straight Connector 1713490366">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540777177" name="Rectangle 1540777176">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Oval 1805008483">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911549705" name="Straight Connector 1911549704">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91936672" name="Straight Connector 1791936671">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09414287" name="Rectangle 109414286">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Oval 446622830">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858706387" name="Straight Connector 858706386">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428863683" name="Straight Connector 1428863682">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133392473" name="Rectangle 1133392472">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Rectangle 438456562">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31229900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Rectangle 1411052237">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Rectangle 106512870">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Rectangle: Rounded Corners 87118212">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37710828" name="Rectangle: Rounded Corners 437710827">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Rectangle 1111010882">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Rectangle: Rounded Corners 1831606846">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Rectangle 1646324530">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Rectangle: Rounded Corners 1489327302">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Rectangle 1229374656">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206576533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self-attention</a:t>
            </a:r>
          </a:p>
          <a:p xmlns:a="http://schemas.openxmlformats.org/drawingml/2006/main">
            <a:pPr algn="l">
              <a:buNone/>
              <a:defRPr sz="1575" b="0">
                <a:solidFill>
                  <a:srgbClr val="667085"/>
                </a:solidFill>
              </a:defRPr>
            </a:pPr>
            <a:r>
              <a:rPr sz="1575" b="0">
                <a:solidFill>
                  <a:srgbClr val="667085"/>
                </a:solidFill>
              </a:rPr>
              <a:t>feed-forward</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492d6afdb1734c4c"/>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Rectangle 1844228020">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Rectangle 619868867">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Rectangle: Rounded Corners 1987948612">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704183003" name="Rectangle: Rounded Corners 1704183002">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Rectangle: Rounded Corners 2064136095">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Rectangle: Rounded Corners 1859104578">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Rectangle: Rounded Corners 1016569497">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Straight Connector 94601081">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000744927" name="Straight Connector 1000744926">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81772781" name="Straight Connector 781772780">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007733504" name="Rectangle 1007733503">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Rectangle 1520419495">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45862281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Rectangle 1860349465">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Rectangle 1379853287">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Rectangle: Rounded Corners 1919655130">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57118694" name="Rectangle: Rounded Corners 1257118693">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Rectangle: Rounded Corners 139886069">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Rectangle: Rounded Corners 1995249494">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Rectangle: Rounded Corners 486029296">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Rectangle: Rounded Corners 2009773558">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Rectangle: Rounded Corners 607891528">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Rectangle: Rounded Corners 1953501824">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Arrow: Right 237891345">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67787382" name="Rectangle 567787381">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Rectangle 1811573039">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58415269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Rectangle 698847192">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Rectangle 892173066">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Rectangle: Rounded Corners 634225882">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10502303" name="Rectangle: Rounded Corners 2010502302">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366762974" name="Rectangle: Rounded Corners 1366762973">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460632182" name="Rectangle: Rounded Corners 1460632181">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75856487" name="Rectangle: Rounded Corners 1175856486">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061757067" name="Rectangle: Rounded Corners 2061757066">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69118890" name="Rectangle: Rounded Corners 1169118889">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38188301" name="Rectangle: Rounded Corners 238188300">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049301057" name="Rectangle: Rounded Corners 2049301056">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282082345" name="Rectangle: Rounded Corners 1282082344">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72922272" name="Rectangle: Rounded Corners 1172922271">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03029257" name="Rectangle: Rounded Corners 603029256">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879817440" name="Rectangle: Rounded Corners 1879817439">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875542065" name="Rectangle: Rounded Corners 875542064">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51908472" name="Rectangle: Rounded Corners 51908471">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689509713" name="Rectangle: Rounded Corners 1689509712">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791720530" name="Rectangle: Rounded Corners 791720529">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05367442" name="Rectangle: Rounded Corners 105367441">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563215530" name="Rectangle: Rounded Corners 1563215529">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15081295" name="Rectangle: Rounded Corners 315081294">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48452191" name="Rectangle: Rounded Corners 248452190">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671279800" name="Rectangle: Rounded Corners 1671279799">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239843559" name="Rectangle: Rounded Corners 1239843558">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474960511" name="Rectangle: Rounded Corners 1474960510">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705162464" name="Rectangle: Rounded Corners 1705162463">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7576925" name="Rectangle: Rounded Corners 7576924">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26996611" name="Rectangle: Rounded Corners 426996610">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937971" name="Rectangle: Rounded Corners 4937970">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18411885" name="Rectangle: Rounded Corners 318411884">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15608591" name="Rectangle: Rounded Corners 615608590">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731456272" name="Rectangle: Rounded Corners 1731456271">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84935540" name="Rectangle: Rounded Corners 484935539">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34420311" name="Rectangle: Rounded Corners 1134420310">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355285830" name="Rectangle: Rounded Corners 1355285829">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945716101" name="Rectangle: Rounded Corners 1945716100">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03673205" name="Rectangle: Rounded Corners 903673204">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1920754" name="Rectangle: Rounded Corners 41920753">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090731608" name="Rectangle 1090731607">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Rectangle 1864567656">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Rectangle 353583897">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13975143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Rectangle 352308475">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Rectangle 890164865">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Rectangle: Rounded Corners 1302761572">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31370087" name="Rectangle: Rounded Corners 2031370086">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Rectangle 1726456331">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Rectangle: Rounded Corners 412394112">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Rectangle 225213445">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17135787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667085"/>
                </a:solidFill>
              </a:defRPr>
            </a:pPr>
            <a:r>
              <a:rPr sz="1425" b="0">
                <a:solidFill>
                  <a:srgbClr val="667085"/>
                </a:solidFill>
              </a:rPr>
              <a:t>Linear + Softmax turns the final state into a token distribution.</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81e077456d3d43c4"/>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Rectangle 1548456798">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Rectangle 1277068294">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Rectangle: Rounded Corners 700677848">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614717421" name="Rectangle: Rounded Corners 614717420">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Rectangle: Rounded Corners 1854427874">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Rectangle: Rounded Corners 1506494527">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Rectangle: Rounded Corners 310583424">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Rectangle: Rounded Corners 701546865">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Arrow: Right 622048333">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76163820" name="Arrow: Right 476163819">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96234521" name="Rectangle: Rounded Corners 1396234520">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Rectangle 1921889684">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180689685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Rectangle 7713821">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Rectangle 1381388514">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Rectangle: Rounded Corners 661849784">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4931326" name="Rectangle: Rounded Corners 1954931325">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Rectangle: Rounded Corners 1479007971">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Rectangle: Rounded Corners 337911440">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Rectangle: Rounded Corners 812565267">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Rectangle: Rounded Corners 210839016">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Arrow: Right 923890290">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49922297" name="Rectangle: Rounded Corners 549922296">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Rectangle 313069816">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Rectangle 181180573">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154577609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Rectangle 106407163">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Rectangle 440135367">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Rectangle: Rounded Corners 989138248">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16044446" name="Rectangle: Rounded Corners 1616044445">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Arrow: Right 594282241">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Rectangle: Rounded Corners 733975538">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Arrow: Right 826463740">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Rectangle: Rounded Corners 1611946980">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Arrow: Right 1141760594">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46463301" name="Oval 546463300">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Rectangle 1547793054">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37256966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Rectangle 106407163">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Rectangle 440135367">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Rectangle: Rounded Corners 989138248">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47793055" name="Rectangle 1547793054">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Rectangle 965507380">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Rectangle 139921793">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Rectangle: Rounded Corners 1511732123">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34787169" name="Rectangle: Rounded Corners 2034787168">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Arrow: Right 1804858146">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19234795" name="Rectangle: Rounded Corners 2119234794">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Arrow: Right 1610655777">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7679863" name="Rectangle: Rounded Corners 67679862">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Straight Connector 1129615995">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701261000" name="Rectangle 701260999">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Rectangle 567537238">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144499256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Rectangle 1814109763">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Rectangle 2024296005">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Rectangle: Rounded Corners 520397166">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861104431" name="Rectangle 1861104430">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Rectangle: Rounded Corners 1392389716">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04746230" name="Rectangle: Rounded Corners 304746229">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22174651" name="Rectangle: Rounded Corners 1222174650">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21083533" name="Rectangle: Rounded Corners 221083532">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71169588" name="Rectangle: Rounded Corners 1871169587">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99079275" name="Rectangle 1899079274">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Rectangle: Rounded Corners 557756631">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421477789" name="Rectangle: Rounded Corners 421477788">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358930619" name="Rectangle: Rounded Corners 358930618">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92675594" name="Rectangle: Rounded Corners 92675593">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199041678" name="Rectangle: Rounded Corners 1199041677">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35073006" name="Rectangle 35073005">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48994860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Rectangle 642368024">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Rectangle 1340580572">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Rectangle: Rounded Corners 1167098246">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391850248" name="Rectangle: Rounded Corners 391850247">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58602477" name="Rectangle 558602476">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Rectangle 908481340">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Rectangle 803342785">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Rectangle: Rounded Corners 1990101030">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11392787" name="Rectangle 1511392786">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Rectangle: Rounded Corners 768585734">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34996420" name="Rectangle 734996419">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Rectangle: Rounded Corners 904396018">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23400870" name="Rectangle 1723400869">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Rectangle: Rounded Corners 1904735606">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77779496" name="Rectangle 1977779495">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Rectangle: Rounded Corners 758909754">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103671469" name="Rectangle 1103671468">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Rectangle: Rounded Corners 1109785804">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87535764" name="Rectangle 87535763">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Rectangle: Rounded Corners 395524451">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752117889" name="Rectangle 752117888">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Rectangle: Rounded Corners 1187034514">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239831953" name="Rectangle 1239831952">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Rectangle: Rounded Corners 1990686703">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790741739" name="Rectangle 790741738">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Rectangle 1344716697">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Rectangle: Rounded Corners 505587208">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817540190" name="Rectangle 1817540189">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Rectangle: Rounded Corners 1412774459">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842999193" name="Rectangle 842999192">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Rectangle: Rounded Corners 1720875966">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66502240" name="Rectangle 66502239">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Rectangle: Rounded Corners 2118371450">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p:txBody>
      </p:sp>
      <p:sp>
        <p:nvSpPr>
          <p:cNvPr id="1265886564" name="Rectangle 1265886563">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Rectangle: Rounded Corners 2042608732">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p:txBody>
      </p:sp>
      <p:sp>
        <p:nvSpPr>
          <p:cNvPr id="661207097" name="Rectangle 661207096">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Rectangle: Rounded Corners 1098391783">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p:txBody>
      </p:sp>
      <p:sp>
        <p:nvSpPr>
          <p:cNvPr id="1867510341" name="Rectangle 1867510340">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Rectangle 610821016">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Rectangle: Rounded Corners 1846748793">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Rectangle 569626175">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Rectangle: Rounded Corners 43298065">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Rectangle 114239354">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Rectangle: Rounded Corners 1589723464">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Rectangle 127230098">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Rectangle 760303360">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pic>
        <p:nvPicPr>
          <p:cNvPr id="2118371499" name="Graphic 2118371498"/>
          <p:cNvPicPr>
            <a:picLocks xmlns:a="http://schemas.openxmlformats.org/drawingml/2006/main" noChangeAspect="1"/>
          </p:cNvPicPr>
          <p:nvPr/>
        </p:nvPicPr>
        <p:blipFill>
          <a:blip xmlns:r="http://schemas.openxmlformats.org/officeDocument/2006/relationships" xmlns:a="http://schemas.openxmlformats.org/drawingml/2006/main" r:embed="R377f8915ae454fd6">
            <a:extLst>
              <a:ext uri="{96DAC541-7B7A-43D3-8B79-37D633B846F1}">
                <asvg:svgBlip xmlns:asvg="http://schemas.microsoft.com/office/drawing/2016/SVG/main" r:embed="R8cf728859d39495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Rectangle 1109576543">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Rectangle 165357682">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Rectangle: Rounded Corners 1373434995">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47695514" name="Straight Connector 247695513">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28746850" name="Oval 628746849">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Rectangle 1898660202">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Oval 901053968">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Rectangle 2049675483">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Oval 80204406">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Rectangle 1419699716">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Oval 1824188964">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Rectangle 1161191516">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Oval 506955708">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Rectangle 1606354811">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Oval 759270822">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Rectangle 2044500735">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Rectangle 421878984">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Rectangle 865122751">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813735675"/>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Rectangle 720144411">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Rectangle 1225833152">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Rectangle: Rounded Corners 259784900">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90363605" name="Rectangle: Rounded Corners 590363604">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Rectangle: Rounded Corners 646256513">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Rectangle: Rounded Corners 904291872">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Rectangle: Rounded Corners 1609756684">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Rectangle: Rounded Corners 855592258">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Straight Connector 607889825">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01584251" name="Rectangle 1601584250">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Rectangle 734795484">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Rectangle 28239208">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Rectangle 1250386903">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884948398"/>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Rectangle 1667135521">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Rectangle 753528189">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Rectangle: Rounded Corners 870951437">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803074335" name="Rectangle: Rounded Corners 1803074334">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Arrow: Right 2018184415">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50855696" name="Rectangle: Rounded Corners 850855695">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Arrow: Right 1111035308">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60549356" name="Rectangle: Rounded Corners 360549355">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Arrow: Right 1294665978">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81615349" name="Rectangle: Rounded Corners 1581615348">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Rectangle: Rounded Corners 143885393">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Rectangle 310012483">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Rectangle 131870986">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Rectangle 2042090532">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68666786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Rectangle 1747625471">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Rectangle 1692741899">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258575893" name="Rectangle: Rounded Corners 258575892">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69258197" name="Rectangle: Rounded Corners 1069258196">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defRPr>
            </a:pPr>
            <a:r>
              <a:rPr sz="1575" b="1">
                <a:solidFill>
                  <a:srgbClr val="0B0F19"/>
                </a:solidFill>
              </a:rPr>
              <a:t>Known: FFNs detect and combine learned features.</a:t>
            </a:r>
          </a:p>
        </p:txBody>
      </p:sp>
      <p:sp>
        <p:nvSpPr>
          <p:cNvPr id="1837153770" name="Rectangle: Rounded Corners 1837153769">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0B0F19"/>
                </a:solidFill>
              </a:defRPr>
            </a:pPr>
            <a:r>
              <a:rPr sz="1425" b="1">
                <a:solidFill>
                  <a:srgbClr val="0B0F19"/>
                </a:solidFill>
              </a:rPr>
              <a:t>Evidence: FFN weights can act like key–value parameter memory.</a:t>
            </a:r>
          </a:p>
        </p:txBody>
      </p:sp>
      <p:sp>
        <p:nvSpPr>
          <p:cNvPr id="744058579" name="Rectangle: Rounded Corners 744058578">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FF4D4F"/>
                </a:solidFill>
              </a:defRPr>
            </a:pPr>
            <a:r>
              <a:rPr sz="1425" b="1">
                <a:solidFill>
                  <a:srgbClr val="FF4D4F"/>
                </a:solidFill>
              </a:rPr>
              <a:t>Ablations: reducing FFN capacity shifts work elsewhere and can cost more compute.</a:t>
            </a:r>
          </a:p>
        </p:txBody>
      </p:sp>
      <p:sp>
        <p:nvSpPr>
          <p:cNvPr id="1294874813" name="Rectangle 1294874812">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2563EB"/>
                </a:solidFill>
              </a:defRPr>
            </a:pPr>
            <a:r>
              <a:rPr sz="1575" b="1">
                <a:solidFill>
                  <a:srgbClr val="2563EB"/>
                </a:solidFill>
              </a:rPr>
              <a:t>Attention mixes tokens; the FFN transforms each token nonlinearly.</a:t>
            </a:r>
          </a:p>
        </p:txBody>
      </p:sp>
      <p:sp>
        <p:nvSpPr>
          <p:cNvPr id="1106276677" name="Rectangle 1106276676">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000125" y="512445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479918334" name="Rectangle 1479918333">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54</a:t>
            </a:r>
          </a:p>
        </p:txBody>
      </p:sp>
      <p:pic>
        <p:nvPicPr>
          <p:cNvPr id="1837153781" name="Picture 1837153780"/>
          <p:cNvPicPr>
            <a:picLocks xmlns:a="http://schemas.openxmlformats.org/drawingml/2006/main" noChangeAspect="1"/>
          </p:cNvPicPr>
          <p:nvPr/>
        </p:nvPicPr>
        <p:blipFill>
          <a:blip xmlns:r="http://schemas.openxmlformats.org/officeDocument/2006/relationships" xmlns:a="http://schemas.openxmlformats.org/drawingml/2006/main" r:embed="R080676f8ef0f429d"/>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01783865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55</a:t>
            </a:r>
          </a:p>
        </p:txBody>
      </p:sp>
      <p:pic>
        <p:nvPicPr>
          <p:cNvPr id="1495975742" name="Picture 1495975738"/>
          <p:cNvPicPr>
            <a:picLocks xmlns:a="http://schemas.openxmlformats.org/drawingml/2006/main" noChangeAspect="1"/>
          </p:cNvPicPr>
          <p:nvPr/>
        </p:nvPicPr>
        <p:blipFill>
          <a:blip xmlns:r="http://schemas.openxmlformats.org/officeDocument/2006/relationships" xmlns:a="http://schemas.openxmlformats.org/drawingml/2006/main" r:embed="Rd3cbb09e52e146aa"/>
          <a:srcRect xmlns:a="http://schemas.openxmlformats.org/drawingml/2006/main" l="0" t="15961" r="0" b="15961"/>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1495975735" name="diffusion-forward-label">
            <a:extLst xmlns:a="http://schemas.openxmlformats.org/drawingml/2006/main">
              <a:ext uri="{FF2B5EF4-FFF2-40B4-BE49-F238E27FC236}">
                <a16:creationId xmlns:a16="http://schemas.microsoft.com/office/drawing/2014/main" id="{4AAA4962-CB6B-4776-9946-675A5E68CC7F}"/>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1495975736" name="diffusion-reverse-label">
            <a:extLst xmlns:a="http://schemas.openxmlformats.org/drawingml/2006/main">
              <a:ext uri="{FF2B5EF4-FFF2-40B4-BE49-F238E27FC236}">
                <a16:creationId xmlns:a16="http://schemas.microsoft.com/office/drawing/2014/main" id="{4B446802-A06D-4B6A-A3DE-09EE260FA77F}"/>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205709953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Rectangle 550399601">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Rectangle 882538346">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990867236" name="Rectangle: Rounded Corners 1990867235">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9623161" name="Rectangle 9623160">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Rectangle: Rounded Corners 114855872">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Rectangle: Rounded Corners 734158913">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Rectangle: Rounded Corners 1596678256">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Rectangle: Rounded Corners 2059288131">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Rectangle: Rounded Corners 1010991302">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Rectangle: Rounded Corners 1730168992">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Straight Connector 427538637">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17775177" name="Rectangle 317775176">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Rectangle: Rounded Corners 947755655">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Rectangle: Rounded Corners 1310797679">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Rectangle: Rounded Corners 1996140323">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Rectangle: Rounded Corners 242163070">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Rectangle: Rounded Corners 787924439">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Rectangle: Rounded Corners 2036973233">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Straight Connector 2017847098">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20069149" name="Rectangle 420069148">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Rectangle: Rounded Corners 1532010383">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Rectangle: Rounded Corners 1983276117">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Rectangle: Rounded Corners 1047163946">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Rectangle: Rounded Corners 523171807">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Rectangle: Rounded Corners 752356456">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Rectangle: Rounded Corners 816374805">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Straight Connector 1386166301">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80679313" name="Rectangle 1180679312">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Rectangle: Rounded Corners 1119801345">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Rectangle: Rounded Corners 563472098">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Rectangle: Rounded Corners 1869507790">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Rectangle: Rounded Corners 2113559938">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Rectangle: Rounded Corners 274418513">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Rectangle: Rounded Corners 1941550636">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Rectangle 1798355039">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Rectangle 1161886986">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56</a:t>
            </a:r>
          </a:p>
        </p:txBody>
      </p:sp>
      <p:sp>
        <p:nvSpPr>
          <p:cNvPr id="2113559940" name="mercury-example-divider">
            <a:extLst xmlns:a="http://schemas.openxmlformats.org/drawingml/2006/main">
              <a:ext uri="{FF2B5EF4-FFF2-40B4-BE49-F238E27FC236}">
                <a16:creationId xmlns:a16="http://schemas.microsoft.com/office/drawing/2014/main" id="{34D5B4C3-B581-41DC-8AD4-C302F7EE7FD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113559941" name="mercury-example-label">
            <a:extLst xmlns:a="http://schemas.openxmlformats.org/drawingml/2006/main">
              <a:ext uri="{FF2B5EF4-FFF2-40B4-BE49-F238E27FC236}">
                <a16:creationId xmlns:a16="http://schemas.microsoft.com/office/drawing/2014/main" id="{2A3BA765-E24A-40A0-AE84-0DD07D6F6337}"/>
              </a:ext>
            </a:extLst>
          </p:cNvPr>
          <p:cNvSpPr>
            <a:spLocks xmlns:a="http://schemas.openxmlformats.org/drawingml/2006/main" noGrp="1"/>
          </p:cNvSpPr>
          <p:nvPr/>
        </p:nvSpPr>
        <p:spPr>
          <a:xfrm xmlns:a="http://schemas.openxmlformats.org/drawingml/2006/main">
            <a:off x="9067800" y="2362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113559942" name="mercury-2-link">
            <a:extLst xmlns:a="http://schemas.openxmlformats.org/drawingml/2006/main">
              <a:ext uri="{FF2B5EF4-FFF2-40B4-BE49-F238E27FC236}">
                <a16:creationId xmlns:a16="http://schemas.microsoft.com/office/drawing/2014/main" id="{7C20873B-F0E4-4FA6-A4AF-CA55D8F93EB0}"/>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a:solidFill>
                  <a:srgbClr val="7C3AED"/>
                </a:solidFill>
                <a:hlinkClick xmlns:r="http://schemas.openxmlformats.org/officeDocument/2006/relationships" r:id="R52deb424eaae4405"/>
              </a:rPr>
              <a:t>Transformer dLLM</a:t>
            </a:r>
          </a:p>
        </p:txBody>
      </p:sp>
      <p:sp>
        <p:nvSpPr>
          <p:cNvPr id="2113559943" name="mercury-example-description">
            <a:extLst xmlns:a="http://schemas.openxmlformats.org/drawingml/2006/main">
              <a:ext uri="{FF2B5EF4-FFF2-40B4-BE49-F238E27FC236}">
                <a16:creationId xmlns:a16="http://schemas.microsoft.com/office/drawing/2014/main" id="{D5F8C21B-F90C-4BB6-8ED7-48F2791EEA18}"/>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2113559944" name="mercury-example-contrast">
            <a:extLst xmlns:a="http://schemas.openxmlformats.org/drawingml/2006/main">
              <a:ext uri="{FF2B5EF4-FFF2-40B4-BE49-F238E27FC236}">
                <a16:creationId xmlns:a16="http://schemas.microsoft.com/office/drawing/2014/main" id="{9D1904F1-3BB3-480B-B3C1-DB1498DD6656}"/>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389812742"/>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Rectangle 1487198538">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Rectangle 1518038747">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531743004" name="Rectangle: Rounded Corners 1531743003">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369702882" name="Rectangle: Rounded Corners 369702881">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197178351" name="Rectangle 1197178350">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Rectangle: Rounded Corners 1914676260">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Rectangle: Rounded Corners 58582831">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Rectangle: Rounded Corners 1580617481">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Rectangle: Rounded Corners 1783142644">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Rectangle 1697788859">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686198038" name="Rectangle: Rounded Corners 1686198037">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556928440" name="Rectangle 1556928439">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693199" name="Straight Connector 170693198">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021615089" name="Straight Connector 2021615088">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96476379" name="Rectangle 1396476378">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910307425" name="Rectangle: Rounded Corners 910307424">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Rectangle: Rounded Corners 760188915">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Rectangle: Rounded Corners 1604029254">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Rectangle 583346847">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5957981" name="Rectangle: Rounded Corners 5957980">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Rectangle: Rounded Corners 410294816">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Straight Connector 1668590987">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956440406" name="Rectangle 1956440405">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0B0F19"/>
                </a:solidFill>
              </a:defRPr>
            </a:pPr>
            <a:r>
              <a:rPr sz="1425" b="1">
                <a:solidFill>
                  <a:srgbClr val="0B0F19"/>
                </a:solidFill>
              </a:rPr>
              <a:t>draft → verify → accept / resample → repeat</a:t>
            </a:r>
          </a:p>
          <a:p xmlns:a="http://schemas.openxmlformats.org/drawingml/2006/main">
            <a:pPr algn="ctr">
              <a:buNone/>
              <a:defRPr sz="1425" b="1">
                <a:solidFill>
                  <a:srgbClr val="0B0F19"/>
                </a:solidFill>
              </a:defRPr>
            </a:pPr>
            <a:r>
              <a:rPr sz="1425" b="1">
                <a:solidFill>
                  <a:srgbClr val="0B0F19"/>
                </a:solidFill>
              </a:rPr>
              <a:t>same target distribution, fewer serial waits</a:t>
            </a:r>
          </a:p>
        </p:txBody>
      </p:sp>
      <p:sp>
        <p:nvSpPr>
          <p:cNvPr id="918919993" name="Rectangle 918919992">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57</a:t>
            </a:r>
          </a:p>
        </p:txBody>
      </p:sp>
    </p:spTree>
    <p:extLst>
      <p:ext uri="{BB962C8B-B14F-4D97-AF65-F5344CB8AC3E}">
        <p14:creationId xmlns:p14="http://schemas.microsoft.com/office/powerpoint/2010/main" val="715632642"/>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Rectangle 1682307419">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Rectangle 1048423222">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Rectangle 1821451500">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Rectangle: Rounded Corners 1912787708">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698160900" name="Rectangle 698160899">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Straight Connector 820052219">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977383085" name="Rectangle: Rounded Corners 1977383084">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98161199" name="Rectangle: Rounded Corners 1598161198">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58195881" name="Rectangle: Rounded Corners 1558195880">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21701980" name="Rectangle: Rounded Corners 521701979">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95606133" name="Rectangle: Rounded Corners 1995606132">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24836488" name="Rectangle 1524836487">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Rectangle 2124862657">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Rectangle 8219971">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Rectangle: Rounded Corners 1401385986">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82712541" name="Oval 2082712540">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800286296" name="Oval 1800286295">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77652962" name="Straight Connector 1377652961">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129487083" name="Oval 1129487082">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835573148" name="Straight Connector 1835573147">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54002712" name="Oval 1354002711">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42711495" name="Straight Connector 1642711494">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1162477816" name="Oval 1162477815">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54093468" name="Straight Connector 754093467">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926903495" name="Oval 926903494">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14704657" name="Straight Connector 1314704656">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297993690" name="Oval 297993689">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69335125" name="Straight Connector 1869335124">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1902597771" name="Rectangle 1902597770">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Rectangle 1200483564">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Rectangle 713949086">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Rectangle: Rounded Corners 731916211">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174154411" name="Oval 1174154410">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25293163" name="Oval 125293162">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12601376" name="Oval 1712601375">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361292722" name="Straight Connector 361292721">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216392230" name="Straight Connector 1216392229">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60216902" name="Rectangle 1760216901">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Rectangle 1432423854">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Rectangle 1426602610">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Rectangle: Rounded Corners 1132936319">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848102303" name="Oval 848102302">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40277387" name="Straight Connector 2140277386">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46058831" name="Straight Connector 546058830">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34911422" name="Straight Connector 634911421">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53059331" name="Rectangle 253059330">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Rectangle 1961211258">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Rectangle 902052220">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Rectangle 110604859">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Rectangle 1570659082">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58</a:t>
            </a:r>
          </a:p>
        </p:txBody>
      </p:sp>
    </p:spTree>
    <p:extLst>
      <p:ext uri="{BB962C8B-B14F-4D97-AF65-F5344CB8AC3E}">
        <p14:creationId xmlns:p14="http://schemas.microsoft.com/office/powerpoint/2010/main" val="2093280641"/>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Rectangle 1748329787">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Rectangle 1611343531">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Rectangle: Rounded Corners 1015940866">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808652944" name="Rectangle: Rounded Corners 1808652943">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081078090" name="Rectangle: Rounded Corners 1081078089">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92680345" name="Rectangle: Rounded Corners 492680344">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82722515" name="Rectangle: Rounded Corners 1482722514">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21026447" name="Rectangle: Rounded Corners 121026446">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63980104" name="Rectangle 163980103">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Rectangle 693850306">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Straight Connector 1622472842">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11020405" name="Rectangle: Rounded Corners 1311020404">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Rectangle 481459380">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Rectangle: Rounded Corners 1942037177">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Rectangle: Rounded Corners 75602190">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Rectangle: Rounded Corners 1789658254">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Rectangle: Rounded Corners 1953288476">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Straight Connector 319643796">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47942514" name="Rectangle: Rounded Corners 647942513">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36131649" name="Rectangle: Rounded Corners 636131648">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61513706" name="Rectangle: Rounded Corners 261513705">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466779703" name="Rectangle 1466779702">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Rectangle 2140567318">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Rectangle 800090932">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Oval 663275864">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302896656" name="Oval 302896655">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173073259" name="Oval 1173073258">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51287708" name="Rectangle 1351287707">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Rectangle 1523385386">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59</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2026-07-27T10:31:15.6130000Z</dcterms:created>
  <dcterms:modified xsi:type="dcterms:W3CDTF">2026-07-27T10:31:15.6130000Z</dcterms:modified>
</coreProperties>
</file>