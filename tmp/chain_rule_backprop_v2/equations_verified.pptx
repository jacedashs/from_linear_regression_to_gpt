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16bc1b390442e7" /><Relationship Type="http://schemas.openxmlformats.org/officeDocument/2006/relationships/extended-properties" Target="/docProps/app.xml" Id="R18bc12fa907e4ae0" /><Relationship Type="http://schemas.openxmlformats.org/officeDocument/2006/relationships/officeDocument" Target="/ppt/presentation.xml" Id="Rd4bec38fcf8c44f2" /></Relationships>
</file>

<file path=ppt/presentation.xml><?xml version="1.0" encoding="utf-8"?>
<p:presentation xmlns:p="http://schemas.openxmlformats.org/presentationml/2006/main">
  <p:sldMasterIdLst>
    <p:sldMasterId xmlns:r="http://schemas.openxmlformats.org/officeDocument/2006/relationships" id="2147483648" r:id="R478f406311fc4161"/>
  </p:sldMasterIdLst>
  <p:notesMasterIdLst>
    <p:notesMasterId xmlns:r="http://schemas.openxmlformats.org/officeDocument/2006/relationships" r:id="R3c92d87623f846fd"/>
  </p:notesMasterIdLst>
  <p:sldIdLst>
    <p:sldId xmlns:r="http://schemas.openxmlformats.org/officeDocument/2006/relationships" id="256" r:id="R16b7c8e7de094fb6"/>
    <p:sldId xmlns:r="http://schemas.openxmlformats.org/officeDocument/2006/relationships" id="257" r:id="R0238d2a2364a43fc"/>
    <p:sldId xmlns:r="http://schemas.openxmlformats.org/officeDocument/2006/relationships" id="258" r:id="R0b5327edd0f54da4"/>
    <p:sldId xmlns:r="http://schemas.openxmlformats.org/officeDocument/2006/relationships" id="259" r:id="R428b86a11d0949f1"/>
    <p:sldId xmlns:r="http://schemas.openxmlformats.org/officeDocument/2006/relationships" id="260" r:id="R9ca7f40e45ba4af0"/>
    <p:sldId xmlns:r="http://schemas.openxmlformats.org/officeDocument/2006/relationships" id="261" r:id="R3490de355b4c42b2"/>
    <p:sldId xmlns:r="http://schemas.openxmlformats.org/officeDocument/2006/relationships" id="262" r:id="R24d8dd3d26974ea1"/>
    <p:sldId xmlns:r="http://schemas.openxmlformats.org/officeDocument/2006/relationships" id="263" r:id="R5e67577077864a0c"/>
    <p:sldId xmlns:r="http://schemas.openxmlformats.org/officeDocument/2006/relationships" id="264" r:id="R4b5266ebdfe54f4c"/>
    <p:sldId xmlns:r="http://schemas.openxmlformats.org/officeDocument/2006/relationships" id="265" r:id="R839de74fb8c14417"/>
    <p:sldId xmlns:r="http://schemas.openxmlformats.org/officeDocument/2006/relationships" id="266" r:id="Rca84d11a08b44e31"/>
    <p:sldId xmlns:r="http://schemas.openxmlformats.org/officeDocument/2006/relationships" id="267" r:id="R6d527cf4c74d46ff"/>
    <p:sldId xmlns:r="http://schemas.openxmlformats.org/officeDocument/2006/relationships" id="268" r:id="Rb1d0225130d4472a"/>
    <p:sldId xmlns:r="http://schemas.openxmlformats.org/officeDocument/2006/relationships" id="269" r:id="R0bab841dc130496f"/>
    <p:sldId xmlns:r="http://schemas.openxmlformats.org/officeDocument/2006/relationships" id="270" r:id="R255d25b8cf8141c4"/>
    <p:sldId xmlns:r="http://schemas.openxmlformats.org/officeDocument/2006/relationships" id="271" r:id="Rea4e8ac0830c42aa"/>
    <p:sldId xmlns:r="http://schemas.openxmlformats.org/officeDocument/2006/relationships" id="272" r:id="Ra033b556afe44bad"/>
    <p:sldId xmlns:r="http://schemas.openxmlformats.org/officeDocument/2006/relationships" id="273" r:id="Re62fae2722124bae"/>
    <p:sldId xmlns:r="http://schemas.openxmlformats.org/officeDocument/2006/relationships" id="274" r:id="R86ebb53c05634107"/>
    <p:sldId xmlns:r="http://schemas.openxmlformats.org/officeDocument/2006/relationships" id="275" r:id="Ref0cc49dffdb42e5"/>
    <p:sldId xmlns:r="http://schemas.openxmlformats.org/officeDocument/2006/relationships" id="276" r:id="R96780810ec234bd3"/>
    <p:sldId xmlns:r="http://schemas.openxmlformats.org/officeDocument/2006/relationships" id="277" r:id="Rd09378b404f148b9"/>
    <p:sldId xmlns:r="http://schemas.openxmlformats.org/officeDocument/2006/relationships" id="278" r:id="R018837aaac1442a1"/>
    <p:sldId xmlns:r="http://schemas.openxmlformats.org/officeDocument/2006/relationships" id="279" r:id="Ra6779018131b4e18"/>
    <p:sldId xmlns:r="http://schemas.openxmlformats.org/officeDocument/2006/relationships" id="280" r:id="R8083f47b9bc44160"/>
    <p:sldId xmlns:r="http://schemas.openxmlformats.org/officeDocument/2006/relationships" id="281" r:id="R71c8783e06484ed1"/>
    <p:sldId xmlns:r="http://schemas.openxmlformats.org/officeDocument/2006/relationships" id="282" r:id="R2469b77cf4524a77"/>
    <p:sldId xmlns:r="http://schemas.openxmlformats.org/officeDocument/2006/relationships" id="283" r:id="Refc8591090b24354"/>
    <p:sldId xmlns:r="http://schemas.openxmlformats.org/officeDocument/2006/relationships" id="284" r:id="Rae86cb3c26fb40b3"/>
    <p:sldId xmlns:r="http://schemas.openxmlformats.org/officeDocument/2006/relationships" id="285" r:id="R854739167cbd4172"/>
    <p:sldId xmlns:r="http://schemas.openxmlformats.org/officeDocument/2006/relationships" id="286" r:id="Ra34e59cf42884954"/>
    <p:sldId xmlns:r="http://schemas.openxmlformats.org/officeDocument/2006/relationships" id="287" r:id="Rf64c654ad5fe4901"/>
    <p:sldId xmlns:r="http://schemas.openxmlformats.org/officeDocument/2006/relationships" id="288" r:id="R7bd166a8ed5f4993"/>
    <p:sldId xmlns:r="http://schemas.openxmlformats.org/officeDocument/2006/relationships" id="289" r:id="Rf7fe13131c264499"/>
    <p:sldId xmlns:r="http://schemas.openxmlformats.org/officeDocument/2006/relationships" id="290" r:id="Rea994397338645ba"/>
    <p:sldId xmlns:r="http://schemas.openxmlformats.org/officeDocument/2006/relationships" id="291" r:id="R40ec4b2ad2004872"/>
    <p:sldId xmlns:r="http://schemas.openxmlformats.org/officeDocument/2006/relationships" id="292" r:id="Rb2096c833f59426a"/>
    <p:sldId xmlns:r="http://schemas.openxmlformats.org/officeDocument/2006/relationships" id="293" r:id="R50e96732584a4d16"/>
    <p:sldId xmlns:r="http://schemas.openxmlformats.org/officeDocument/2006/relationships" id="294" r:id="R821b0b16eae54a94"/>
    <p:sldId xmlns:r="http://schemas.openxmlformats.org/officeDocument/2006/relationships" id="295" r:id="R15b813edb2254f91"/>
    <p:sldId xmlns:r="http://schemas.openxmlformats.org/officeDocument/2006/relationships" id="296" r:id="Rcd0c3a50b7e848fe"/>
    <p:sldId xmlns:r="http://schemas.openxmlformats.org/officeDocument/2006/relationships" id="297" r:id="R3ccaa053782a46ef"/>
    <p:sldId xmlns:r="http://schemas.openxmlformats.org/officeDocument/2006/relationships" id="298" r:id="R09d81881e4464cff"/>
    <p:sldId xmlns:r="http://schemas.openxmlformats.org/officeDocument/2006/relationships" id="299" r:id="R63e92c3644af43a1"/>
    <p:sldId xmlns:r="http://schemas.openxmlformats.org/officeDocument/2006/relationships" id="300" r:id="R1ecf3896b59b4393"/>
    <p:sldId xmlns:r="http://schemas.openxmlformats.org/officeDocument/2006/relationships" id="301" r:id="R42b6f2fa8166467a"/>
    <p:sldId xmlns:r="http://schemas.openxmlformats.org/officeDocument/2006/relationships" id="302" r:id="R249a0c30900c413d"/>
    <p:sldId xmlns:r="http://schemas.openxmlformats.org/officeDocument/2006/relationships" id="303" r:id="R9dd33c547f1c4116"/>
    <p:sldId xmlns:r="http://schemas.openxmlformats.org/officeDocument/2006/relationships" id="304" r:id="Rd3cdbad1cc544e0d"/>
    <p:sldId xmlns:r="http://schemas.openxmlformats.org/officeDocument/2006/relationships" id="305" r:id="R1695b33ff166406d"/>
    <p:sldId xmlns:r="http://schemas.openxmlformats.org/officeDocument/2006/relationships" id="306" r:id="Rab920de2c0254e4f"/>
    <p:sldId xmlns:r="http://schemas.openxmlformats.org/officeDocument/2006/relationships" id="307" r:id="R471e3df545704730"/>
    <p:sldId xmlns:r="http://schemas.openxmlformats.org/officeDocument/2006/relationships" id="308" r:id="R0833a7e5fc3f45ed"/>
    <p:sldId xmlns:r="http://schemas.openxmlformats.org/officeDocument/2006/relationships" id="309" r:id="Rce4ee02aa4ce4385"/>
    <p:sldId xmlns:r="http://schemas.openxmlformats.org/officeDocument/2006/relationships" id="310" r:id="R2bce95deae324c19"/>
    <p:sldId xmlns:r="http://schemas.openxmlformats.org/officeDocument/2006/relationships" id="311" r:id="Rbd2ad6545ef14fc0"/>
    <p:sldId xmlns:r="http://schemas.openxmlformats.org/officeDocument/2006/relationships" id="312" r:id="Ra6573e4a2cdc4c95"/>
    <p:sldId xmlns:r="http://schemas.openxmlformats.org/officeDocument/2006/relationships" id="313" r:id="R80479a858f3149da"/>
    <p:sldId xmlns:r="http://schemas.openxmlformats.org/officeDocument/2006/relationships" id="314" r:id="R306275f323834f67"/>
    <p:sldId xmlns:r="http://schemas.openxmlformats.org/officeDocument/2006/relationships" id="315" r:id="R01f5a364d7a344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a74d4333144c10" /><Relationship Type="http://schemas.openxmlformats.org/officeDocument/2006/relationships/slideMaster" Target="/ppt/slideMasters/slideMaster1.xml" Id="R478f406311fc4161" /><Relationship Type="http://schemas.openxmlformats.org/officeDocument/2006/relationships/notesMaster" Target="/ppt/notesMasters/notesMaster1.xml" Id="R3c92d87623f846fd" /><Relationship Type="http://schemas.openxmlformats.org/officeDocument/2006/relationships/presProps" Target="/ppt/presProps.xml" Id="Ree61f594951f4902" /><Relationship Type="http://schemas.openxmlformats.org/officeDocument/2006/relationships/viewProps" Target="/ppt/viewProps.xml" Id="Ra51d77bb17c84d38" /><Relationship Type="http://schemas.openxmlformats.org/officeDocument/2006/relationships/tableStyles" Target="/ppt/tableStyles.xml" Id="R6555e5bdbc2645ae" /><Relationship Type="http://schemas.openxmlformats.org/officeDocument/2006/relationships/slide" Target="/ppt/slides/slide1.xml" Id="R16b7c8e7de094fb6" /><Relationship Type="http://schemas.openxmlformats.org/officeDocument/2006/relationships/slide" Target="/ppt/slides/slide2.xml" Id="R0238d2a2364a43fc" /><Relationship Type="http://schemas.openxmlformats.org/officeDocument/2006/relationships/slide" Target="/ppt/slides/slide3.xml" Id="R0b5327edd0f54da4" /><Relationship Type="http://schemas.openxmlformats.org/officeDocument/2006/relationships/slide" Target="/ppt/slides/slide4.xml" Id="R428b86a11d0949f1" /><Relationship Type="http://schemas.openxmlformats.org/officeDocument/2006/relationships/slide" Target="/ppt/slides/slide5.xml" Id="R9ca7f40e45ba4af0" /><Relationship Type="http://schemas.openxmlformats.org/officeDocument/2006/relationships/slide" Target="/ppt/slides/slide6.xml" Id="R3490de355b4c42b2" /><Relationship Type="http://schemas.openxmlformats.org/officeDocument/2006/relationships/slide" Target="/ppt/slides/slide7.xml" Id="R24d8dd3d26974ea1" /><Relationship Type="http://schemas.openxmlformats.org/officeDocument/2006/relationships/slide" Target="/ppt/slides/slide8.xml" Id="R5e67577077864a0c" /><Relationship Type="http://schemas.openxmlformats.org/officeDocument/2006/relationships/slide" Target="/ppt/slides/slide9.xml" Id="R4b5266ebdfe54f4c" /><Relationship Type="http://schemas.openxmlformats.org/officeDocument/2006/relationships/slide" Target="/ppt/slides/slide10.xml" Id="R839de74fb8c14417" /><Relationship Type="http://schemas.openxmlformats.org/officeDocument/2006/relationships/slide" Target="/ppt/slides/slide11.xml" Id="Rca84d11a08b44e31" /><Relationship Type="http://schemas.openxmlformats.org/officeDocument/2006/relationships/slide" Target="/ppt/slides/slide12.xml" Id="R6d527cf4c74d46ff" /><Relationship Type="http://schemas.openxmlformats.org/officeDocument/2006/relationships/slide" Target="/ppt/slides/slide13.xml" Id="Rb1d0225130d4472a" /><Relationship Type="http://schemas.openxmlformats.org/officeDocument/2006/relationships/slide" Target="/ppt/slides/slide14.xml" Id="R0bab841dc130496f" /><Relationship Type="http://schemas.openxmlformats.org/officeDocument/2006/relationships/slide" Target="/ppt/slides/slide15.xml" Id="R255d25b8cf8141c4" /><Relationship Type="http://schemas.openxmlformats.org/officeDocument/2006/relationships/slide" Target="/ppt/slides/slide16.xml" Id="Rea4e8ac0830c42aa" /><Relationship Type="http://schemas.openxmlformats.org/officeDocument/2006/relationships/slide" Target="/ppt/slides/slide17.xml" Id="Ra033b556afe44bad" /><Relationship Type="http://schemas.openxmlformats.org/officeDocument/2006/relationships/slide" Target="/ppt/slides/slide18.xml" Id="Re62fae2722124bae" /><Relationship Type="http://schemas.openxmlformats.org/officeDocument/2006/relationships/slide" Target="/ppt/slides/slide19.xml" Id="R86ebb53c05634107" /><Relationship Type="http://schemas.openxmlformats.org/officeDocument/2006/relationships/slide" Target="/ppt/slides/slide20.xml" Id="Ref0cc49dffdb42e5" /><Relationship Type="http://schemas.openxmlformats.org/officeDocument/2006/relationships/slide" Target="/ppt/slides/slide21.xml" Id="R96780810ec234bd3" /><Relationship Type="http://schemas.openxmlformats.org/officeDocument/2006/relationships/slide" Target="/ppt/slides/slide22.xml" Id="Rd09378b404f148b9" /><Relationship Type="http://schemas.openxmlformats.org/officeDocument/2006/relationships/slide" Target="/ppt/slides/slide23.xml" Id="R018837aaac1442a1" /><Relationship Type="http://schemas.openxmlformats.org/officeDocument/2006/relationships/slide" Target="/ppt/slides/slide24.xml" Id="Ra6779018131b4e18" /><Relationship Type="http://schemas.openxmlformats.org/officeDocument/2006/relationships/slide" Target="/ppt/slides/slide25.xml" Id="R8083f47b9bc44160" /><Relationship Type="http://schemas.openxmlformats.org/officeDocument/2006/relationships/slide" Target="/ppt/slides/slide26.xml" Id="R71c8783e06484ed1" /><Relationship Type="http://schemas.openxmlformats.org/officeDocument/2006/relationships/slide" Target="/ppt/slides/slide27.xml" Id="R2469b77cf4524a77" /><Relationship Type="http://schemas.openxmlformats.org/officeDocument/2006/relationships/slide" Target="/ppt/slides/slide28.xml" Id="Refc8591090b24354" /><Relationship Type="http://schemas.openxmlformats.org/officeDocument/2006/relationships/slide" Target="/ppt/slides/slide29.xml" Id="Rae86cb3c26fb40b3" /><Relationship Type="http://schemas.openxmlformats.org/officeDocument/2006/relationships/slide" Target="/ppt/slides/slide30.xml" Id="R854739167cbd4172" /><Relationship Type="http://schemas.openxmlformats.org/officeDocument/2006/relationships/slide" Target="/ppt/slides/slide31.xml" Id="Ra34e59cf42884954" /><Relationship Type="http://schemas.openxmlformats.org/officeDocument/2006/relationships/slide" Target="/ppt/slides/slide32.xml" Id="Rf64c654ad5fe4901" /><Relationship Type="http://schemas.openxmlformats.org/officeDocument/2006/relationships/slide" Target="/ppt/slides/slide33.xml" Id="R7bd166a8ed5f4993" /><Relationship Type="http://schemas.openxmlformats.org/officeDocument/2006/relationships/slide" Target="/ppt/slides/slide34.xml" Id="Rf7fe13131c264499" /><Relationship Type="http://schemas.openxmlformats.org/officeDocument/2006/relationships/slide" Target="/ppt/slides/slide35.xml" Id="Rea994397338645ba" /><Relationship Type="http://schemas.openxmlformats.org/officeDocument/2006/relationships/slide" Target="/ppt/slides/slide36.xml" Id="R40ec4b2ad2004872" /><Relationship Type="http://schemas.openxmlformats.org/officeDocument/2006/relationships/slide" Target="/ppt/slides/slide37.xml" Id="Rb2096c833f59426a" /><Relationship Type="http://schemas.openxmlformats.org/officeDocument/2006/relationships/slide" Target="/ppt/slides/slide38.xml" Id="R50e96732584a4d16" /><Relationship Type="http://schemas.openxmlformats.org/officeDocument/2006/relationships/slide" Target="/ppt/slides/slide39.xml" Id="R821b0b16eae54a94" /><Relationship Type="http://schemas.openxmlformats.org/officeDocument/2006/relationships/slide" Target="/ppt/slides/slide40.xml" Id="R15b813edb2254f91" /><Relationship Type="http://schemas.openxmlformats.org/officeDocument/2006/relationships/slide" Target="/ppt/slides/slide41.xml" Id="Rcd0c3a50b7e848fe" /><Relationship Type="http://schemas.openxmlformats.org/officeDocument/2006/relationships/slide" Target="/ppt/slides/slide42.xml" Id="R3ccaa053782a46ef" /><Relationship Type="http://schemas.openxmlformats.org/officeDocument/2006/relationships/slide" Target="/ppt/slides/slide43.xml" Id="R09d81881e4464cff" /><Relationship Type="http://schemas.openxmlformats.org/officeDocument/2006/relationships/slide" Target="/ppt/slides/slide44.xml" Id="R63e92c3644af43a1" /><Relationship Type="http://schemas.openxmlformats.org/officeDocument/2006/relationships/slide" Target="/ppt/slides/slide45.xml" Id="R1ecf3896b59b4393" /><Relationship Type="http://schemas.openxmlformats.org/officeDocument/2006/relationships/slide" Target="/ppt/slides/slide46.xml" Id="R42b6f2fa8166467a" /><Relationship Type="http://schemas.openxmlformats.org/officeDocument/2006/relationships/slide" Target="/ppt/slides/slide47.xml" Id="R249a0c30900c413d" /><Relationship Type="http://schemas.openxmlformats.org/officeDocument/2006/relationships/slide" Target="/ppt/slides/slide48.xml" Id="R9dd33c547f1c4116" /><Relationship Type="http://schemas.openxmlformats.org/officeDocument/2006/relationships/slide" Target="/ppt/slides/slide49.xml" Id="Rd3cdbad1cc544e0d" /><Relationship Type="http://schemas.openxmlformats.org/officeDocument/2006/relationships/slide" Target="/ppt/slides/slide50.xml" Id="R1695b33ff166406d" /><Relationship Type="http://schemas.openxmlformats.org/officeDocument/2006/relationships/slide" Target="/ppt/slides/slide51.xml" Id="Rab920de2c0254e4f" /><Relationship Type="http://schemas.openxmlformats.org/officeDocument/2006/relationships/slide" Target="/ppt/slides/slide52.xml" Id="R471e3df545704730" /><Relationship Type="http://schemas.openxmlformats.org/officeDocument/2006/relationships/slide" Target="/ppt/slides/slide53.xml" Id="R0833a7e5fc3f45ed" /><Relationship Type="http://schemas.openxmlformats.org/officeDocument/2006/relationships/slide" Target="/ppt/slides/slide54.xml" Id="Rce4ee02aa4ce4385" /><Relationship Type="http://schemas.openxmlformats.org/officeDocument/2006/relationships/slide" Target="/ppt/slides/slide55.xml" Id="R2bce95deae324c19" /><Relationship Type="http://schemas.openxmlformats.org/officeDocument/2006/relationships/slide" Target="/ppt/slides/slide56.xml" Id="Rbd2ad6545ef14fc0" /><Relationship Type="http://schemas.openxmlformats.org/officeDocument/2006/relationships/slide" Target="/ppt/slides/slide57.xml" Id="Ra6573e4a2cdc4c95" /><Relationship Type="http://schemas.openxmlformats.org/officeDocument/2006/relationships/slide" Target="/ppt/slides/slide58.xml" Id="R80479a858f3149da" /><Relationship Type="http://schemas.openxmlformats.org/officeDocument/2006/relationships/slide" Target="/ppt/slides/slide59.xml" Id="R306275f323834f67" /><Relationship Type="http://schemas.openxmlformats.org/officeDocument/2006/relationships/slide" Target="/ppt/slides/slide60.xml" Id="R01f5a364d7a344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742a032b4d4a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546010af044c36" /><Relationship Type="http://schemas.openxmlformats.org/officeDocument/2006/relationships/notesMaster" Target="/ppt/notesMasters/notesMaster1.xml" Id="R5c9b275961b9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c1c8f558234926" /><Relationship Type="http://schemas.openxmlformats.org/officeDocument/2006/relationships/notesMaster" Target="/ppt/notesMasters/notesMaster1.xml" Id="Rc16ecb8ee3fb4d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4d9a655e8646f5" /><Relationship Type="http://schemas.openxmlformats.org/officeDocument/2006/relationships/notesMaster" Target="/ppt/notesMasters/notesMaster1.xml" Id="Rc86c72a77bfd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e3be8eefdb45e4" /><Relationship Type="http://schemas.openxmlformats.org/officeDocument/2006/relationships/notesMaster" Target="/ppt/notesMasters/notesMaster1.xml" Id="R0a138fb0357545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e7444dbc754db0" /><Relationship Type="http://schemas.openxmlformats.org/officeDocument/2006/relationships/notesMaster" Target="/ppt/notesMasters/notesMaster1.xml" Id="R0e11ed703c7346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d3a722266841fa" /><Relationship Type="http://schemas.openxmlformats.org/officeDocument/2006/relationships/notesMaster" Target="/ppt/notesMasters/notesMaster1.xml" Id="R778858a7245048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b922a0ea9e4a3a" /><Relationship Type="http://schemas.openxmlformats.org/officeDocument/2006/relationships/notesMaster" Target="/ppt/notesMasters/notesMaster1.xml" Id="R6377accce66e4b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183404a018455f" /><Relationship Type="http://schemas.openxmlformats.org/officeDocument/2006/relationships/notesMaster" Target="/ppt/notesMasters/notesMaster1.xml" Id="R01f2d0eb6d6e45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31e30699a84544" /><Relationship Type="http://schemas.openxmlformats.org/officeDocument/2006/relationships/notesMaster" Target="/ppt/notesMasters/notesMaster1.xml" Id="R383e4827973841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0ac9d65fdc4784" /><Relationship Type="http://schemas.openxmlformats.org/officeDocument/2006/relationships/notesMaster" Target="/ppt/notesMasters/notesMaster1.xml" Id="R3edb17c58fc44e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5a822b3b6d4cc4" /><Relationship Type="http://schemas.openxmlformats.org/officeDocument/2006/relationships/notesMaster" Target="/ppt/notesMasters/notesMaster1.xml" Id="R705233036d7346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34ce8c7a7f4a66" /><Relationship Type="http://schemas.openxmlformats.org/officeDocument/2006/relationships/notesMaster" Target="/ppt/notesMasters/notesMaster1.xml" Id="R70bd56ae44d647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7e54fcc4c74ad3" /><Relationship Type="http://schemas.openxmlformats.org/officeDocument/2006/relationships/notesMaster" Target="/ppt/notesMasters/notesMaster1.xml" Id="R8f0eaa8d0ea640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1535ffbdad4d2e" /><Relationship Type="http://schemas.openxmlformats.org/officeDocument/2006/relationships/notesMaster" Target="/ppt/notesMasters/notesMaster1.xml" Id="R25d69d0037664e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298e86feb74fd3" /><Relationship Type="http://schemas.openxmlformats.org/officeDocument/2006/relationships/notesMaster" Target="/ppt/notesMasters/notesMaster1.xml" Id="R85471f20f33e42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a97e3cac5d4ae2" /><Relationship Type="http://schemas.openxmlformats.org/officeDocument/2006/relationships/notesMaster" Target="/ppt/notesMasters/notesMaster1.xml" Id="Rc6fce6b12f9745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07d08844464a82" /><Relationship Type="http://schemas.openxmlformats.org/officeDocument/2006/relationships/notesMaster" Target="/ppt/notesMasters/notesMaster1.xml" Id="Rb6f0c3288ebe4c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d35321d65449af" /><Relationship Type="http://schemas.openxmlformats.org/officeDocument/2006/relationships/notesMaster" Target="/ppt/notesMasters/notesMaster1.xml" Id="Rfb80d11c0aa541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4e72ab0ece42c6" /><Relationship Type="http://schemas.openxmlformats.org/officeDocument/2006/relationships/notesMaster" Target="/ppt/notesMasters/notesMaster1.xml" Id="Re92c9064cbdf4a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7a14e216674366" /><Relationship Type="http://schemas.openxmlformats.org/officeDocument/2006/relationships/notesMaster" Target="/ppt/notesMasters/notesMaster1.xml" Id="R790fd1db3bc649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d2eacc557a4707" /><Relationship Type="http://schemas.openxmlformats.org/officeDocument/2006/relationships/notesMaster" Target="/ppt/notesMasters/notesMaster1.xml" Id="Ra4fb41624cfd4d5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87157941874b1a" /><Relationship Type="http://schemas.openxmlformats.org/officeDocument/2006/relationships/notesMaster" Target="/ppt/notesMasters/notesMaster1.xml" Id="Re3abdae64e9742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485a1dfa324d4d" /><Relationship Type="http://schemas.openxmlformats.org/officeDocument/2006/relationships/notesMaster" Target="/ppt/notesMasters/notesMaster1.xml" Id="Rbdad4352515c4d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04c89c70adf4948" /><Relationship Type="http://schemas.openxmlformats.org/officeDocument/2006/relationships/notesMaster" Target="/ppt/notesMasters/notesMaster1.xml" Id="R728da6ee8331421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4607383ef64dbd" /><Relationship Type="http://schemas.openxmlformats.org/officeDocument/2006/relationships/notesMaster" Target="/ppt/notesMasters/notesMaster1.xml" Id="R674b7be3802840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77288fa1fe405c" /><Relationship Type="http://schemas.openxmlformats.org/officeDocument/2006/relationships/notesMaster" Target="/ppt/notesMasters/notesMaster1.xml" Id="R43952d8a14da4e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8b78e975f9b45b5" /><Relationship Type="http://schemas.openxmlformats.org/officeDocument/2006/relationships/notesMaster" Target="/ppt/notesMasters/notesMaster1.xml" Id="R3baf30b8664544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7dd07ded5c346a5" /><Relationship Type="http://schemas.openxmlformats.org/officeDocument/2006/relationships/notesMaster" Target="/ppt/notesMasters/notesMaster1.xml" Id="R7255af1368aa4a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510fc57818546fb" /><Relationship Type="http://schemas.openxmlformats.org/officeDocument/2006/relationships/notesMaster" Target="/ppt/notesMasters/notesMaster1.xml" Id="R10018b45e7eb42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be9e70fc04e4a0d" /><Relationship Type="http://schemas.openxmlformats.org/officeDocument/2006/relationships/notesMaster" Target="/ppt/notesMasters/notesMaster1.xml" Id="Rb5b56499956e4cc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4ce039730147c9" /><Relationship Type="http://schemas.openxmlformats.org/officeDocument/2006/relationships/notesMaster" Target="/ppt/notesMasters/notesMaster1.xml" Id="R91461cd5c6c64bd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aabe5dffc704635" /><Relationship Type="http://schemas.openxmlformats.org/officeDocument/2006/relationships/notesMaster" Target="/ppt/notesMasters/notesMaster1.xml" Id="R9cc94c3db583431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d1c4e5b2f5464b" /><Relationship Type="http://schemas.openxmlformats.org/officeDocument/2006/relationships/notesMaster" Target="/ppt/notesMasters/notesMaster1.xml" Id="R77368358499c4cd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d5ba49775ba4870" /><Relationship Type="http://schemas.openxmlformats.org/officeDocument/2006/relationships/notesMaster" Target="/ppt/notesMasters/notesMaster1.xml" Id="R1398e5511e5f46a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d246931e79f422b" /><Relationship Type="http://schemas.openxmlformats.org/officeDocument/2006/relationships/notesMaster" Target="/ppt/notesMasters/notesMaster1.xml" Id="Rf90cbba318ef45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86aa8618744dcd" /><Relationship Type="http://schemas.openxmlformats.org/officeDocument/2006/relationships/notesMaster" Target="/ppt/notesMasters/notesMaster1.xml" Id="R65426c55fe234bb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13ac6a615944636" /><Relationship Type="http://schemas.openxmlformats.org/officeDocument/2006/relationships/notesMaster" Target="/ppt/notesMasters/notesMaster1.xml" Id="R7553b8b71a6d43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02c2885f614885" /><Relationship Type="http://schemas.openxmlformats.org/officeDocument/2006/relationships/notesMaster" Target="/ppt/notesMasters/notesMaster1.xml" Id="Rc6a9293d98dc406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f0a254e1ea34a82" /><Relationship Type="http://schemas.openxmlformats.org/officeDocument/2006/relationships/notesMaster" Target="/ppt/notesMasters/notesMaster1.xml" Id="R0e81eb7566c84ac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ab8e6fc87c6424d" /><Relationship Type="http://schemas.openxmlformats.org/officeDocument/2006/relationships/notesMaster" Target="/ppt/notesMasters/notesMaster1.xml" Id="Rafbf9397552b459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8a85c9dc5f54a4a" /><Relationship Type="http://schemas.openxmlformats.org/officeDocument/2006/relationships/notesMaster" Target="/ppt/notesMasters/notesMaster1.xml" Id="Rb8b6f2c6c2bf433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f0893a604e4dae" /><Relationship Type="http://schemas.openxmlformats.org/officeDocument/2006/relationships/notesMaster" Target="/ppt/notesMasters/notesMaster1.xml" Id="R06805eda595b4c4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6028cacb62a4c41" /><Relationship Type="http://schemas.openxmlformats.org/officeDocument/2006/relationships/notesMaster" Target="/ppt/notesMasters/notesMaster1.xml" Id="Rd4e0322e57d646d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3e1a7d6a564710" /><Relationship Type="http://schemas.openxmlformats.org/officeDocument/2006/relationships/notesMaster" Target="/ppt/notesMasters/notesMaster1.xml" Id="Ra0eeb279f6c6445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296156dd5a34414" /><Relationship Type="http://schemas.openxmlformats.org/officeDocument/2006/relationships/notesMaster" Target="/ppt/notesMasters/notesMaster1.xml" Id="Rd1d6686132824d8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b03362085c54e72" /><Relationship Type="http://schemas.openxmlformats.org/officeDocument/2006/relationships/notesMaster" Target="/ppt/notesMasters/notesMaster1.xml" Id="R56c5d028a8774b2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eba7ac16cae41c8" /><Relationship Type="http://schemas.openxmlformats.org/officeDocument/2006/relationships/notesMaster" Target="/ppt/notesMasters/notesMaster1.xml" Id="Rebe08889925a4fe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1b8825d3a8b45ac" /><Relationship Type="http://schemas.openxmlformats.org/officeDocument/2006/relationships/notesMaster" Target="/ppt/notesMasters/notesMaster1.xml" Id="Rb2bd72f613b541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e5ebaf5061f42f5" /><Relationship Type="http://schemas.openxmlformats.org/officeDocument/2006/relationships/notesMaster" Target="/ppt/notesMasters/notesMaster1.xml" Id="R6886007fdbf3405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e6c1b04ec36418a" /><Relationship Type="http://schemas.openxmlformats.org/officeDocument/2006/relationships/notesMaster" Target="/ppt/notesMasters/notesMaster1.xml" Id="R3d5aa745479142a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26edf4b645a49bd" /><Relationship Type="http://schemas.openxmlformats.org/officeDocument/2006/relationships/notesMaster" Target="/ppt/notesMasters/notesMaster1.xml" Id="R89b001689f13469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dc4408d3734a75" /><Relationship Type="http://schemas.openxmlformats.org/officeDocument/2006/relationships/notesMaster" Target="/ppt/notesMasters/notesMaster1.xml" Id="R72c28c6304ed400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37992f40c3144ff" /><Relationship Type="http://schemas.openxmlformats.org/officeDocument/2006/relationships/notesMaster" Target="/ppt/notesMasters/notesMaster1.xml" Id="Rf612c20d5f944cd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b1f82b9282a490f" /><Relationship Type="http://schemas.openxmlformats.org/officeDocument/2006/relationships/notesMaster" Target="/ppt/notesMasters/notesMaster1.xml" Id="R241fdbd1bfbb412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8f0496ce7a54540" /><Relationship Type="http://schemas.openxmlformats.org/officeDocument/2006/relationships/notesMaster" Target="/ppt/notesMasters/notesMaster1.xml" Id="R6010c05e3195482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70a0d69740e43d6" /><Relationship Type="http://schemas.openxmlformats.org/officeDocument/2006/relationships/notesMaster" Target="/ppt/notesMasters/notesMaster1.xml" Id="Rec216cc250384e7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1ed420ccb5f4878" /><Relationship Type="http://schemas.openxmlformats.org/officeDocument/2006/relationships/notesMaster" Target="/ppt/notesMasters/notesMaster1.xml" Id="R87ad4c2d5f5447c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9d92864a5694514" /><Relationship Type="http://schemas.openxmlformats.org/officeDocument/2006/relationships/notesMaster" Target="/ppt/notesMasters/notesMaster1.xml" Id="Rd626716abddb41d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1ab86bd0d014489" /><Relationship Type="http://schemas.openxmlformats.org/officeDocument/2006/relationships/notesMaster" Target="/ppt/notesMasters/notesMaster1.xml" Id="R339401daa00a464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b28def9cefc48b2" /><Relationship Type="http://schemas.openxmlformats.org/officeDocument/2006/relationships/notesMaster" Target="/ppt/notesMasters/notesMaster1.xml" Id="R32a2c8acdcb641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589373b40f4cb1" /><Relationship Type="http://schemas.openxmlformats.org/officeDocument/2006/relationships/image" Target="/ppt/media/image.png" Id="R7336805e6d2d4d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c4f48fc6db4b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605d79147945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db05e95e49468c" /><Relationship Type="http://schemas.openxmlformats.org/officeDocument/2006/relationships/image" Target="/ppt/media/image.png" Id="Rb8b48f16532f46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0cab88f9aa4a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0a5da7729b4a5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67b6542e2a9453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d1927d312d04c3a" /><Relationship Type="http://schemas.openxmlformats.org/officeDocument/2006/relationships/image" Target="/ppt/media/image.png" Id="Rf5486814cdae499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b335764b3ad4c5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d8e66bd0e4468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8779f59c346436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0e8394b6e264ef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7336805e6d2d4de0">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b8b48f16532f4675">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f5486814cdae4993">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ef350853bd4114" /><Relationship Type="http://schemas.openxmlformats.org/officeDocument/2006/relationships/slideLayout" Target="/ppt/slideLayouts/slideLayout1.xml" Id="R27489c102b25463c" /><Relationship Type="http://schemas.openxmlformats.org/officeDocument/2006/relationships/slideLayout" Target="/ppt/slideLayouts/slideLayout2.xml" Id="Rb50368af337f4af0" /><Relationship Type="http://schemas.openxmlformats.org/officeDocument/2006/relationships/slideLayout" Target="/ppt/slideLayouts/slideLayout3.xml" Id="Rbb8bf5ad4fdd4c46" /><Relationship Type="http://schemas.openxmlformats.org/officeDocument/2006/relationships/slideLayout" Target="/ppt/slideLayouts/slideLayout4.xml" Id="R31c0f56f4db24e9f" /><Relationship Type="http://schemas.openxmlformats.org/officeDocument/2006/relationships/slideLayout" Target="/ppt/slideLayouts/slideLayout5.xml" Id="R35ec75ed0e7e440e" /><Relationship Type="http://schemas.openxmlformats.org/officeDocument/2006/relationships/slideLayout" Target="/ppt/slideLayouts/slideLayout6.xml" Id="R4e5010ca0f8746d6" /><Relationship Type="http://schemas.openxmlformats.org/officeDocument/2006/relationships/slideLayout" Target="/ppt/slideLayouts/slideLayout7.xml" Id="Re0852e7646584f57" /><Relationship Type="http://schemas.openxmlformats.org/officeDocument/2006/relationships/slideLayout" Target="/ppt/slideLayouts/slideLayout8.xml" Id="R3dd2e5628db64132" /><Relationship Type="http://schemas.openxmlformats.org/officeDocument/2006/relationships/slideLayout" Target="/ppt/slideLayouts/slideLayout9.xml" Id="R3faa3e8aa515420e" /><Relationship Type="http://schemas.openxmlformats.org/officeDocument/2006/relationships/slideLayout" Target="/ppt/slideLayouts/slideLayout10.xml" Id="R3b2388b292634959" /><Relationship Type="http://schemas.openxmlformats.org/officeDocument/2006/relationships/slideLayout" Target="/ppt/slideLayouts/slideLayout11.xml" Id="R45a42cde89064469" /><Relationship Type="http://schemas.openxmlformats.org/officeDocument/2006/relationships/slideLayout" Target="/ppt/slideLayouts/slideLayout12.xml" Id="R4955278f759847bc"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89c102b25463c"/>
    <p:sldLayoutId xmlns:r="http://schemas.openxmlformats.org/officeDocument/2006/relationships" id="2147483650" r:id="Rb50368af337f4af0"/>
    <p:sldLayoutId xmlns:r="http://schemas.openxmlformats.org/officeDocument/2006/relationships" id="2147483651" r:id="Rbb8bf5ad4fdd4c46"/>
    <p:sldLayoutId xmlns:r="http://schemas.openxmlformats.org/officeDocument/2006/relationships" id="2147483652" r:id="R31c0f56f4db24e9f"/>
    <p:sldLayoutId xmlns:r="http://schemas.openxmlformats.org/officeDocument/2006/relationships" id="2147483653" r:id="R35ec75ed0e7e440e"/>
    <p:sldLayoutId xmlns:r="http://schemas.openxmlformats.org/officeDocument/2006/relationships" id="2147483654" r:id="R4e5010ca0f8746d6"/>
    <p:sldLayoutId xmlns:r="http://schemas.openxmlformats.org/officeDocument/2006/relationships" id="2147483655" r:id="Re0852e7646584f57"/>
    <p:sldLayoutId xmlns:r="http://schemas.openxmlformats.org/officeDocument/2006/relationships" id="2147483656" r:id="R3dd2e5628db64132"/>
    <p:sldLayoutId xmlns:r="http://schemas.openxmlformats.org/officeDocument/2006/relationships" id="2147483657" r:id="R3faa3e8aa515420e"/>
    <p:sldLayoutId xmlns:r="http://schemas.openxmlformats.org/officeDocument/2006/relationships" id="2147483658" r:id="R3b2388b292634959"/>
    <p:sldLayoutId xmlns:r="http://schemas.openxmlformats.org/officeDocument/2006/relationships" id="2147483659" r:id="R45a42cde89064469"/>
    <p:sldLayoutId xmlns:r="http://schemas.openxmlformats.org/officeDocument/2006/relationships" id="2147483660" r:id="R4955278f759847bc"/>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347882b03e4707" /><Relationship Type="http://schemas.openxmlformats.org/officeDocument/2006/relationships/notesSlide" Target="/ppt/notesSlides/notesSlide1.xml" Id="R1b65de87cacc40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083366a994b73" /><Relationship Type="http://schemas.openxmlformats.org/officeDocument/2006/relationships/image" Target="/ppt/media/image.jpeg" Id="R44fe266f810e46b4" /><Relationship Type="http://schemas.openxmlformats.org/officeDocument/2006/relationships/notesSlide" Target="/ppt/notesSlides/notesSlide2.xml" Id="Refda319b9d624d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d9059320ea4519" /><Relationship Type="http://schemas.openxmlformats.org/officeDocument/2006/relationships/image" Target="/ppt/media/image2.png" Id="R767609ecbb2b4297" /><Relationship Type="http://schemas.openxmlformats.org/officeDocument/2006/relationships/notesSlide" Target="/ppt/notesSlides/notesSlide3.xml" Id="R97529665b6e843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6b85c06659465e" /><Relationship Type="http://schemas.openxmlformats.org/officeDocument/2006/relationships/image" Target="/ppt/media/image2.png" Id="R807f932f180c4963" /><Relationship Type="http://schemas.openxmlformats.org/officeDocument/2006/relationships/notesSlide" Target="/ppt/notesSlides/notesSlide4.xml" Id="R1095335cba7943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453c73842649ed" /><Relationship Type="http://schemas.openxmlformats.org/officeDocument/2006/relationships/image" Target="/ppt/media/image2.png" Id="Ra9b74c50128f476e" /><Relationship Type="http://schemas.openxmlformats.org/officeDocument/2006/relationships/notesSlide" Target="/ppt/notesSlides/notesSlide5.xml" Id="Rabc7b7e6c07947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dc52d552034316" /><Relationship Type="http://schemas.openxmlformats.org/officeDocument/2006/relationships/notesSlide" Target="/ppt/notesSlides/notesSlide6.xml" Id="Rf4a3e571b6294d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a1539d185d462e" /><Relationship Type="http://schemas.openxmlformats.org/officeDocument/2006/relationships/image" Target="/ppt/media/image.svg" Id="Raf4d2b18becc4054" /><Relationship Type="http://schemas.openxmlformats.org/officeDocument/2006/relationships/image" Target="/ppt/media/image.jpeg" Id="Rb055e52eab1048b9" /><Relationship Type="http://schemas.openxmlformats.org/officeDocument/2006/relationships/notesSlide" Target="/ppt/notesSlides/notesSlide7.xml" Id="R05b7761bdfbf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ff34a1fa304fe8" /><Relationship Type="http://schemas.openxmlformats.org/officeDocument/2006/relationships/image" Target="/ppt/media/image2.jpeg" Id="R6e50024d26a54919" /><Relationship Type="http://schemas.openxmlformats.org/officeDocument/2006/relationships/image" Target="/ppt/media/image2.svg" Id="R791b98bcdf71456c" /><Relationship Type="http://schemas.openxmlformats.org/officeDocument/2006/relationships/notesSlide" Target="/ppt/notesSlides/notesSlide8.xml" Id="Rab87f3f8f1a14e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0c10b83b48442c" /><Relationship Type="http://schemas.openxmlformats.org/officeDocument/2006/relationships/notesSlide" Target="/ppt/notesSlides/notesSlide9.xml" Id="Rf1abc03ec93a46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9625caab6242f8" /><Relationship Type="http://schemas.openxmlformats.org/officeDocument/2006/relationships/image" Target="/ppt/media/image3.png" Id="R6d737dc375484aa5" /><Relationship Type="http://schemas.openxmlformats.org/officeDocument/2006/relationships/image" Target="/ppt/media/image3.svg" Id="Rfc1d9c991c1d4253" /><Relationship Type="http://schemas.openxmlformats.org/officeDocument/2006/relationships/notesSlide" Target="/ppt/notesSlides/notesSlide10.xml" Id="Ra23093675c724b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04fc25c9d34012" /><Relationship Type="http://schemas.openxmlformats.org/officeDocument/2006/relationships/image" Target="/ppt/media/image4.png" Id="R494ae942effb480f" /><Relationship Type="http://schemas.openxmlformats.org/officeDocument/2006/relationships/notesSlide" Target="/ppt/notesSlides/notesSlide11.xml" Id="R9c4e8b5fdd6442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22d5749d8cf4c4f" /><Relationship Type="http://schemas.openxmlformats.org/officeDocument/2006/relationships/image" Target="/ppt/media/image5.png" Id="R8c157db07e0441eb" /><Relationship Type="http://schemas.openxmlformats.org/officeDocument/2006/relationships/image" Target="/ppt/media/image4.svg" Id="Rb757de8a77584f46" /><Relationship Type="http://schemas.openxmlformats.org/officeDocument/2006/relationships/image" Target="/ppt/media/image4.png" Id="R5e6c6429922544d6" /><Relationship Type="http://schemas.openxmlformats.org/officeDocument/2006/relationships/notesSlide" Target="/ppt/notesSlides/notesSlide12.xml" Id="Rcf99e07e02f04a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db052b355344ce" /><Relationship Type="http://schemas.openxmlformats.org/officeDocument/2006/relationships/image" Target="/ppt/media/image6.png" Id="Rb9c017af8fa448af" /><Relationship Type="http://schemas.openxmlformats.org/officeDocument/2006/relationships/notesSlide" Target="/ppt/notesSlides/notesSlide13.xml" Id="Rd393dda55c5846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1d59d7424f4e15" /><Relationship Type="http://schemas.openxmlformats.org/officeDocument/2006/relationships/image" Target="/ppt/media/image7.png" Id="R2090d5dce03f4253" /><Relationship Type="http://schemas.openxmlformats.org/officeDocument/2006/relationships/notesSlide" Target="/ppt/notesSlides/notesSlide14.xml" Id="Rd6ec4d3709ca42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d3135464e2478f" /><Relationship Type="http://schemas.openxmlformats.org/officeDocument/2006/relationships/image" Target="/ppt/media/image8.png" Id="R5621d937bbc9468a" /><Relationship Type="http://schemas.openxmlformats.org/officeDocument/2006/relationships/image" Target="/ppt/media/image5.svg" Id="R893acc15ea24422c" /><Relationship Type="http://schemas.openxmlformats.org/officeDocument/2006/relationships/image" Target="/ppt/media/image5.png" Id="R534ef53995e24a2b" /><Relationship Type="http://schemas.openxmlformats.org/officeDocument/2006/relationships/notesSlide" Target="/ppt/notesSlides/notesSlide15.xml" Id="R0f1c877794254e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66b0858e024f26" /><Relationship Type="http://schemas.openxmlformats.org/officeDocument/2006/relationships/notesSlide" Target="/ppt/notesSlides/notesSlide16.xml" Id="Rdc5e52fb032648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6c464774e74c99" /><Relationship Type="http://schemas.openxmlformats.org/officeDocument/2006/relationships/notesSlide" Target="/ppt/notesSlides/notesSlide17.xml" Id="R59cb469ed24648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3e6551ffa1f49e4" /><Relationship Type="http://schemas.openxmlformats.org/officeDocument/2006/relationships/notesSlide" Target="/ppt/notesSlides/notesSlide18.xml" Id="R8914b3514c7d48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47a0f940f240ad" /><Relationship Type="http://schemas.openxmlformats.org/officeDocument/2006/relationships/image" Target="/ppt/media/image9.png" Id="R27ad914394894a9d" /><Relationship Type="http://schemas.openxmlformats.org/officeDocument/2006/relationships/notesSlide" Target="/ppt/notesSlides/notesSlide19.xml" Id="R3e8295ab04124c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3163627bc644e1" /><Relationship Type="http://schemas.openxmlformats.org/officeDocument/2006/relationships/image" Target="/ppt/media/image10.png" Id="R220b2673f38b4fee" /><Relationship Type="http://schemas.openxmlformats.org/officeDocument/2006/relationships/image" Target="/ppt/media/image6.svg" Id="R8072b2b8265149e6" /><Relationship Type="http://schemas.openxmlformats.org/officeDocument/2006/relationships/image" Target="/ppt/media/image11.png" Id="R40f7fae0c2974721" /><Relationship Type="http://schemas.openxmlformats.org/officeDocument/2006/relationships/image" Target="/ppt/media/image7.svg" Id="Rd28b3db66ec24570" /><Relationship Type="http://schemas.openxmlformats.org/officeDocument/2006/relationships/notesSlide" Target="/ppt/notesSlides/notesSlide20.xml" Id="R0dd64be3f31b42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b6f8b15a154b11" /><Relationship Type="http://schemas.openxmlformats.org/officeDocument/2006/relationships/image" Target="/ppt/media/image12.png" Id="R012cd819a7b440cd" /><Relationship Type="http://schemas.openxmlformats.org/officeDocument/2006/relationships/image" Target="/ppt/media/image8.svg" Id="R2a5b2e01b3b74f6a" /><Relationship Type="http://schemas.openxmlformats.org/officeDocument/2006/relationships/image" Target="/ppt/media/image13.png" Id="R639e80827a7547f7" /><Relationship Type="http://schemas.openxmlformats.org/officeDocument/2006/relationships/image" Target="/ppt/media/image9.svg" Id="R482e2e958578406a" /><Relationship Type="http://schemas.openxmlformats.org/officeDocument/2006/relationships/notesSlide" Target="/ppt/notesSlides/notesSlide21.xml" Id="R85dc85fd010c4e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6849839b7424b13" /><Relationship Type="http://schemas.openxmlformats.org/officeDocument/2006/relationships/image" Target="/ppt/media/image14.png" Id="R59eee3cf046f45af" /><Relationship Type="http://schemas.openxmlformats.org/officeDocument/2006/relationships/notesSlide" Target="/ppt/notesSlides/notesSlide22.xml" Id="Rfae244878cee49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416671c18534d6b" /><Relationship Type="http://schemas.openxmlformats.org/officeDocument/2006/relationships/notesSlide" Target="/ppt/notesSlides/notesSlide23.xml" Id="R26e0875ad26f44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63c89a284404cf9" /><Relationship Type="http://schemas.openxmlformats.org/officeDocument/2006/relationships/notesSlide" Target="/ppt/notesSlides/notesSlide24.xml" Id="Rc8ed129df41b46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2370757d73341f4" /><Relationship Type="http://schemas.openxmlformats.org/officeDocument/2006/relationships/notesSlide" Target="/ppt/notesSlides/notesSlide25.xml" Id="R9b4ace3d791e46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698e2debbf2484c" /><Relationship Type="http://schemas.openxmlformats.org/officeDocument/2006/relationships/notesSlide" Target="/ppt/notesSlides/notesSlide26.xml" Id="R2c3e32349f6b445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afe0269c99d458b" /><Relationship Type="http://schemas.openxmlformats.org/officeDocument/2006/relationships/notesSlide" Target="/ppt/notesSlides/notesSlide27.xml" Id="R59519ed2001b4ce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1f59818ad65494d" /><Relationship Type="http://schemas.openxmlformats.org/officeDocument/2006/relationships/notesSlide" Target="/ppt/notesSlides/notesSlide28.xml" Id="Rc09e69eb2cb444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04800d7923f49d7" /><Relationship Type="http://schemas.openxmlformats.org/officeDocument/2006/relationships/image" Target="/ppt/media/image15.png" Id="R567e152dfc144a67" /><Relationship Type="http://schemas.openxmlformats.org/officeDocument/2006/relationships/notesSlide" Target="/ppt/notesSlides/notesSlide29.xml" Id="R5736f186cc9046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02d928373c74d02" /><Relationship Type="http://schemas.openxmlformats.org/officeDocument/2006/relationships/image" Target="/ppt/media/image16.png" Id="R7e4d966618664170" /><Relationship Type="http://schemas.openxmlformats.org/officeDocument/2006/relationships/notesSlide" Target="/ppt/notesSlides/notesSlide30.xml" Id="R48ad32d1eb8d41b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306568fe1a44a05" /><Relationship Type="http://schemas.openxmlformats.org/officeDocument/2006/relationships/notesSlide" Target="/ppt/notesSlides/notesSlide31.xml" Id="Ra6afebbbeeab4e7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118bb93f71e486c" /><Relationship Type="http://schemas.openxmlformats.org/officeDocument/2006/relationships/notesSlide" Target="/ppt/notesSlides/notesSlide32.xml" Id="R1d5580d0e6794e6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51e5c5364a94e3f" /><Relationship Type="http://schemas.openxmlformats.org/officeDocument/2006/relationships/notesSlide" Target="/ppt/notesSlides/notesSlide33.xml" Id="Rc1ae46468f614eb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1c765a2a333482d" /><Relationship Type="http://schemas.openxmlformats.org/officeDocument/2006/relationships/notesSlide" Target="/ppt/notesSlides/notesSlide34.xml" Id="Ree5c96fdd84940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bb5dcfb224c45ce" /><Relationship Type="http://schemas.openxmlformats.org/officeDocument/2006/relationships/notesSlide" Target="/ppt/notesSlides/notesSlide35.xml" Id="R0bb10dc497304f7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8d2a7326db8418f" /><Relationship Type="http://schemas.openxmlformats.org/officeDocument/2006/relationships/notesSlide" Target="/ppt/notesSlides/notesSlide36.xml" Id="Ra49632abddcc442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09917c66a5044b6" /><Relationship Type="http://schemas.openxmlformats.org/officeDocument/2006/relationships/notesSlide" Target="/ppt/notesSlides/notesSlide37.xml" Id="R9bc78a7b9ec74de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20d90fa92394894" /><Relationship Type="http://schemas.openxmlformats.org/officeDocument/2006/relationships/notesSlide" Target="/ppt/notesSlides/notesSlide38.xml" Id="Re815dda3a7e544a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c5db984531d4591" /><Relationship Type="http://schemas.openxmlformats.org/officeDocument/2006/relationships/image" Target="/ppt/media/image17.png" Id="R5f365ef8f3f04230" /><Relationship Type="http://schemas.openxmlformats.org/officeDocument/2006/relationships/notesSlide" Target="/ppt/notesSlides/notesSlide39.xml" Id="R9ea2243d5340407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da5b94bc53d425c" /><Relationship Type="http://schemas.openxmlformats.org/officeDocument/2006/relationships/notesSlide" Target="/ppt/notesSlides/notesSlide40.xml" Id="Re8142251faca443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99998609ed14dfa" /><Relationship Type="http://schemas.openxmlformats.org/officeDocument/2006/relationships/notesSlide" Target="/ppt/notesSlides/notesSlide41.xml" Id="R18c8b239747e419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7fbf06868b04ebb" /><Relationship Type="http://schemas.openxmlformats.org/officeDocument/2006/relationships/notesSlide" Target="/ppt/notesSlides/notesSlide42.xml" Id="Re91f29fe054b4e3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a563418c7ad446b" /><Relationship Type="http://schemas.openxmlformats.org/officeDocument/2006/relationships/notesSlide" Target="/ppt/notesSlides/notesSlide43.xml" Id="R4f05439dff1642a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df39f0663e149f3" /><Relationship Type="http://schemas.openxmlformats.org/officeDocument/2006/relationships/image" Target="/ppt/media/image2.jpeg" Id="R6630949d447e4d58" /><Relationship Type="http://schemas.openxmlformats.org/officeDocument/2006/relationships/notesSlide" Target="/ppt/notesSlides/notesSlide44.xml" Id="R32ae972d8a8b4b3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39e5f225a1142b9" /><Relationship Type="http://schemas.openxmlformats.org/officeDocument/2006/relationships/notesSlide" Target="/ppt/notesSlides/notesSlide45.xml" Id="Rb5eb2eb382f8471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19986f061244fa5" /><Relationship Type="http://schemas.openxmlformats.org/officeDocument/2006/relationships/notesSlide" Target="/ppt/notesSlides/notesSlide46.xml" Id="R9295a4246e554a6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551ede3436e44f5" /><Relationship Type="http://schemas.openxmlformats.org/officeDocument/2006/relationships/notesSlide" Target="/ppt/notesSlides/notesSlide47.xml" Id="Rd1f02348920e4ce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b5ce0685bac4b21" /><Relationship Type="http://schemas.openxmlformats.org/officeDocument/2006/relationships/notesSlide" Target="/ppt/notesSlides/notesSlide48.xml" Id="R9ec7e333cc5846b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c25a5f2459d4a52" /><Relationship Type="http://schemas.openxmlformats.org/officeDocument/2006/relationships/notesSlide" Target="/ppt/notesSlides/notesSlide49.xml" Id="Reec33a7c358843e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34828b37d424cf9" /><Relationship Type="http://schemas.openxmlformats.org/officeDocument/2006/relationships/notesSlide" Target="/ppt/notesSlides/notesSlide50.xml" Id="R1364ab750cc5471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2c0b420521a4aa7" /><Relationship Type="http://schemas.openxmlformats.org/officeDocument/2006/relationships/image" Target="/ppt/media/image10.svg" Id="R0cfaef8f0a1042ac" /><Relationship Type="http://schemas.openxmlformats.org/officeDocument/2006/relationships/image" Target="/ppt/media/image6.png" Id="Rf0e4de64f11d469d" /><Relationship Type="http://schemas.openxmlformats.org/officeDocument/2006/relationships/notesSlide" Target="/ppt/notesSlides/notesSlide51.xml" Id="R4ead2acaa9344ca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0961caed6954f8d" /><Relationship Type="http://schemas.openxmlformats.org/officeDocument/2006/relationships/notesSlide" Target="/ppt/notesSlides/notesSlide52.xml" Id="Rcbbb44d7dfff4d5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a99ec19fe614ae5" /><Relationship Type="http://schemas.openxmlformats.org/officeDocument/2006/relationships/notesSlide" Target="/ppt/notesSlides/notesSlide53.xml" Id="R235403a86953482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6d6d8791b62428e" /><Relationship Type="http://schemas.openxmlformats.org/officeDocument/2006/relationships/notesSlide" Target="/ppt/notesSlides/notesSlide54.xml" Id="Rd88205bbc3634d3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b5beae46a374552" /><Relationship Type="http://schemas.openxmlformats.org/officeDocument/2006/relationships/image" Target="/ppt/media/image18.png" Id="R07fff1a6769d46d4" /><Relationship Type="http://schemas.openxmlformats.org/officeDocument/2006/relationships/notesSlide" Target="/ppt/notesSlides/notesSlide55.xml" Id="R772ace9fbb68415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b9572fcb3514d29" /><Relationship Type="http://schemas.openxmlformats.org/officeDocument/2006/relationships/image" Target="/ppt/media/image19.png" Id="R05c29559e36349ed" /><Relationship Type="http://schemas.openxmlformats.org/officeDocument/2006/relationships/notesSlide" Target="/ppt/notesSlides/notesSlide56.xml" Id="R8c2051d0c7f34a1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cdcac1646a54fb5" /><Relationship Type="http://schemas.openxmlformats.org/officeDocument/2006/relationships/hyperlink" Target="https://www.inceptionlabs.ai/blog/introducing-mercury-2" TargetMode="External" Id="R1cf4317ea30c44e4" /><Relationship Type="http://schemas.openxmlformats.org/officeDocument/2006/relationships/notesSlide" Target="/ppt/notesSlides/notesSlide57.xml" Id="R542963d80cab439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bd771685c6f4e54" /><Relationship Type="http://schemas.openxmlformats.org/officeDocument/2006/relationships/notesSlide" Target="/ppt/notesSlides/notesSlide58.xml" Id="Rf5437b2376dd4a9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204af2f265747fe" /><Relationship Type="http://schemas.openxmlformats.org/officeDocument/2006/relationships/notesSlide" Target="/ppt/notesSlides/notesSlide59.xml" Id="Rd30bfd1b206547e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6048aed9da04b61" /><Relationship Type="http://schemas.openxmlformats.org/officeDocument/2006/relationships/notesSlide" Target="/ppt/notesSlides/notesSlide60.xml" Id="R9581f8d3c4d14645"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4fe266f810e46b4"/>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767609ecbb2b429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807f932f180c496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9b74c50128f476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b055e52eab1048b9">
            <a:extLst>
              <a:ext uri="{96DAC541-7B7A-43D3-8B79-37D633B846F1}">
                <asvg:svgBlip xmlns:asvg="http://schemas.microsoft.com/office/drawing/2016/SVG/main" r:embed="Raf4d2b18becc4054"/>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6e50024d26a54919">
            <a:extLst>
              <a:ext uri="{96DAC541-7B7A-43D3-8B79-37D633B846F1}">
                <asvg:svgBlip xmlns:asvg="http://schemas.microsoft.com/office/drawing/2016/SVG/main" r:embed="R791b98bcdf71456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6d737dc375484aa5">
            <a:extLst>
              <a:ext uri="{96DAC541-7B7A-43D3-8B79-37D633B846F1}">
                <asvg:svgBlip xmlns:asvg="http://schemas.microsoft.com/office/drawing/2016/SVG/main" r:embed="Rfc1d9c991c1d425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494ae942effb480f"/>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8c157db07e0441eb"/>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5e6c6429922544d6">
            <a:extLst>
              <a:ext uri="{96DAC541-7B7A-43D3-8B79-37D633B846F1}">
                <asvg:svgBlip xmlns:asvg="http://schemas.microsoft.com/office/drawing/2016/SVG/main" r:embed="Rb757de8a77584f4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b9c017af8fa448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2090d5dce03f4253"/>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5621d937bbc9468a"/>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534ef53995e24a2b">
            <a:extLst>
              <a:ext uri="{96DAC541-7B7A-43D3-8B79-37D633B846F1}">
                <asvg:svgBlip xmlns:asvg="http://schemas.microsoft.com/office/drawing/2016/SVG/main" r:embed="R893acc15ea24422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454"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55"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56"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57"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58"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59"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0"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1"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2"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3"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4"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5"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6"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7"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8"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69"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0"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1"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2"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3"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4"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5"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6"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7"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8"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79"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0"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1"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2"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3"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4"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5"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6"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7"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8"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89"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0"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1"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2"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3"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4"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5"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6"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7"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8"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99"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00"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01"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02"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03"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27ad914394894a9d"/>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sp>
        <p:nvSpPr>
          <p:cNvPr id="1426493571" name="">
            <a:extLst xmlns:a="http://schemas.openxmlformats.org/drawingml/2006/main">
              <a:ext uri="{FF2B5EF4-FFF2-40B4-BE49-F238E27FC236}">
                <a16:creationId xmlns:a16="http://schemas.microsoft.com/office/drawing/2014/main" id="{EB46C87E-B31A-44BE-8B03-7F780CB257B4}"/>
              </a:ext>
            </a:extLst>
          </p:cNvPr>
          <p:cNvSpPr>
            <a:spLocks xmlns:a="http://schemas.openxmlformats.org/drawingml/2006/main" noGrp="1"/>
          </p:cNvSpPr>
          <p:nvPr/>
        </p:nvSpPr>
        <p:spPr>
          <a:xfrm xmlns:a="http://schemas.openxmlformats.org/drawingml/2006/main">
            <a:off x="24765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
            </a:r>
          </a:p>
        </p:txBody>
      </p:sp>
      <p:pic>
        <p:nvPicPr>
          <p:cNvPr id="1426493587" name=""/>
          <p:cNvPicPr>
            <a:picLocks xmlns:a="http://schemas.openxmlformats.org/drawingml/2006/main" noChangeAspect="1"/>
          </p:cNvPicPr>
          <p:nvPr/>
        </p:nvPicPr>
        <p:blipFill>
          <a:blip xmlns:r="http://schemas.openxmlformats.org/officeDocument/2006/relationships" xmlns:a="http://schemas.openxmlformats.org/drawingml/2006/main" r:embed="R220b2673f38b4fee">
            <a:extLst>
              <a:ext uri="{96DAC541-7B7A-43D3-8B79-37D633B846F1}">
                <asvg:svgBlip xmlns:asvg="http://schemas.microsoft.com/office/drawing/2016/SVG/main" r:embed="R8072b2b8265149e6"/>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pic>
        <p:nvPicPr>
          <p:cNvPr id="1426493588" name=""/>
          <p:cNvPicPr>
            <a:picLocks xmlns:a="http://schemas.openxmlformats.org/drawingml/2006/main" noChangeAspect="1"/>
          </p:cNvPicPr>
          <p:nvPr/>
        </p:nvPicPr>
        <p:blipFill>
          <a:blip xmlns:r="http://schemas.openxmlformats.org/officeDocument/2006/relationships" xmlns:a="http://schemas.openxmlformats.org/drawingml/2006/main" r:embed="R40f7fae0c2974721">
            <a:extLst>
              <a:ext uri="{96DAC541-7B7A-43D3-8B79-37D633B846F1}">
                <asvg:svgBlip xmlns:asvg="http://schemas.microsoft.com/office/drawing/2016/SVG/main" r:embed="Rd28b3db66ec24570"/>
              </a:ext>
            </a:extLst>
          </a:blip>
          <a:stretch xmlns:a="http://schemas.openxmlformats.org/drawingml/2006/main"/>
        </p:blipFill>
        <p:spPr>
          <a:xfrm xmlns:a="http://schemas.openxmlformats.org/drawingml/2006/main">
            <a:off x="2714625" y="5314950"/>
            <a:ext cx="6762750" cy="5524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012cd819a7b440cd">
            <a:extLst>
              <a:ext uri="{96DAC541-7B7A-43D3-8B79-37D633B846F1}">
                <asvg:svgBlip xmlns:asvg="http://schemas.microsoft.com/office/drawing/2016/SVG/main" r:embed="R2a5b2e01b3b74f6a"/>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639e80827a7547f7">
            <a:extLst>
              <a:ext uri="{96DAC541-7B7A-43D3-8B79-37D633B846F1}">
                <asvg:svgBlip xmlns:asvg="http://schemas.microsoft.com/office/drawing/2016/SVG/main" r:embed="R482e2e958578406a"/>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59eee3cf046f45af"/>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Tree>
    <p:extLst>
      <p:ext uri="{BB962C8B-B14F-4D97-AF65-F5344CB8AC3E}">
        <p14:creationId xmlns:p14="http://schemas.microsoft.com/office/powerpoint/2010/main" val="134184310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21484057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983050978"/>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980862983"/>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2138234981"/>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2915853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145695266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567e152dfc144a67"/>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7e4d966618664170"/>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70561339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835073637"/>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Tree>
    <p:extLst>
      <p:ext uri="{BB962C8B-B14F-4D97-AF65-F5344CB8AC3E}">
        <p14:creationId xmlns:p14="http://schemas.microsoft.com/office/powerpoint/2010/main" val="1066493605"/>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71790588"/>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76639325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812808890"/>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f365ef8f3f04230"/>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27641724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18586334"/>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64090438"/>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891366790"/>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630949d447e4d58"/>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70966066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80281274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394341169"/>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262347885"/>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42714213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f0e4de64f11d469d">
            <a:extLst>
              <a:ext uri="{96DAC541-7B7A-43D3-8B79-37D633B846F1}">
                <asvg:svgBlip xmlns:asvg="http://schemas.microsoft.com/office/drawing/2016/SVG/main" r:embed="R0cfaef8f0a1042a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302911254"/>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78447307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54127531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07fff1a6769d46d4"/>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05c29559e36349ed"/>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1cf4317ea30c44e4"/>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869156994"/>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50592868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2026-07-27T15:05:46.1080000Z</dcterms:created>
  <dcterms:modified xsi:type="dcterms:W3CDTF">2026-07-27T15:05:46.1080000Z</dcterms:modified>
</coreProperties>
</file>