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8a9133c5984adf" /><Relationship Type="http://schemas.openxmlformats.org/officeDocument/2006/relationships/extended-properties" Target="/docProps/app.xml" Id="Rcea75b8df7bb4738" /><Relationship Type="http://schemas.openxmlformats.org/officeDocument/2006/relationships/officeDocument" Target="/ppt/presentation.xml" Id="R455326aff3534ead" /></Relationships>
</file>

<file path=ppt/presentation.xml><?xml version="1.0" encoding="utf-8"?>
<p:presentation xmlns:p="http://schemas.openxmlformats.org/presentationml/2006/main">
  <p:sldMasterIdLst>
    <p:sldMasterId xmlns:r="http://schemas.openxmlformats.org/officeDocument/2006/relationships" id="2147483648" r:id="R45f2f116e1e244be"/>
  </p:sldMasterIdLst>
  <p:notesMasterIdLst>
    <p:notesMasterId xmlns:r="http://schemas.openxmlformats.org/officeDocument/2006/relationships" r:id="Rff9cf17d9ad4462b"/>
  </p:notesMasterIdLst>
  <p:sldIdLst>
    <p:sldId xmlns:r="http://schemas.openxmlformats.org/officeDocument/2006/relationships" id="256" r:id="Re75d7f13713745bb"/>
    <p:sldId xmlns:r="http://schemas.openxmlformats.org/officeDocument/2006/relationships" id="257" r:id="R95bff190ffcd42e1"/>
    <p:sldId xmlns:r="http://schemas.openxmlformats.org/officeDocument/2006/relationships" id="258" r:id="Rd241827e5a184970"/>
    <p:sldId xmlns:r="http://schemas.openxmlformats.org/officeDocument/2006/relationships" id="259" r:id="R244bffc4b99e4a57"/>
    <p:sldId xmlns:r="http://schemas.openxmlformats.org/officeDocument/2006/relationships" id="260" r:id="R17e9d909331244b8"/>
    <p:sldId xmlns:r="http://schemas.openxmlformats.org/officeDocument/2006/relationships" id="261" r:id="R4ba84fd05a7348fd"/>
    <p:sldId xmlns:r="http://schemas.openxmlformats.org/officeDocument/2006/relationships" id="262" r:id="Re811db8ee71d4daa"/>
    <p:sldId xmlns:r="http://schemas.openxmlformats.org/officeDocument/2006/relationships" id="263" r:id="R39b5b0f6868141a1"/>
    <p:sldId xmlns:r="http://schemas.openxmlformats.org/officeDocument/2006/relationships" id="264" r:id="Re39198d0e3d04859"/>
    <p:sldId xmlns:r="http://schemas.openxmlformats.org/officeDocument/2006/relationships" id="265" r:id="R63845af3c6254483"/>
    <p:sldId xmlns:r="http://schemas.openxmlformats.org/officeDocument/2006/relationships" id="266" r:id="R3953c96e09c644c7"/>
    <p:sldId xmlns:r="http://schemas.openxmlformats.org/officeDocument/2006/relationships" id="267" r:id="R369eab856c424ac5"/>
    <p:sldId xmlns:r="http://schemas.openxmlformats.org/officeDocument/2006/relationships" id="268" r:id="R37dd6e23b9804032"/>
    <p:sldId xmlns:r="http://schemas.openxmlformats.org/officeDocument/2006/relationships" id="269" r:id="R891296220aab4e77"/>
    <p:sldId xmlns:r="http://schemas.openxmlformats.org/officeDocument/2006/relationships" id="270" r:id="R17c9516637834470"/>
    <p:sldId xmlns:r="http://schemas.openxmlformats.org/officeDocument/2006/relationships" id="271" r:id="Rdbeaf79006bd4941"/>
    <p:sldId xmlns:r="http://schemas.openxmlformats.org/officeDocument/2006/relationships" id="272" r:id="R2d2fac8d2c2c4c1b"/>
    <p:sldId xmlns:r="http://schemas.openxmlformats.org/officeDocument/2006/relationships" id="273" r:id="Rb5f279d612b84a2f"/>
    <p:sldId xmlns:r="http://schemas.openxmlformats.org/officeDocument/2006/relationships" id="274" r:id="Rcb7fd00361654105"/>
    <p:sldId xmlns:r="http://schemas.openxmlformats.org/officeDocument/2006/relationships" id="275" r:id="Rd8ee56480b58405d"/>
    <p:sldId xmlns:r="http://schemas.openxmlformats.org/officeDocument/2006/relationships" id="276" r:id="R024f940f58e54d74"/>
    <p:sldId xmlns:r="http://schemas.openxmlformats.org/officeDocument/2006/relationships" id="277" r:id="Rc8ad93ac4d6544de"/>
    <p:sldId xmlns:r="http://schemas.openxmlformats.org/officeDocument/2006/relationships" id="278" r:id="R6b314a7438764f29"/>
    <p:sldId xmlns:r="http://schemas.openxmlformats.org/officeDocument/2006/relationships" id="279" r:id="Re89fe9ec5e60442e"/>
    <p:sldId xmlns:r="http://schemas.openxmlformats.org/officeDocument/2006/relationships" id="280" r:id="R3d11bfad82f14f9c"/>
    <p:sldId xmlns:r="http://schemas.openxmlformats.org/officeDocument/2006/relationships" id="281" r:id="Rb97519bf68214f31"/>
    <p:sldId xmlns:r="http://schemas.openxmlformats.org/officeDocument/2006/relationships" id="282" r:id="R6a221fa1e28b4e95"/>
    <p:sldId xmlns:r="http://schemas.openxmlformats.org/officeDocument/2006/relationships" id="283" r:id="R729420ee349c4b68"/>
    <p:sldId xmlns:r="http://schemas.openxmlformats.org/officeDocument/2006/relationships" id="284" r:id="R282662157c6a4495"/>
    <p:sldId xmlns:r="http://schemas.openxmlformats.org/officeDocument/2006/relationships" id="285" r:id="R0f24fda571b54713"/>
    <p:sldId xmlns:r="http://schemas.openxmlformats.org/officeDocument/2006/relationships" id="286" r:id="R9b2e6994f82f4864"/>
    <p:sldId xmlns:r="http://schemas.openxmlformats.org/officeDocument/2006/relationships" id="287" r:id="R5bc1a18f194640de"/>
    <p:sldId xmlns:r="http://schemas.openxmlformats.org/officeDocument/2006/relationships" id="288" r:id="R7293627dd63a4324"/>
    <p:sldId xmlns:r="http://schemas.openxmlformats.org/officeDocument/2006/relationships" id="289" r:id="R7ca1f72a70ec4473"/>
    <p:sldId xmlns:r="http://schemas.openxmlformats.org/officeDocument/2006/relationships" id="290" r:id="Re433ab11d3ba455f"/>
    <p:sldId xmlns:r="http://schemas.openxmlformats.org/officeDocument/2006/relationships" id="291" r:id="Rf2c8f3aee7e44323"/>
    <p:sldId xmlns:r="http://schemas.openxmlformats.org/officeDocument/2006/relationships" id="292" r:id="R1ac0b953cdcb4970"/>
    <p:sldId xmlns:r="http://schemas.openxmlformats.org/officeDocument/2006/relationships" id="293" r:id="R50daa91c8c0f4f99"/>
    <p:sldId xmlns:r="http://schemas.openxmlformats.org/officeDocument/2006/relationships" id="294" r:id="R4b10b481bdd5437e"/>
    <p:sldId xmlns:r="http://schemas.openxmlformats.org/officeDocument/2006/relationships" id="295" r:id="R4e6d3626310847ad"/>
    <p:sldId xmlns:r="http://schemas.openxmlformats.org/officeDocument/2006/relationships" id="296" r:id="R93133b297b714fa8"/>
    <p:sldId xmlns:r="http://schemas.openxmlformats.org/officeDocument/2006/relationships" id="297" r:id="R361b8febbd0542b9"/>
    <p:sldId xmlns:r="http://schemas.openxmlformats.org/officeDocument/2006/relationships" id="298" r:id="R40acde1f988048e5"/>
    <p:sldId xmlns:r="http://schemas.openxmlformats.org/officeDocument/2006/relationships" id="299" r:id="R9ac1df3581584236"/>
    <p:sldId xmlns:r="http://schemas.openxmlformats.org/officeDocument/2006/relationships" id="300" r:id="Re809351ce4ee423f"/>
    <p:sldId xmlns:r="http://schemas.openxmlformats.org/officeDocument/2006/relationships" id="301" r:id="R1b0987619e324bd4"/>
    <p:sldId xmlns:r="http://schemas.openxmlformats.org/officeDocument/2006/relationships" id="302" r:id="R90ded4191a6a4508"/>
    <p:sldId xmlns:r="http://schemas.openxmlformats.org/officeDocument/2006/relationships" id="303" r:id="Ra65585fcb2794287"/>
    <p:sldId xmlns:r="http://schemas.openxmlformats.org/officeDocument/2006/relationships" id="304" r:id="Rbbcae0a72fad4e1d"/>
    <p:sldId xmlns:r="http://schemas.openxmlformats.org/officeDocument/2006/relationships" id="305" r:id="R75b5da16d3504d16"/>
    <p:sldId xmlns:r="http://schemas.openxmlformats.org/officeDocument/2006/relationships" id="306" r:id="Rd2a6a6b5bf4c4d5a"/>
    <p:sldId xmlns:r="http://schemas.openxmlformats.org/officeDocument/2006/relationships" id="307" r:id="Re434a6f14449465e"/>
    <p:sldId xmlns:r="http://schemas.openxmlformats.org/officeDocument/2006/relationships" id="308" r:id="R0f1cbead7fb54369"/>
    <p:sldId xmlns:r="http://schemas.openxmlformats.org/officeDocument/2006/relationships" id="309" r:id="R842b3a8a19d644c2"/>
    <p:sldId xmlns:r="http://schemas.openxmlformats.org/officeDocument/2006/relationships" id="310" r:id="Rbbc9b826e18c459a"/>
    <p:sldId xmlns:r="http://schemas.openxmlformats.org/officeDocument/2006/relationships" id="311" r:id="R5ec2d2b2d3bd4203"/>
    <p:sldId xmlns:r="http://schemas.openxmlformats.org/officeDocument/2006/relationships" id="312" r:id="R97b1e728b66f476f"/>
    <p:sldId xmlns:r="http://schemas.openxmlformats.org/officeDocument/2006/relationships" id="313" r:id="R3c479ba01a9e4e74"/>
    <p:sldId xmlns:r="http://schemas.openxmlformats.org/officeDocument/2006/relationships" id="314" r:id="R112317cee42c4d22"/>
    <p:sldId xmlns:r="http://schemas.openxmlformats.org/officeDocument/2006/relationships" id="315" r:id="R9d1d137282584f14"/>
    <p:sldId xmlns:r="http://schemas.openxmlformats.org/officeDocument/2006/relationships" id="316" r:id="R71ec505b3c7945dc"/>
    <p:sldId xmlns:r="http://schemas.openxmlformats.org/officeDocument/2006/relationships" id="317" r:id="Rd59aa63fcf3b4d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6fd964bdd7b4133" /><Relationship Type="http://schemas.openxmlformats.org/officeDocument/2006/relationships/slideMaster" Target="/ppt/slideMasters/slideMaster1.xml" Id="R45f2f116e1e244be" /><Relationship Type="http://schemas.openxmlformats.org/officeDocument/2006/relationships/notesMaster" Target="/ppt/notesMasters/notesMaster1.xml" Id="Rff9cf17d9ad4462b" /><Relationship Type="http://schemas.openxmlformats.org/officeDocument/2006/relationships/presProps" Target="/ppt/presProps.xml" Id="R421175c85eb446b6" /><Relationship Type="http://schemas.openxmlformats.org/officeDocument/2006/relationships/viewProps" Target="/ppt/viewProps.xml" Id="Rede655966e4c4e80" /><Relationship Type="http://schemas.openxmlformats.org/officeDocument/2006/relationships/tableStyles" Target="/ppt/tableStyles.xml" Id="Rc22b68b19968439e" /><Relationship Type="http://schemas.openxmlformats.org/officeDocument/2006/relationships/slide" Target="/ppt/slides/slide1.xml" Id="Re75d7f13713745bb" /><Relationship Type="http://schemas.openxmlformats.org/officeDocument/2006/relationships/slide" Target="/ppt/slides/slide2.xml" Id="R95bff190ffcd42e1" /><Relationship Type="http://schemas.openxmlformats.org/officeDocument/2006/relationships/slide" Target="/ppt/slides/slide3.xml" Id="Rd241827e5a184970" /><Relationship Type="http://schemas.openxmlformats.org/officeDocument/2006/relationships/slide" Target="/ppt/slides/slide4.xml" Id="R244bffc4b99e4a57" /><Relationship Type="http://schemas.openxmlformats.org/officeDocument/2006/relationships/slide" Target="/ppt/slides/slide5.xml" Id="R17e9d909331244b8" /><Relationship Type="http://schemas.openxmlformats.org/officeDocument/2006/relationships/slide" Target="/ppt/slides/slide6.xml" Id="R4ba84fd05a7348fd" /><Relationship Type="http://schemas.openxmlformats.org/officeDocument/2006/relationships/slide" Target="/ppt/slides/slide7.xml" Id="Re811db8ee71d4daa" /><Relationship Type="http://schemas.openxmlformats.org/officeDocument/2006/relationships/slide" Target="/ppt/slides/slide8.xml" Id="R39b5b0f6868141a1" /><Relationship Type="http://schemas.openxmlformats.org/officeDocument/2006/relationships/slide" Target="/ppt/slides/slide9.xml" Id="Re39198d0e3d04859" /><Relationship Type="http://schemas.openxmlformats.org/officeDocument/2006/relationships/slide" Target="/ppt/slides/slide10.xml" Id="R63845af3c6254483" /><Relationship Type="http://schemas.openxmlformats.org/officeDocument/2006/relationships/slide" Target="/ppt/slides/slide11.xml" Id="R3953c96e09c644c7" /><Relationship Type="http://schemas.openxmlformats.org/officeDocument/2006/relationships/slide" Target="/ppt/slides/slide12.xml" Id="R369eab856c424ac5" /><Relationship Type="http://schemas.openxmlformats.org/officeDocument/2006/relationships/slide" Target="/ppt/slides/slide13.xml" Id="R37dd6e23b9804032" /><Relationship Type="http://schemas.openxmlformats.org/officeDocument/2006/relationships/slide" Target="/ppt/slides/slide14.xml" Id="R891296220aab4e77" /><Relationship Type="http://schemas.openxmlformats.org/officeDocument/2006/relationships/slide" Target="/ppt/slides/slide15.xml" Id="R17c9516637834470" /><Relationship Type="http://schemas.openxmlformats.org/officeDocument/2006/relationships/slide" Target="/ppt/slides/slide16.xml" Id="Rdbeaf79006bd4941" /><Relationship Type="http://schemas.openxmlformats.org/officeDocument/2006/relationships/slide" Target="/ppt/slides/slide17.xml" Id="R2d2fac8d2c2c4c1b" /><Relationship Type="http://schemas.openxmlformats.org/officeDocument/2006/relationships/slide" Target="/ppt/slides/slide18.xml" Id="Rb5f279d612b84a2f" /><Relationship Type="http://schemas.openxmlformats.org/officeDocument/2006/relationships/slide" Target="/ppt/slides/slide19.xml" Id="Rcb7fd00361654105" /><Relationship Type="http://schemas.openxmlformats.org/officeDocument/2006/relationships/slide" Target="/ppt/slides/slide20.xml" Id="Rd8ee56480b58405d" /><Relationship Type="http://schemas.openxmlformats.org/officeDocument/2006/relationships/slide" Target="/ppt/slides/slide21.xml" Id="R024f940f58e54d74" /><Relationship Type="http://schemas.openxmlformats.org/officeDocument/2006/relationships/slide" Target="/ppt/slides/slide22.xml" Id="Rc8ad93ac4d6544de" /><Relationship Type="http://schemas.openxmlformats.org/officeDocument/2006/relationships/slide" Target="/ppt/slides/slide23.xml" Id="R6b314a7438764f29" /><Relationship Type="http://schemas.openxmlformats.org/officeDocument/2006/relationships/slide" Target="/ppt/slides/slide24.xml" Id="Re89fe9ec5e60442e" /><Relationship Type="http://schemas.openxmlformats.org/officeDocument/2006/relationships/slide" Target="/ppt/slides/slide25.xml" Id="R3d11bfad82f14f9c" /><Relationship Type="http://schemas.openxmlformats.org/officeDocument/2006/relationships/slide" Target="/ppt/slides/slide26.xml" Id="Rb97519bf68214f31" /><Relationship Type="http://schemas.openxmlformats.org/officeDocument/2006/relationships/slide" Target="/ppt/slides/slide27.xml" Id="R6a221fa1e28b4e95" /><Relationship Type="http://schemas.openxmlformats.org/officeDocument/2006/relationships/slide" Target="/ppt/slides/slide28.xml" Id="R729420ee349c4b68" /><Relationship Type="http://schemas.openxmlformats.org/officeDocument/2006/relationships/slide" Target="/ppt/slides/slide29.xml" Id="R282662157c6a4495" /><Relationship Type="http://schemas.openxmlformats.org/officeDocument/2006/relationships/slide" Target="/ppt/slides/slide30.xml" Id="R0f24fda571b54713" /><Relationship Type="http://schemas.openxmlformats.org/officeDocument/2006/relationships/slide" Target="/ppt/slides/slide31.xml" Id="R9b2e6994f82f4864" /><Relationship Type="http://schemas.openxmlformats.org/officeDocument/2006/relationships/slide" Target="/ppt/slides/slide32.xml" Id="R5bc1a18f194640de" /><Relationship Type="http://schemas.openxmlformats.org/officeDocument/2006/relationships/slide" Target="/ppt/slides/slide33.xml" Id="R7293627dd63a4324" /><Relationship Type="http://schemas.openxmlformats.org/officeDocument/2006/relationships/slide" Target="/ppt/slides/slide34.xml" Id="R7ca1f72a70ec4473" /><Relationship Type="http://schemas.openxmlformats.org/officeDocument/2006/relationships/slide" Target="/ppt/slides/slide35.xml" Id="Re433ab11d3ba455f" /><Relationship Type="http://schemas.openxmlformats.org/officeDocument/2006/relationships/slide" Target="/ppt/slides/slide36.xml" Id="Rf2c8f3aee7e44323" /><Relationship Type="http://schemas.openxmlformats.org/officeDocument/2006/relationships/slide" Target="/ppt/slides/slide37.xml" Id="R1ac0b953cdcb4970" /><Relationship Type="http://schemas.openxmlformats.org/officeDocument/2006/relationships/slide" Target="/ppt/slides/slide38.xml" Id="R50daa91c8c0f4f99" /><Relationship Type="http://schemas.openxmlformats.org/officeDocument/2006/relationships/slide" Target="/ppt/slides/slide39.xml" Id="R4b10b481bdd5437e" /><Relationship Type="http://schemas.openxmlformats.org/officeDocument/2006/relationships/slide" Target="/ppt/slides/slide40.xml" Id="R4e6d3626310847ad" /><Relationship Type="http://schemas.openxmlformats.org/officeDocument/2006/relationships/slide" Target="/ppt/slides/slide41.xml" Id="R93133b297b714fa8" /><Relationship Type="http://schemas.openxmlformats.org/officeDocument/2006/relationships/slide" Target="/ppt/slides/slide42.xml" Id="R361b8febbd0542b9" /><Relationship Type="http://schemas.openxmlformats.org/officeDocument/2006/relationships/slide" Target="/ppt/slides/slide43.xml" Id="R40acde1f988048e5" /><Relationship Type="http://schemas.openxmlformats.org/officeDocument/2006/relationships/slide" Target="/ppt/slides/slide44.xml" Id="R9ac1df3581584236" /><Relationship Type="http://schemas.openxmlformats.org/officeDocument/2006/relationships/slide" Target="/ppt/slides/slide45.xml" Id="Re809351ce4ee423f" /><Relationship Type="http://schemas.openxmlformats.org/officeDocument/2006/relationships/slide" Target="/ppt/slides/slide46.xml" Id="R1b0987619e324bd4" /><Relationship Type="http://schemas.openxmlformats.org/officeDocument/2006/relationships/slide" Target="/ppt/slides/slide47.xml" Id="R90ded4191a6a4508" /><Relationship Type="http://schemas.openxmlformats.org/officeDocument/2006/relationships/slide" Target="/ppt/slides/slide48.xml" Id="Ra65585fcb2794287" /><Relationship Type="http://schemas.openxmlformats.org/officeDocument/2006/relationships/slide" Target="/ppt/slides/slide49.xml" Id="Rbbcae0a72fad4e1d" /><Relationship Type="http://schemas.openxmlformats.org/officeDocument/2006/relationships/slide" Target="/ppt/slides/slide50.xml" Id="R75b5da16d3504d16" /><Relationship Type="http://schemas.openxmlformats.org/officeDocument/2006/relationships/slide" Target="/ppt/slides/slide51.xml" Id="Rd2a6a6b5bf4c4d5a" /><Relationship Type="http://schemas.openxmlformats.org/officeDocument/2006/relationships/slide" Target="/ppt/slides/slide52.xml" Id="Re434a6f14449465e" /><Relationship Type="http://schemas.openxmlformats.org/officeDocument/2006/relationships/slide" Target="/ppt/slides/slide53.xml" Id="R0f1cbead7fb54369" /><Relationship Type="http://schemas.openxmlformats.org/officeDocument/2006/relationships/slide" Target="/ppt/slides/slide54.xml" Id="R842b3a8a19d644c2" /><Relationship Type="http://schemas.openxmlformats.org/officeDocument/2006/relationships/slide" Target="/ppt/slides/slide55.xml" Id="Rbbc9b826e18c459a" /><Relationship Type="http://schemas.openxmlformats.org/officeDocument/2006/relationships/slide" Target="/ppt/slides/slide56.xml" Id="R5ec2d2b2d3bd4203" /><Relationship Type="http://schemas.openxmlformats.org/officeDocument/2006/relationships/slide" Target="/ppt/slides/slide57.xml" Id="R97b1e728b66f476f" /><Relationship Type="http://schemas.openxmlformats.org/officeDocument/2006/relationships/slide" Target="/ppt/slides/slide58.xml" Id="R3c479ba01a9e4e74" /><Relationship Type="http://schemas.openxmlformats.org/officeDocument/2006/relationships/slide" Target="/ppt/slides/slide59.xml" Id="R112317cee42c4d22" /><Relationship Type="http://schemas.openxmlformats.org/officeDocument/2006/relationships/slide" Target="/ppt/slides/slide60.xml" Id="R9d1d137282584f14" /><Relationship Type="http://schemas.openxmlformats.org/officeDocument/2006/relationships/slide" Target="/ppt/slides/slide61.xml" Id="R71ec505b3c7945dc" /><Relationship Type="http://schemas.openxmlformats.org/officeDocument/2006/relationships/slide" Target="/ppt/slides/slide62.xml" Id="Rd59aa63fcf3b4d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2d9ac5d56541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be6cf5e6844074" /><Relationship Type="http://schemas.openxmlformats.org/officeDocument/2006/relationships/notesMaster" Target="/ppt/notesMasters/notesMaster1.xml" Id="R380ca504b7154a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18b77599fa4eb6" /><Relationship Type="http://schemas.openxmlformats.org/officeDocument/2006/relationships/notesMaster" Target="/ppt/notesMasters/notesMaster1.xml" Id="Rbbf837a3841c46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7b97f1eab64194" /><Relationship Type="http://schemas.openxmlformats.org/officeDocument/2006/relationships/notesMaster" Target="/ppt/notesMasters/notesMaster1.xml" Id="Rbbb2283b42554c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9888fd0e74632" /><Relationship Type="http://schemas.openxmlformats.org/officeDocument/2006/relationships/notesMaster" Target="/ppt/notesMasters/notesMaster1.xml" Id="Rabd36f4e9df84c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d0a0adf0cd4e90" /><Relationship Type="http://schemas.openxmlformats.org/officeDocument/2006/relationships/notesMaster" Target="/ppt/notesMasters/notesMaster1.xml" Id="R32f34adb3afb4e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1c5908b3364db0" /><Relationship Type="http://schemas.openxmlformats.org/officeDocument/2006/relationships/notesMaster" Target="/ppt/notesMasters/notesMaster1.xml" Id="R63e43f3360564f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eebbed1e88482a" /><Relationship Type="http://schemas.openxmlformats.org/officeDocument/2006/relationships/notesMaster" Target="/ppt/notesMasters/notesMaster1.xml" Id="R136c8ab2121d46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7b461b87764936" /><Relationship Type="http://schemas.openxmlformats.org/officeDocument/2006/relationships/notesMaster" Target="/ppt/notesMasters/notesMaster1.xml" Id="Rbf5df1a6f7994f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7f6305a4374e4d" /><Relationship Type="http://schemas.openxmlformats.org/officeDocument/2006/relationships/notesMaster" Target="/ppt/notesMasters/notesMaster1.xml" Id="R46f8bfffd1d743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4c48720610446d" /><Relationship Type="http://schemas.openxmlformats.org/officeDocument/2006/relationships/notesMaster" Target="/ppt/notesMasters/notesMaster1.xml" Id="R01208e2d32e64f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215ce98f7d4216" /><Relationship Type="http://schemas.openxmlformats.org/officeDocument/2006/relationships/notesMaster" Target="/ppt/notesMasters/notesMaster1.xml" Id="R1600c84b5c1845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19211f0b874673" /><Relationship Type="http://schemas.openxmlformats.org/officeDocument/2006/relationships/notesMaster" Target="/ppt/notesMasters/notesMaster1.xml" Id="Rc71e91916b94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8b76492c014bd7" /><Relationship Type="http://schemas.openxmlformats.org/officeDocument/2006/relationships/notesMaster" Target="/ppt/notesMasters/notesMaster1.xml" Id="R233507382d604f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d28c768a4f4eda" /><Relationship Type="http://schemas.openxmlformats.org/officeDocument/2006/relationships/notesMaster" Target="/ppt/notesMasters/notesMaster1.xml" Id="Rbc37e35da57e44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683fec02f747c8" /><Relationship Type="http://schemas.openxmlformats.org/officeDocument/2006/relationships/notesMaster" Target="/ppt/notesMasters/notesMaster1.xml" Id="R436fe86c3cec4d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ae1d20fc9f4a86" /><Relationship Type="http://schemas.openxmlformats.org/officeDocument/2006/relationships/notesMaster" Target="/ppt/notesMasters/notesMaster1.xml" Id="R8030e626a0364c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32e500c7634bc6" /><Relationship Type="http://schemas.openxmlformats.org/officeDocument/2006/relationships/notesMaster" Target="/ppt/notesMasters/notesMaster1.xml" Id="Ra68d24fd181d43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b6af867a6d476f" /><Relationship Type="http://schemas.openxmlformats.org/officeDocument/2006/relationships/notesMaster" Target="/ppt/notesMasters/notesMaster1.xml" Id="Rfa0edb77e31c4a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8dbd9e885f47aa" /><Relationship Type="http://schemas.openxmlformats.org/officeDocument/2006/relationships/notesMaster" Target="/ppt/notesMasters/notesMaster1.xml" Id="R1de2bea5909f45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0311e3c98a4cb7" /><Relationship Type="http://schemas.openxmlformats.org/officeDocument/2006/relationships/notesMaster" Target="/ppt/notesMasters/notesMaster1.xml" Id="Rd49bd82196f947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8a6d1faf0c48aa" /><Relationship Type="http://schemas.openxmlformats.org/officeDocument/2006/relationships/notesMaster" Target="/ppt/notesMasters/notesMaster1.xml" Id="R5399b0a584e94c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2adb7e34024f8f" /><Relationship Type="http://schemas.openxmlformats.org/officeDocument/2006/relationships/notesMaster" Target="/ppt/notesMasters/notesMaster1.xml" Id="R1418f9d458164ae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ebfcc03ca404194" /><Relationship Type="http://schemas.openxmlformats.org/officeDocument/2006/relationships/notesMaster" Target="/ppt/notesMasters/notesMaster1.xml" Id="R9f3cab5c1e18411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ae7db1842742e3" /><Relationship Type="http://schemas.openxmlformats.org/officeDocument/2006/relationships/notesMaster" Target="/ppt/notesMasters/notesMaster1.xml" Id="R9a7f82a8dee14a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514d1425f5f4085" /><Relationship Type="http://schemas.openxmlformats.org/officeDocument/2006/relationships/notesMaster" Target="/ppt/notesMasters/notesMaster1.xml" Id="R072f1f232aeb492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1301a8251e4738" /><Relationship Type="http://schemas.openxmlformats.org/officeDocument/2006/relationships/notesMaster" Target="/ppt/notesMasters/notesMaster1.xml" Id="Rbd4e1670e1ca4f2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21da783034431f" /><Relationship Type="http://schemas.openxmlformats.org/officeDocument/2006/relationships/notesMaster" Target="/ppt/notesMasters/notesMaster1.xml" Id="Rb2a745a6350e44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394c0e353464592" /><Relationship Type="http://schemas.openxmlformats.org/officeDocument/2006/relationships/notesMaster" Target="/ppt/notesMasters/notesMaster1.xml" Id="R86eb8918d64e4c3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1de628860464927" /><Relationship Type="http://schemas.openxmlformats.org/officeDocument/2006/relationships/notesMaster" Target="/ppt/notesMasters/notesMaster1.xml" Id="R9c3e568ae7eb49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cd50699afd5470f" /><Relationship Type="http://schemas.openxmlformats.org/officeDocument/2006/relationships/notesMaster" Target="/ppt/notesMasters/notesMaster1.xml" Id="Rd89c77936b1743b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e50c279dfd342c3" /><Relationship Type="http://schemas.openxmlformats.org/officeDocument/2006/relationships/notesMaster" Target="/ppt/notesMasters/notesMaster1.xml" Id="Rfe0fa6b9a5244e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cd4f93362614485" /><Relationship Type="http://schemas.openxmlformats.org/officeDocument/2006/relationships/notesMaster" Target="/ppt/notesMasters/notesMaster1.xml" Id="R75bf023808684d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920d68eee9c4c08" /><Relationship Type="http://schemas.openxmlformats.org/officeDocument/2006/relationships/notesMaster" Target="/ppt/notesMasters/notesMaster1.xml" Id="R4d9ef459774545b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b24576833a34e0c" /><Relationship Type="http://schemas.openxmlformats.org/officeDocument/2006/relationships/notesMaster" Target="/ppt/notesMasters/notesMaster1.xml" Id="Re2e14029aae340b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c7c335bf0bf4ddb" /><Relationship Type="http://schemas.openxmlformats.org/officeDocument/2006/relationships/notesMaster" Target="/ppt/notesMasters/notesMaster1.xml" Id="R481bc49255d544d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584cbdaef3340a4" /><Relationship Type="http://schemas.openxmlformats.org/officeDocument/2006/relationships/notesMaster" Target="/ppt/notesMasters/notesMaster1.xml" Id="R2622b17b015d4c3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320e0ca3d0e4d72" /><Relationship Type="http://schemas.openxmlformats.org/officeDocument/2006/relationships/notesMaster" Target="/ppt/notesMasters/notesMaster1.xml" Id="R0eba08c5ca2e428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07f894913f94803" /><Relationship Type="http://schemas.openxmlformats.org/officeDocument/2006/relationships/notesMaster" Target="/ppt/notesMasters/notesMaster1.xml" Id="R3da9526579ec44f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e71741fd83544d7" /><Relationship Type="http://schemas.openxmlformats.org/officeDocument/2006/relationships/notesMaster" Target="/ppt/notesMasters/notesMaster1.xml" Id="Rd31f45a72c4649b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b50346b73a14135" /><Relationship Type="http://schemas.openxmlformats.org/officeDocument/2006/relationships/notesMaster" Target="/ppt/notesMasters/notesMaster1.xml" Id="R05c7ff352dd842a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5d8508c9a5949bc" /><Relationship Type="http://schemas.openxmlformats.org/officeDocument/2006/relationships/notesMaster" Target="/ppt/notesMasters/notesMaster1.xml" Id="Rb9172fba4d1d4c8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34fcdff2a9d4875" /><Relationship Type="http://schemas.openxmlformats.org/officeDocument/2006/relationships/notesMaster" Target="/ppt/notesMasters/notesMaster1.xml" Id="Rfa450e90c36640e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99d2b460cbf4a1d" /><Relationship Type="http://schemas.openxmlformats.org/officeDocument/2006/relationships/notesMaster" Target="/ppt/notesMasters/notesMaster1.xml" Id="R342e94f60590490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3fa13a183dd45d3" /><Relationship Type="http://schemas.openxmlformats.org/officeDocument/2006/relationships/notesMaster" Target="/ppt/notesMasters/notesMaster1.xml" Id="Rf6152362aa60414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8a60acdc1ef4efd" /><Relationship Type="http://schemas.openxmlformats.org/officeDocument/2006/relationships/notesMaster" Target="/ppt/notesMasters/notesMaster1.xml" Id="Rad83730303514f7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9b3caf9c29a46aa" /><Relationship Type="http://schemas.openxmlformats.org/officeDocument/2006/relationships/notesMaster" Target="/ppt/notesMasters/notesMaster1.xml" Id="Rc77687a8a0aa451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8770e21a8a94448" /><Relationship Type="http://schemas.openxmlformats.org/officeDocument/2006/relationships/notesMaster" Target="/ppt/notesMasters/notesMaster1.xml" Id="Rc4a345446555490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5cf5ae5c20f4a6d" /><Relationship Type="http://schemas.openxmlformats.org/officeDocument/2006/relationships/notesMaster" Target="/ppt/notesMasters/notesMaster1.xml" Id="R393a939d7b794a2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aa7e0bfdd1a4f24" /><Relationship Type="http://schemas.openxmlformats.org/officeDocument/2006/relationships/notesMaster" Target="/ppt/notesMasters/notesMaster1.xml" Id="R9dd395d6ecc04f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c4679cd2692477b" /><Relationship Type="http://schemas.openxmlformats.org/officeDocument/2006/relationships/notesMaster" Target="/ppt/notesMasters/notesMaster1.xml" Id="R35a41e3b4236450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4cb456673d84bf0" /><Relationship Type="http://schemas.openxmlformats.org/officeDocument/2006/relationships/notesMaster" Target="/ppt/notesMasters/notesMaster1.xml" Id="Rde2f989767ed4e4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f1bd2f4541442cf" /><Relationship Type="http://schemas.openxmlformats.org/officeDocument/2006/relationships/notesMaster" Target="/ppt/notesMasters/notesMaster1.xml" Id="R174c72a96e8d470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c7fb3a9b19a4b30" /><Relationship Type="http://schemas.openxmlformats.org/officeDocument/2006/relationships/notesMaster" Target="/ppt/notesMasters/notesMaster1.xml" Id="Rc47e5aa04a2943d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803ec0a8d8c49f2" /><Relationship Type="http://schemas.openxmlformats.org/officeDocument/2006/relationships/notesMaster" Target="/ppt/notesMasters/notesMaster1.xml" Id="R9b163e6e3eff4b0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222eb09d9364060" /><Relationship Type="http://schemas.openxmlformats.org/officeDocument/2006/relationships/notesMaster" Target="/ppt/notesMasters/notesMaster1.xml" Id="R415316eb14d746d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835b9e1f3b24200" /><Relationship Type="http://schemas.openxmlformats.org/officeDocument/2006/relationships/notesMaster" Target="/ppt/notesMasters/notesMaster1.xml" Id="R9722f66e8ff34ed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5a0793a1d7c4f26" /><Relationship Type="http://schemas.openxmlformats.org/officeDocument/2006/relationships/notesMaster" Target="/ppt/notesMasters/notesMaster1.xml" Id="R4c04113aca0a4a2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3874d1f500b40fa" /><Relationship Type="http://schemas.openxmlformats.org/officeDocument/2006/relationships/notesMaster" Target="/ppt/notesMasters/notesMaster1.xml" Id="R991887e055e6494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9e4644d8c664537" /><Relationship Type="http://schemas.openxmlformats.org/officeDocument/2006/relationships/notesMaster" Target="/ppt/notesMasters/notesMaster1.xml" Id="R42829dd3a7294fa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e5666ff71ba447c" /><Relationship Type="http://schemas.openxmlformats.org/officeDocument/2006/relationships/notesMaster" Target="/ppt/notesMasters/notesMaster1.xml" Id="Rdf1e03a43a85478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71822dba81c41d6" /><Relationship Type="http://schemas.openxmlformats.org/officeDocument/2006/relationships/notesMaster" Target="/ppt/notesMasters/notesMaster1.xml" Id="Ra6d0ae7b5b8e4d8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210cb3cc7b84620" /><Relationship Type="http://schemas.openxmlformats.org/officeDocument/2006/relationships/notesMaster" Target="/ppt/notesMasters/notesMaster1.xml" Id="R4695c426df7d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e36f7171c84644" /><Relationship Type="http://schemas.openxmlformats.org/officeDocument/2006/relationships/image" Target="/ppt/media/image.png" Id="Redae481af5154c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09808c35ac46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10a8dc70414f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452fb0fc674c5f" /><Relationship Type="http://schemas.openxmlformats.org/officeDocument/2006/relationships/image" Target="/ppt/media/image.png" Id="Rb451da8535574f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54057af8ab4c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0b85f32076444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b24188a7fb243a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462233cebdc4877" /><Relationship Type="http://schemas.openxmlformats.org/officeDocument/2006/relationships/image" Target="/ppt/media/image.png" Id="Rfabbf29203244c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dab5edc975c4e2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633ac6ea99949e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3c74f5d7d274bc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6cda09d1a2e44e3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edae481af5154cb6">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b451da8535574fef">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fabbf29203244cd0">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0bfb0daaee40ab" /><Relationship Type="http://schemas.openxmlformats.org/officeDocument/2006/relationships/slideLayout" Target="/ppt/slideLayouts/slideLayout1.xml" Id="Rca73ab9edece4ea5" /><Relationship Type="http://schemas.openxmlformats.org/officeDocument/2006/relationships/slideLayout" Target="/ppt/slideLayouts/slideLayout2.xml" Id="R7d5d5379a6994c6b" /><Relationship Type="http://schemas.openxmlformats.org/officeDocument/2006/relationships/slideLayout" Target="/ppt/slideLayouts/slideLayout3.xml" Id="R599f5d4e12734876" /><Relationship Type="http://schemas.openxmlformats.org/officeDocument/2006/relationships/slideLayout" Target="/ppt/slideLayouts/slideLayout4.xml" Id="R6c74b26a280c4337" /><Relationship Type="http://schemas.openxmlformats.org/officeDocument/2006/relationships/slideLayout" Target="/ppt/slideLayouts/slideLayout5.xml" Id="R0733d85a88594249" /><Relationship Type="http://schemas.openxmlformats.org/officeDocument/2006/relationships/slideLayout" Target="/ppt/slideLayouts/slideLayout6.xml" Id="R0b61405848d44d64" /><Relationship Type="http://schemas.openxmlformats.org/officeDocument/2006/relationships/slideLayout" Target="/ppt/slideLayouts/slideLayout7.xml" Id="R0b2179b619a34947" /><Relationship Type="http://schemas.openxmlformats.org/officeDocument/2006/relationships/slideLayout" Target="/ppt/slideLayouts/slideLayout8.xml" Id="R4841c538af1f4f35" /><Relationship Type="http://schemas.openxmlformats.org/officeDocument/2006/relationships/slideLayout" Target="/ppt/slideLayouts/slideLayout9.xml" Id="Rf42a4b8d81714028" /><Relationship Type="http://schemas.openxmlformats.org/officeDocument/2006/relationships/slideLayout" Target="/ppt/slideLayouts/slideLayout10.xml" Id="R99a0473c3b27476d" /><Relationship Type="http://schemas.openxmlformats.org/officeDocument/2006/relationships/slideLayout" Target="/ppt/slideLayouts/slideLayout11.xml" Id="Rcc75579ee3fd4cbe" /><Relationship Type="http://schemas.openxmlformats.org/officeDocument/2006/relationships/slideLayout" Target="/ppt/slideLayouts/slideLayout12.xml" Id="Rf4733016577e41a8"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73ab9edece4ea5"/>
    <p:sldLayoutId xmlns:r="http://schemas.openxmlformats.org/officeDocument/2006/relationships" id="2147483650" r:id="R7d5d5379a6994c6b"/>
    <p:sldLayoutId xmlns:r="http://schemas.openxmlformats.org/officeDocument/2006/relationships" id="2147483651" r:id="R599f5d4e12734876"/>
    <p:sldLayoutId xmlns:r="http://schemas.openxmlformats.org/officeDocument/2006/relationships" id="2147483652" r:id="R6c74b26a280c4337"/>
    <p:sldLayoutId xmlns:r="http://schemas.openxmlformats.org/officeDocument/2006/relationships" id="2147483653" r:id="R0733d85a88594249"/>
    <p:sldLayoutId xmlns:r="http://schemas.openxmlformats.org/officeDocument/2006/relationships" id="2147483654" r:id="R0b61405848d44d64"/>
    <p:sldLayoutId xmlns:r="http://schemas.openxmlformats.org/officeDocument/2006/relationships" id="2147483655" r:id="R0b2179b619a34947"/>
    <p:sldLayoutId xmlns:r="http://schemas.openxmlformats.org/officeDocument/2006/relationships" id="2147483656" r:id="R4841c538af1f4f35"/>
    <p:sldLayoutId xmlns:r="http://schemas.openxmlformats.org/officeDocument/2006/relationships" id="2147483657" r:id="Rf42a4b8d81714028"/>
    <p:sldLayoutId xmlns:r="http://schemas.openxmlformats.org/officeDocument/2006/relationships" id="2147483658" r:id="R99a0473c3b27476d"/>
    <p:sldLayoutId xmlns:r="http://schemas.openxmlformats.org/officeDocument/2006/relationships" id="2147483659" r:id="Rcc75579ee3fd4cbe"/>
    <p:sldLayoutId xmlns:r="http://schemas.openxmlformats.org/officeDocument/2006/relationships" id="2147483660" r:id="Rf4733016577e41a8"/>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b7512d91304673" /><Relationship Type="http://schemas.openxmlformats.org/officeDocument/2006/relationships/notesSlide" Target="/ppt/notesSlides/notesSlide1.xml" Id="Red852875d1ca46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2f6bf243c04a6a" /><Relationship Type="http://schemas.openxmlformats.org/officeDocument/2006/relationships/image" Target="/ppt/media/image.jpeg" Id="R41bab2e07ad64508" /><Relationship Type="http://schemas.openxmlformats.org/officeDocument/2006/relationships/notesSlide" Target="/ppt/notesSlides/notesSlide2.xml" Id="Rc04330abf53b49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0f08204cad496e" /><Relationship Type="http://schemas.openxmlformats.org/officeDocument/2006/relationships/image" Target="/ppt/media/image2.png" Id="Rf48e33d4be75419b" /><Relationship Type="http://schemas.openxmlformats.org/officeDocument/2006/relationships/notesSlide" Target="/ppt/notesSlides/notesSlide3.xml" Id="R533073f4eddd47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e91ef61a444a21" /><Relationship Type="http://schemas.openxmlformats.org/officeDocument/2006/relationships/image" Target="/ppt/media/image2.png" Id="R9dad8992f06f408c" /><Relationship Type="http://schemas.openxmlformats.org/officeDocument/2006/relationships/notesSlide" Target="/ppt/notesSlides/notesSlide4.xml" Id="R4e51a2a9afe744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fea0d8adb948b8" /><Relationship Type="http://schemas.openxmlformats.org/officeDocument/2006/relationships/image" Target="/ppt/media/image2.png" Id="Re091663066b04608" /><Relationship Type="http://schemas.openxmlformats.org/officeDocument/2006/relationships/notesSlide" Target="/ppt/notesSlides/notesSlide5.xml" Id="R09b7834d2e7249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ebbef4e96b4fcb" /><Relationship Type="http://schemas.openxmlformats.org/officeDocument/2006/relationships/notesSlide" Target="/ppt/notesSlides/notesSlide6.xml" Id="R2bd6e66d9d6d40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12d8921f974e93" /><Relationship Type="http://schemas.openxmlformats.org/officeDocument/2006/relationships/image" Target="/ppt/media/image.svg" Id="R8a045d00bcd64a21" /><Relationship Type="http://schemas.openxmlformats.org/officeDocument/2006/relationships/image" Target="/ppt/media/image.jpeg" Id="Rb9ad379883044722" /><Relationship Type="http://schemas.openxmlformats.org/officeDocument/2006/relationships/notesSlide" Target="/ppt/notesSlides/notesSlide7.xml" Id="Reb4fccd59ad944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5bcd922f6840a6" /><Relationship Type="http://schemas.openxmlformats.org/officeDocument/2006/relationships/image" Target="/ppt/media/image2.jpeg" Id="R903e5544af504c9e" /><Relationship Type="http://schemas.openxmlformats.org/officeDocument/2006/relationships/image" Target="/ppt/media/image2.svg" Id="Rbdf30a4526f54348" /><Relationship Type="http://schemas.openxmlformats.org/officeDocument/2006/relationships/notesSlide" Target="/ppt/notesSlides/notesSlide8.xml" Id="R2906169659cf49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16e667fc8c421c" /><Relationship Type="http://schemas.openxmlformats.org/officeDocument/2006/relationships/notesSlide" Target="/ppt/notesSlides/notesSlide9.xml" Id="R0a6caca1f06f43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9ac9187a2d4e6d" /><Relationship Type="http://schemas.openxmlformats.org/officeDocument/2006/relationships/image" Target="/ppt/media/image3.png" Id="Re2b1047260094f12" /><Relationship Type="http://schemas.openxmlformats.org/officeDocument/2006/relationships/image" Target="/ppt/media/image3.svg" Id="R7a633bcfc4fa4c7b" /><Relationship Type="http://schemas.openxmlformats.org/officeDocument/2006/relationships/notesSlide" Target="/ppt/notesSlides/notesSlide10.xml" Id="Rc62e05a052aa4d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dec7de6e524382" /><Relationship Type="http://schemas.openxmlformats.org/officeDocument/2006/relationships/image" Target="/ppt/media/image4.png" Id="Ra9dc550584bc4530" /><Relationship Type="http://schemas.openxmlformats.org/officeDocument/2006/relationships/notesSlide" Target="/ppt/notesSlides/notesSlide11.xml" Id="R37967a7210ed47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6b1737986e416e" /><Relationship Type="http://schemas.openxmlformats.org/officeDocument/2006/relationships/image" Target="/ppt/media/image5.png" Id="R1d9bf93b66f14048" /><Relationship Type="http://schemas.openxmlformats.org/officeDocument/2006/relationships/image" Target="/ppt/media/image4.svg" Id="R136b09d85ffd407b" /><Relationship Type="http://schemas.openxmlformats.org/officeDocument/2006/relationships/image" Target="/ppt/media/image4.png" Id="R21a2463a05f84b12" /><Relationship Type="http://schemas.openxmlformats.org/officeDocument/2006/relationships/notesSlide" Target="/ppt/notesSlides/notesSlide12.xml" Id="R7622bd48edf34d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5af71d38b347d2" /><Relationship Type="http://schemas.openxmlformats.org/officeDocument/2006/relationships/image" Target="/ppt/media/image6.png" Id="R1d4505b0c2964336" /><Relationship Type="http://schemas.openxmlformats.org/officeDocument/2006/relationships/notesSlide" Target="/ppt/notesSlides/notesSlide13.xml" Id="R22e26bd5e91d44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e5c2ac2bead4c5d" /><Relationship Type="http://schemas.openxmlformats.org/officeDocument/2006/relationships/image" Target="/ppt/media/image7.png" Id="R781eb820b6d94a84" /><Relationship Type="http://schemas.openxmlformats.org/officeDocument/2006/relationships/notesSlide" Target="/ppt/notesSlides/notesSlide14.xml" Id="R593bd0bc1b8f42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33269b621249b7" /><Relationship Type="http://schemas.openxmlformats.org/officeDocument/2006/relationships/image" Target="/ppt/media/image8.png" Id="R3f827d4bba30464a" /><Relationship Type="http://schemas.openxmlformats.org/officeDocument/2006/relationships/image" Target="/ppt/media/image5.svg" Id="Radd8c1ac1a9b4409" /><Relationship Type="http://schemas.openxmlformats.org/officeDocument/2006/relationships/image" Target="/ppt/media/image5.png" Id="R7e9fac884e474e3c" /><Relationship Type="http://schemas.openxmlformats.org/officeDocument/2006/relationships/notesSlide" Target="/ppt/notesSlides/notesSlide15.xml" Id="R17878bc8447a44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4af714b49746a4" /><Relationship Type="http://schemas.openxmlformats.org/officeDocument/2006/relationships/notesSlide" Target="/ppt/notesSlides/notesSlide16.xml" Id="R80047a677868427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f9d3eb5bcc340cb" /><Relationship Type="http://schemas.openxmlformats.org/officeDocument/2006/relationships/notesSlide" Target="/ppt/notesSlides/notesSlide17.xml" Id="R5b735304ff9441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c960d083934b88" /><Relationship Type="http://schemas.openxmlformats.org/officeDocument/2006/relationships/notesSlide" Target="/ppt/notesSlides/notesSlide18.xml" Id="R37eb08bb918d45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617ba746a7d4d44" /><Relationship Type="http://schemas.openxmlformats.org/officeDocument/2006/relationships/image" Target="/ppt/media/image9.png" Id="R283031f1d51f498c" /><Relationship Type="http://schemas.openxmlformats.org/officeDocument/2006/relationships/notesSlide" Target="/ppt/notesSlides/notesSlide19.xml" Id="R99c0cefe62434a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d03c4de155346a5" /><Relationship Type="http://schemas.openxmlformats.org/officeDocument/2006/relationships/image" Target="/ppt/media/image6.svg" Id="Ra2997df213c84355" /><Relationship Type="http://schemas.openxmlformats.org/officeDocument/2006/relationships/image" Target="/ppt/media/image6.png" Id="Re527902c963d4fb3" /><Relationship Type="http://schemas.openxmlformats.org/officeDocument/2006/relationships/notesSlide" Target="/ppt/notesSlides/notesSlide20.xml" Id="Ra88e3f72604a40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a2e26a445274bb6" /><Relationship Type="http://schemas.openxmlformats.org/officeDocument/2006/relationships/image" Target="/ppt/media/image7.svg" Id="Rac6ac6eaaa3d402f" /><Relationship Type="http://schemas.openxmlformats.org/officeDocument/2006/relationships/image" Target="/ppt/media/image7.png" Id="Rf8dd65b0068d402f" /><Relationship Type="http://schemas.openxmlformats.org/officeDocument/2006/relationships/image" Target="/ppt/media/image8.svg" Id="Rf2278e3654e64708" /><Relationship Type="http://schemas.openxmlformats.org/officeDocument/2006/relationships/image" Target="/ppt/media/image8.png" Id="R491631a4984a4eba" /><Relationship Type="http://schemas.openxmlformats.org/officeDocument/2006/relationships/image" Target="/ppt/media/image9.svg" Id="R8f0b2a2f380c4633" /><Relationship Type="http://schemas.openxmlformats.org/officeDocument/2006/relationships/image" Target="/ppt/media/image9.png" Id="R2ccf4d866b5a4415" /><Relationship Type="http://schemas.openxmlformats.org/officeDocument/2006/relationships/image" Target="/ppt/media/image10.png" Id="R8f6a587a185e4f3a" /><Relationship Type="http://schemas.openxmlformats.org/officeDocument/2006/relationships/image" Target="/ppt/media/image10.svg" Id="R717a3e3ad6e24937" /><Relationship Type="http://schemas.openxmlformats.org/officeDocument/2006/relationships/image" Target="/ppt/media/image11.png" Id="Rf13693bced9a426f" /><Relationship Type="http://schemas.openxmlformats.org/officeDocument/2006/relationships/image" Target="/ppt/media/image11.svg" Id="R1dad9e8888654da0" /><Relationship Type="http://schemas.openxmlformats.org/officeDocument/2006/relationships/image" Target="/ppt/media/image12.png" Id="R7b5b948a73804cb9" /><Relationship Type="http://schemas.openxmlformats.org/officeDocument/2006/relationships/image" Target="/ppt/media/image12.svg" Id="R61323bcad9154844" /><Relationship Type="http://schemas.openxmlformats.org/officeDocument/2006/relationships/notesSlide" Target="/ppt/notesSlides/notesSlide21.xml" Id="Rf2d3106b0760438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6ed3f02b83d4823" /><Relationship Type="http://schemas.openxmlformats.org/officeDocument/2006/relationships/image" Target="/ppt/media/image13.png" Id="Radaa569fad294592" /><Relationship Type="http://schemas.openxmlformats.org/officeDocument/2006/relationships/image" Target="/ppt/media/image13.svg" Id="R7d2ba1905e174052" /><Relationship Type="http://schemas.openxmlformats.org/officeDocument/2006/relationships/image" Target="/ppt/media/image14.png" Id="R6891436a16ca4506" /><Relationship Type="http://schemas.openxmlformats.org/officeDocument/2006/relationships/image" Target="/ppt/media/image14.svg" Id="R229ba7b8eacf470f" /><Relationship Type="http://schemas.openxmlformats.org/officeDocument/2006/relationships/notesSlide" Target="/ppt/notesSlides/notesSlide22.xml" Id="R45102c71db1744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c2b60ffa0e9422b" /><Relationship Type="http://schemas.openxmlformats.org/officeDocument/2006/relationships/image" Target="/ppt/media/image15.png" Id="R672c555ae0044721" /><Relationship Type="http://schemas.openxmlformats.org/officeDocument/2006/relationships/notesSlide" Target="/ppt/notesSlides/notesSlide23.xml" Id="Rc73e2099142148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6ca698a3ddd4a49" /><Relationship Type="http://schemas.openxmlformats.org/officeDocument/2006/relationships/image" Target="/ppt/media/image16.png" Id="Rcf62efe5a2bc4fab" /><Relationship Type="http://schemas.openxmlformats.org/officeDocument/2006/relationships/notesSlide" Target="/ppt/notesSlides/notesSlide24.xml" Id="R884fda0dcd0a414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87361fe6e084406" /><Relationship Type="http://schemas.openxmlformats.org/officeDocument/2006/relationships/notesSlide" Target="/ppt/notesSlides/notesSlide25.xml" Id="R0d218d06ce75477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4064056d6164c82" /><Relationship Type="http://schemas.openxmlformats.org/officeDocument/2006/relationships/notesSlide" Target="/ppt/notesSlides/notesSlide26.xml" Id="R042a22082df142d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1203a89173443dd" /><Relationship Type="http://schemas.openxmlformats.org/officeDocument/2006/relationships/notesSlide" Target="/ppt/notesSlides/notesSlide27.xml" Id="R3b56f7e51fc14b6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b8e039cad14c83" /><Relationship Type="http://schemas.openxmlformats.org/officeDocument/2006/relationships/notesSlide" Target="/ppt/notesSlides/notesSlide28.xml" Id="R299847447f4f456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faf036c50544bd5" /><Relationship Type="http://schemas.openxmlformats.org/officeDocument/2006/relationships/notesSlide" Target="/ppt/notesSlides/notesSlide29.xml" Id="R78aebb316f18413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968e4b291254ac9" /><Relationship Type="http://schemas.openxmlformats.org/officeDocument/2006/relationships/notesSlide" Target="/ppt/notesSlides/notesSlide30.xml" Id="Rd611cb0455c34fa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bc0563644db4ab7" /><Relationship Type="http://schemas.openxmlformats.org/officeDocument/2006/relationships/image" Target="/ppt/media/image17.png" Id="R42f2b81433114b35" /><Relationship Type="http://schemas.openxmlformats.org/officeDocument/2006/relationships/notesSlide" Target="/ppt/notesSlides/notesSlide31.xml" Id="R72c73d3864404ef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4c4ea8c08e746e4" /><Relationship Type="http://schemas.openxmlformats.org/officeDocument/2006/relationships/image" Target="/ppt/media/image18.png" Id="Rb66edee0a5a54dd4" /><Relationship Type="http://schemas.openxmlformats.org/officeDocument/2006/relationships/notesSlide" Target="/ppt/notesSlides/notesSlide32.xml" Id="R811fa86313bb4a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c186f6803a64117" /><Relationship Type="http://schemas.openxmlformats.org/officeDocument/2006/relationships/notesSlide" Target="/ppt/notesSlides/notesSlide33.xml" Id="R757cac91fcd740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2972aec8da44e80" /><Relationship Type="http://schemas.openxmlformats.org/officeDocument/2006/relationships/notesSlide" Target="/ppt/notesSlides/notesSlide34.xml" Id="R2d5bf6ed6ac149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c2adc64a9ac4b55" /><Relationship Type="http://schemas.openxmlformats.org/officeDocument/2006/relationships/notesSlide" Target="/ppt/notesSlides/notesSlide35.xml" Id="R1e7fee21533642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7a85041c2d46c0" /><Relationship Type="http://schemas.openxmlformats.org/officeDocument/2006/relationships/notesSlide" Target="/ppt/notesSlides/notesSlide36.xml" Id="R88e91059284647f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3c2211e25c04285" /><Relationship Type="http://schemas.openxmlformats.org/officeDocument/2006/relationships/notesSlide" Target="/ppt/notesSlides/notesSlide37.xml" Id="R50059c3a50214f3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57816b46f7a4ba2" /><Relationship Type="http://schemas.openxmlformats.org/officeDocument/2006/relationships/notesSlide" Target="/ppt/notesSlides/notesSlide38.xml" Id="R4cbb4527f6a147f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364c52254a54132" /><Relationship Type="http://schemas.openxmlformats.org/officeDocument/2006/relationships/notesSlide" Target="/ppt/notesSlides/notesSlide39.xml" Id="Rec2e8d63df4e433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2528ebeb99b4d87" /><Relationship Type="http://schemas.openxmlformats.org/officeDocument/2006/relationships/notesSlide" Target="/ppt/notesSlides/notesSlide40.xml" Id="Rdd299c34e2084eb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8cecc33605747e0" /><Relationship Type="http://schemas.openxmlformats.org/officeDocument/2006/relationships/image" Target="/ppt/media/image19.png" Id="R50071c49e87643e8" /><Relationship Type="http://schemas.openxmlformats.org/officeDocument/2006/relationships/notesSlide" Target="/ppt/notesSlides/notesSlide41.xml" Id="Rb66a3917dcd7441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a0f487719054774" /><Relationship Type="http://schemas.openxmlformats.org/officeDocument/2006/relationships/notesSlide" Target="/ppt/notesSlides/notesSlide42.xml" Id="Re7f6e735304d41a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253a4b3477e4a12" /><Relationship Type="http://schemas.openxmlformats.org/officeDocument/2006/relationships/notesSlide" Target="/ppt/notesSlides/notesSlide43.xml" Id="R835ed70fe2d3432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f50e87a585b40cb" /><Relationship Type="http://schemas.openxmlformats.org/officeDocument/2006/relationships/notesSlide" Target="/ppt/notesSlides/notesSlide44.xml" Id="Rb775846db2d441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dbb4d469ddf410f" /><Relationship Type="http://schemas.openxmlformats.org/officeDocument/2006/relationships/notesSlide" Target="/ppt/notesSlides/notesSlide45.xml" Id="R6bc32ea0346b4eb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f896088091c4e14" /><Relationship Type="http://schemas.openxmlformats.org/officeDocument/2006/relationships/image" Target="/ppt/media/image2.jpeg" Id="R8a89709abbd04f4c" /><Relationship Type="http://schemas.openxmlformats.org/officeDocument/2006/relationships/notesSlide" Target="/ppt/notesSlides/notesSlide46.xml" Id="Rb4fb5930e198472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dd76027823f444b" /><Relationship Type="http://schemas.openxmlformats.org/officeDocument/2006/relationships/notesSlide" Target="/ppt/notesSlides/notesSlide47.xml" Id="R2e76945dc5ee43e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a2666e9e0b74e57" /><Relationship Type="http://schemas.openxmlformats.org/officeDocument/2006/relationships/notesSlide" Target="/ppt/notesSlides/notesSlide48.xml" Id="R94d734f3e27f44f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5b6be711794434d" /><Relationship Type="http://schemas.openxmlformats.org/officeDocument/2006/relationships/notesSlide" Target="/ppt/notesSlides/notesSlide49.xml" Id="R4e44d0fb982440a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0b04b4dc3eb4295" /><Relationship Type="http://schemas.openxmlformats.org/officeDocument/2006/relationships/notesSlide" Target="/ppt/notesSlides/notesSlide50.xml" Id="Rbb554e74e32e4f8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c73cef835e7240e0" /><Relationship Type="http://schemas.openxmlformats.org/officeDocument/2006/relationships/notesSlide" Target="/ppt/notesSlides/notesSlide51.xml" Id="R0f1e4f2dd79c418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06c9955f8584c7f" /><Relationship Type="http://schemas.openxmlformats.org/officeDocument/2006/relationships/notesSlide" Target="/ppt/notesSlides/notesSlide52.xml" Id="R6c8c0be80885494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49e94b9e9804eb3" /><Relationship Type="http://schemas.openxmlformats.org/officeDocument/2006/relationships/image" Target="/ppt/media/image20.png" Id="R25ce7e723262469f" /><Relationship Type="http://schemas.openxmlformats.org/officeDocument/2006/relationships/image" Target="/ppt/media/image15.svg" Id="R35a31764dce34cec" /><Relationship Type="http://schemas.openxmlformats.org/officeDocument/2006/relationships/notesSlide" Target="/ppt/notesSlides/notesSlide53.xml" Id="Re1816741f42441d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913bfdeef9a49ca" /><Relationship Type="http://schemas.openxmlformats.org/officeDocument/2006/relationships/notesSlide" Target="/ppt/notesSlides/notesSlide54.xml" Id="Reff2834d034b41e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ffac92b07414446" /><Relationship Type="http://schemas.openxmlformats.org/officeDocument/2006/relationships/notesSlide" Target="/ppt/notesSlides/notesSlide55.xml" Id="R1046406fb78d477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2fa47a03b704490" /><Relationship Type="http://schemas.openxmlformats.org/officeDocument/2006/relationships/notesSlide" Target="/ppt/notesSlides/notesSlide56.xml" Id="Rde474a82f4c3445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77bd2d1dcd048e3" /><Relationship Type="http://schemas.openxmlformats.org/officeDocument/2006/relationships/image" Target="/ppt/media/image21.png" Id="R9754ac1725a64d15" /><Relationship Type="http://schemas.openxmlformats.org/officeDocument/2006/relationships/notesSlide" Target="/ppt/notesSlides/notesSlide57.xml" Id="R2f24c5d3c471426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f5974e9d4644842" /><Relationship Type="http://schemas.openxmlformats.org/officeDocument/2006/relationships/image" Target="/ppt/media/image22.png" Id="Ra00b3fa00a2d4aca" /><Relationship Type="http://schemas.openxmlformats.org/officeDocument/2006/relationships/notesSlide" Target="/ppt/notesSlides/notesSlide58.xml" Id="Rbf48328426424bf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fadc4bf935c54707" /><Relationship Type="http://schemas.openxmlformats.org/officeDocument/2006/relationships/hyperlink" Target="https://www.inceptionlabs.ai/blog/introducing-mercury-2" TargetMode="External" Id="Rdba3738b9ad848c8" /><Relationship Type="http://schemas.openxmlformats.org/officeDocument/2006/relationships/notesSlide" Target="/ppt/notesSlides/notesSlide59.xml" Id="Rbc0527faf5e641e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5c3ef92228141e7" /><Relationship Type="http://schemas.openxmlformats.org/officeDocument/2006/relationships/notesSlide" Target="/ppt/notesSlides/notesSlide60.xml" Id="R9e693a24e5d8437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8a7f714210cd457f" /><Relationship Type="http://schemas.openxmlformats.org/officeDocument/2006/relationships/notesSlide" Target="/ppt/notesSlides/notesSlide61.xml" Id="Rf7c7f84e03004ff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4b0f1d39b31415a" /><Relationship Type="http://schemas.openxmlformats.org/officeDocument/2006/relationships/notesSlide" Target="/ppt/notesSlides/notesSlide62.xml" Id="Rbdb2efbe4e384428"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1bab2e07ad6450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48e33d4be75419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9dad8992f06f408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e091663066b0460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b9ad379883044722">
            <a:extLst>
              <a:ext uri="{96DAC541-7B7A-43D3-8B79-37D633B846F1}">
                <asvg:svgBlip xmlns:asvg="http://schemas.microsoft.com/office/drawing/2016/SVG/main" r:embed="R8a045d00bcd64a2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903e5544af504c9e">
            <a:extLst>
              <a:ext uri="{96DAC541-7B7A-43D3-8B79-37D633B846F1}">
                <asvg:svgBlip xmlns:asvg="http://schemas.microsoft.com/office/drawing/2016/SVG/main" r:embed="Rbdf30a4526f5434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e2b1047260094f12">
            <a:extLst>
              <a:ext uri="{96DAC541-7B7A-43D3-8B79-37D633B846F1}">
                <asvg:svgBlip xmlns:asvg="http://schemas.microsoft.com/office/drawing/2016/SVG/main" r:embed="R7a633bcfc4fa4c7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a9dc550584bc4530"/>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1d9bf93b66f14048"/>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21a2463a05f84b12">
            <a:extLst>
              <a:ext uri="{96DAC541-7B7A-43D3-8B79-37D633B846F1}">
                <asvg:svgBlip xmlns:asvg="http://schemas.microsoft.com/office/drawing/2016/SVG/main" r:embed="R136b09d85ffd407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1d4505b0c296433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781eb820b6d94a8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3f827d4bba30464a"/>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7e9fac884e474e3c">
            <a:extLst>
              <a:ext uri="{96DAC541-7B7A-43D3-8B79-37D633B846F1}">
                <asvg:svgBlip xmlns:asvg="http://schemas.microsoft.com/office/drawing/2016/SVG/main" r:embed="Radd8c1ac1a9b440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673"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4"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5"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6"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7"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8"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79"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0"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1"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2"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3"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4"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5"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6"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7"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8"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89"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0"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1"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2"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3"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4"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5"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6"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7"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8"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99"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0"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1"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2"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3"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4"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5"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6"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7"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8"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09"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0"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1"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2"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3"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4"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5"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6"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7"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8"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19"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20"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21"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722"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283031f1d51f498c"/>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426493584" name=""/>
          <p:cNvPicPr>
            <a:picLocks xmlns:a="http://schemas.openxmlformats.org/drawingml/2006/main" noChangeAspect="1"/>
          </p:cNvPicPr>
          <p:nvPr/>
        </p:nvPicPr>
        <p:blipFill>
          <a:blip xmlns:r="http://schemas.openxmlformats.org/officeDocument/2006/relationships" xmlns:a="http://schemas.openxmlformats.org/drawingml/2006/main" r:embed="Re527902c963d4fb3">
            <a:extLst>
              <a:ext uri="{96DAC541-7B7A-43D3-8B79-37D633B846F1}">
                <asvg:svgBlip xmlns:asvg="http://schemas.microsoft.com/office/drawing/2016/SVG/main" r:embed="Ra2997df213c84355"/>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B3C16D39-F07D-4F3D-B36B-1314C9128B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427AD57E-ACCF-47DD-B216-C38209C5226E}"/>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426493564" name="">
            <a:extLst xmlns:a="http://schemas.openxmlformats.org/drawingml/2006/main">
              <a:ext uri="{FF2B5EF4-FFF2-40B4-BE49-F238E27FC236}">
                <a16:creationId xmlns:a16="http://schemas.microsoft.com/office/drawing/2014/main" id="{C729E3F0-6B1E-4EE5-A523-53AC52C065DC}"/>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F0D5F276-9059-4A5A-8D11-FF7E109401D9}"/>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06B5404A-BBD3-411F-9B64-979072E551BF}"/>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1426493593" name=""/>
          <p:cNvPicPr>
            <a:picLocks xmlns:a="http://schemas.openxmlformats.org/drawingml/2006/main" noChangeAspect="1"/>
          </p:cNvPicPr>
          <p:nvPr/>
        </p:nvPicPr>
        <p:blipFill>
          <a:blip xmlns:r="http://schemas.openxmlformats.org/officeDocument/2006/relationships" xmlns:a="http://schemas.openxmlformats.org/drawingml/2006/main" r:embed="Rf8dd65b0068d402f">
            <a:extLst>
              <a:ext uri="{96DAC541-7B7A-43D3-8B79-37D633B846F1}">
                <asvg:svgBlip xmlns:asvg="http://schemas.microsoft.com/office/drawing/2016/SVG/main" r:embed="Rac6ac6eaaa3d402f"/>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1426493594" name=""/>
          <p:cNvPicPr>
            <a:picLocks xmlns:a="http://schemas.openxmlformats.org/drawingml/2006/main" noChangeAspect="1"/>
          </p:cNvPicPr>
          <p:nvPr/>
        </p:nvPicPr>
        <p:blipFill>
          <a:blip xmlns:r="http://schemas.openxmlformats.org/officeDocument/2006/relationships" xmlns:a="http://schemas.openxmlformats.org/drawingml/2006/main" r:embed="R491631a4984a4eba">
            <a:extLst>
              <a:ext uri="{96DAC541-7B7A-43D3-8B79-37D633B846F1}">
                <asvg:svgBlip xmlns:asvg="http://schemas.microsoft.com/office/drawing/2016/SVG/main" r:embed="Rf2278e3654e64708"/>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426493569" name="">
            <a:extLst xmlns:a="http://schemas.openxmlformats.org/drawingml/2006/main">
              <a:ext uri="{FF2B5EF4-FFF2-40B4-BE49-F238E27FC236}">
                <a16:creationId xmlns:a16="http://schemas.microsoft.com/office/drawing/2014/main" id="{E80C3C51-C458-4482-A341-9C4B0DADA846}"/>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426493570" name="">
            <a:extLst xmlns:a="http://schemas.openxmlformats.org/drawingml/2006/main">
              <a:ext uri="{FF2B5EF4-FFF2-40B4-BE49-F238E27FC236}">
                <a16:creationId xmlns:a16="http://schemas.microsoft.com/office/drawing/2014/main" id="{218160C2-A877-4385-94C4-AD612CED4CF1}"/>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prstGeom>
          <a:solidFill xmlns:a="http://schemas.openxmlformats.org/drawingml/2006/main">
            <a:srgbClr val="ECFDF5"/>
          </a:solidFill>
          <a:ln xmlns:a="http://schemas.openxmlformats.org/drawingml/2006/main" w="13335">
            <a:solidFill>
              <a:srgbClr val="059669"/>
            </a:solidFill>
            <a:prstDash val="solid"/>
          </a:ln>
        </p:spPr>
      </p:sp>
      <p:sp>
        <p:nvSpPr>
          <p:cNvPr id="1426493571" name="">
            <a:extLst xmlns:a="http://schemas.openxmlformats.org/drawingml/2006/main">
              <a:ext uri="{FF2B5EF4-FFF2-40B4-BE49-F238E27FC236}">
                <a16:creationId xmlns:a16="http://schemas.microsoft.com/office/drawing/2014/main" id="{87188C40-7041-4ED7-B3C8-5DDC3AAA67E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426493572" name="">
            <a:extLst xmlns:a="http://schemas.openxmlformats.org/drawingml/2006/main">
              <a:ext uri="{FF2B5EF4-FFF2-40B4-BE49-F238E27FC236}">
                <a16:creationId xmlns:a16="http://schemas.microsoft.com/office/drawing/2014/main" id="{E38EE6FF-72E2-4E6B-816C-108C26D289E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2ccf4d866b5a4415">
            <a:extLst>
              <a:ext uri="{96DAC541-7B7A-43D3-8B79-37D633B846F1}">
                <asvg:svgBlip xmlns:asvg="http://schemas.microsoft.com/office/drawing/2016/SVG/main" r:embed="R8f0b2a2f380c4633"/>
              </a:ext>
            </a:extLst>
          </a:blip>
          <a:stretch xmlns:a="http://schemas.openxmlformats.org/drawingml/2006/main"/>
        </p:blipFill>
        <p:spPr>
          <a:xfrm xmlns:a="http://schemas.openxmlformats.org/drawingml/2006/main">
            <a:off x="1857375" y="3219450"/>
            <a:ext cx="3048000" cy="47625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8f6a587a185e4f3a">
            <a:extLst>
              <a:ext uri="{96DAC541-7B7A-43D3-8B79-37D633B846F1}">
                <asvg:svgBlip xmlns:asvg="http://schemas.microsoft.com/office/drawing/2016/SVG/main" r:embed="R717a3e3ad6e24937"/>
              </a:ext>
            </a:extLst>
          </a:blip>
          <a:stretch xmlns:a="http://schemas.openxmlformats.org/drawingml/2006/main"/>
        </p:blipFill>
        <p:spPr>
          <a:xfrm xmlns:a="http://schemas.openxmlformats.org/drawingml/2006/main">
            <a:off x="7096125" y="3219450"/>
            <a:ext cx="3048000" cy="476250"/>
          </a:xfrm>
          <a:prstGeom xmlns:a="http://schemas.openxmlformats.org/drawingml/2006/main" prst="rect">
            <a:avLst/>
          </a:prstGeom>
        </p:spPr>
      </p:pic>
      <p:sp>
        <p:nvSpPr>
          <p:cNvPr id="1426493575" name="">
            <a:extLst xmlns:a="http://schemas.openxmlformats.org/drawingml/2006/main">
              <a:ext uri="{FF2B5EF4-FFF2-40B4-BE49-F238E27FC236}">
                <a16:creationId xmlns:a16="http://schemas.microsoft.com/office/drawing/2014/main" id="{2ABB1DC5-9DDE-4580-81D8-8C2A1F154037}"/>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426493576" name="">
            <a:extLst xmlns:a="http://schemas.openxmlformats.org/drawingml/2006/main">
              <a:ext uri="{FF2B5EF4-FFF2-40B4-BE49-F238E27FC236}">
                <a16:creationId xmlns:a16="http://schemas.microsoft.com/office/drawing/2014/main" id="{5CC63AF1-B3C9-44FF-BD8D-DD7421E6E425}"/>
              </a:ext>
            </a:extLst>
          </p:cNvPr>
          <p:cNvSpPr>
            <a:spLocks xmlns:a="http://schemas.openxmlformats.org/drawingml/2006/main" noGrp="1"/>
          </p:cNvSpPr>
          <p:nvPr/>
        </p:nvSpPr>
        <p:spPr>
          <a:xfrm xmlns:a="http://schemas.openxmlformats.org/drawingml/2006/main">
            <a:off x="1428750" y="4410075"/>
            <a:ext cx="93345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1426493603" name=""/>
          <p:cNvPicPr>
            <a:picLocks xmlns:a="http://schemas.openxmlformats.org/drawingml/2006/main" noChangeAspect="1"/>
          </p:cNvPicPr>
          <p:nvPr/>
        </p:nvPicPr>
        <p:blipFill>
          <a:blip xmlns:r="http://schemas.openxmlformats.org/officeDocument/2006/relationships" xmlns:a="http://schemas.openxmlformats.org/drawingml/2006/main" r:embed="Rf13693bced9a426f">
            <a:extLst>
              <a:ext uri="{96DAC541-7B7A-43D3-8B79-37D633B846F1}">
                <asvg:svgBlip xmlns:asvg="http://schemas.microsoft.com/office/drawing/2016/SVG/main" r:embed="R1dad9e8888654da0"/>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426493578" name="">
            <a:extLst xmlns:a="http://schemas.openxmlformats.org/drawingml/2006/main">
              <a:ext uri="{FF2B5EF4-FFF2-40B4-BE49-F238E27FC236}">
                <a16:creationId xmlns:a16="http://schemas.microsoft.com/office/drawing/2014/main" id="{E341F208-3371-4A6E-A554-A5BC48E9B7AD}"/>
              </a:ext>
            </a:extLst>
          </p:cNvPr>
          <p:cNvSpPr>
            <a:spLocks xmlns:a="http://schemas.openxmlformats.org/drawingml/2006/main" noGrp="1"/>
          </p:cNvSpPr>
          <p:nvPr/>
        </p:nvSpPr>
        <p:spPr>
          <a:xfrm xmlns:a="http://schemas.openxmlformats.org/drawingml/2006/main">
            <a:off x="3143250" y="5314950"/>
            <a:ext cx="5905500" cy="495300"/>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1426493605" name=""/>
          <p:cNvPicPr>
            <a:picLocks xmlns:a="http://schemas.openxmlformats.org/drawingml/2006/main" noChangeAspect="1"/>
          </p:cNvPicPr>
          <p:nvPr/>
        </p:nvPicPr>
        <p:blipFill>
          <a:blip xmlns:r="http://schemas.openxmlformats.org/officeDocument/2006/relationships" xmlns:a="http://schemas.openxmlformats.org/drawingml/2006/main" r:embed="R7b5b948a73804cb9">
            <a:extLst>
              <a:ext uri="{96DAC541-7B7A-43D3-8B79-37D633B846F1}">
                <asvg:svgBlip xmlns:asvg="http://schemas.microsoft.com/office/drawing/2016/SVG/main" r:embed="R61323bcad9154844"/>
              </a:ext>
            </a:extLst>
          </a:blip>
          <a:stretch xmlns:a="http://schemas.openxmlformats.org/drawingml/2006/main"/>
        </p:blipFill>
        <p:spPr>
          <a:xfrm xmlns:a="http://schemas.openxmlformats.org/drawingml/2006/main">
            <a:off x="3429000" y="5343525"/>
            <a:ext cx="5334000" cy="4381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adaa569fad294592">
            <a:extLst>
              <a:ext uri="{96DAC541-7B7A-43D3-8B79-37D633B846F1}">
                <asvg:svgBlip xmlns:asvg="http://schemas.microsoft.com/office/drawing/2016/SVG/main" r:embed="R7d2ba1905e174052"/>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6891436a16ca4506">
            <a:extLst>
              <a:ext uri="{96DAC541-7B7A-43D3-8B79-37D633B846F1}">
                <asvg:svgBlip xmlns:asvg="http://schemas.microsoft.com/office/drawing/2016/SVG/main" r:embed="R229ba7b8eacf470f"/>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672c555ae0044721"/>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418431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452614751" name="">
            <a:extLst xmlns:a="http://schemas.openxmlformats.org/drawingml/2006/main">
              <a:ext uri="{FF2B5EF4-FFF2-40B4-BE49-F238E27FC236}">
                <a16:creationId xmlns:a16="http://schemas.microsoft.com/office/drawing/2014/main" id="{45D4D325-4D4C-4288-8551-D9974ED5DC93}"/>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452614759" name=""/>
          <p:cNvPicPr>
            <a:picLocks xmlns:a="http://schemas.openxmlformats.org/drawingml/2006/main" noChangeAspect="1"/>
          </p:cNvPicPr>
          <p:nvPr/>
        </p:nvPicPr>
        <p:blipFill>
          <a:blip xmlns:r="http://schemas.openxmlformats.org/officeDocument/2006/relationships" xmlns:a="http://schemas.openxmlformats.org/drawingml/2006/main" r:embed="Rcf62efe5a2bc4fab"/>
          <a:stretch xmlns:a="http://schemas.openxmlformats.org/drawingml/2006/main"/>
        </p:blipFill>
        <p:spPr>
          <a:xfrm xmlns:a="http://schemas.openxmlformats.org/drawingml/2006/main">
            <a:off x="2047875" y="1809750"/>
            <a:ext cx="8096250" cy="3648075"/>
          </a:xfrm>
          <a:prstGeom xmlns:a="http://schemas.openxmlformats.org/drawingml/2006/main" prst="rect">
            <a:avLst/>
          </a:prstGeom>
        </p:spPr>
      </p:pic>
      <p:sp>
        <p:nvSpPr>
          <p:cNvPr id="1452614753" name="">
            <a:extLst xmlns:a="http://schemas.openxmlformats.org/drawingml/2006/main">
              <a:ext uri="{FF2B5EF4-FFF2-40B4-BE49-F238E27FC236}">
                <a16:creationId xmlns:a16="http://schemas.microsoft.com/office/drawing/2014/main" id="{236176DD-A3D2-41A3-AF74-649152429EB2}"/>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667085"/>
                </a:solidFill>
                <a:latin typeface="Calibri"/>
                <a:ea typeface="Calibri"/>
                <a:cs typeface="Calibri"/>
              </a:defRPr>
            </a:pPr>
            <a:r>
              <a:rPr sz="1275"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13418431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214840570"/>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98305097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98086298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213823498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2915853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1456952667"/>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42f2b81433114b35"/>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b66edee0a5a54dd4"/>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705613394"/>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Tree>
    <p:extLst>
      <p:ext uri="{BB962C8B-B14F-4D97-AF65-F5344CB8AC3E}">
        <p14:creationId xmlns:p14="http://schemas.microsoft.com/office/powerpoint/2010/main" val="835073637"/>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066493605"/>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71790588"/>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176639325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81280889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0071c49e87643e8"/>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27641724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818586334"/>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6409043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89136679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a89709abbd04f4c"/>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709660664"/>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802812743"/>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39434116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26234788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427142136"/>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25ce7e723262469f">
            <a:extLst>
              <a:ext uri="{96DAC541-7B7A-43D3-8B79-37D633B846F1}">
                <asvg:svgBlip xmlns:asvg="http://schemas.microsoft.com/office/drawing/2016/SVG/main" r:embed="R35a31764dce34ce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302911254"/>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78447307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54127531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754ac1725a64d1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00b3fa00a2d4aca"/>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dba3738b9ad848c8"/>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869156994"/>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50592868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2026-07-27T15:36:24.3810000Z</dcterms:created>
  <dcterms:modified xsi:type="dcterms:W3CDTF">2026-07-27T15:36:24.3810000Z</dcterms:modified>
</coreProperties>
</file>