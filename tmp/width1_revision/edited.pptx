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b5125291974e15" /><Relationship Type="http://schemas.openxmlformats.org/officeDocument/2006/relationships/extended-properties" Target="/docProps/app.xml" Id="Ra4c3c5006e654f20" /><Relationship Type="http://schemas.openxmlformats.org/officeDocument/2006/relationships/officeDocument" Target="/ppt/presentation.xml" Id="R6e3ef118fa624dd5" /></Relationships>
</file>

<file path=ppt/presentation.xml><?xml version="1.0" encoding="utf-8"?>
<p:presentation xmlns:p="http://schemas.openxmlformats.org/presentationml/2006/main">
  <p:sldMasterIdLst>
    <p:sldMasterId xmlns:r="http://schemas.openxmlformats.org/officeDocument/2006/relationships" id="2147483648" r:id="Rb54bd0c3e2c14d2a"/>
  </p:sldMasterIdLst>
  <p:notesMasterIdLst>
    <p:notesMasterId xmlns:r="http://schemas.openxmlformats.org/officeDocument/2006/relationships" r:id="Rac4a7f7d170e4e34"/>
  </p:notesMasterIdLst>
  <p:sldIdLst>
    <p:sldId xmlns:r="http://schemas.openxmlformats.org/officeDocument/2006/relationships" id="256" r:id="R53760587765440ce"/>
    <p:sldId xmlns:r="http://schemas.openxmlformats.org/officeDocument/2006/relationships" id="257" r:id="R1857020b7c714988"/>
    <p:sldId xmlns:r="http://schemas.openxmlformats.org/officeDocument/2006/relationships" id="258" r:id="Ra9adaa90908e4e41"/>
    <p:sldId xmlns:r="http://schemas.openxmlformats.org/officeDocument/2006/relationships" id="259" r:id="R0390d56485784680"/>
    <p:sldId xmlns:r="http://schemas.openxmlformats.org/officeDocument/2006/relationships" id="260" r:id="R37bb77a664014b7d"/>
    <p:sldId xmlns:r="http://schemas.openxmlformats.org/officeDocument/2006/relationships" id="261" r:id="Ree72835a8e4341b4"/>
    <p:sldId xmlns:r="http://schemas.openxmlformats.org/officeDocument/2006/relationships" id="262" r:id="R32da1c3f7a864294"/>
    <p:sldId xmlns:r="http://schemas.openxmlformats.org/officeDocument/2006/relationships" id="263" r:id="R57fc173f54cf4406"/>
    <p:sldId xmlns:r="http://schemas.openxmlformats.org/officeDocument/2006/relationships" id="264" r:id="R783b2f09adbf4999"/>
    <p:sldId xmlns:r="http://schemas.openxmlformats.org/officeDocument/2006/relationships" id="265" r:id="Re925e5e68f044021"/>
    <p:sldId xmlns:r="http://schemas.openxmlformats.org/officeDocument/2006/relationships" id="266" r:id="Rc101837be32a43df"/>
    <p:sldId xmlns:r="http://schemas.openxmlformats.org/officeDocument/2006/relationships" id="267" r:id="Radc7e6a9882d46cd"/>
    <p:sldId xmlns:r="http://schemas.openxmlformats.org/officeDocument/2006/relationships" id="268" r:id="R551d2bb06e474420"/>
    <p:sldId xmlns:r="http://schemas.openxmlformats.org/officeDocument/2006/relationships" id="269" r:id="Rdd866a561dbd47ab"/>
    <p:sldId xmlns:r="http://schemas.openxmlformats.org/officeDocument/2006/relationships" id="270" r:id="R52888038a4124654"/>
    <p:sldId xmlns:r="http://schemas.openxmlformats.org/officeDocument/2006/relationships" id="271" r:id="R7667c59591f64e94"/>
    <p:sldId xmlns:r="http://schemas.openxmlformats.org/officeDocument/2006/relationships" id="272" r:id="Refbd246b8ced47fa"/>
    <p:sldId xmlns:r="http://schemas.openxmlformats.org/officeDocument/2006/relationships" id="273" r:id="R46ad0b7252914d68"/>
    <p:sldId xmlns:r="http://schemas.openxmlformats.org/officeDocument/2006/relationships" id="274" r:id="Rd7c9ac8c4c20447b"/>
    <p:sldId xmlns:r="http://schemas.openxmlformats.org/officeDocument/2006/relationships" id="275" r:id="R689457ab570c4cf5"/>
    <p:sldId xmlns:r="http://schemas.openxmlformats.org/officeDocument/2006/relationships" id="276" r:id="R7ff4ae1f82e749a0"/>
    <p:sldId xmlns:r="http://schemas.openxmlformats.org/officeDocument/2006/relationships" id="277" r:id="R0c1499bf9aaf4010"/>
    <p:sldId xmlns:r="http://schemas.openxmlformats.org/officeDocument/2006/relationships" id="278" r:id="R9a8abd363cbd4e52"/>
    <p:sldId xmlns:r="http://schemas.openxmlformats.org/officeDocument/2006/relationships" id="279" r:id="Rfd282133fbe74093"/>
    <p:sldId xmlns:r="http://schemas.openxmlformats.org/officeDocument/2006/relationships" id="280" r:id="Rf2d0787381264cb6"/>
    <p:sldId xmlns:r="http://schemas.openxmlformats.org/officeDocument/2006/relationships" id="281" r:id="Rdd97645a18294bb1"/>
    <p:sldId xmlns:r="http://schemas.openxmlformats.org/officeDocument/2006/relationships" id="282" r:id="R188342faac9f49c4"/>
    <p:sldId xmlns:r="http://schemas.openxmlformats.org/officeDocument/2006/relationships" id="283" r:id="R3066e72b175f41ec"/>
    <p:sldId xmlns:r="http://schemas.openxmlformats.org/officeDocument/2006/relationships" id="284" r:id="Rd74adbc656d44ae9"/>
    <p:sldId xmlns:r="http://schemas.openxmlformats.org/officeDocument/2006/relationships" id="285" r:id="Rb4a5ee7c533d49f4"/>
    <p:sldId xmlns:r="http://schemas.openxmlformats.org/officeDocument/2006/relationships" id="286" r:id="Rfdc383192b2c4ca4"/>
    <p:sldId xmlns:r="http://schemas.openxmlformats.org/officeDocument/2006/relationships" id="287" r:id="R4c89782408084006"/>
    <p:sldId xmlns:r="http://schemas.openxmlformats.org/officeDocument/2006/relationships" id="288" r:id="R376f2bf93c734f40"/>
    <p:sldId xmlns:r="http://schemas.openxmlformats.org/officeDocument/2006/relationships" id="289" r:id="Red79b0fee6474478"/>
    <p:sldId xmlns:r="http://schemas.openxmlformats.org/officeDocument/2006/relationships" id="290" r:id="R8e6d5a34b7084056"/>
    <p:sldId xmlns:r="http://schemas.openxmlformats.org/officeDocument/2006/relationships" id="291" r:id="R0ec18cfb544d4b7b"/>
    <p:sldId xmlns:r="http://schemas.openxmlformats.org/officeDocument/2006/relationships" id="292" r:id="Ra5612eef4f8c4754"/>
    <p:sldId xmlns:r="http://schemas.openxmlformats.org/officeDocument/2006/relationships" id="293" r:id="R22296f011dde43ee"/>
    <p:sldId xmlns:r="http://schemas.openxmlformats.org/officeDocument/2006/relationships" id="294" r:id="Re69154d7ea5c4d4c"/>
    <p:sldId xmlns:r="http://schemas.openxmlformats.org/officeDocument/2006/relationships" id="295" r:id="Rb44515924acf46e6"/>
    <p:sldId xmlns:r="http://schemas.openxmlformats.org/officeDocument/2006/relationships" id="296" r:id="R01682436c2a246c8"/>
    <p:sldId xmlns:r="http://schemas.openxmlformats.org/officeDocument/2006/relationships" id="297" r:id="Rd950856331514448"/>
    <p:sldId xmlns:r="http://schemas.openxmlformats.org/officeDocument/2006/relationships" id="298" r:id="R08538041f78b415b"/>
    <p:sldId xmlns:r="http://schemas.openxmlformats.org/officeDocument/2006/relationships" id="299" r:id="Redf2549e9a194405"/>
    <p:sldId xmlns:r="http://schemas.openxmlformats.org/officeDocument/2006/relationships" id="300" r:id="R3d5f91d581ae49ff"/>
    <p:sldId xmlns:r="http://schemas.openxmlformats.org/officeDocument/2006/relationships" id="301" r:id="R5dcdc3807ef7491c"/>
    <p:sldId xmlns:r="http://schemas.openxmlformats.org/officeDocument/2006/relationships" id="302" r:id="Rd7e86f5330d54a6b"/>
    <p:sldId xmlns:r="http://schemas.openxmlformats.org/officeDocument/2006/relationships" id="303" r:id="R47c2c10ba7d84644"/>
    <p:sldId xmlns:r="http://schemas.openxmlformats.org/officeDocument/2006/relationships" id="304" r:id="R4fa81ea6276643a8"/>
    <p:sldId xmlns:r="http://schemas.openxmlformats.org/officeDocument/2006/relationships" id="305" r:id="R6b549def61724cff"/>
    <p:sldId xmlns:r="http://schemas.openxmlformats.org/officeDocument/2006/relationships" id="306" r:id="Rf3cbd81a30734a1e"/>
    <p:sldId xmlns:r="http://schemas.openxmlformats.org/officeDocument/2006/relationships" id="307" r:id="R99594add46854351"/>
    <p:sldId xmlns:r="http://schemas.openxmlformats.org/officeDocument/2006/relationships" id="308" r:id="Rf17a26c25627463d"/>
    <p:sldId xmlns:r="http://schemas.openxmlformats.org/officeDocument/2006/relationships" id="309" r:id="R9546a20700e742ea"/>
    <p:sldId xmlns:r="http://schemas.openxmlformats.org/officeDocument/2006/relationships" id="310" r:id="Rae8e910335fd4185"/>
    <p:sldId xmlns:r="http://schemas.openxmlformats.org/officeDocument/2006/relationships" id="311" r:id="R049c9ad68d564b61"/>
    <p:sldId xmlns:r="http://schemas.openxmlformats.org/officeDocument/2006/relationships" id="312" r:id="R1fa52ad941054e76"/>
    <p:sldId xmlns:r="http://schemas.openxmlformats.org/officeDocument/2006/relationships" id="313" r:id="R58bb58fe875f4dd8"/>
    <p:sldId xmlns:r="http://schemas.openxmlformats.org/officeDocument/2006/relationships" id="314" r:id="Rcfd78e50f46c4222"/>
    <p:sldId xmlns:r="http://schemas.openxmlformats.org/officeDocument/2006/relationships" id="315" r:id="R655afa87c3194bc3"/>
    <p:sldId xmlns:r="http://schemas.openxmlformats.org/officeDocument/2006/relationships" id="316" r:id="R93da461ca6f54b9d"/>
    <p:sldId xmlns:r="http://schemas.openxmlformats.org/officeDocument/2006/relationships" id="317" r:id="R7a9191b61fbf4db1"/>
    <p:sldId xmlns:r="http://schemas.openxmlformats.org/officeDocument/2006/relationships" id="318" r:id="Rc7b148e9c15a44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b5771715a724660" /><Relationship Type="http://schemas.openxmlformats.org/officeDocument/2006/relationships/slideMaster" Target="/ppt/slideMasters/slideMaster1.xml" Id="Rb54bd0c3e2c14d2a" /><Relationship Type="http://schemas.openxmlformats.org/officeDocument/2006/relationships/notesMaster" Target="/ppt/notesMasters/notesMaster1.xml" Id="Rac4a7f7d170e4e34" /><Relationship Type="http://schemas.openxmlformats.org/officeDocument/2006/relationships/presProps" Target="/ppt/presProps.xml" Id="Rf5645ce7bdf5404b" /><Relationship Type="http://schemas.openxmlformats.org/officeDocument/2006/relationships/viewProps" Target="/ppt/viewProps.xml" Id="R2bac09f1f6ab4e19" /><Relationship Type="http://schemas.openxmlformats.org/officeDocument/2006/relationships/tableStyles" Target="/ppt/tableStyles.xml" Id="Rb575cadc295e4a9d" /><Relationship Type="http://schemas.openxmlformats.org/officeDocument/2006/relationships/slide" Target="/ppt/slides/slide1.xml" Id="R53760587765440ce" /><Relationship Type="http://schemas.openxmlformats.org/officeDocument/2006/relationships/slide" Target="/ppt/slides/slide2.xml" Id="R1857020b7c714988" /><Relationship Type="http://schemas.openxmlformats.org/officeDocument/2006/relationships/slide" Target="/ppt/slides/slide3.xml" Id="Ra9adaa90908e4e41" /><Relationship Type="http://schemas.openxmlformats.org/officeDocument/2006/relationships/slide" Target="/ppt/slides/slide4.xml" Id="R0390d56485784680" /><Relationship Type="http://schemas.openxmlformats.org/officeDocument/2006/relationships/slide" Target="/ppt/slides/slide5.xml" Id="R37bb77a664014b7d" /><Relationship Type="http://schemas.openxmlformats.org/officeDocument/2006/relationships/slide" Target="/ppt/slides/slide6.xml" Id="Ree72835a8e4341b4" /><Relationship Type="http://schemas.openxmlformats.org/officeDocument/2006/relationships/slide" Target="/ppt/slides/slide7.xml" Id="R32da1c3f7a864294" /><Relationship Type="http://schemas.openxmlformats.org/officeDocument/2006/relationships/slide" Target="/ppt/slides/slide8.xml" Id="R57fc173f54cf4406" /><Relationship Type="http://schemas.openxmlformats.org/officeDocument/2006/relationships/slide" Target="/ppt/slides/slide9.xml" Id="R783b2f09adbf4999" /><Relationship Type="http://schemas.openxmlformats.org/officeDocument/2006/relationships/slide" Target="/ppt/slides/slide10.xml" Id="Re925e5e68f044021" /><Relationship Type="http://schemas.openxmlformats.org/officeDocument/2006/relationships/slide" Target="/ppt/slides/slide11.xml" Id="Rc101837be32a43df" /><Relationship Type="http://schemas.openxmlformats.org/officeDocument/2006/relationships/slide" Target="/ppt/slides/slide12.xml" Id="Radc7e6a9882d46cd" /><Relationship Type="http://schemas.openxmlformats.org/officeDocument/2006/relationships/slide" Target="/ppt/slides/slide13.xml" Id="R551d2bb06e474420" /><Relationship Type="http://schemas.openxmlformats.org/officeDocument/2006/relationships/slide" Target="/ppt/slides/slide14.xml" Id="Rdd866a561dbd47ab" /><Relationship Type="http://schemas.openxmlformats.org/officeDocument/2006/relationships/slide" Target="/ppt/slides/slide15.xml" Id="R52888038a4124654" /><Relationship Type="http://schemas.openxmlformats.org/officeDocument/2006/relationships/slide" Target="/ppt/slides/slide16.xml" Id="R7667c59591f64e94" /><Relationship Type="http://schemas.openxmlformats.org/officeDocument/2006/relationships/slide" Target="/ppt/slides/slide17.xml" Id="Refbd246b8ced47fa" /><Relationship Type="http://schemas.openxmlformats.org/officeDocument/2006/relationships/slide" Target="/ppt/slides/slide18.xml" Id="R46ad0b7252914d68" /><Relationship Type="http://schemas.openxmlformats.org/officeDocument/2006/relationships/slide" Target="/ppt/slides/slide19.xml" Id="Rd7c9ac8c4c20447b" /><Relationship Type="http://schemas.openxmlformats.org/officeDocument/2006/relationships/slide" Target="/ppt/slides/slide20.xml" Id="R689457ab570c4cf5" /><Relationship Type="http://schemas.openxmlformats.org/officeDocument/2006/relationships/slide" Target="/ppt/slides/slide21.xml" Id="R7ff4ae1f82e749a0" /><Relationship Type="http://schemas.openxmlformats.org/officeDocument/2006/relationships/slide" Target="/ppt/slides/slide22.xml" Id="R0c1499bf9aaf4010" /><Relationship Type="http://schemas.openxmlformats.org/officeDocument/2006/relationships/slide" Target="/ppt/slides/slide23.xml" Id="R9a8abd363cbd4e52" /><Relationship Type="http://schemas.openxmlformats.org/officeDocument/2006/relationships/slide" Target="/ppt/slides/slide24.xml" Id="Rfd282133fbe74093" /><Relationship Type="http://schemas.openxmlformats.org/officeDocument/2006/relationships/slide" Target="/ppt/slides/slide25.xml" Id="Rf2d0787381264cb6" /><Relationship Type="http://schemas.openxmlformats.org/officeDocument/2006/relationships/slide" Target="/ppt/slides/slide26.xml" Id="Rdd97645a18294bb1" /><Relationship Type="http://schemas.openxmlformats.org/officeDocument/2006/relationships/slide" Target="/ppt/slides/slide27.xml" Id="R188342faac9f49c4" /><Relationship Type="http://schemas.openxmlformats.org/officeDocument/2006/relationships/slide" Target="/ppt/slides/slide28.xml" Id="R3066e72b175f41ec" /><Relationship Type="http://schemas.openxmlformats.org/officeDocument/2006/relationships/slide" Target="/ppt/slides/slide29.xml" Id="Rd74adbc656d44ae9" /><Relationship Type="http://schemas.openxmlformats.org/officeDocument/2006/relationships/slide" Target="/ppt/slides/slide30.xml" Id="Rb4a5ee7c533d49f4" /><Relationship Type="http://schemas.openxmlformats.org/officeDocument/2006/relationships/slide" Target="/ppt/slides/slide31.xml" Id="Rfdc383192b2c4ca4" /><Relationship Type="http://schemas.openxmlformats.org/officeDocument/2006/relationships/slide" Target="/ppt/slides/slide32.xml" Id="R4c89782408084006" /><Relationship Type="http://schemas.openxmlformats.org/officeDocument/2006/relationships/slide" Target="/ppt/slides/slide33.xml" Id="R376f2bf93c734f40" /><Relationship Type="http://schemas.openxmlformats.org/officeDocument/2006/relationships/slide" Target="/ppt/slides/slide34.xml" Id="Red79b0fee6474478" /><Relationship Type="http://schemas.openxmlformats.org/officeDocument/2006/relationships/slide" Target="/ppt/slides/slide35.xml" Id="R8e6d5a34b7084056" /><Relationship Type="http://schemas.openxmlformats.org/officeDocument/2006/relationships/slide" Target="/ppt/slides/slide36.xml" Id="R0ec18cfb544d4b7b" /><Relationship Type="http://schemas.openxmlformats.org/officeDocument/2006/relationships/slide" Target="/ppt/slides/slide37.xml" Id="Ra5612eef4f8c4754" /><Relationship Type="http://schemas.openxmlformats.org/officeDocument/2006/relationships/slide" Target="/ppt/slides/slide38.xml" Id="R22296f011dde43ee" /><Relationship Type="http://schemas.openxmlformats.org/officeDocument/2006/relationships/slide" Target="/ppt/slides/slide39.xml" Id="Re69154d7ea5c4d4c" /><Relationship Type="http://schemas.openxmlformats.org/officeDocument/2006/relationships/slide" Target="/ppt/slides/slide40.xml" Id="Rb44515924acf46e6" /><Relationship Type="http://schemas.openxmlformats.org/officeDocument/2006/relationships/slide" Target="/ppt/slides/slide41.xml" Id="R01682436c2a246c8" /><Relationship Type="http://schemas.openxmlformats.org/officeDocument/2006/relationships/slide" Target="/ppt/slides/slide42.xml" Id="Rd950856331514448" /><Relationship Type="http://schemas.openxmlformats.org/officeDocument/2006/relationships/slide" Target="/ppt/slides/slide43.xml" Id="R08538041f78b415b" /><Relationship Type="http://schemas.openxmlformats.org/officeDocument/2006/relationships/slide" Target="/ppt/slides/slide44.xml" Id="Redf2549e9a194405" /><Relationship Type="http://schemas.openxmlformats.org/officeDocument/2006/relationships/slide" Target="/ppt/slides/slide45.xml" Id="R3d5f91d581ae49ff" /><Relationship Type="http://schemas.openxmlformats.org/officeDocument/2006/relationships/slide" Target="/ppt/slides/slide46.xml" Id="R5dcdc3807ef7491c" /><Relationship Type="http://schemas.openxmlformats.org/officeDocument/2006/relationships/slide" Target="/ppt/slides/slide47.xml" Id="Rd7e86f5330d54a6b" /><Relationship Type="http://schemas.openxmlformats.org/officeDocument/2006/relationships/slide" Target="/ppt/slides/slide48.xml" Id="R47c2c10ba7d84644" /><Relationship Type="http://schemas.openxmlformats.org/officeDocument/2006/relationships/slide" Target="/ppt/slides/slide49.xml" Id="R4fa81ea6276643a8" /><Relationship Type="http://schemas.openxmlformats.org/officeDocument/2006/relationships/slide" Target="/ppt/slides/slide50.xml" Id="R6b549def61724cff" /><Relationship Type="http://schemas.openxmlformats.org/officeDocument/2006/relationships/slide" Target="/ppt/slides/slide51.xml" Id="Rf3cbd81a30734a1e" /><Relationship Type="http://schemas.openxmlformats.org/officeDocument/2006/relationships/slide" Target="/ppt/slides/slide52.xml" Id="R99594add46854351" /><Relationship Type="http://schemas.openxmlformats.org/officeDocument/2006/relationships/slide" Target="/ppt/slides/slide53.xml" Id="Rf17a26c25627463d" /><Relationship Type="http://schemas.openxmlformats.org/officeDocument/2006/relationships/slide" Target="/ppt/slides/slide54.xml" Id="R9546a20700e742ea" /><Relationship Type="http://schemas.openxmlformats.org/officeDocument/2006/relationships/slide" Target="/ppt/slides/slide55.xml" Id="Rae8e910335fd4185" /><Relationship Type="http://schemas.openxmlformats.org/officeDocument/2006/relationships/slide" Target="/ppt/slides/slide56.xml" Id="R049c9ad68d564b61" /><Relationship Type="http://schemas.openxmlformats.org/officeDocument/2006/relationships/slide" Target="/ppt/slides/slide57.xml" Id="R1fa52ad941054e76" /><Relationship Type="http://schemas.openxmlformats.org/officeDocument/2006/relationships/slide" Target="/ppt/slides/slide58.xml" Id="R58bb58fe875f4dd8" /><Relationship Type="http://schemas.openxmlformats.org/officeDocument/2006/relationships/slide" Target="/ppt/slides/slide59.xml" Id="Rcfd78e50f46c4222" /><Relationship Type="http://schemas.openxmlformats.org/officeDocument/2006/relationships/slide" Target="/ppt/slides/slide60.xml" Id="R655afa87c3194bc3" /><Relationship Type="http://schemas.openxmlformats.org/officeDocument/2006/relationships/slide" Target="/ppt/slides/slide61.xml" Id="R93da461ca6f54b9d" /><Relationship Type="http://schemas.openxmlformats.org/officeDocument/2006/relationships/slide" Target="/ppt/slides/slide62.xml" Id="R7a9191b61fbf4db1" /><Relationship Type="http://schemas.openxmlformats.org/officeDocument/2006/relationships/slide" Target="/ppt/slides/slide63.xml" Id="Rc7b148e9c15a44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86bdec672e42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a59099836d436c" /><Relationship Type="http://schemas.openxmlformats.org/officeDocument/2006/relationships/notesMaster" Target="/ppt/notesMasters/notesMaster1.xml" Id="Rb1d6a47ce31e45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82bfe893cd4e92" /><Relationship Type="http://schemas.openxmlformats.org/officeDocument/2006/relationships/notesMaster" Target="/ppt/notesMasters/notesMaster1.xml" Id="R0cb9b7cb133344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527577aa364762" /><Relationship Type="http://schemas.openxmlformats.org/officeDocument/2006/relationships/notesMaster" Target="/ppt/notesMasters/notesMaster1.xml" Id="Rdec53d51b95747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33fd6db63c419e" /><Relationship Type="http://schemas.openxmlformats.org/officeDocument/2006/relationships/notesMaster" Target="/ppt/notesMasters/notesMaster1.xml" Id="R570399e18a3842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ed52ea735e43e4" /><Relationship Type="http://schemas.openxmlformats.org/officeDocument/2006/relationships/notesMaster" Target="/ppt/notesMasters/notesMaster1.xml" Id="Ra5052028cd4a47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47a99fe3e440ad" /><Relationship Type="http://schemas.openxmlformats.org/officeDocument/2006/relationships/notesMaster" Target="/ppt/notesMasters/notesMaster1.xml" Id="R25b8a6b6700041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479bd1fe204ee2" /><Relationship Type="http://schemas.openxmlformats.org/officeDocument/2006/relationships/notesMaster" Target="/ppt/notesMasters/notesMaster1.xml" Id="R8417ff111b0f42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df7266f0b44b0c" /><Relationship Type="http://schemas.openxmlformats.org/officeDocument/2006/relationships/notesMaster" Target="/ppt/notesMasters/notesMaster1.xml" Id="R0961014d142847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6ff783d5b64148" /><Relationship Type="http://schemas.openxmlformats.org/officeDocument/2006/relationships/notesMaster" Target="/ppt/notesMasters/notesMaster1.xml" Id="R622817b6c2b040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60f497d0284dbf" /><Relationship Type="http://schemas.openxmlformats.org/officeDocument/2006/relationships/notesMaster" Target="/ppt/notesMasters/notesMaster1.xml" Id="R78abb889c89e4a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07fd20fff040e0" /><Relationship Type="http://schemas.openxmlformats.org/officeDocument/2006/relationships/notesMaster" Target="/ppt/notesMasters/notesMaster1.xml" Id="R5ba6d1ff140141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21fcbea69d4274" /><Relationship Type="http://schemas.openxmlformats.org/officeDocument/2006/relationships/notesMaster" Target="/ppt/notesMasters/notesMaster1.xml" Id="R1952d920c54940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e80acd9bcf4fae" /><Relationship Type="http://schemas.openxmlformats.org/officeDocument/2006/relationships/notesMaster" Target="/ppt/notesMasters/notesMaster1.xml" Id="Rcef061eff2e042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a118a020674937" /><Relationship Type="http://schemas.openxmlformats.org/officeDocument/2006/relationships/notesMaster" Target="/ppt/notesMasters/notesMaster1.xml" Id="Rf68ca96da8dc40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4157064f424550" /><Relationship Type="http://schemas.openxmlformats.org/officeDocument/2006/relationships/notesMaster" Target="/ppt/notesMasters/notesMaster1.xml" Id="R44cd0e63332743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2db0ba63d6464c" /><Relationship Type="http://schemas.openxmlformats.org/officeDocument/2006/relationships/notesMaster" Target="/ppt/notesMasters/notesMaster1.xml" Id="R50b479e3877948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7d11f4177b4ad4" /><Relationship Type="http://schemas.openxmlformats.org/officeDocument/2006/relationships/notesMaster" Target="/ppt/notesMasters/notesMaster1.xml" Id="R44c94453785348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f2c06e21db48e5" /><Relationship Type="http://schemas.openxmlformats.org/officeDocument/2006/relationships/notesMaster" Target="/ppt/notesMasters/notesMaster1.xml" Id="Rabf7c4fe534f40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2f403552fb4e76" /><Relationship Type="http://schemas.openxmlformats.org/officeDocument/2006/relationships/notesMaster" Target="/ppt/notesMasters/notesMaster1.xml" Id="Rf364f5be6ac940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35866aadc34f77" /><Relationship Type="http://schemas.openxmlformats.org/officeDocument/2006/relationships/notesMaster" Target="/ppt/notesMasters/notesMaster1.xml" Id="Rb274912e413546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c26d0650164b55" /><Relationship Type="http://schemas.openxmlformats.org/officeDocument/2006/relationships/notesMaster" Target="/ppt/notesMasters/notesMaster1.xml" Id="R0716f79a7c084d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26082f68784517" /><Relationship Type="http://schemas.openxmlformats.org/officeDocument/2006/relationships/notesMaster" Target="/ppt/notesMasters/notesMaster1.xml" Id="R46b166144b4843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e95280d5b1429a" /><Relationship Type="http://schemas.openxmlformats.org/officeDocument/2006/relationships/notesMaster" Target="/ppt/notesMasters/notesMaster1.xml" Id="R414a98e6cda24b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e95037ba064ab7" /><Relationship Type="http://schemas.openxmlformats.org/officeDocument/2006/relationships/notesMaster" Target="/ppt/notesMasters/notesMaster1.xml" Id="R7afa8cd9797d4b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3eadd00d894d53" /><Relationship Type="http://schemas.openxmlformats.org/officeDocument/2006/relationships/notesMaster" Target="/ppt/notesMasters/notesMaster1.xml" Id="R095f4d4b0b654c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c10c09049c84a39" /><Relationship Type="http://schemas.openxmlformats.org/officeDocument/2006/relationships/notesMaster" Target="/ppt/notesMasters/notesMaster1.xml" Id="Rdaa6bab1c11342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118c062a97442ca" /><Relationship Type="http://schemas.openxmlformats.org/officeDocument/2006/relationships/notesMaster" Target="/ppt/notesMasters/notesMaster1.xml" Id="R2eec04fc84bb48b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5575e1628d24662" /><Relationship Type="http://schemas.openxmlformats.org/officeDocument/2006/relationships/notesMaster" Target="/ppt/notesMasters/notesMaster1.xml" Id="R07591017858540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187691b6564230" /><Relationship Type="http://schemas.openxmlformats.org/officeDocument/2006/relationships/notesMaster" Target="/ppt/notesMasters/notesMaster1.xml" Id="Rdc98c4b8a60e429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7ac23e8ba88401d" /><Relationship Type="http://schemas.openxmlformats.org/officeDocument/2006/relationships/notesMaster" Target="/ppt/notesMasters/notesMaster1.xml" Id="R47dd497b6ced464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0e2c9cd6a44581" /><Relationship Type="http://schemas.openxmlformats.org/officeDocument/2006/relationships/notesMaster" Target="/ppt/notesMasters/notesMaster1.xml" Id="R569887ec1036481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900ed130d024413" /><Relationship Type="http://schemas.openxmlformats.org/officeDocument/2006/relationships/notesMaster" Target="/ppt/notesMasters/notesMaster1.xml" Id="R57cd18fcfd47448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3a18cb6e204b46" /><Relationship Type="http://schemas.openxmlformats.org/officeDocument/2006/relationships/notesMaster" Target="/ppt/notesMasters/notesMaster1.xml" Id="R2fe0c59f2fd64db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cc1192f5fc4ce7" /><Relationship Type="http://schemas.openxmlformats.org/officeDocument/2006/relationships/notesMaster" Target="/ppt/notesMasters/notesMaster1.xml" Id="R6b2f1738225a4a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bd128cbb3f84671" /><Relationship Type="http://schemas.openxmlformats.org/officeDocument/2006/relationships/notesMaster" Target="/ppt/notesMasters/notesMaster1.xml" Id="R163178d814584da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d9135f747b14136" /><Relationship Type="http://schemas.openxmlformats.org/officeDocument/2006/relationships/notesMaster" Target="/ppt/notesMasters/notesMaster1.xml" Id="R437dd50e26c94bc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5cf680a3b8b464d" /><Relationship Type="http://schemas.openxmlformats.org/officeDocument/2006/relationships/notesMaster" Target="/ppt/notesMasters/notesMaster1.xml" Id="Rebf755285dba456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fe33799d024615" /><Relationship Type="http://schemas.openxmlformats.org/officeDocument/2006/relationships/notesMaster" Target="/ppt/notesMasters/notesMaster1.xml" Id="R918f4ed78d5e42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496c6bf79c34224" /><Relationship Type="http://schemas.openxmlformats.org/officeDocument/2006/relationships/notesMaster" Target="/ppt/notesMasters/notesMaster1.xml" Id="R14ce06152bd9464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a2388b4836c48ef" /><Relationship Type="http://schemas.openxmlformats.org/officeDocument/2006/relationships/notesMaster" Target="/ppt/notesMasters/notesMaster1.xml" Id="R5a7521fea4e0478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dbc772124a444ef" /><Relationship Type="http://schemas.openxmlformats.org/officeDocument/2006/relationships/notesMaster" Target="/ppt/notesMasters/notesMaster1.xml" Id="R5abacf5130334db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50dba6be2194fcf" /><Relationship Type="http://schemas.openxmlformats.org/officeDocument/2006/relationships/notesMaster" Target="/ppt/notesMasters/notesMaster1.xml" Id="R8c6a97425fc74ac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af3ee61ff09436b" /><Relationship Type="http://schemas.openxmlformats.org/officeDocument/2006/relationships/notesMaster" Target="/ppt/notesMasters/notesMaster1.xml" Id="R5e1c4765b562427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97d6a1fcc7b4c7c" /><Relationship Type="http://schemas.openxmlformats.org/officeDocument/2006/relationships/notesMaster" Target="/ppt/notesMasters/notesMaster1.xml" Id="R0c3308ccc65f43c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b2cc3f6be3b44e0" /><Relationship Type="http://schemas.openxmlformats.org/officeDocument/2006/relationships/notesMaster" Target="/ppt/notesMasters/notesMaster1.xml" Id="Rc5708c2455464c2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21c8a7487224ed5" /><Relationship Type="http://schemas.openxmlformats.org/officeDocument/2006/relationships/notesMaster" Target="/ppt/notesMasters/notesMaster1.xml" Id="R8c63cc23b454461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2f7843b477c411e" /><Relationship Type="http://schemas.openxmlformats.org/officeDocument/2006/relationships/notesMaster" Target="/ppt/notesMasters/notesMaster1.xml" Id="R5a4427c1127344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367f2b12ca648bf" /><Relationship Type="http://schemas.openxmlformats.org/officeDocument/2006/relationships/notesMaster" Target="/ppt/notesMasters/notesMaster1.xml" Id="R4752e0351bdf417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c172f12a63044d5" /><Relationship Type="http://schemas.openxmlformats.org/officeDocument/2006/relationships/notesMaster" Target="/ppt/notesMasters/notesMaster1.xml" Id="Reef0a4bf134446b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88a347cb5d84fd8" /><Relationship Type="http://schemas.openxmlformats.org/officeDocument/2006/relationships/notesMaster" Target="/ppt/notesMasters/notesMaster1.xml" Id="Ra655492d8e9a449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802b49a2a914ae8" /><Relationship Type="http://schemas.openxmlformats.org/officeDocument/2006/relationships/notesMaster" Target="/ppt/notesMasters/notesMaster1.xml" Id="Ra9a0513f79c949d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b0f5c0601594de5" /><Relationship Type="http://schemas.openxmlformats.org/officeDocument/2006/relationships/notesMaster" Target="/ppt/notesMasters/notesMaster1.xml" Id="R02a6ef065aca4cb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06283e0d0cf4a2f" /><Relationship Type="http://schemas.openxmlformats.org/officeDocument/2006/relationships/notesMaster" Target="/ppt/notesMasters/notesMaster1.xml" Id="R122b9e2320514d0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7c5bc5d17c34e2d" /><Relationship Type="http://schemas.openxmlformats.org/officeDocument/2006/relationships/notesMaster" Target="/ppt/notesMasters/notesMaster1.xml" Id="Rb2d52d5bfe4c493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6149048d0f340e5" /><Relationship Type="http://schemas.openxmlformats.org/officeDocument/2006/relationships/notesMaster" Target="/ppt/notesMasters/notesMaster1.xml" Id="R412639b3375e4a9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70c37b49e994e17" /><Relationship Type="http://schemas.openxmlformats.org/officeDocument/2006/relationships/notesMaster" Target="/ppt/notesMasters/notesMaster1.xml" Id="Ra93e4bf75e8a46e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e09d54dafa54d33" /><Relationship Type="http://schemas.openxmlformats.org/officeDocument/2006/relationships/notesMaster" Target="/ppt/notesMasters/notesMaster1.xml" Id="Rb35b901081cd43a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ff856f2ac0f4a26" /><Relationship Type="http://schemas.openxmlformats.org/officeDocument/2006/relationships/notesMaster" Target="/ppt/notesMasters/notesMaster1.xml" Id="R29ce5c31acd84df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21586b63d94491a" /><Relationship Type="http://schemas.openxmlformats.org/officeDocument/2006/relationships/notesMaster" Target="/ppt/notesMasters/notesMaster1.xml" Id="R861eb51825e0490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037ea8538d24db1" /><Relationship Type="http://schemas.openxmlformats.org/officeDocument/2006/relationships/notesMaster" Target="/ppt/notesMasters/notesMaster1.xml" Id="R0baa1d222aec4a7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cff5f4be30c4917" /><Relationship Type="http://schemas.openxmlformats.org/officeDocument/2006/relationships/notesMaster" Target="/ppt/notesMasters/notesMaster1.xml" Id="Rfa8dd102a183454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24b8c2baf984b70" /><Relationship Type="http://schemas.openxmlformats.org/officeDocument/2006/relationships/notesMaster" Target="/ppt/notesMasters/notesMaster1.xml" Id="R7040c0a150dc4f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5cf050f34034fc9" /><Relationship Type="http://schemas.openxmlformats.org/officeDocument/2006/relationships/notesMaster" Target="/ppt/notesMasters/notesMaster1.xml" Id="R88302fe79f4441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bf674e74e64c1f" /><Relationship Type="http://schemas.openxmlformats.org/officeDocument/2006/relationships/image" Target="/ppt/media/image.png" Id="Rae32250b558d48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dd9c1957b840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880cc0a7ef4f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f7a812205b467c" /><Relationship Type="http://schemas.openxmlformats.org/officeDocument/2006/relationships/image" Target="/ppt/media/image.png" Id="Rf870fb7a833c46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f9c875e6fb45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c0ceae5f9743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ed25b183bb49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04b508c1e4c4ce2" /><Relationship Type="http://schemas.openxmlformats.org/officeDocument/2006/relationships/image" Target="/ppt/media/image.png" Id="R15a7bdd727ac482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6eb727e0fa453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9343f196afb405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bd246e1cca6401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9a2a5e793bc4d25"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553945232" name=""/>
          <p:cNvPicPr>
            <a:picLocks xmlns:a="http://schemas.openxmlformats.org/drawingml/2006/main" noChangeAspect="1"/>
          </p:cNvPicPr>
          <p:nvPr/>
        </p:nvPicPr>
        <p:blipFill rotWithShape="1">
          <a:blip xmlns:r="http://schemas.openxmlformats.org/officeDocument/2006/relationships" xmlns:a="http://schemas.openxmlformats.org/drawingml/2006/main" r:embed="Rae32250b558d48de">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150147677" name="">
            <a:extLst xmlns:a="http://schemas.openxmlformats.org/drawingml/2006/main">
              <a:ext uri="{FF2B5EF4-FFF2-40B4-BE49-F238E27FC236}">
                <a16:creationId xmlns:a16="http://schemas.microsoft.com/office/drawing/2014/main" id="{13FA6EAB-B287-4DDA-86DF-899374EF4589}"/>
              </a:ext>
            </a:extLst>
          </p:cNvPr>
          <p:cNvSpPr>
            <a:spLocks xmlns:a="http://schemas.openxmlformats.org/drawingml/2006/main" noGrp="1"/>
          </p:cNvSpPr>
          <p:nvPr/>
        </p:nvSpPr>
        <p:spPr>
          <a:xfrm xmlns:a="http://schemas.openxmlformats.org/drawingml/2006/main" rot="0" flipH="0" flipV="0">
            <a:off x="6079" y="4051"/>
            <a:ext cx="12179838"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1719280" name="Title 1">
            <a:extLst xmlns:a="http://schemas.openxmlformats.org/drawingml/2006/main">
              <a:ext uri="{FF2B5EF4-FFF2-40B4-BE49-F238E27FC236}">
                <a16:creationId xmlns:a16="http://schemas.microsoft.com/office/drawing/2014/main" id="{E01002FD-93B6-4E21-944A-9C5F19FC261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91500605" name="Subtitle 2">
            <a:extLst xmlns:a="http://schemas.openxmlformats.org/drawingml/2006/main">
              <a:ext uri="{FF2B5EF4-FFF2-40B4-BE49-F238E27FC236}">
                <a16:creationId xmlns:a16="http://schemas.microsoft.com/office/drawing/2014/main" id="{3548AFFF-C33B-45FD-98C1-447A6864F00D}"/>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73674528" name="Date Placeholder 3">
            <a:extLst xmlns:a="http://schemas.openxmlformats.org/drawingml/2006/main">
              <a:ext uri="{FF2B5EF4-FFF2-40B4-BE49-F238E27FC236}">
                <a16:creationId xmlns:a16="http://schemas.microsoft.com/office/drawing/2014/main" id="{F890A257-3A9A-45AA-B4BB-8AB7B261A2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51027000" name="Footer Placeholder 4">
            <a:extLst xmlns:a="http://schemas.openxmlformats.org/drawingml/2006/main">
              <a:ext uri="{FF2B5EF4-FFF2-40B4-BE49-F238E27FC236}">
                <a16:creationId xmlns:a16="http://schemas.microsoft.com/office/drawing/2014/main" id="{1F44DC91-256A-44E8-8637-B0874E36FC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98661677" name="Slide Number Placeholder 5">
            <a:extLst xmlns:a="http://schemas.openxmlformats.org/drawingml/2006/main">
              <a:ext uri="{FF2B5EF4-FFF2-40B4-BE49-F238E27FC236}">
                <a16:creationId xmlns:a16="http://schemas.microsoft.com/office/drawing/2014/main" id="{96F76938-6AF2-49BA-8CB7-608F016256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553945230" name="Rectangle 640957806">
            <a:extLst xmlns:a="http://schemas.openxmlformats.org/drawingml/2006/main">
              <a:ext uri="{FF2B5EF4-FFF2-40B4-BE49-F238E27FC236}">
                <a16:creationId xmlns:a16="http://schemas.microsoft.com/office/drawing/2014/main" id="{C2E17520-8255-4C3F-87C0-83E96EB472DC}"/>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477039705" name="Title 1">
            <a:extLst xmlns:a="http://schemas.openxmlformats.org/drawingml/2006/main">
              <a:ext uri="{FF2B5EF4-FFF2-40B4-BE49-F238E27FC236}">
                <a16:creationId xmlns:a16="http://schemas.microsoft.com/office/drawing/2014/main" id="{31151B31-BF0C-4D4B-BCAE-0BA1793583E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303282939" name="Content Placeholder 2">
            <a:extLst xmlns:a="http://schemas.openxmlformats.org/drawingml/2006/main">
              <a:ext uri="{FF2B5EF4-FFF2-40B4-BE49-F238E27FC236}">
                <a16:creationId xmlns:a16="http://schemas.microsoft.com/office/drawing/2014/main" id="{E2507D7C-EC45-4C74-8D78-17692F7FBA6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70744618" name="Date Placeholder 3">
            <a:extLst xmlns:a="http://schemas.openxmlformats.org/drawingml/2006/main">
              <a:ext uri="{FF2B5EF4-FFF2-40B4-BE49-F238E27FC236}">
                <a16:creationId xmlns:a16="http://schemas.microsoft.com/office/drawing/2014/main" id="{CD2D3850-CAED-4941-94EA-26DDD9395F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63770828" name="Footer Placeholder 4">
            <a:extLst xmlns:a="http://schemas.openxmlformats.org/drawingml/2006/main">
              <a:ext uri="{FF2B5EF4-FFF2-40B4-BE49-F238E27FC236}">
                <a16:creationId xmlns:a16="http://schemas.microsoft.com/office/drawing/2014/main" id="{2722657E-3F4B-4F8F-B401-47756F65F5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56109573" name="Slide Number Placeholder 5">
            <a:extLst xmlns:a="http://schemas.openxmlformats.org/drawingml/2006/main">
              <a:ext uri="{FF2B5EF4-FFF2-40B4-BE49-F238E27FC236}">
                <a16:creationId xmlns:a16="http://schemas.microsoft.com/office/drawing/2014/main" id="{BB8A4A59-393C-42F4-AD61-EA41C98CFA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0503172" name="Rectangle 640957806">
            <a:extLst xmlns:a="http://schemas.openxmlformats.org/drawingml/2006/main">
              <a:ext uri="{FF2B5EF4-FFF2-40B4-BE49-F238E27FC236}">
                <a16:creationId xmlns:a16="http://schemas.microsoft.com/office/drawing/2014/main" id="{82316C80-5EBC-4E45-9CFC-CD5E21A8E91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61218980" name="Title 1">
            <a:extLst xmlns:a="http://schemas.openxmlformats.org/drawingml/2006/main">
              <a:ext uri="{FF2B5EF4-FFF2-40B4-BE49-F238E27FC236}">
                <a16:creationId xmlns:a16="http://schemas.microsoft.com/office/drawing/2014/main" id="{6B7BA774-E948-4235-BA0E-A61BF4ADDF9A}"/>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35756590" name="Content Placeholder 2">
            <a:extLst xmlns:a="http://schemas.openxmlformats.org/drawingml/2006/main">
              <a:ext uri="{FF2B5EF4-FFF2-40B4-BE49-F238E27FC236}">
                <a16:creationId xmlns:a16="http://schemas.microsoft.com/office/drawing/2014/main" id="{3E8DCFCA-4398-4545-92BE-8E764D2613E3}"/>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43518109" name="Date Placeholder 3">
            <a:extLst xmlns:a="http://schemas.openxmlformats.org/drawingml/2006/main">
              <a:ext uri="{FF2B5EF4-FFF2-40B4-BE49-F238E27FC236}">
                <a16:creationId xmlns:a16="http://schemas.microsoft.com/office/drawing/2014/main" id="{21D9674D-0131-420F-B226-9EE6DA2829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896902613" name="Footer Placeholder 4">
            <a:extLst xmlns:a="http://schemas.openxmlformats.org/drawingml/2006/main">
              <a:ext uri="{FF2B5EF4-FFF2-40B4-BE49-F238E27FC236}">
                <a16:creationId xmlns:a16="http://schemas.microsoft.com/office/drawing/2014/main" id="{A529A917-F84E-44CF-9121-877B8585DB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6154817" name="Slide Number Placeholder 5">
            <a:extLst xmlns:a="http://schemas.openxmlformats.org/drawingml/2006/main">
              <a:ext uri="{FF2B5EF4-FFF2-40B4-BE49-F238E27FC236}">
                <a16:creationId xmlns:a16="http://schemas.microsoft.com/office/drawing/2014/main" id="{3205461A-B714-4B1C-B2CD-EB15F80D2F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992105255" name="Rectangle 640957806">
            <a:extLst xmlns:a="http://schemas.openxmlformats.org/drawingml/2006/main">
              <a:ext uri="{FF2B5EF4-FFF2-40B4-BE49-F238E27FC236}">
                <a16:creationId xmlns:a16="http://schemas.microsoft.com/office/drawing/2014/main" id="{247CF682-D468-4C6D-8BED-3E979DCD352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05280515" name=""/>
          <p:cNvPicPr>
            <a:picLocks xmlns:a="http://schemas.openxmlformats.org/drawingml/2006/main" noChangeAspect="1"/>
          </p:cNvPicPr>
          <p:nvPr/>
        </p:nvPicPr>
        <p:blipFill rotWithShape="1">
          <a:blip xmlns:r="http://schemas.openxmlformats.org/officeDocument/2006/relationships" xmlns:a="http://schemas.openxmlformats.org/drawingml/2006/main" r:embed="Rf870fb7a833c461d">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057989497" name="Title 1">
            <a:extLst xmlns:a="http://schemas.openxmlformats.org/drawingml/2006/main">
              <a:ext uri="{FF2B5EF4-FFF2-40B4-BE49-F238E27FC236}">
                <a16:creationId xmlns:a16="http://schemas.microsoft.com/office/drawing/2014/main" id="{D1E89036-97AC-4932-A4C4-904C0EDDF424}"/>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022621999" name="Text Placeholder 2">
            <a:extLst xmlns:a="http://schemas.openxmlformats.org/drawingml/2006/main">
              <a:ext uri="{FF2B5EF4-FFF2-40B4-BE49-F238E27FC236}">
                <a16:creationId xmlns:a16="http://schemas.microsoft.com/office/drawing/2014/main" id="{8537D3B1-4333-4CAD-A37E-F3F600529A57}"/>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6641144" name="Date Placeholder 3">
            <a:extLst xmlns:a="http://schemas.openxmlformats.org/drawingml/2006/main">
              <a:ext uri="{FF2B5EF4-FFF2-40B4-BE49-F238E27FC236}">
                <a16:creationId xmlns:a16="http://schemas.microsoft.com/office/drawing/2014/main" id="{72F4FC44-2241-4367-B14D-37C2EEDCDC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61982870" name="Footer Placeholder 4">
            <a:extLst xmlns:a="http://schemas.openxmlformats.org/drawingml/2006/main">
              <a:ext uri="{FF2B5EF4-FFF2-40B4-BE49-F238E27FC236}">
                <a16:creationId xmlns:a16="http://schemas.microsoft.com/office/drawing/2014/main" id="{79BB9D6B-C74D-4D2B-9B57-FE07FF1A62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05280513" name="Slide Number Placeholder 5">
            <a:extLst xmlns:a="http://schemas.openxmlformats.org/drawingml/2006/main">
              <a:ext uri="{FF2B5EF4-FFF2-40B4-BE49-F238E27FC236}">
                <a16:creationId xmlns:a16="http://schemas.microsoft.com/office/drawing/2014/main" id="{86E37CCF-FE2D-47BF-8CF0-77F65D89F9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857240734" name="Rectangle 640957806">
            <a:extLst xmlns:a="http://schemas.openxmlformats.org/drawingml/2006/main">
              <a:ext uri="{FF2B5EF4-FFF2-40B4-BE49-F238E27FC236}">
                <a16:creationId xmlns:a16="http://schemas.microsoft.com/office/drawing/2014/main" id="{1F56CDE3-04AC-4C1E-B562-24C695107580}"/>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29079037" name="Title 1">
            <a:extLst xmlns:a="http://schemas.openxmlformats.org/drawingml/2006/main">
              <a:ext uri="{FF2B5EF4-FFF2-40B4-BE49-F238E27FC236}">
                <a16:creationId xmlns:a16="http://schemas.microsoft.com/office/drawing/2014/main" id="{C9862D9D-BDC3-4594-AC70-B53A1D77B9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023570732" name="Content Placeholder 2">
            <a:extLst xmlns:a="http://schemas.openxmlformats.org/drawingml/2006/main">
              <a:ext uri="{FF2B5EF4-FFF2-40B4-BE49-F238E27FC236}">
                <a16:creationId xmlns:a16="http://schemas.microsoft.com/office/drawing/2014/main" id="{117CA404-EC39-44E4-A3D2-38B00C8D83A0}"/>
              </a:ext>
            </a:extLst>
          </p:cNvPr>
          <p:cNvSpPr>
            <a:spLocks xmlns:a="http://schemas.openxmlformats.org/drawingml/2006/main" noGrp="1"/>
          </p:cNvSpPr>
          <p:nvPr>
            <p:ph idx="1"/>
          </p:nvPr>
        </p:nvSpPr>
        <p:spPr>
          <a:xfrm xmlns:a="http://schemas.openxmlformats.org/drawingml/2006/main">
            <a:off x="838199"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63880603" name="Content Placeholder 3">
            <a:extLst xmlns:a="http://schemas.openxmlformats.org/drawingml/2006/main">
              <a:ext uri="{FF2B5EF4-FFF2-40B4-BE49-F238E27FC236}">
                <a16:creationId xmlns:a16="http://schemas.microsoft.com/office/drawing/2014/main" id="{B12DAF24-DFA5-4572-962C-24DDF8CA6D05}"/>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39141868" name="Date Placeholder 4">
            <a:extLst xmlns:a="http://schemas.openxmlformats.org/drawingml/2006/main">
              <a:ext uri="{FF2B5EF4-FFF2-40B4-BE49-F238E27FC236}">
                <a16:creationId xmlns:a16="http://schemas.microsoft.com/office/drawing/2014/main" id="{EE6D292A-8AB9-4AAE-91DF-7D48DC702E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23426991" name="Footer Placeholder 5">
            <a:extLst xmlns:a="http://schemas.openxmlformats.org/drawingml/2006/main">
              <a:ext uri="{FF2B5EF4-FFF2-40B4-BE49-F238E27FC236}">
                <a16:creationId xmlns:a16="http://schemas.microsoft.com/office/drawing/2014/main" id="{82F5D95D-2152-46E8-8E26-B6F29E238C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21385900" name="Slide Number Placeholder 6">
            <a:extLst xmlns:a="http://schemas.openxmlformats.org/drawingml/2006/main">
              <a:ext uri="{FF2B5EF4-FFF2-40B4-BE49-F238E27FC236}">
                <a16:creationId xmlns:a16="http://schemas.microsoft.com/office/drawing/2014/main" id="{32EF348C-3236-4C1F-A35E-9F778E7A06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50071967" name="Rectangle 640957806">
            <a:extLst xmlns:a="http://schemas.openxmlformats.org/drawingml/2006/main">
              <a:ext uri="{FF2B5EF4-FFF2-40B4-BE49-F238E27FC236}">
                <a16:creationId xmlns:a16="http://schemas.microsoft.com/office/drawing/2014/main" id="{4560FD27-0BCA-4DDE-8DF7-13B0FE0ECAAA}"/>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397121476" name="Title 1">
            <a:extLst xmlns:a="http://schemas.openxmlformats.org/drawingml/2006/main">
              <a:ext uri="{FF2B5EF4-FFF2-40B4-BE49-F238E27FC236}">
                <a16:creationId xmlns:a16="http://schemas.microsoft.com/office/drawing/2014/main" id="{36D188F6-A81C-4989-B25C-3FF162482C1A}"/>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017616727" name="Text Placeholder 2">
            <a:extLst xmlns:a="http://schemas.openxmlformats.org/drawingml/2006/main">
              <a:ext uri="{FF2B5EF4-FFF2-40B4-BE49-F238E27FC236}">
                <a16:creationId xmlns:a16="http://schemas.microsoft.com/office/drawing/2014/main" id="{A935F686-6099-4648-9425-A58059FE6423}"/>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52243537" name="Content Placeholder 3">
            <a:extLst xmlns:a="http://schemas.openxmlformats.org/drawingml/2006/main">
              <a:ext uri="{FF2B5EF4-FFF2-40B4-BE49-F238E27FC236}">
                <a16:creationId xmlns:a16="http://schemas.microsoft.com/office/drawing/2014/main" id="{284DB35A-2BAC-4FC4-BEF6-EF835AF8C95B}"/>
              </a:ext>
            </a:extLst>
          </p:cNvPr>
          <p:cNvSpPr>
            <a:spLocks xmlns:a="http://schemas.openxmlformats.org/drawingml/2006/main" noGrp="1"/>
          </p:cNvSpPr>
          <p:nvPr>
            <p:ph idx="2"/>
          </p:nvPr>
        </p:nvSpPr>
        <p:spPr>
          <a:xfrm xmlns:a="http://schemas.openxmlformats.org/drawingml/2006/main">
            <a:off x="839787" y="2505073"/>
            <a:ext cx="5157786"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04282624" name="Text Placeholder 4">
            <a:extLst xmlns:a="http://schemas.openxmlformats.org/drawingml/2006/main">
              <a:ext uri="{FF2B5EF4-FFF2-40B4-BE49-F238E27FC236}">
                <a16:creationId xmlns:a16="http://schemas.microsoft.com/office/drawing/2014/main" id="{A4E5F3CE-06D9-45B2-806B-DC75FB4FD1E9}"/>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656768473" name="Content Placeholder 5">
            <a:extLst xmlns:a="http://schemas.openxmlformats.org/drawingml/2006/main">
              <a:ext uri="{FF2B5EF4-FFF2-40B4-BE49-F238E27FC236}">
                <a16:creationId xmlns:a16="http://schemas.microsoft.com/office/drawing/2014/main" id="{3D99FC5D-FF04-4B32-8FB2-9FBB5BDC0606}"/>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62963173" name="Date Placeholder 6">
            <a:extLst xmlns:a="http://schemas.openxmlformats.org/drawingml/2006/main">
              <a:ext uri="{FF2B5EF4-FFF2-40B4-BE49-F238E27FC236}">
                <a16:creationId xmlns:a16="http://schemas.microsoft.com/office/drawing/2014/main" id="{912C59AF-271D-4F32-8434-E92B4F74C4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26349597" name="Footer Placeholder 7">
            <a:extLst xmlns:a="http://schemas.openxmlformats.org/drawingml/2006/main">
              <a:ext uri="{FF2B5EF4-FFF2-40B4-BE49-F238E27FC236}">
                <a16:creationId xmlns:a16="http://schemas.microsoft.com/office/drawing/2014/main" id="{8F70318C-B6DF-4619-900C-F2CD0D6EC1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69461812" name="Slide Number Placeholder 8">
            <a:extLst xmlns:a="http://schemas.openxmlformats.org/drawingml/2006/main">
              <a:ext uri="{FF2B5EF4-FFF2-40B4-BE49-F238E27FC236}">
                <a16:creationId xmlns:a16="http://schemas.microsoft.com/office/drawing/2014/main" id="{33C467DB-BDD9-492D-A87F-F45D87B338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830973057" name="Rectangle 640957806">
            <a:extLst xmlns:a="http://schemas.openxmlformats.org/drawingml/2006/main">
              <a:ext uri="{FF2B5EF4-FFF2-40B4-BE49-F238E27FC236}">
                <a16:creationId xmlns:a16="http://schemas.microsoft.com/office/drawing/2014/main" id="{1D3958AF-0F9C-4466-A421-01EAF677B22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686719913" name="Title 1">
            <a:extLst xmlns:a="http://schemas.openxmlformats.org/drawingml/2006/main">
              <a:ext uri="{FF2B5EF4-FFF2-40B4-BE49-F238E27FC236}">
                <a16:creationId xmlns:a16="http://schemas.microsoft.com/office/drawing/2014/main" id="{D7A2F7A6-60E8-4165-90F6-75856092109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95683049" name="Picture Placeholder 2">
            <a:extLst xmlns:a="http://schemas.openxmlformats.org/drawingml/2006/main">
              <a:ext uri="{FF2B5EF4-FFF2-40B4-BE49-F238E27FC236}">
                <a16:creationId xmlns:a16="http://schemas.microsoft.com/office/drawing/2014/main" id="{E248CD6D-CFEE-485E-A62B-1AEAE1104411}"/>
              </a:ext>
            </a:extLst>
          </p:cNvPr>
          <p:cNvSpPr>
            <a:spLocks xmlns:a="http://schemas.openxmlformats.org/drawingml/2006/main" noGrp="1"/>
          </p:cNvSpPr>
          <p:nvPr>
            <p:ph type="pic" idx="1"/>
          </p:nvPr>
        </p:nvSpPr>
        <p:spPr>
          <a:xfrm xmlns:a="http://schemas.openxmlformats.org/drawingml/2006/main" flipH="0" flipV="0">
            <a:off x="5183186" y="457198"/>
            <a:ext cx="6172200" cy="5403848"/>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104990292" name="Text Placeholder 3">
            <a:extLst xmlns:a="http://schemas.openxmlformats.org/drawingml/2006/main">
              <a:ext uri="{FF2B5EF4-FFF2-40B4-BE49-F238E27FC236}">
                <a16:creationId xmlns:a16="http://schemas.microsoft.com/office/drawing/2014/main" id="{7197112D-E521-42C3-B943-618838D47DD4}"/>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1524245425" name="Date Placeholder 4">
            <a:extLst xmlns:a="http://schemas.openxmlformats.org/drawingml/2006/main">
              <a:ext uri="{FF2B5EF4-FFF2-40B4-BE49-F238E27FC236}">
                <a16:creationId xmlns:a16="http://schemas.microsoft.com/office/drawing/2014/main" id="{490A4590-C75F-4339-AC40-3458270435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0445329" name="Footer Placeholder 5">
            <a:extLst xmlns:a="http://schemas.openxmlformats.org/drawingml/2006/main">
              <a:ext uri="{FF2B5EF4-FFF2-40B4-BE49-F238E27FC236}">
                <a16:creationId xmlns:a16="http://schemas.microsoft.com/office/drawing/2014/main" id="{52C45386-E5F8-4683-9226-CAD086D519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22707090" name="Slide Number Placeholder 6">
            <a:extLst xmlns:a="http://schemas.openxmlformats.org/drawingml/2006/main">
              <a:ext uri="{FF2B5EF4-FFF2-40B4-BE49-F238E27FC236}">
                <a16:creationId xmlns:a16="http://schemas.microsoft.com/office/drawing/2014/main" id="{E3DD83C7-3A9A-4A47-9E26-C63A93DDCB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57218022" name="Rectangle 640957806">
            <a:extLst xmlns:a="http://schemas.openxmlformats.org/drawingml/2006/main">
              <a:ext uri="{FF2B5EF4-FFF2-40B4-BE49-F238E27FC236}">
                <a16:creationId xmlns:a16="http://schemas.microsoft.com/office/drawing/2014/main" id="{990B65FD-311F-4BC6-BFC5-4C500D02112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102632370" name=""/>
          <p:cNvPicPr>
            <a:picLocks xmlns:a="http://schemas.openxmlformats.org/drawingml/2006/main" noChangeAspect="1"/>
          </p:cNvPicPr>
          <p:nvPr/>
        </p:nvPicPr>
        <p:blipFill rotWithShape="1">
          <a:blip xmlns:r="http://schemas.openxmlformats.org/officeDocument/2006/relationships" xmlns:a="http://schemas.openxmlformats.org/drawingml/2006/main" r:embed="R15a7bdd727ac482a">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996276484" name="Title 1">
            <a:extLst xmlns:a="http://schemas.openxmlformats.org/drawingml/2006/main">
              <a:ext uri="{FF2B5EF4-FFF2-40B4-BE49-F238E27FC236}">
                <a16:creationId xmlns:a16="http://schemas.microsoft.com/office/drawing/2014/main" id="{BE1CD7A0-05F9-447F-98C5-1284C70C8B8A}"/>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2102632368" name="Date Placeholder 2">
            <a:extLst xmlns:a="http://schemas.openxmlformats.org/drawingml/2006/main">
              <a:ext uri="{FF2B5EF4-FFF2-40B4-BE49-F238E27FC236}">
                <a16:creationId xmlns:a16="http://schemas.microsoft.com/office/drawing/2014/main" id="{EA5D95AC-13D7-48CF-93C3-D03390779A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68753596" name="Footer Placeholder 3">
            <a:extLst xmlns:a="http://schemas.openxmlformats.org/drawingml/2006/main">
              <a:ext uri="{FF2B5EF4-FFF2-40B4-BE49-F238E27FC236}">
                <a16:creationId xmlns:a16="http://schemas.microsoft.com/office/drawing/2014/main" id="{68E46559-9CB1-4097-B73A-39846D7400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4252179" name="Slide Number Placeholder 4">
            <a:extLst xmlns:a="http://schemas.openxmlformats.org/drawingml/2006/main">
              <a:ext uri="{FF2B5EF4-FFF2-40B4-BE49-F238E27FC236}">
                <a16:creationId xmlns:a16="http://schemas.microsoft.com/office/drawing/2014/main" id="{97B5361A-B659-4048-94A3-1CFA006AC1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63328034" name="Date Placeholder 1">
            <a:extLst xmlns:a="http://schemas.openxmlformats.org/drawingml/2006/main">
              <a:ext uri="{FF2B5EF4-FFF2-40B4-BE49-F238E27FC236}">
                <a16:creationId xmlns:a16="http://schemas.microsoft.com/office/drawing/2014/main" id="{BF9A3456-EF63-4D0A-BD9B-0EB02641C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79589391" name="Footer Placeholder 2">
            <a:extLst xmlns:a="http://schemas.openxmlformats.org/drawingml/2006/main">
              <a:ext uri="{FF2B5EF4-FFF2-40B4-BE49-F238E27FC236}">
                <a16:creationId xmlns:a16="http://schemas.microsoft.com/office/drawing/2014/main" id="{2ACA331A-0963-4651-9B2D-E73F09AAD6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13278173" name="Slide Number Placeholder 3">
            <a:extLst xmlns:a="http://schemas.openxmlformats.org/drawingml/2006/main">
              <a:ext uri="{FF2B5EF4-FFF2-40B4-BE49-F238E27FC236}">
                <a16:creationId xmlns:a16="http://schemas.microsoft.com/office/drawing/2014/main" id="{85C5D591-D269-4B30-9714-ACBFE2C665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937614521" name="Title 1">
            <a:extLst xmlns:a="http://schemas.openxmlformats.org/drawingml/2006/main">
              <a:ext uri="{FF2B5EF4-FFF2-40B4-BE49-F238E27FC236}">
                <a16:creationId xmlns:a16="http://schemas.microsoft.com/office/drawing/2014/main" id="{E8A9F867-1E89-465B-8EF0-336684B0D235}"/>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220159881" name="Content Placeholder 2">
            <a:extLst xmlns:a="http://schemas.openxmlformats.org/drawingml/2006/main">
              <a:ext uri="{FF2B5EF4-FFF2-40B4-BE49-F238E27FC236}">
                <a16:creationId xmlns:a16="http://schemas.microsoft.com/office/drawing/2014/main" id="{20FF7136-CBB5-4EC7-AA35-4551E216789D}"/>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8765524" name="Text Placeholder 3">
            <a:extLst xmlns:a="http://schemas.openxmlformats.org/drawingml/2006/main">
              <a:ext uri="{FF2B5EF4-FFF2-40B4-BE49-F238E27FC236}">
                <a16:creationId xmlns:a16="http://schemas.microsoft.com/office/drawing/2014/main" id="{D6EB7AAA-6CA5-4326-B32A-4DC06231CEAB}"/>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306417626" name="Date Placeholder 4">
            <a:extLst xmlns:a="http://schemas.openxmlformats.org/drawingml/2006/main">
              <a:ext uri="{FF2B5EF4-FFF2-40B4-BE49-F238E27FC236}">
                <a16:creationId xmlns:a16="http://schemas.microsoft.com/office/drawing/2014/main" id="{6E06356C-41C4-425E-90E2-100D39132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048584087" name="Footer Placeholder 5">
            <a:extLst xmlns:a="http://schemas.openxmlformats.org/drawingml/2006/main">
              <a:ext uri="{FF2B5EF4-FFF2-40B4-BE49-F238E27FC236}">
                <a16:creationId xmlns:a16="http://schemas.microsoft.com/office/drawing/2014/main" id="{729B8307-58B5-4320-A84A-482972A64B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319713367" name="Slide Number Placeholder 6">
            <a:extLst xmlns:a="http://schemas.openxmlformats.org/drawingml/2006/main">
              <a:ext uri="{FF2B5EF4-FFF2-40B4-BE49-F238E27FC236}">
                <a16:creationId xmlns:a16="http://schemas.microsoft.com/office/drawing/2014/main" id="{5BB10AD0-2CFA-485F-B2DE-1670E8A41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944697062" name="Title 1">
            <a:extLst xmlns:a="http://schemas.openxmlformats.org/drawingml/2006/main">
              <a:ext uri="{FF2B5EF4-FFF2-40B4-BE49-F238E27FC236}">
                <a16:creationId xmlns:a16="http://schemas.microsoft.com/office/drawing/2014/main" id="{BBA0EBBA-B370-4C9E-BABF-9EBCAD5764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380040695" name="Vertical Text Placeholder 2">
            <a:extLst xmlns:a="http://schemas.openxmlformats.org/drawingml/2006/main">
              <a:ext uri="{FF2B5EF4-FFF2-40B4-BE49-F238E27FC236}">
                <a16:creationId xmlns:a16="http://schemas.microsoft.com/office/drawing/2014/main" id="{2C90AD00-6FC0-4D53-851A-092E8005018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89511963" name="Date Placeholder 3">
            <a:extLst xmlns:a="http://schemas.openxmlformats.org/drawingml/2006/main">
              <a:ext uri="{FF2B5EF4-FFF2-40B4-BE49-F238E27FC236}">
                <a16:creationId xmlns:a16="http://schemas.microsoft.com/office/drawing/2014/main" id="{8398E2DA-0843-40E0-AD50-E8C0A78A9B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47258910" name="Footer Placeholder 4">
            <a:extLst xmlns:a="http://schemas.openxmlformats.org/drawingml/2006/main">
              <a:ext uri="{FF2B5EF4-FFF2-40B4-BE49-F238E27FC236}">
                <a16:creationId xmlns:a16="http://schemas.microsoft.com/office/drawing/2014/main" id="{62D3E1DD-9B36-4E30-BDBD-46E0BA9367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98311387" name="Slide Number Placeholder 5">
            <a:extLst xmlns:a="http://schemas.openxmlformats.org/drawingml/2006/main">
              <a:ext uri="{FF2B5EF4-FFF2-40B4-BE49-F238E27FC236}">
                <a16:creationId xmlns:a16="http://schemas.microsoft.com/office/drawing/2014/main" id="{523510F5-469B-4A74-AAFD-8BBA9F3FEB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187143907" name="Vertical Title 1">
            <a:extLst xmlns:a="http://schemas.openxmlformats.org/drawingml/2006/main">
              <a:ext uri="{FF2B5EF4-FFF2-40B4-BE49-F238E27FC236}">
                <a16:creationId xmlns:a16="http://schemas.microsoft.com/office/drawing/2014/main" id="{E428661A-3D21-4EB6-8D8E-677ED4695467}"/>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051939548" name="Vertical Text Placeholder 2">
            <a:extLst xmlns:a="http://schemas.openxmlformats.org/drawingml/2006/main">
              <a:ext uri="{FF2B5EF4-FFF2-40B4-BE49-F238E27FC236}">
                <a16:creationId xmlns:a16="http://schemas.microsoft.com/office/drawing/2014/main" id="{B89C5BB3-467C-43DC-B08E-8291F1B0FD79}"/>
              </a:ext>
            </a:extLst>
          </p:cNvPr>
          <p:cNvSpPr>
            <a:spLocks xmlns:a="http://schemas.openxmlformats.org/drawingml/2006/main" noGrp="1"/>
          </p:cNvSpPr>
          <p:nvPr>
            <p:ph type="body" idx="1"/>
          </p:nvPr>
        </p:nvSpPr>
        <p:spPr>
          <a:xfrm xmlns:a="http://schemas.openxmlformats.org/drawingml/2006/main">
            <a:off x="838199"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07862144" name="Date Placeholder 3">
            <a:extLst xmlns:a="http://schemas.openxmlformats.org/drawingml/2006/main">
              <a:ext uri="{FF2B5EF4-FFF2-40B4-BE49-F238E27FC236}">
                <a16:creationId xmlns:a16="http://schemas.microsoft.com/office/drawing/2014/main" id="{0227CB75-9989-4ABE-8A42-B896A5A35A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76394659" name="Footer Placeholder 4">
            <a:extLst xmlns:a="http://schemas.openxmlformats.org/drawingml/2006/main">
              <a:ext uri="{FF2B5EF4-FFF2-40B4-BE49-F238E27FC236}">
                <a16:creationId xmlns:a16="http://schemas.microsoft.com/office/drawing/2014/main" id="{E2535A4D-B247-4697-A541-D3AB53CD8A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30274032" name="Slide Number Placeholder 5">
            <a:extLst xmlns:a="http://schemas.openxmlformats.org/drawingml/2006/main">
              <a:ext uri="{FF2B5EF4-FFF2-40B4-BE49-F238E27FC236}">
                <a16:creationId xmlns:a16="http://schemas.microsoft.com/office/drawing/2014/main" id="{01D7B17B-C3BC-46BC-AA68-EB1C9BD544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4abbba9345436a" /><Relationship Type="http://schemas.openxmlformats.org/officeDocument/2006/relationships/slideLayout" Target="/ppt/slideLayouts/slideLayout1.xml" Id="R0177a10df2d2458e" /><Relationship Type="http://schemas.openxmlformats.org/officeDocument/2006/relationships/slideLayout" Target="/ppt/slideLayouts/slideLayout2.xml" Id="R62705c9716914826" /><Relationship Type="http://schemas.openxmlformats.org/officeDocument/2006/relationships/slideLayout" Target="/ppt/slideLayouts/slideLayout3.xml" Id="R9a161beaf8114943" /><Relationship Type="http://schemas.openxmlformats.org/officeDocument/2006/relationships/slideLayout" Target="/ppt/slideLayouts/slideLayout4.xml" Id="R70c2b48da5004c98" /><Relationship Type="http://schemas.openxmlformats.org/officeDocument/2006/relationships/slideLayout" Target="/ppt/slideLayouts/slideLayout5.xml" Id="Raa52fdad5a1e4ec9" /><Relationship Type="http://schemas.openxmlformats.org/officeDocument/2006/relationships/slideLayout" Target="/ppt/slideLayouts/slideLayout6.xml" Id="R0345b2453ab84e1a" /><Relationship Type="http://schemas.openxmlformats.org/officeDocument/2006/relationships/slideLayout" Target="/ppt/slideLayouts/slideLayout7.xml" Id="R113e987f2c9b41a0" /><Relationship Type="http://schemas.openxmlformats.org/officeDocument/2006/relationships/slideLayout" Target="/ppt/slideLayouts/slideLayout8.xml" Id="R41cdb3bec5a64723" /><Relationship Type="http://schemas.openxmlformats.org/officeDocument/2006/relationships/slideLayout" Target="/ppt/slideLayouts/slideLayout9.xml" Id="R22c84a511e6e416c" /><Relationship Type="http://schemas.openxmlformats.org/officeDocument/2006/relationships/slideLayout" Target="/ppt/slideLayouts/slideLayout10.xml" Id="Rc1b9deff945a4b40" /><Relationship Type="http://schemas.openxmlformats.org/officeDocument/2006/relationships/slideLayout" Target="/ppt/slideLayouts/slideLayout11.xml" Id="R1ff3d17f50ff41ed" /><Relationship Type="http://schemas.openxmlformats.org/officeDocument/2006/relationships/slideLayout" Target="/ppt/slideLayouts/slideLayout12.xml" Id="R98d5dd4e657848ef"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991934825" name="Title Placeholder 1">
            <a:extLst xmlns:a="http://schemas.openxmlformats.org/drawingml/2006/main">
              <a:ext uri="{FF2B5EF4-FFF2-40B4-BE49-F238E27FC236}">
                <a16:creationId xmlns:a16="http://schemas.microsoft.com/office/drawing/2014/main" id="{F5AF4A51-C9A6-42DA-93A2-C4B4946B5F9B}"/>
              </a:ext>
            </a:extLst>
          </p:cNvPr>
          <p:cNvSpPr>
            <a:spLocks xmlns:a="http://schemas.openxmlformats.org/drawingml/2006/main" noGrp="1"/>
          </p:cNvSpPr>
          <p:nvPr>
            <p:ph type="title" idx="0"/>
          </p:nvPr>
        </p:nvSpPr>
        <p:spPr>
          <a:xfrm xmlns:a="http://schemas.openxmlformats.org/drawingml/2006/main">
            <a:off x="838199"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488002494" name="Text Placeholder 2">
            <a:extLst xmlns:a="http://schemas.openxmlformats.org/drawingml/2006/main">
              <a:ext uri="{FF2B5EF4-FFF2-40B4-BE49-F238E27FC236}">
                <a16:creationId xmlns:a16="http://schemas.microsoft.com/office/drawing/2014/main" id="{FA081D96-D767-40D9-9DBA-1369AC91475B}"/>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2067667" name="Date Placeholder 3">
            <a:extLst xmlns:a="http://schemas.openxmlformats.org/drawingml/2006/main">
              <a:ext uri="{FF2B5EF4-FFF2-40B4-BE49-F238E27FC236}">
                <a16:creationId xmlns:a16="http://schemas.microsoft.com/office/drawing/2014/main" id="{81152056-93FB-495C-914E-D21135A472EC}"/>
              </a:ext>
            </a:extLst>
          </p:cNvPr>
          <p:cNvSpPr>
            <a:spLocks xmlns:a="http://schemas.openxmlformats.org/drawingml/2006/main" noGrp="1"/>
          </p:cNvSpPr>
          <p:nvPr>
            <p:ph type="dt" idx="2"/>
          </p:nvPr>
        </p:nvSpPr>
        <p:spPr>
          <a:xfrm xmlns:a="http://schemas.openxmlformats.org/drawingml/2006/main">
            <a:off x="8381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688060645" name="Footer Placeholder 4">
            <a:extLst xmlns:a="http://schemas.openxmlformats.org/drawingml/2006/main">
              <a:ext uri="{FF2B5EF4-FFF2-40B4-BE49-F238E27FC236}">
                <a16:creationId xmlns:a16="http://schemas.microsoft.com/office/drawing/2014/main" id="{6DCC2DAA-7327-46D3-93DF-7A071B04B610}"/>
              </a:ext>
            </a:extLst>
          </p:cNvPr>
          <p:cNvSpPr>
            <a:spLocks xmlns:a="http://schemas.openxmlformats.org/drawingml/2006/main" noGrp="1"/>
          </p:cNvSpPr>
          <p:nvPr>
            <p:ph type="ftr" idx="3"/>
          </p:nvPr>
        </p:nvSpPr>
        <p:spPr>
          <a:xfrm xmlns:a="http://schemas.openxmlformats.org/drawingml/2006/main">
            <a:off x="4038599"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221282955" name="Slide Number Placeholder 5">
            <a:extLst xmlns:a="http://schemas.openxmlformats.org/drawingml/2006/main">
              <a:ext uri="{FF2B5EF4-FFF2-40B4-BE49-F238E27FC236}">
                <a16:creationId xmlns:a16="http://schemas.microsoft.com/office/drawing/2014/main" id="{3ABA8ABB-AA1E-4DB6-95C0-CFA51203FF90}"/>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77a10df2d2458e"/>
    <p:sldLayoutId xmlns:r="http://schemas.openxmlformats.org/officeDocument/2006/relationships" id="2147483650" r:id="R62705c9716914826"/>
    <p:sldLayoutId xmlns:r="http://schemas.openxmlformats.org/officeDocument/2006/relationships" id="2147483651" r:id="R9a161beaf8114943"/>
    <p:sldLayoutId xmlns:r="http://schemas.openxmlformats.org/officeDocument/2006/relationships" id="2147483652" r:id="R70c2b48da5004c98"/>
    <p:sldLayoutId xmlns:r="http://schemas.openxmlformats.org/officeDocument/2006/relationships" id="2147483653" r:id="Raa52fdad5a1e4ec9"/>
    <p:sldLayoutId xmlns:r="http://schemas.openxmlformats.org/officeDocument/2006/relationships" id="2147483654" r:id="R0345b2453ab84e1a"/>
    <p:sldLayoutId xmlns:r="http://schemas.openxmlformats.org/officeDocument/2006/relationships" id="2147483655" r:id="R113e987f2c9b41a0"/>
    <p:sldLayoutId xmlns:r="http://schemas.openxmlformats.org/officeDocument/2006/relationships" id="2147483656" r:id="R41cdb3bec5a64723"/>
    <p:sldLayoutId xmlns:r="http://schemas.openxmlformats.org/officeDocument/2006/relationships" id="2147483657" r:id="R22c84a511e6e416c"/>
    <p:sldLayoutId xmlns:r="http://schemas.openxmlformats.org/officeDocument/2006/relationships" id="2147483658" r:id="Rc1b9deff945a4b40"/>
    <p:sldLayoutId xmlns:r="http://schemas.openxmlformats.org/officeDocument/2006/relationships" id="2147483659" r:id="R1ff3d17f50ff41ed"/>
    <p:sldLayoutId xmlns:r="http://schemas.openxmlformats.org/officeDocument/2006/relationships" id="2147483660" r:id="R98d5dd4e657848ef"/>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7713efb0b4458e" /><Relationship Type="http://schemas.openxmlformats.org/officeDocument/2006/relationships/notesSlide" Target="/ppt/notesSlides/notesSlide1.xml" Id="Rf433713b77ed45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e5d838f8f940a7" /><Relationship Type="http://schemas.openxmlformats.org/officeDocument/2006/relationships/image" Target="/ppt/media/image.jpeg" Id="R0bb0bd8cf0f447dc" /><Relationship Type="http://schemas.openxmlformats.org/officeDocument/2006/relationships/notesSlide" Target="/ppt/notesSlides/notesSlide2.xml" Id="R615ecb572d5542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d8fc86bdca4e36" /><Relationship Type="http://schemas.openxmlformats.org/officeDocument/2006/relationships/image" Target="/ppt/media/image2.png" Id="Ra0d81f031e754a4c" /><Relationship Type="http://schemas.openxmlformats.org/officeDocument/2006/relationships/notesSlide" Target="/ppt/notesSlides/notesSlide3.xml" Id="R41220b07a2a647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834c9367474c42" /><Relationship Type="http://schemas.openxmlformats.org/officeDocument/2006/relationships/image" Target="/ppt/media/image2.png" Id="R748f40b6bd4142bf" /><Relationship Type="http://schemas.openxmlformats.org/officeDocument/2006/relationships/notesSlide" Target="/ppt/notesSlides/notesSlide4.xml" Id="R0676c4ad5bb946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a58f9fd0f24305" /><Relationship Type="http://schemas.openxmlformats.org/officeDocument/2006/relationships/image" Target="/ppt/media/image2.png" Id="Rd920ca65b0674293" /><Relationship Type="http://schemas.openxmlformats.org/officeDocument/2006/relationships/notesSlide" Target="/ppt/notesSlides/notesSlide5.xml" Id="Rca22064cec5c40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0e2f7959e04c29" /><Relationship Type="http://schemas.openxmlformats.org/officeDocument/2006/relationships/notesSlide" Target="/ppt/notesSlides/notesSlide6.xml" Id="R71a01b414c7f49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dcfeaf8d794e45" /><Relationship Type="http://schemas.openxmlformats.org/officeDocument/2006/relationships/image" Target="/ppt/media/image.svg" Id="R625cc95c97144cf9" /><Relationship Type="http://schemas.openxmlformats.org/officeDocument/2006/relationships/image" Target="/ppt/media/image.jpeg" Id="Rc99d81ed25464412" /><Relationship Type="http://schemas.openxmlformats.org/officeDocument/2006/relationships/notesSlide" Target="/ppt/notesSlides/notesSlide7.xml" Id="Ra5ec5c85a0fc4a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fbdab27f2744cc" /><Relationship Type="http://schemas.openxmlformats.org/officeDocument/2006/relationships/image" Target="/ppt/media/image2.jpeg" Id="R302c237ab0a44976" /><Relationship Type="http://schemas.openxmlformats.org/officeDocument/2006/relationships/image" Target="/ppt/media/image2.svg" Id="R5fa48690eff24ba7" /><Relationship Type="http://schemas.openxmlformats.org/officeDocument/2006/relationships/notesSlide" Target="/ppt/notesSlides/notesSlide8.xml" Id="Rdb318ed2a89943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d145ca846d4664" /><Relationship Type="http://schemas.openxmlformats.org/officeDocument/2006/relationships/notesSlide" Target="/ppt/notesSlides/notesSlide9.xml" Id="R131ac85fedc346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8caad33336494f" /><Relationship Type="http://schemas.openxmlformats.org/officeDocument/2006/relationships/image" Target="/ppt/media/image3.png" Id="R53bfb2306c71441d" /><Relationship Type="http://schemas.openxmlformats.org/officeDocument/2006/relationships/image" Target="/ppt/media/image3.svg" Id="Rc49739b0cdb6477a" /><Relationship Type="http://schemas.openxmlformats.org/officeDocument/2006/relationships/notesSlide" Target="/ppt/notesSlides/notesSlide10.xml" Id="R98f644c4a1bd4e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e9d81fcd8d4f28" /><Relationship Type="http://schemas.openxmlformats.org/officeDocument/2006/relationships/image" Target="/ppt/media/image4.png" Id="R9fff7c7dff7a46bc" /><Relationship Type="http://schemas.openxmlformats.org/officeDocument/2006/relationships/notesSlide" Target="/ppt/notesSlides/notesSlide11.xml" Id="Re9b1784febc34a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6dcea71b024699" /><Relationship Type="http://schemas.openxmlformats.org/officeDocument/2006/relationships/image" Target="/ppt/media/image5.png" Id="R46810f4fe1734ee7" /><Relationship Type="http://schemas.openxmlformats.org/officeDocument/2006/relationships/image" Target="/ppt/media/image6.png" Id="R11e686caefd146a4" /><Relationship Type="http://schemas.openxmlformats.org/officeDocument/2006/relationships/image" Target="/ppt/media/image4.svg" Id="Rbd62594e302e47b8" /><Relationship Type="http://schemas.openxmlformats.org/officeDocument/2006/relationships/notesSlide" Target="/ppt/notesSlides/notesSlide12.xml" Id="Rd3d07acd314843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57fa57ec2f43c6" /><Relationship Type="http://schemas.openxmlformats.org/officeDocument/2006/relationships/image" Target="/ppt/media/image7.png" Id="R1703d2880dd24821" /><Relationship Type="http://schemas.openxmlformats.org/officeDocument/2006/relationships/notesSlide" Target="/ppt/notesSlides/notesSlide13.xml" Id="R55e2f648bd1443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a8d49b474444c6" /><Relationship Type="http://schemas.openxmlformats.org/officeDocument/2006/relationships/image" Target="/ppt/media/image8.png" Id="R800395d4e3af422a" /><Relationship Type="http://schemas.openxmlformats.org/officeDocument/2006/relationships/notesSlide" Target="/ppt/notesSlides/notesSlide14.xml" Id="R275def16340540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0c50648d9141d4" /><Relationship Type="http://schemas.openxmlformats.org/officeDocument/2006/relationships/image" Target="/ppt/media/image9.png" Id="Rbd096ed21969428f" /><Relationship Type="http://schemas.openxmlformats.org/officeDocument/2006/relationships/image" Target="/ppt/media/image10.png" Id="R2ffbdad331d54dfe" /><Relationship Type="http://schemas.openxmlformats.org/officeDocument/2006/relationships/image" Target="/ppt/media/image5.svg" Id="R6d6ea79e24394ad2" /><Relationship Type="http://schemas.openxmlformats.org/officeDocument/2006/relationships/notesSlide" Target="/ppt/notesSlides/notesSlide15.xml" Id="R0971e30fbf5041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1f58dc114b43be" /><Relationship Type="http://schemas.openxmlformats.org/officeDocument/2006/relationships/notesSlide" Target="/ppt/notesSlides/notesSlide16.xml" Id="Rc84e4e58bd484b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a44b11641e4756" /><Relationship Type="http://schemas.openxmlformats.org/officeDocument/2006/relationships/notesSlide" Target="/ppt/notesSlides/notesSlide17.xml" Id="R9466bbec4ca64c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94c8108d1e4b13" /><Relationship Type="http://schemas.openxmlformats.org/officeDocument/2006/relationships/notesSlide" Target="/ppt/notesSlides/notesSlide18.xml" Id="Ra03082f542d840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02c1bb42fd4206" /><Relationship Type="http://schemas.openxmlformats.org/officeDocument/2006/relationships/notesSlide" Target="/ppt/notesSlides/notesSlide19.xml" Id="Rbe4b5c55e82f4d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86d66af3c54be8" /><Relationship Type="http://schemas.openxmlformats.org/officeDocument/2006/relationships/notesSlide" Target="/ppt/notesSlides/notesSlide20.xml" Id="R413c9f52fe674a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ff8804b3aad47ba" /><Relationship Type="http://schemas.openxmlformats.org/officeDocument/2006/relationships/notesSlide" Target="/ppt/notesSlides/notesSlide21.xml" Id="R96381d51c8c54d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4964ea342684d4a" /><Relationship Type="http://schemas.openxmlformats.org/officeDocument/2006/relationships/image" Target="/ppt/media/image6.svg" Id="R51a19bf6bac242c2" /><Relationship Type="http://schemas.openxmlformats.org/officeDocument/2006/relationships/image" Target="/ppt/media/image4.png" Id="R084d80824625433d" /><Relationship Type="http://schemas.openxmlformats.org/officeDocument/2006/relationships/notesSlide" Target="/ppt/notesSlides/notesSlide22.xml" Id="R3d062515155c4e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121631aec48477c" /><Relationship Type="http://schemas.openxmlformats.org/officeDocument/2006/relationships/notesSlide" Target="/ppt/notesSlides/notesSlide23.xml" Id="Rc5893fcdb24844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c4a07e7b21e489c" /><Relationship Type="http://schemas.openxmlformats.org/officeDocument/2006/relationships/image" Target="/ppt/media/image11.png" Id="R2a359a63a4494d5b" /><Relationship Type="http://schemas.openxmlformats.org/officeDocument/2006/relationships/notesSlide" Target="/ppt/notesSlides/notesSlide24.xml" Id="R8d05ae8691334a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2c6437dd4ee4726" /><Relationship Type="http://schemas.openxmlformats.org/officeDocument/2006/relationships/notesSlide" Target="/ppt/notesSlides/notesSlide25.xml" Id="R63a0caa257744a8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ad246ab3b384ed5" /><Relationship Type="http://schemas.openxmlformats.org/officeDocument/2006/relationships/notesSlide" Target="/ppt/notesSlides/notesSlide26.xml" Id="R91167add4df84ff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f38f7a0ac504114" /><Relationship Type="http://schemas.openxmlformats.org/officeDocument/2006/relationships/notesSlide" Target="/ppt/notesSlides/notesSlide27.xml" Id="Rf74497677ef449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e42909332db4ded" /><Relationship Type="http://schemas.openxmlformats.org/officeDocument/2006/relationships/notesSlide" Target="/ppt/notesSlides/notesSlide28.xml" Id="Rb822f1aae09a4f5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baf779b0ba44128" /><Relationship Type="http://schemas.openxmlformats.org/officeDocument/2006/relationships/notesSlide" Target="/ppt/notesSlides/notesSlide29.xml" Id="Rc925868071d0456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0ed85125600427e" /><Relationship Type="http://schemas.openxmlformats.org/officeDocument/2006/relationships/notesSlide" Target="/ppt/notesSlides/notesSlide30.xml" Id="Rfc1236f90b8548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4105c7d85d94dae" /><Relationship Type="http://schemas.openxmlformats.org/officeDocument/2006/relationships/notesSlide" Target="/ppt/notesSlides/notesSlide31.xml" Id="Raa1036927f604ed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1583de1f25f4277" /><Relationship Type="http://schemas.openxmlformats.org/officeDocument/2006/relationships/image" Target="/ppt/media/image12.png" Id="R888085202a234189" /><Relationship Type="http://schemas.openxmlformats.org/officeDocument/2006/relationships/notesSlide" Target="/ppt/notesSlides/notesSlide32.xml" Id="R6ff514a6686d48c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e01bd94052d44e3" /><Relationship Type="http://schemas.openxmlformats.org/officeDocument/2006/relationships/image" Target="/ppt/media/image13.png" Id="R0fd53fa64f0a442f" /><Relationship Type="http://schemas.openxmlformats.org/officeDocument/2006/relationships/notesSlide" Target="/ppt/notesSlides/notesSlide33.xml" Id="R4f327aa2a7a649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72f3f18f73d433c" /><Relationship Type="http://schemas.openxmlformats.org/officeDocument/2006/relationships/notesSlide" Target="/ppt/notesSlides/notesSlide34.xml" Id="R271733d067b648b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e6965a88c614f5d" /><Relationship Type="http://schemas.openxmlformats.org/officeDocument/2006/relationships/notesSlide" Target="/ppt/notesSlides/notesSlide35.xml" Id="Rd1b0985ce2ba40a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0971e4e8b8b4017" /><Relationship Type="http://schemas.openxmlformats.org/officeDocument/2006/relationships/notesSlide" Target="/ppt/notesSlides/notesSlide36.xml" Id="R1eaba5e056ff41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42f36222bd4457c" /><Relationship Type="http://schemas.openxmlformats.org/officeDocument/2006/relationships/notesSlide" Target="/ppt/notesSlides/notesSlide37.xml" Id="R02ece50ae0d04a6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30382238789490f" /><Relationship Type="http://schemas.openxmlformats.org/officeDocument/2006/relationships/notesSlide" Target="/ppt/notesSlides/notesSlide38.xml" Id="Reaf5afb2c6084e8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6d5cd381877410c" /><Relationship Type="http://schemas.openxmlformats.org/officeDocument/2006/relationships/notesSlide" Target="/ppt/notesSlides/notesSlide39.xml" Id="R9995a1a593cb4da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aced689733c4e7a" /><Relationship Type="http://schemas.openxmlformats.org/officeDocument/2006/relationships/notesSlide" Target="/ppt/notesSlides/notesSlide40.xml" Id="R78e35a54838e40d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cffe52b29f34b93" /><Relationship Type="http://schemas.openxmlformats.org/officeDocument/2006/relationships/notesSlide" Target="/ppt/notesSlides/notesSlide41.xml" Id="R43a2b3efff5f491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5a9c252cca94610" /><Relationship Type="http://schemas.openxmlformats.org/officeDocument/2006/relationships/image" Target="/ppt/media/image14.png" Id="R4bced004ed5c45b1" /><Relationship Type="http://schemas.openxmlformats.org/officeDocument/2006/relationships/notesSlide" Target="/ppt/notesSlides/notesSlide42.xml" Id="Rf46df99c144b471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147bf8508234bab" /><Relationship Type="http://schemas.openxmlformats.org/officeDocument/2006/relationships/notesSlide" Target="/ppt/notesSlides/notesSlide43.xml" Id="R1ce7e4c791f8443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1f4a0b5bf67409d" /><Relationship Type="http://schemas.openxmlformats.org/officeDocument/2006/relationships/notesSlide" Target="/ppt/notesSlides/notesSlide44.xml" Id="R580e51ecc231484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9c57eda159a40a3" /><Relationship Type="http://schemas.openxmlformats.org/officeDocument/2006/relationships/notesSlide" Target="/ppt/notesSlides/notesSlide45.xml" Id="R0e4adae07e134a0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18b898f06ad4d26" /><Relationship Type="http://schemas.openxmlformats.org/officeDocument/2006/relationships/notesSlide" Target="/ppt/notesSlides/notesSlide46.xml" Id="R26fe0ca90769435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f6c5e771b924d0e" /><Relationship Type="http://schemas.openxmlformats.org/officeDocument/2006/relationships/image" Target="/ppt/media/image2.jpeg" Id="R696082e055f14a38" /><Relationship Type="http://schemas.openxmlformats.org/officeDocument/2006/relationships/notesSlide" Target="/ppt/notesSlides/notesSlide47.xml" Id="Ra11b100232e2490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0ab747180a24845" /><Relationship Type="http://schemas.openxmlformats.org/officeDocument/2006/relationships/notesSlide" Target="/ppt/notesSlides/notesSlide48.xml" Id="R71a5c23c24f64fa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af9f9d8ffc44628" /><Relationship Type="http://schemas.openxmlformats.org/officeDocument/2006/relationships/notesSlide" Target="/ppt/notesSlides/notesSlide49.xml" Id="Rc15df63523224e2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d8b032f10b34863" /><Relationship Type="http://schemas.openxmlformats.org/officeDocument/2006/relationships/notesSlide" Target="/ppt/notesSlides/notesSlide50.xml" Id="R6bd8e75b3334407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6d5d95302724703" /><Relationship Type="http://schemas.openxmlformats.org/officeDocument/2006/relationships/notesSlide" Target="/ppt/notesSlides/notesSlide51.xml" Id="R5672c9b93d94431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b2aa6333c5e48a4" /><Relationship Type="http://schemas.openxmlformats.org/officeDocument/2006/relationships/notesSlide" Target="/ppt/notesSlides/notesSlide52.xml" Id="Re4326b779a8b435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fd376e7257443ef" /><Relationship Type="http://schemas.openxmlformats.org/officeDocument/2006/relationships/notesSlide" Target="/ppt/notesSlides/notesSlide53.xml" Id="Rf80761eec31d4a7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6dfdb665b084c3e" /><Relationship Type="http://schemas.openxmlformats.org/officeDocument/2006/relationships/image" Target="/ppt/media/image7.svg" Id="R76df5fad88924b0a" /><Relationship Type="http://schemas.openxmlformats.org/officeDocument/2006/relationships/image" Target="/ppt/media/image5.png" Id="Rcb03e5dbfde648eb" /><Relationship Type="http://schemas.openxmlformats.org/officeDocument/2006/relationships/notesSlide" Target="/ppt/notesSlides/notesSlide54.xml" Id="Rf45b2640dd314e4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71c64b62c4b4ddd" /><Relationship Type="http://schemas.openxmlformats.org/officeDocument/2006/relationships/notesSlide" Target="/ppt/notesSlides/notesSlide55.xml" Id="R05a11f75f2ba455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bae0a70d57149a1" /><Relationship Type="http://schemas.openxmlformats.org/officeDocument/2006/relationships/notesSlide" Target="/ppt/notesSlides/notesSlide56.xml" Id="R3d7dd7b7725a4f6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bc55759c27c42f3" /><Relationship Type="http://schemas.openxmlformats.org/officeDocument/2006/relationships/notesSlide" Target="/ppt/notesSlides/notesSlide57.xml" Id="Ra68ad7650d834ec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2606ab1bdae42cd" /><Relationship Type="http://schemas.openxmlformats.org/officeDocument/2006/relationships/image" Target="/ppt/media/image15.png" Id="Rb8d4aa4629924ac0" /><Relationship Type="http://schemas.openxmlformats.org/officeDocument/2006/relationships/notesSlide" Target="/ppt/notesSlides/notesSlide58.xml" Id="Rc71296949bcd482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68adaa48dd641af" /><Relationship Type="http://schemas.openxmlformats.org/officeDocument/2006/relationships/image" Target="/ppt/media/image11.png" Id="Rbaaa8a989e924947" /><Relationship Type="http://schemas.openxmlformats.org/officeDocument/2006/relationships/notesSlide" Target="/ppt/notesSlides/notesSlide59.xml" Id="R01eb5beda6da44f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e2b9d8863ed46ab" /><Relationship Type="http://schemas.openxmlformats.org/officeDocument/2006/relationships/hyperlink" Target="https://www.inceptionlabs.ai/blog/introducing-mercury-2" TargetMode="External" Id="R65ddf3377e654433" /><Relationship Type="http://schemas.openxmlformats.org/officeDocument/2006/relationships/notesSlide" Target="/ppt/notesSlides/notesSlide60.xml" Id="R21e87e1f608d4c5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5f03e12b32b4d27" /><Relationship Type="http://schemas.openxmlformats.org/officeDocument/2006/relationships/notesSlide" Target="/ppt/notesSlides/notesSlide61.xml" Id="R0735a0c9f0924e5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1d333598ae04d76" /><Relationship Type="http://schemas.openxmlformats.org/officeDocument/2006/relationships/notesSlide" Target="/ppt/notesSlides/notesSlide62.xml" Id="R652ec4babdb4411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4f5b830e525485c" /><Relationship Type="http://schemas.openxmlformats.org/officeDocument/2006/relationships/notesSlide" Target="/ppt/notesSlides/notesSlide63.xml" Id="R46ce2a86d9284413"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6454409" name="Rectangle 1959211399">
            <a:extLst xmlns:a="http://schemas.openxmlformats.org/drawingml/2006/main">
              <a:ext uri="{FF2B5EF4-FFF2-40B4-BE49-F238E27FC236}">
                <a16:creationId xmlns:a16="http://schemas.microsoft.com/office/drawing/2014/main" id="{7BA3C336-41B9-4565-BB01-17FE6D03557A}"/>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126641796" name="Rectangle 1850301699">
            <a:extLst xmlns:a="http://schemas.openxmlformats.org/drawingml/2006/main">
              <a:ext uri="{FF2B5EF4-FFF2-40B4-BE49-F238E27FC236}">
                <a16:creationId xmlns:a16="http://schemas.microsoft.com/office/drawing/2014/main" id="{EBBB0B1B-E097-4E9C-9458-B4FD62876234}"/>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948920558" name="Rectangle 2018958639">
            <a:extLst xmlns:a="http://schemas.openxmlformats.org/drawingml/2006/main">
              <a:ext uri="{FF2B5EF4-FFF2-40B4-BE49-F238E27FC236}">
                <a16:creationId xmlns:a16="http://schemas.microsoft.com/office/drawing/2014/main" id="{F449ADD1-B45D-4CE3-A886-2E1794E0BE43}"/>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884262869" name="Rectangle: Rounded Corners 90328709">
            <a:extLst xmlns:a="http://schemas.openxmlformats.org/drawingml/2006/main">
              <a:ext uri="{FF2B5EF4-FFF2-40B4-BE49-F238E27FC236}">
                <a16:creationId xmlns:a16="http://schemas.microsoft.com/office/drawing/2014/main" id="{FA801832-7B23-4D1F-A7BB-B868CF2AD7F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674118" name="Straight Connector 453704306">
            <a:extLst xmlns:a="http://schemas.openxmlformats.org/drawingml/2006/main">
              <a:ext uri="{FF2B5EF4-FFF2-40B4-BE49-F238E27FC236}">
                <a16:creationId xmlns:a16="http://schemas.microsoft.com/office/drawing/2014/main" id="{9AA59AC0-2E4F-4274-819F-AD3B8A0FA844}"/>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349736" name="Oval 1383570775">
            <a:extLst xmlns:a="http://schemas.openxmlformats.org/drawingml/2006/main">
              <a:ext uri="{FF2B5EF4-FFF2-40B4-BE49-F238E27FC236}">
                <a16:creationId xmlns:a16="http://schemas.microsoft.com/office/drawing/2014/main" id="{C63B3ABF-1607-43D3-A246-7FE8EDE1144B}"/>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569243037" name="Rectangle 1909465558">
            <a:extLst xmlns:a="http://schemas.openxmlformats.org/drawingml/2006/main">
              <a:ext uri="{FF2B5EF4-FFF2-40B4-BE49-F238E27FC236}">
                <a16:creationId xmlns:a16="http://schemas.microsoft.com/office/drawing/2014/main" id="{AE296C60-FD32-4818-A6A9-F2AE57AA6638}"/>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609863176" name="Rectangle 373098539">
            <a:extLst xmlns:a="http://schemas.openxmlformats.org/drawingml/2006/main">
              <a:ext uri="{FF2B5EF4-FFF2-40B4-BE49-F238E27FC236}">
                <a16:creationId xmlns:a16="http://schemas.microsoft.com/office/drawing/2014/main" id="{60FBA901-515A-4DD6-B4B4-155907FF1308}"/>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30567924" name="Rectangle 1435247823">
            <a:extLst xmlns:a="http://schemas.openxmlformats.org/drawingml/2006/main">
              <a:ext uri="{FF2B5EF4-FFF2-40B4-BE49-F238E27FC236}">
                <a16:creationId xmlns:a16="http://schemas.microsoft.com/office/drawing/2014/main" id="{B10686C5-E942-44AA-9565-E65C4C86A4E6}"/>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1796210644" name="Oval 517207118">
            <a:extLst xmlns:a="http://schemas.openxmlformats.org/drawingml/2006/main">
              <a:ext uri="{FF2B5EF4-FFF2-40B4-BE49-F238E27FC236}">
                <a16:creationId xmlns:a16="http://schemas.microsoft.com/office/drawing/2014/main" id="{7E37541B-B775-42AD-9CE4-54CADFEB920D}"/>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825980291" name="Rectangle 1431946798">
            <a:extLst xmlns:a="http://schemas.openxmlformats.org/drawingml/2006/main">
              <a:ext uri="{FF2B5EF4-FFF2-40B4-BE49-F238E27FC236}">
                <a16:creationId xmlns:a16="http://schemas.microsoft.com/office/drawing/2014/main" id="{7BA839EA-B507-412E-9AF3-076987A1B8A6}"/>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14630666" name="Rectangle 1613992743">
            <a:extLst xmlns:a="http://schemas.openxmlformats.org/drawingml/2006/main">
              <a:ext uri="{FF2B5EF4-FFF2-40B4-BE49-F238E27FC236}">
                <a16:creationId xmlns:a16="http://schemas.microsoft.com/office/drawing/2014/main" id="{F108AF10-32D0-4ED6-AA0B-90A68B8910C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981887625" name="Rectangle 1819292424">
            <a:extLst xmlns:a="http://schemas.openxmlformats.org/drawingml/2006/main">
              <a:ext uri="{FF2B5EF4-FFF2-40B4-BE49-F238E27FC236}">
                <a16:creationId xmlns:a16="http://schemas.microsoft.com/office/drawing/2014/main" id="{51D391BD-509D-4B6B-99AF-EE726F0BC3E2}"/>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947590048" name="Oval 1011337880">
            <a:extLst xmlns:a="http://schemas.openxmlformats.org/drawingml/2006/main">
              <a:ext uri="{FF2B5EF4-FFF2-40B4-BE49-F238E27FC236}">
                <a16:creationId xmlns:a16="http://schemas.microsoft.com/office/drawing/2014/main" id="{D7C168DD-E5D4-4BED-9952-4FCA94227C7C}"/>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836360286" name="Rectangle 231300994">
            <a:extLst xmlns:a="http://schemas.openxmlformats.org/drawingml/2006/main">
              <a:ext uri="{FF2B5EF4-FFF2-40B4-BE49-F238E27FC236}">
                <a16:creationId xmlns:a16="http://schemas.microsoft.com/office/drawing/2014/main" id="{D8DE7C3D-40EA-438E-BE0A-40624921C3A2}"/>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533009695" name="Rectangle 1085761315">
            <a:extLst xmlns:a="http://schemas.openxmlformats.org/drawingml/2006/main">
              <a:ext uri="{FF2B5EF4-FFF2-40B4-BE49-F238E27FC236}">
                <a16:creationId xmlns:a16="http://schemas.microsoft.com/office/drawing/2014/main" id="{5A55B3E5-3590-4EA7-8762-F4DC7A868A30}"/>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364280859" name="Rectangle 9026134">
            <a:extLst xmlns:a="http://schemas.openxmlformats.org/drawingml/2006/main">
              <a:ext uri="{FF2B5EF4-FFF2-40B4-BE49-F238E27FC236}">
                <a16:creationId xmlns:a16="http://schemas.microsoft.com/office/drawing/2014/main" id="{40EB2D12-CAE3-4607-A428-9BF21E1A868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023489484" name="Oval 1242283889">
            <a:extLst xmlns:a="http://schemas.openxmlformats.org/drawingml/2006/main">
              <a:ext uri="{FF2B5EF4-FFF2-40B4-BE49-F238E27FC236}">
                <a16:creationId xmlns:a16="http://schemas.microsoft.com/office/drawing/2014/main" id="{8F818B41-E79E-4330-9AF1-D02CDD5A6093}"/>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624125545" name="Rectangle 760971764">
            <a:extLst xmlns:a="http://schemas.openxmlformats.org/drawingml/2006/main">
              <a:ext uri="{FF2B5EF4-FFF2-40B4-BE49-F238E27FC236}">
                <a16:creationId xmlns:a16="http://schemas.microsoft.com/office/drawing/2014/main" id="{30245DDE-6FB7-4234-8464-9DF9E16C9550}"/>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26888698" name="Rectangle 236810503">
            <a:extLst xmlns:a="http://schemas.openxmlformats.org/drawingml/2006/main">
              <a:ext uri="{FF2B5EF4-FFF2-40B4-BE49-F238E27FC236}">
                <a16:creationId xmlns:a16="http://schemas.microsoft.com/office/drawing/2014/main" id="{55B822CE-E750-4F80-BE91-ECEC27C1ED7C}"/>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129925185" name="Rectangle 297379142">
            <a:extLst xmlns:a="http://schemas.openxmlformats.org/drawingml/2006/main">
              <a:ext uri="{FF2B5EF4-FFF2-40B4-BE49-F238E27FC236}">
                <a16:creationId xmlns:a16="http://schemas.microsoft.com/office/drawing/2014/main" id="{59FF1F8E-AC43-4DEF-A855-5B64AA9DD375}"/>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522987989" name="Oval 886147111">
            <a:extLst xmlns:a="http://schemas.openxmlformats.org/drawingml/2006/main">
              <a:ext uri="{FF2B5EF4-FFF2-40B4-BE49-F238E27FC236}">
                <a16:creationId xmlns:a16="http://schemas.microsoft.com/office/drawing/2014/main" id="{15BB19E4-004A-4BC7-97A7-72A2322CE5A7}"/>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457949187" name="Rectangle 1979103398">
            <a:extLst xmlns:a="http://schemas.openxmlformats.org/drawingml/2006/main">
              <a:ext uri="{FF2B5EF4-FFF2-40B4-BE49-F238E27FC236}">
                <a16:creationId xmlns:a16="http://schemas.microsoft.com/office/drawing/2014/main" id="{5922A57B-6AC0-4487-9FFB-3EF3DAE114DE}"/>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804815019" name="Rectangle 668892514">
            <a:extLst xmlns:a="http://schemas.openxmlformats.org/drawingml/2006/main">
              <a:ext uri="{FF2B5EF4-FFF2-40B4-BE49-F238E27FC236}">
                <a16:creationId xmlns:a16="http://schemas.microsoft.com/office/drawing/2014/main" id="{D516B3F4-C8E2-4FDA-A989-F0D04C8DDA08}"/>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209727514" name="Rectangle 846714876">
            <a:extLst xmlns:a="http://schemas.openxmlformats.org/drawingml/2006/main">
              <a:ext uri="{FF2B5EF4-FFF2-40B4-BE49-F238E27FC236}">
                <a16:creationId xmlns:a16="http://schemas.microsoft.com/office/drawing/2014/main" id="{2FA04CE3-9565-4F44-9644-4C4837CC3ADB}"/>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045402331" name="Rectangle 612628765">
            <a:extLst xmlns:a="http://schemas.openxmlformats.org/drawingml/2006/main">
              <a:ext uri="{FF2B5EF4-FFF2-40B4-BE49-F238E27FC236}">
                <a16:creationId xmlns:a16="http://schemas.microsoft.com/office/drawing/2014/main" id="{438C5413-02FA-4F07-9658-AD760F6D73EC}"/>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81581328" name="Rectangle 1343619986">
            <a:extLst xmlns:a="http://schemas.openxmlformats.org/drawingml/2006/main">
              <a:ext uri="{FF2B5EF4-FFF2-40B4-BE49-F238E27FC236}">
                <a16:creationId xmlns:a16="http://schemas.microsoft.com/office/drawing/2014/main" id="{E65C2C35-D7CF-47A7-B1C1-FA42370EB9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01</a:t>
            </a:r>
          </a:p>
        </p:txBody>
      </p:sp>
    </p:spTree>
    <p:extLst>
      <p:ext uri="{BB962C8B-B14F-4D97-AF65-F5344CB8AC3E}">
        <p14:creationId xmlns:p14="http://schemas.microsoft.com/office/powerpoint/2010/main" val="839586764"/>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8861420" name="Rectangle 935271156">
            <a:extLst xmlns:a="http://schemas.openxmlformats.org/drawingml/2006/main">
              <a:ext uri="{FF2B5EF4-FFF2-40B4-BE49-F238E27FC236}">
                <a16:creationId xmlns:a16="http://schemas.microsoft.com/office/drawing/2014/main" id="{42CA5D54-DC1F-453D-B4DA-9D7487D1B2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34260172" name="Rectangle 251777344">
            <a:extLst xmlns:a="http://schemas.openxmlformats.org/drawingml/2006/main">
              <a:ext uri="{FF2B5EF4-FFF2-40B4-BE49-F238E27FC236}">
                <a16:creationId xmlns:a16="http://schemas.microsoft.com/office/drawing/2014/main" id="{1E658DD0-15F9-4B3B-99CC-FC8C90AA67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316655065" name="Rectangle: Rounded Corners 1456392341">
            <a:extLst xmlns:a="http://schemas.openxmlformats.org/drawingml/2006/main">
              <a:ext uri="{FF2B5EF4-FFF2-40B4-BE49-F238E27FC236}">
                <a16:creationId xmlns:a16="http://schemas.microsoft.com/office/drawing/2014/main" id="{A0F41086-6468-4157-84EC-C454C9478E6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302808" name="Rectangle: Rounded Corners 1987074982">
            <a:extLst xmlns:a="http://schemas.openxmlformats.org/drawingml/2006/main">
              <a:ext uri="{FF2B5EF4-FFF2-40B4-BE49-F238E27FC236}">
                <a16:creationId xmlns:a16="http://schemas.microsoft.com/office/drawing/2014/main" id="{EF1CBE79-5CF0-497B-9DD4-E1350BE1FA1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889505" name="Rectangle 1286956634">
            <a:extLst xmlns:a="http://schemas.openxmlformats.org/drawingml/2006/main">
              <a:ext uri="{FF2B5EF4-FFF2-40B4-BE49-F238E27FC236}">
                <a16:creationId xmlns:a16="http://schemas.microsoft.com/office/drawing/2014/main" id="{6D5C2D95-1114-4CB6-80B7-81E45B35A3D8}"/>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67210892" name="Rectangle 399762638">
            <a:extLst xmlns:a="http://schemas.openxmlformats.org/drawingml/2006/main">
              <a:ext uri="{FF2B5EF4-FFF2-40B4-BE49-F238E27FC236}">
                <a16:creationId xmlns:a16="http://schemas.microsoft.com/office/drawing/2014/main" id="{630A80FF-FA9B-4A4B-8CD6-7BFED15B89E8}"/>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393492653" name="Rectangle 1233632033">
            <a:extLst xmlns:a="http://schemas.openxmlformats.org/drawingml/2006/main">
              <a:ext uri="{FF2B5EF4-FFF2-40B4-BE49-F238E27FC236}">
                <a16:creationId xmlns:a16="http://schemas.microsoft.com/office/drawing/2014/main" id="{7B506469-EA6B-461C-B3A0-52A9642515C3}"/>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76179095" name="Rectangle 987778106">
            <a:extLst xmlns:a="http://schemas.openxmlformats.org/drawingml/2006/main">
              <a:ext uri="{FF2B5EF4-FFF2-40B4-BE49-F238E27FC236}">
                <a16:creationId xmlns:a16="http://schemas.microsoft.com/office/drawing/2014/main" id="{655C8C18-13F3-4148-9CE0-532B93E0DA6E}"/>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590987886" name="Rectangle 1495975732">
            <a:extLst xmlns:a="http://schemas.openxmlformats.org/drawingml/2006/main">
              <a:ext uri="{FF2B5EF4-FFF2-40B4-BE49-F238E27FC236}">
                <a16:creationId xmlns:a16="http://schemas.microsoft.com/office/drawing/2014/main" id="{0534788B-095E-446E-A1ED-E7082325D4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02</a:t>
            </a:r>
          </a:p>
        </p:txBody>
      </p:sp>
      <p:pic>
        <p:nvPicPr>
          <p:cNvPr id="203426018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bb0bd8cf0f447dc"/>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26527485"/>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92829" name="Rectangle 197505908">
            <a:extLst xmlns:a="http://schemas.openxmlformats.org/drawingml/2006/main">
              <a:ext uri="{FF2B5EF4-FFF2-40B4-BE49-F238E27FC236}">
                <a16:creationId xmlns:a16="http://schemas.microsoft.com/office/drawing/2014/main" id="{958F3CD3-06E2-4003-9ECB-DF1D6A9F33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591952296" name="Rectangle 1909048147">
            <a:extLst xmlns:a="http://schemas.openxmlformats.org/drawingml/2006/main">
              <a:ext uri="{FF2B5EF4-FFF2-40B4-BE49-F238E27FC236}">
                <a16:creationId xmlns:a16="http://schemas.microsoft.com/office/drawing/2014/main" id="{9380D30D-1958-4D4F-86F4-986F7094856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238473741" name="Rectangle: Rounded Corners 816331080">
            <a:extLst xmlns:a="http://schemas.openxmlformats.org/drawingml/2006/main">
              <a:ext uri="{FF2B5EF4-FFF2-40B4-BE49-F238E27FC236}">
                <a16:creationId xmlns:a16="http://schemas.microsoft.com/office/drawing/2014/main" id="{71AFBD54-1E8E-476C-9B03-F98BFE15C36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828502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a0d81f031e754a4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718697687" name="Straight Connector 161416146">
            <a:extLst xmlns:a="http://schemas.openxmlformats.org/drawingml/2006/main">
              <a:ext uri="{FF2B5EF4-FFF2-40B4-BE49-F238E27FC236}">
                <a16:creationId xmlns:a16="http://schemas.microsoft.com/office/drawing/2014/main" id="{B356D4F0-E6A4-4114-95A1-238BF1A5598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1181720" name="Straight Connector 61902172">
            <a:extLst xmlns:a="http://schemas.openxmlformats.org/drawingml/2006/main">
              <a:ext uri="{FF2B5EF4-FFF2-40B4-BE49-F238E27FC236}">
                <a16:creationId xmlns:a16="http://schemas.microsoft.com/office/drawing/2014/main" id="{6F236936-FE06-417A-A7ED-FFF2F5498E4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7603386" name="Rectangle: Rounded Corners 898681238">
            <a:extLst xmlns:a="http://schemas.openxmlformats.org/drawingml/2006/main">
              <a:ext uri="{FF2B5EF4-FFF2-40B4-BE49-F238E27FC236}">
                <a16:creationId xmlns:a16="http://schemas.microsoft.com/office/drawing/2014/main" id="{333D5F50-71D2-41AE-A95B-86572FBC6A9C}"/>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885126826" name="Rectangle 1225503430">
            <a:extLst xmlns:a="http://schemas.openxmlformats.org/drawingml/2006/main">
              <a:ext uri="{FF2B5EF4-FFF2-40B4-BE49-F238E27FC236}">
                <a16:creationId xmlns:a16="http://schemas.microsoft.com/office/drawing/2014/main" id="{215CAE67-F75F-4D19-B6B9-2DF2A9F5ECC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652088990" name="Straight Connector 1461826591">
            <a:extLst xmlns:a="http://schemas.openxmlformats.org/drawingml/2006/main">
              <a:ext uri="{FF2B5EF4-FFF2-40B4-BE49-F238E27FC236}">
                <a16:creationId xmlns:a16="http://schemas.microsoft.com/office/drawing/2014/main" id="{2E332874-11E9-4A5C-9FA0-468E14AE48DC}"/>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0294420" name="Oval 308551117">
            <a:extLst xmlns:a="http://schemas.openxmlformats.org/drawingml/2006/main">
              <a:ext uri="{FF2B5EF4-FFF2-40B4-BE49-F238E27FC236}">
                <a16:creationId xmlns:a16="http://schemas.microsoft.com/office/drawing/2014/main" id="{9AD931D0-E9AB-4510-BDF7-E13C2852204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5109720" name="Straight Connector 2122530921">
            <a:extLst xmlns:a="http://schemas.openxmlformats.org/drawingml/2006/main">
              <a:ext uri="{FF2B5EF4-FFF2-40B4-BE49-F238E27FC236}">
                <a16:creationId xmlns:a16="http://schemas.microsoft.com/office/drawing/2014/main" id="{939BC9F3-546A-4FD4-B092-6D68D8941A43}"/>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8449180" name="Oval 1902723883">
            <a:extLst xmlns:a="http://schemas.openxmlformats.org/drawingml/2006/main">
              <a:ext uri="{FF2B5EF4-FFF2-40B4-BE49-F238E27FC236}">
                <a16:creationId xmlns:a16="http://schemas.microsoft.com/office/drawing/2014/main" id="{3CB106E5-F250-4365-B274-C216F37ABFF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668379" name="Straight Connector 167498950">
            <a:extLst xmlns:a="http://schemas.openxmlformats.org/drawingml/2006/main">
              <a:ext uri="{FF2B5EF4-FFF2-40B4-BE49-F238E27FC236}">
                <a16:creationId xmlns:a16="http://schemas.microsoft.com/office/drawing/2014/main" id="{7B79284F-6728-43ED-8C37-92A86440BB90}"/>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096435" name="Oval 1159963357">
            <a:extLst xmlns:a="http://schemas.openxmlformats.org/drawingml/2006/main">
              <a:ext uri="{FF2B5EF4-FFF2-40B4-BE49-F238E27FC236}">
                <a16:creationId xmlns:a16="http://schemas.microsoft.com/office/drawing/2014/main" id="{D4D45B1E-AC21-4FF3-9645-DC05E3FA5AC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5916413" name="Straight Connector 1986469558">
            <a:extLst xmlns:a="http://schemas.openxmlformats.org/drawingml/2006/main">
              <a:ext uri="{FF2B5EF4-FFF2-40B4-BE49-F238E27FC236}">
                <a16:creationId xmlns:a16="http://schemas.microsoft.com/office/drawing/2014/main" id="{85BFF9E4-5624-4ABF-B28B-CF4E61E51291}"/>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609070" name="Oval 1145200305">
            <a:extLst xmlns:a="http://schemas.openxmlformats.org/drawingml/2006/main">
              <a:ext uri="{FF2B5EF4-FFF2-40B4-BE49-F238E27FC236}">
                <a16:creationId xmlns:a16="http://schemas.microsoft.com/office/drawing/2014/main" id="{0C0EC052-96F1-43CE-B991-4628B980C8B5}"/>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30494" name="Straight Connector 1746813433">
            <a:extLst xmlns:a="http://schemas.openxmlformats.org/drawingml/2006/main">
              <a:ext uri="{FF2B5EF4-FFF2-40B4-BE49-F238E27FC236}">
                <a16:creationId xmlns:a16="http://schemas.microsoft.com/office/drawing/2014/main" id="{F5B191A5-9A12-4D67-9C33-31FF2D0BCCE3}"/>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165915" name="Oval 2137688682">
            <a:extLst xmlns:a="http://schemas.openxmlformats.org/drawingml/2006/main">
              <a:ext uri="{FF2B5EF4-FFF2-40B4-BE49-F238E27FC236}">
                <a16:creationId xmlns:a16="http://schemas.microsoft.com/office/drawing/2014/main" id="{68C948C5-9036-49C5-B875-5369BBBFC2F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689062" name="Straight Connector 696285493">
            <a:extLst xmlns:a="http://schemas.openxmlformats.org/drawingml/2006/main">
              <a:ext uri="{FF2B5EF4-FFF2-40B4-BE49-F238E27FC236}">
                <a16:creationId xmlns:a16="http://schemas.microsoft.com/office/drawing/2014/main" id="{FC950A03-19D4-496E-81EA-9C3617A0FE5D}"/>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0000853" name="Oval 1445698389">
            <a:extLst xmlns:a="http://schemas.openxmlformats.org/drawingml/2006/main">
              <a:ext uri="{FF2B5EF4-FFF2-40B4-BE49-F238E27FC236}">
                <a16:creationId xmlns:a16="http://schemas.microsoft.com/office/drawing/2014/main" id="{9869ED61-AC1E-47A3-A26F-13B026A3D5B7}"/>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0347957" name="Rectangle 1506024003">
            <a:extLst xmlns:a="http://schemas.openxmlformats.org/drawingml/2006/main">
              <a:ext uri="{FF2B5EF4-FFF2-40B4-BE49-F238E27FC236}">
                <a16:creationId xmlns:a16="http://schemas.microsoft.com/office/drawing/2014/main" id="{D33EB3F4-E43B-4B4E-A3BC-BEEF721AD4AF}"/>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938285023" name="Rectangle 340544592">
            <a:extLst xmlns:a="http://schemas.openxmlformats.org/drawingml/2006/main">
              <a:ext uri="{FF2B5EF4-FFF2-40B4-BE49-F238E27FC236}">
                <a16:creationId xmlns:a16="http://schemas.microsoft.com/office/drawing/2014/main" id="{EA962596-999F-410F-B367-C9F284D7BA8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013347" name="Rectangle 191215672">
            <a:extLst xmlns:a="http://schemas.openxmlformats.org/drawingml/2006/main">
              <a:ext uri="{FF2B5EF4-FFF2-40B4-BE49-F238E27FC236}">
                <a16:creationId xmlns:a16="http://schemas.microsoft.com/office/drawing/2014/main" id="{CE761945-28E6-4DAB-83CE-F6209C4B6E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03</a:t>
            </a:r>
          </a:p>
        </p:txBody>
      </p:sp>
      <p:sp>
        <p:nvSpPr>
          <p:cNvPr id="457310501" name="Straight Connector 523934700">
            <a:extLst xmlns:a="http://schemas.openxmlformats.org/drawingml/2006/main">
              <a:ext uri="{FF2B5EF4-FFF2-40B4-BE49-F238E27FC236}">
                <a16:creationId xmlns:a16="http://schemas.microsoft.com/office/drawing/2014/main" id="{15EF233B-C008-4261-9C23-88663CE64CD6}"/>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78583379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9356614" name="Rectangle 764921179">
            <a:extLst xmlns:a="http://schemas.openxmlformats.org/drawingml/2006/main">
              <a:ext uri="{FF2B5EF4-FFF2-40B4-BE49-F238E27FC236}">
                <a16:creationId xmlns:a16="http://schemas.microsoft.com/office/drawing/2014/main" id="{03B049E0-1641-4E90-B4AF-E0763995BF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460806022" name="Rectangle 1306971651">
            <a:extLst xmlns:a="http://schemas.openxmlformats.org/drawingml/2006/main">
              <a:ext uri="{FF2B5EF4-FFF2-40B4-BE49-F238E27FC236}">
                <a16:creationId xmlns:a16="http://schemas.microsoft.com/office/drawing/2014/main" id="{022F0E01-CC9C-4F76-B814-6176985403E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414846207" name="Rectangle: Rounded Corners 1651333515">
            <a:extLst xmlns:a="http://schemas.openxmlformats.org/drawingml/2006/main">
              <a:ext uri="{FF2B5EF4-FFF2-40B4-BE49-F238E27FC236}">
                <a16:creationId xmlns:a16="http://schemas.microsoft.com/office/drawing/2014/main" id="{2BC3ACF7-3BE7-4FD0-8381-B05A2FAFDA7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2912444"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748f40b6bd4142b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151854634" name="Straight Connector 673215582">
            <a:extLst xmlns:a="http://schemas.openxmlformats.org/drawingml/2006/main">
              <a:ext uri="{FF2B5EF4-FFF2-40B4-BE49-F238E27FC236}">
                <a16:creationId xmlns:a16="http://schemas.microsoft.com/office/drawing/2014/main" id="{32C8954A-DE05-4373-9903-381263A9CBC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77702" name="Straight Connector 1831783794">
            <a:extLst xmlns:a="http://schemas.openxmlformats.org/drawingml/2006/main">
              <a:ext uri="{FF2B5EF4-FFF2-40B4-BE49-F238E27FC236}">
                <a16:creationId xmlns:a16="http://schemas.microsoft.com/office/drawing/2014/main" id="{838FD563-487B-40D0-A2D5-58159492B7DE}"/>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96542" name="Rectangle: Rounded Corners 1519439690">
            <a:extLst xmlns:a="http://schemas.openxmlformats.org/drawingml/2006/main">
              <a:ext uri="{FF2B5EF4-FFF2-40B4-BE49-F238E27FC236}">
                <a16:creationId xmlns:a16="http://schemas.microsoft.com/office/drawing/2014/main" id="{5D842D33-5FBD-47DF-BD9C-CAF6F73D57B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86449802" name="Rectangle 1880411001">
            <a:extLst xmlns:a="http://schemas.openxmlformats.org/drawingml/2006/main">
              <a:ext uri="{FF2B5EF4-FFF2-40B4-BE49-F238E27FC236}">
                <a16:creationId xmlns:a16="http://schemas.microsoft.com/office/drawing/2014/main" id="{3B18D349-77E4-4D51-B031-A9C0A376FC2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2102912439" name="Straight Connector 63070562">
            <a:extLst xmlns:a="http://schemas.openxmlformats.org/drawingml/2006/main">
              <a:ext uri="{FF2B5EF4-FFF2-40B4-BE49-F238E27FC236}">
                <a16:creationId xmlns:a16="http://schemas.microsoft.com/office/drawing/2014/main" id="{D29B7C76-0AD8-40E1-AE52-9479A3AFCAD4}"/>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0050976" name="Oval 723606972">
            <a:extLst xmlns:a="http://schemas.openxmlformats.org/drawingml/2006/main">
              <a:ext uri="{FF2B5EF4-FFF2-40B4-BE49-F238E27FC236}">
                <a16:creationId xmlns:a16="http://schemas.microsoft.com/office/drawing/2014/main" id="{D3164BE7-9843-4636-BCC6-0DE5A54FF81D}"/>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178868" name="Straight Connector 1295429066">
            <a:extLst xmlns:a="http://schemas.openxmlformats.org/drawingml/2006/main">
              <a:ext uri="{FF2B5EF4-FFF2-40B4-BE49-F238E27FC236}">
                <a16:creationId xmlns:a16="http://schemas.microsoft.com/office/drawing/2014/main" id="{56BB9D26-F172-462C-A38A-4EE5BF72217F}"/>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19250" name="Oval 8682068">
            <a:extLst xmlns:a="http://schemas.openxmlformats.org/drawingml/2006/main">
              <a:ext uri="{FF2B5EF4-FFF2-40B4-BE49-F238E27FC236}">
                <a16:creationId xmlns:a16="http://schemas.microsoft.com/office/drawing/2014/main" id="{EA2BA722-44D9-4706-AE0A-9DC114B47B1B}"/>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06414" name="Straight Connector 2139346071">
            <a:extLst xmlns:a="http://schemas.openxmlformats.org/drawingml/2006/main">
              <a:ext uri="{FF2B5EF4-FFF2-40B4-BE49-F238E27FC236}">
                <a16:creationId xmlns:a16="http://schemas.microsoft.com/office/drawing/2014/main" id="{D65C9E30-794C-43DA-A115-072B406CD793}"/>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14436" name="Oval 2066189596">
            <a:extLst xmlns:a="http://schemas.openxmlformats.org/drawingml/2006/main">
              <a:ext uri="{FF2B5EF4-FFF2-40B4-BE49-F238E27FC236}">
                <a16:creationId xmlns:a16="http://schemas.microsoft.com/office/drawing/2014/main" id="{497D5038-4D3A-4522-B9B3-7DE23847BAA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12414" name="Straight Connector 272593582">
            <a:extLst xmlns:a="http://schemas.openxmlformats.org/drawingml/2006/main">
              <a:ext uri="{FF2B5EF4-FFF2-40B4-BE49-F238E27FC236}">
                <a16:creationId xmlns:a16="http://schemas.microsoft.com/office/drawing/2014/main" id="{F17CA880-D60F-4220-8463-D0A921A26A6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167135" name="Oval 134232463">
            <a:extLst xmlns:a="http://schemas.openxmlformats.org/drawingml/2006/main">
              <a:ext uri="{FF2B5EF4-FFF2-40B4-BE49-F238E27FC236}">
                <a16:creationId xmlns:a16="http://schemas.microsoft.com/office/drawing/2014/main" id="{34659CDA-9191-4071-AAB8-6E31C21C80D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555364" name="Straight Connector 775049891">
            <a:extLst xmlns:a="http://schemas.openxmlformats.org/drawingml/2006/main">
              <a:ext uri="{FF2B5EF4-FFF2-40B4-BE49-F238E27FC236}">
                <a16:creationId xmlns:a16="http://schemas.microsoft.com/office/drawing/2014/main" id="{351F0E0F-0EEA-422E-8A1F-54D7EC24F6FF}"/>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7849740" name="Oval 1072269508">
            <a:extLst xmlns:a="http://schemas.openxmlformats.org/drawingml/2006/main">
              <a:ext uri="{FF2B5EF4-FFF2-40B4-BE49-F238E27FC236}">
                <a16:creationId xmlns:a16="http://schemas.microsoft.com/office/drawing/2014/main" id="{AF670916-5804-4A87-8D43-4C3EDBB8F876}"/>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818400" name="Straight Connector 982061214">
            <a:extLst xmlns:a="http://schemas.openxmlformats.org/drawingml/2006/main">
              <a:ext uri="{FF2B5EF4-FFF2-40B4-BE49-F238E27FC236}">
                <a16:creationId xmlns:a16="http://schemas.microsoft.com/office/drawing/2014/main" id="{8D06360D-3BF5-413C-9E62-08444AC49C5D}"/>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6792860" name="Oval 1509233170">
            <a:extLst xmlns:a="http://schemas.openxmlformats.org/drawingml/2006/main">
              <a:ext uri="{FF2B5EF4-FFF2-40B4-BE49-F238E27FC236}">
                <a16:creationId xmlns:a16="http://schemas.microsoft.com/office/drawing/2014/main" id="{D4677440-951D-41C7-BC20-D007AC498A5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90121" name="Rectangle 835713909">
            <a:extLst xmlns:a="http://schemas.openxmlformats.org/drawingml/2006/main">
              <a:ext uri="{FF2B5EF4-FFF2-40B4-BE49-F238E27FC236}">
                <a16:creationId xmlns:a16="http://schemas.microsoft.com/office/drawing/2014/main" id="{D9213C6C-E8E6-448C-A8EB-30D1329DDA6F}"/>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016096318" name="Rectangle 891411324">
            <a:extLst xmlns:a="http://schemas.openxmlformats.org/drawingml/2006/main">
              <a:ext uri="{FF2B5EF4-FFF2-40B4-BE49-F238E27FC236}">
                <a16:creationId xmlns:a16="http://schemas.microsoft.com/office/drawing/2014/main" id="{C1EA50EE-0A66-49A6-8FF7-0E1B4E66DAAB}"/>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37611260" name="Rectangle 1615394469">
            <a:extLst xmlns:a="http://schemas.openxmlformats.org/drawingml/2006/main">
              <a:ext uri="{FF2B5EF4-FFF2-40B4-BE49-F238E27FC236}">
                <a16:creationId xmlns:a16="http://schemas.microsoft.com/office/drawing/2014/main" id="{DD4F30E9-1AAD-4405-AE91-5CBAA01830A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04</a:t>
            </a:r>
          </a:p>
        </p:txBody>
      </p:sp>
      <p:sp>
        <p:nvSpPr>
          <p:cNvPr id="493776047" name="solidguide_flipV">
            <a:extLst xmlns:a="http://schemas.openxmlformats.org/drawingml/2006/main">
              <a:ext uri="{FF2B5EF4-FFF2-40B4-BE49-F238E27FC236}">
                <a16:creationId xmlns:a16="http://schemas.microsoft.com/office/drawing/2014/main" id="{DADBF95E-DD21-47DC-AC19-20D8B49570A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353062531"/>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804743" name="Rectangle 810486817">
            <a:extLst xmlns:a="http://schemas.openxmlformats.org/drawingml/2006/main">
              <a:ext uri="{FF2B5EF4-FFF2-40B4-BE49-F238E27FC236}">
                <a16:creationId xmlns:a16="http://schemas.microsoft.com/office/drawing/2014/main" id="{451C26C1-99E9-401F-9F6B-7888C2A626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34639685" name="Rectangle 1387195607">
            <a:extLst xmlns:a="http://schemas.openxmlformats.org/drawingml/2006/main">
              <a:ext uri="{FF2B5EF4-FFF2-40B4-BE49-F238E27FC236}">
                <a16:creationId xmlns:a16="http://schemas.microsoft.com/office/drawing/2014/main" id="{578773B0-E5D3-431B-A4C0-11829DB7ED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37288811" name="Rectangle: Rounded Corners 2010506367">
            <a:extLst xmlns:a="http://schemas.openxmlformats.org/drawingml/2006/main">
              <a:ext uri="{FF2B5EF4-FFF2-40B4-BE49-F238E27FC236}">
                <a16:creationId xmlns:a16="http://schemas.microsoft.com/office/drawing/2014/main" id="{09C99885-7375-4016-BE0B-9E625D6FFF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728881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d920ca65b067429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490767551" name="Straight Connector 1226520373">
            <a:extLst xmlns:a="http://schemas.openxmlformats.org/drawingml/2006/main">
              <a:ext uri="{FF2B5EF4-FFF2-40B4-BE49-F238E27FC236}">
                <a16:creationId xmlns:a16="http://schemas.microsoft.com/office/drawing/2014/main" id="{2DC1FF0F-A166-4EED-90FB-690664B867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573992" name="Straight Connector 1752169602">
            <a:extLst xmlns:a="http://schemas.openxmlformats.org/drawingml/2006/main">
              <a:ext uri="{FF2B5EF4-FFF2-40B4-BE49-F238E27FC236}">
                <a16:creationId xmlns:a16="http://schemas.microsoft.com/office/drawing/2014/main" id="{6EDB820B-B29F-4671-875F-A6462D998D01}"/>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5840885" name="Rectangle: Rounded Corners 917000957">
            <a:extLst xmlns:a="http://schemas.openxmlformats.org/drawingml/2006/main">
              <a:ext uri="{FF2B5EF4-FFF2-40B4-BE49-F238E27FC236}">
                <a16:creationId xmlns:a16="http://schemas.microsoft.com/office/drawing/2014/main" id="{C4399D74-D813-479E-BDA2-60C9AFAE734D}"/>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134189179" name="Rectangle 835812764">
            <a:extLst xmlns:a="http://schemas.openxmlformats.org/drawingml/2006/main">
              <a:ext uri="{FF2B5EF4-FFF2-40B4-BE49-F238E27FC236}">
                <a16:creationId xmlns:a16="http://schemas.microsoft.com/office/drawing/2014/main" id="{40FDB199-28D5-40C8-93B2-125EA6FB4024}"/>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293957114" name="Straight Connector 1136040176">
            <a:extLst xmlns:a="http://schemas.openxmlformats.org/drawingml/2006/main">
              <a:ext uri="{FF2B5EF4-FFF2-40B4-BE49-F238E27FC236}">
                <a16:creationId xmlns:a16="http://schemas.microsoft.com/office/drawing/2014/main" id="{465DCDB3-BBFC-47D3-B0C7-1F30CEC6E4C3}"/>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476329" name="Oval 583075002">
            <a:extLst xmlns:a="http://schemas.openxmlformats.org/drawingml/2006/main">
              <a:ext uri="{FF2B5EF4-FFF2-40B4-BE49-F238E27FC236}">
                <a16:creationId xmlns:a16="http://schemas.microsoft.com/office/drawing/2014/main" id="{439C86E4-F51D-408A-A143-A975663E0C98}"/>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96761" name="Straight Connector 337929435">
            <a:extLst xmlns:a="http://schemas.openxmlformats.org/drawingml/2006/main">
              <a:ext uri="{FF2B5EF4-FFF2-40B4-BE49-F238E27FC236}">
                <a16:creationId xmlns:a16="http://schemas.microsoft.com/office/drawing/2014/main" id="{1122F8F3-8794-41C8-9872-741790E9029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5678961" name="Oval 2108938194">
            <a:extLst xmlns:a="http://schemas.openxmlformats.org/drawingml/2006/main">
              <a:ext uri="{FF2B5EF4-FFF2-40B4-BE49-F238E27FC236}">
                <a16:creationId xmlns:a16="http://schemas.microsoft.com/office/drawing/2014/main" id="{320C3322-B40A-42A6-BF75-5536088011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5076926" name="Straight Connector 1089038474">
            <a:extLst xmlns:a="http://schemas.openxmlformats.org/drawingml/2006/main">
              <a:ext uri="{FF2B5EF4-FFF2-40B4-BE49-F238E27FC236}">
                <a16:creationId xmlns:a16="http://schemas.microsoft.com/office/drawing/2014/main" id="{12095A29-A61A-4C1C-84D1-5E812925163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863240" name="Oval 344103133">
            <a:extLst xmlns:a="http://schemas.openxmlformats.org/drawingml/2006/main">
              <a:ext uri="{FF2B5EF4-FFF2-40B4-BE49-F238E27FC236}">
                <a16:creationId xmlns:a16="http://schemas.microsoft.com/office/drawing/2014/main" id="{0217E02E-9798-406D-9A4A-2C1D7BD06BA7}"/>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3102558" name="Straight Connector 116319933">
            <a:extLst xmlns:a="http://schemas.openxmlformats.org/drawingml/2006/main">
              <a:ext uri="{FF2B5EF4-FFF2-40B4-BE49-F238E27FC236}">
                <a16:creationId xmlns:a16="http://schemas.microsoft.com/office/drawing/2014/main" id="{DC7C6423-142C-4914-88FC-9DAE4B4F4384}"/>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625199" name="Oval 1497503668">
            <a:extLst xmlns:a="http://schemas.openxmlformats.org/drawingml/2006/main">
              <a:ext uri="{FF2B5EF4-FFF2-40B4-BE49-F238E27FC236}">
                <a16:creationId xmlns:a16="http://schemas.microsoft.com/office/drawing/2014/main" id="{E22B40D0-0EB5-476E-971A-9BA9BD36316A}"/>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9295641" name="Straight Connector 1398652273">
            <a:extLst xmlns:a="http://schemas.openxmlformats.org/drawingml/2006/main">
              <a:ext uri="{FF2B5EF4-FFF2-40B4-BE49-F238E27FC236}">
                <a16:creationId xmlns:a16="http://schemas.microsoft.com/office/drawing/2014/main" id="{C470E6DF-F066-4A8D-8B7F-668836392DBC}"/>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63878" name="Oval 1635056806">
            <a:extLst xmlns:a="http://schemas.openxmlformats.org/drawingml/2006/main">
              <a:ext uri="{FF2B5EF4-FFF2-40B4-BE49-F238E27FC236}">
                <a16:creationId xmlns:a16="http://schemas.microsoft.com/office/drawing/2014/main" id="{24C442AC-4B58-47CE-90C9-3B2B752B50FA}"/>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251444" name="Straight Connector 1900162545">
            <a:extLst xmlns:a="http://schemas.openxmlformats.org/drawingml/2006/main">
              <a:ext uri="{FF2B5EF4-FFF2-40B4-BE49-F238E27FC236}">
                <a16:creationId xmlns:a16="http://schemas.microsoft.com/office/drawing/2014/main" id="{8E6149BE-6043-4039-9CFD-EDD347338B55}"/>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499891" name="Oval 781560171">
            <a:extLst xmlns:a="http://schemas.openxmlformats.org/drawingml/2006/main">
              <a:ext uri="{FF2B5EF4-FFF2-40B4-BE49-F238E27FC236}">
                <a16:creationId xmlns:a16="http://schemas.microsoft.com/office/drawing/2014/main" id="{4955CC74-2C75-48C5-8E2F-BB7066458F2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501682" name="Rectangle 1575462251">
            <a:extLst xmlns:a="http://schemas.openxmlformats.org/drawingml/2006/main">
              <a:ext uri="{FF2B5EF4-FFF2-40B4-BE49-F238E27FC236}">
                <a16:creationId xmlns:a16="http://schemas.microsoft.com/office/drawing/2014/main" id="{8D961D87-7B1D-4234-A441-C15157D6C018}"/>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6826968" name="Rectangle 1355267839">
            <a:extLst xmlns:a="http://schemas.openxmlformats.org/drawingml/2006/main">
              <a:ext uri="{FF2B5EF4-FFF2-40B4-BE49-F238E27FC236}">
                <a16:creationId xmlns:a16="http://schemas.microsoft.com/office/drawing/2014/main" id="{D201E484-856E-4D2B-B9C0-1FE0E629F768}"/>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623539385" name="Rectangle 1311817854">
            <a:extLst xmlns:a="http://schemas.openxmlformats.org/drawingml/2006/main">
              <a:ext uri="{FF2B5EF4-FFF2-40B4-BE49-F238E27FC236}">
                <a16:creationId xmlns:a16="http://schemas.microsoft.com/office/drawing/2014/main" id="{F71B36BE-DDFD-4716-BDE6-8614612664D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05</a:t>
            </a:r>
          </a:p>
        </p:txBody>
      </p:sp>
      <p:sp>
        <p:nvSpPr>
          <p:cNvPr id="413776964" name="solidguide_flipV">
            <a:extLst xmlns:a="http://schemas.openxmlformats.org/drawingml/2006/main">
              <a:ext uri="{FF2B5EF4-FFF2-40B4-BE49-F238E27FC236}">
                <a16:creationId xmlns:a16="http://schemas.microsoft.com/office/drawing/2014/main" id="{654832C7-1A1C-4872-8077-BEDA811ED53E}"/>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574245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4590713" name="Rectangle 896921065">
            <a:extLst xmlns:a="http://schemas.openxmlformats.org/drawingml/2006/main">
              <a:ext uri="{FF2B5EF4-FFF2-40B4-BE49-F238E27FC236}">
                <a16:creationId xmlns:a16="http://schemas.microsoft.com/office/drawing/2014/main" id="{4AE816A8-A528-4FA2-8E7F-63A658EC95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30931771" name="Rectangle 873289791">
            <a:extLst xmlns:a="http://schemas.openxmlformats.org/drawingml/2006/main">
              <a:ext uri="{FF2B5EF4-FFF2-40B4-BE49-F238E27FC236}">
                <a16:creationId xmlns:a16="http://schemas.microsoft.com/office/drawing/2014/main" id="{8B9F7E66-E205-4BD7-A77C-2D8D361E045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193067293" name="Rectangle: Rounded Corners 1535529518">
            <a:extLst xmlns:a="http://schemas.openxmlformats.org/drawingml/2006/main">
              <a:ext uri="{FF2B5EF4-FFF2-40B4-BE49-F238E27FC236}">
                <a16:creationId xmlns:a16="http://schemas.microsoft.com/office/drawing/2014/main" id="{3D94D6B5-737A-4ACF-B033-5ECE4C5C0AE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209921" name="Straight Connector 56707613">
            <a:extLst xmlns:a="http://schemas.openxmlformats.org/drawingml/2006/main">
              <a:ext uri="{FF2B5EF4-FFF2-40B4-BE49-F238E27FC236}">
                <a16:creationId xmlns:a16="http://schemas.microsoft.com/office/drawing/2014/main" id="{BEC91FF8-D227-4446-A64B-8489EEEE7366}"/>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991586" name="Straight Connector 1473988392">
            <a:extLst xmlns:a="http://schemas.openxmlformats.org/drawingml/2006/main">
              <a:ext uri="{FF2B5EF4-FFF2-40B4-BE49-F238E27FC236}">
                <a16:creationId xmlns:a16="http://schemas.microsoft.com/office/drawing/2014/main" id="{E5D49A91-F31D-4A41-BD18-2A6967F19DBB}"/>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547476" name="Rectangle 1804586365">
            <a:extLst xmlns:a="http://schemas.openxmlformats.org/drawingml/2006/main">
              <a:ext uri="{FF2B5EF4-FFF2-40B4-BE49-F238E27FC236}">
                <a16:creationId xmlns:a16="http://schemas.microsoft.com/office/drawing/2014/main" id="{E0E31929-DB47-490D-BB01-8AFF3D0A649D}"/>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484590535" name="Rectangle 1864669960">
            <a:extLst xmlns:a="http://schemas.openxmlformats.org/drawingml/2006/main">
              <a:ext uri="{FF2B5EF4-FFF2-40B4-BE49-F238E27FC236}">
                <a16:creationId xmlns:a16="http://schemas.microsoft.com/office/drawing/2014/main" id="{FBD043A4-6FFA-42F9-B05A-82CA353F48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492258807" name="Oval 1888914903">
            <a:extLst xmlns:a="http://schemas.openxmlformats.org/drawingml/2006/main">
              <a:ext uri="{FF2B5EF4-FFF2-40B4-BE49-F238E27FC236}">
                <a16:creationId xmlns:a16="http://schemas.microsoft.com/office/drawing/2014/main" id="{91BB4D21-149A-4228-B577-79D354802FD7}"/>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459382" name="Oval 832749497">
            <a:extLst xmlns:a="http://schemas.openxmlformats.org/drawingml/2006/main">
              <a:ext uri="{FF2B5EF4-FFF2-40B4-BE49-F238E27FC236}">
                <a16:creationId xmlns:a16="http://schemas.microsoft.com/office/drawing/2014/main" id="{55B72174-4B05-4423-BB43-B8B92F57D2AF}"/>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61439" name="Oval 2073900984">
            <a:extLst xmlns:a="http://schemas.openxmlformats.org/drawingml/2006/main">
              <a:ext uri="{FF2B5EF4-FFF2-40B4-BE49-F238E27FC236}">
                <a16:creationId xmlns:a16="http://schemas.microsoft.com/office/drawing/2014/main" id="{2E5C67BA-771E-4F91-8535-5BD4604D3CAA}"/>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7302882" name="Oval 1025225897">
            <a:extLst xmlns:a="http://schemas.openxmlformats.org/drawingml/2006/main">
              <a:ext uri="{FF2B5EF4-FFF2-40B4-BE49-F238E27FC236}">
                <a16:creationId xmlns:a16="http://schemas.microsoft.com/office/drawing/2014/main" id="{4C637842-E924-41BD-AACD-745DE6CF8AA8}"/>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91229" name="Oval 393992283">
            <a:extLst xmlns:a="http://schemas.openxmlformats.org/drawingml/2006/main">
              <a:ext uri="{FF2B5EF4-FFF2-40B4-BE49-F238E27FC236}">
                <a16:creationId xmlns:a16="http://schemas.microsoft.com/office/drawing/2014/main" id="{E7033B08-405D-43FE-BB42-583F345311CE}"/>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5084811" name="Oval 1602577504">
            <a:extLst xmlns:a="http://schemas.openxmlformats.org/drawingml/2006/main">
              <a:ext uri="{FF2B5EF4-FFF2-40B4-BE49-F238E27FC236}">
                <a16:creationId xmlns:a16="http://schemas.microsoft.com/office/drawing/2014/main" id="{DE4208AF-1361-46BC-816A-BFF7E77DD10E}"/>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313957" name="Oval 1371923820">
            <a:extLst xmlns:a="http://schemas.openxmlformats.org/drawingml/2006/main">
              <a:ext uri="{FF2B5EF4-FFF2-40B4-BE49-F238E27FC236}">
                <a16:creationId xmlns:a16="http://schemas.microsoft.com/office/drawing/2014/main" id="{F1C00B59-ECD6-45BC-901C-17326B6757F4}"/>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933985" name="Oval 1753025884">
            <a:extLst xmlns:a="http://schemas.openxmlformats.org/drawingml/2006/main">
              <a:ext uri="{FF2B5EF4-FFF2-40B4-BE49-F238E27FC236}">
                <a16:creationId xmlns:a16="http://schemas.microsoft.com/office/drawing/2014/main" id="{51287AFA-9DAD-430D-9A45-55285742975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75274" name="Oval 1468286775">
            <a:extLst xmlns:a="http://schemas.openxmlformats.org/drawingml/2006/main">
              <a:ext uri="{FF2B5EF4-FFF2-40B4-BE49-F238E27FC236}">
                <a16:creationId xmlns:a16="http://schemas.microsoft.com/office/drawing/2014/main" id="{DCF25030-7493-4FCF-98C4-BD2A65A25975}"/>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4360107" name="Oval 1303532533">
            <a:extLst xmlns:a="http://schemas.openxmlformats.org/drawingml/2006/main">
              <a:ext uri="{FF2B5EF4-FFF2-40B4-BE49-F238E27FC236}">
                <a16:creationId xmlns:a16="http://schemas.microsoft.com/office/drawing/2014/main" id="{CF0CAAF4-2388-47A8-97ED-069743FD8D24}"/>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307201" name="Oval 1098580289">
            <a:extLst xmlns:a="http://schemas.openxmlformats.org/drawingml/2006/main">
              <a:ext uri="{FF2B5EF4-FFF2-40B4-BE49-F238E27FC236}">
                <a16:creationId xmlns:a16="http://schemas.microsoft.com/office/drawing/2014/main" id="{4A091D5D-2DAE-41F1-8059-BA0965AFA85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2824278" name="Oval 747856202">
            <a:extLst xmlns:a="http://schemas.openxmlformats.org/drawingml/2006/main">
              <a:ext uri="{FF2B5EF4-FFF2-40B4-BE49-F238E27FC236}">
                <a16:creationId xmlns:a16="http://schemas.microsoft.com/office/drawing/2014/main" id="{9421716E-2AF7-4300-B4F9-27555A152CA8}"/>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086201" name="Oval 1515170768">
            <a:extLst xmlns:a="http://schemas.openxmlformats.org/drawingml/2006/main">
              <a:ext uri="{FF2B5EF4-FFF2-40B4-BE49-F238E27FC236}">
                <a16:creationId xmlns:a16="http://schemas.microsoft.com/office/drawing/2014/main" id="{791ED70C-C945-489E-8450-517AD5C7D239}"/>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4867851" name="Oval 758272404">
            <a:extLst xmlns:a="http://schemas.openxmlformats.org/drawingml/2006/main">
              <a:ext uri="{FF2B5EF4-FFF2-40B4-BE49-F238E27FC236}">
                <a16:creationId xmlns:a16="http://schemas.microsoft.com/office/drawing/2014/main" id="{23174332-63AD-4404-8300-8E8FEEF7F7D2}"/>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3414693" name="Oval 539647180">
            <a:extLst xmlns:a="http://schemas.openxmlformats.org/drawingml/2006/main">
              <a:ext uri="{FF2B5EF4-FFF2-40B4-BE49-F238E27FC236}">
                <a16:creationId xmlns:a16="http://schemas.microsoft.com/office/drawing/2014/main" id="{227A414D-768B-4AAA-9C2B-C407DA16B807}"/>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5253885" name="Oval 382130369">
            <a:extLst xmlns:a="http://schemas.openxmlformats.org/drawingml/2006/main">
              <a:ext uri="{FF2B5EF4-FFF2-40B4-BE49-F238E27FC236}">
                <a16:creationId xmlns:a16="http://schemas.microsoft.com/office/drawing/2014/main" id="{A9E03531-2A81-4ED6-A8CE-C434001C8507}"/>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954689" name="Oval 347626963">
            <a:extLst xmlns:a="http://schemas.openxmlformats.org/drawingml/2006/main">
              <a:ext uri="{FF2B5EF4-FFF2-40B4-BE49-F238E27FC236}">
                <a16:creationId xmlns:a16="http://schemas.microsoft.com/office/drawing/2014/main" id="{81F04BB2-91F8-4DA5-92CF-DC192FAB514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432450" name="Rectangle: Rounded Corners 1734367546">
            <a:extLst xmlns:a="http://schemas.openxmlformats.org/drawingml/2006/main">
              <a:ext uri="{FF2B5EF4-FFF2-40B4-BE49-F238E27FC236}">
                <a16:creationId xmlns:a16="http://schemas.microsoft.com/office/drawing/2014/main" id="{8C9ED5CC-5C29-424E-89B7-86A5000167E6}"/>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359537644" name="Rectangle: Rounded Corners 1497716320">
            <a:extLst xmlns:a="http://schemas.openxmlformats.org/drawingml/2006/main">
              <a:ext uri="{FF2B5EF4-FFF2-40B4-BE49-F238E27FC236}">
                <a16:creationId xmlns:a16="http://schemas.microsoft.com/office/drawing/2014/main" id="{7807316A-720D-4F8C-AEF1-FFA7ABFAD4C3}"/>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134554170" name="Rectangle: Rounded Corners 119055209">
            <a:extLst xmlns:a="http://schemas.openxmlformats.org/drawingml/2006/main">
              <a:ext uri="{FF2B5EF4-FFF2-40B4-BE49-F238E27FC236}">
                <a16:creationId xmlns:a16="http://schemas.microsoft.com/office/drawing/2014/main" id="{B9835B6B-0F16-4054-ABAB-384E870C5642}"/>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767327134" name="Rectangle 1782549367">
            <a:extLst xmlns:a="http://schemas.openxmlformats.org/drawingml/2006/main">
              <a:ext uri="{FF2B5EF4-FFF2-40B4-BE49-F238E27FC236}">
                <a16:creationId xmlns:a16="http://schemas.microsoft.com/office/drawing/2014/main" id="{81138CFF-EDA4-4CE3-B8F1-79077AE8CD3F}"/>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846485276" name="Rectangle 1717240199">
            <a:extLst xmlns:a="http://schemas.openxmlformats.org/drawingml/2006/main">
              <a:ext uri="{FF2B5EF4-FFF2-40B4-BE49-F238E27FC236}">
                <a16:creationId xmlns:a16="http://schemas.microsoft.com/office/drawing/2014/main" id="{B9575906-7C2A-44FB-92A7-4A2EF0589E0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06</a:t>
            </a:r>
          </a:p>
        </p:txBody>
      </p:sp>
      <p:sp>
        <p:nvSpPr>
          <p:cNvPr id="1486314655" name="solidguide_flipV">
            <a:extLst xmlns:a="http://schemas.openxmlformats.org/drawingml/2006/main">
              <a:ext uri="{FF2B5EF4-FFF2-40B4-BE49-F238E27FC236}">
                <a16:creationId xmlns:a16="http://schemas.microsoft.com/office/drawing/2014/main" id="{556C7FCE-369D-4C0C-AD72-391351B42AA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078652709"/>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82869" name="Rectangle 876043219">
            <a:extLst xmlns:a="http://schemas.openxmlformats.org/drawingml/2006/main">
              <a:ext uri="{FF2B5EF4-FFF2-40B4-BE49-F238E27FC236}">
                <a16:creationId xmlns:a16="http://schemas.microsoft.com/office/drawing/2014/main" id="{F3DDFE18-FB25-4039-8031-9C8FF3B8FD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04493160" name="Rectangle 1970303406">
            <a:extLst xmlns:a="http://schemas.openxmlformats.org/drawingml/2006/main">
              <a:ext uri="{FF2B5EF4-FFF2-40B4-BE49-F238E27FC236}">
                <a16:creationId xmlns:a16="http://schemas.microsoft.com/office/drawing/2014/main" id="{279C7CB2-FFCD-48FD-9709-9E1D1DBD8A3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22309435" name="Rectangle: Rounded Corners 1375366023">
            <a:extLst xmlns:a="http://schemas.openxmlformats.org/drawingml/2006/main">
              <a:ext uri="{FF2B5EF4-FFF2-40B4-BE49-F238E27FC236}">
                <a16:creationId xmlns:a16="http://schemas.microsoft.com/office/drawing/2014/main" id="{EA7209CE-EC56-4618-9BD9-B6004120D2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827882" name="Straight Connector 1537688957">
            <a:extLst xmlns:a="http://schemas.openxmlformats.org/drawingml/2006/main">
              <a:ext uri="{FF2B5EF4-FFF2-40B4-BE49-F238E27FC236}">
                <a16:creationId xmlns:a16="http://schemas.microsoft.com/office/drawing/2014/main" id="{B3D6FAAF-2EC6-4908-9457-8E7990B39BF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6337078" name="Straight Connector 2007704337">
            <a:extLst xmlns:a="http://schemas.openxmlformats.org/drawingml/2006/main">
              <a:ext uri="{FF2B5EF4-FFF2-40B4-BE49-F238E27FC236}">
                <a16:creationId xmlns:a16="http://schemas.microsoft.com/office/drawing/2014/main" id="{6EEF05F6-2D4D-4DF0-A9A8-6BF960C7BF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1248252" name="Rectangle 65599505">
            <a:extLst xmlns:a="http://schemas.openxmlformats.org/drawingml/2006/main">
              <a:ext uri="{FF2B5EF4-FFF2-40B4-BE49-F238E27FC236}">
                <a16:creationId xmlns:a16="http://schemas.microsoft.com/office/drawing/2014/main" id="{7C984268-6A24-4B55-AADC-D10C649C616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54701271" name="Rectangle 1251237696">
            <a:extLst xmlns:a="http://schemas.openxmlformats.org/drawingml/2006/main">
              <a:ext uri="{FF2B5EF4-FFF2-40B4-BE49-F238E27FC236}">
                <a16:creationId xmlns:a16="http://schemas.microsoft.com/office/drawing/2014/main" id="{ABD7AC1A-56F7-46B0-8989-D4D530C357BB}"/>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43208198" name="Oval 1695470153">
            <a:extLst xmlns:a="http://schemas.openxmlformats.org/drawingml/2006/main">
              <a:ext uri="{FF2B5EF4-FFF2-40B4-BE49-F238E27FC236}">
                <a16:creationId xmlns:a16="http://schemas.microsoft.com/office/drawing/2014/main" id="{4C51866B-1683-4024-BDA9-CB53AEF7F0AF}"/>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651468" name="Oval 815448562">
            <a:extLst xmlns:a="http://schemas.openxmlformats.org/drawingml/2006/main">
              <a:ext uri="{FF2B5EF4-FFF2-40B4-BE49-F238E27FC236}">
                <a16:creationId xmlns:a16="http://schemas.microsoft.com/office/drawing/2014/main" id="{54B03516-D6DE-44A6-9B54-8A27C12DF38B}"/>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2516159" name="Oval 1303472677">
            <a:extLst xmlns:a="http://schemas.openxmlformats.org/drawingml/2006/main">
              <a:ext uri="{FF2B5EF4-FFF2-40B4-BE49-F238E27FC236}">
                <a16:creationId xmlns:a16="http://schemas.microsoft.com/office/drawing/2014/main" id="{A296D1A1-894F-42E8-98BB-232A4BE2F75D}"/>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657095" name="Oval 674269756">
            <a:extLst xmlns:a="http://schemas.openxmlformats.org/drawingml/2006/main">
              <a:ext uri="{FF2B5EF4-FFF2-40B4-BE49-F238E27FC236}">
                <a16:creationId xmlns:a16="http://schemas.microsoft.com/office/drawing/2014/main" id="{4E261C27-3392-4601-9319-289ED4DE85C2}"/>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216229" name="Oval 163294809">
            <a:extLst xmlns:a="http://schemas.openxmlformats.org/drawingml/2006/main">
              <a:ext uri="{FF2B5EF4-FFF2-40B4-BE49-F238E27FC236}">
                <a16:creationId xmlns:a16="http://schemas.microsoft.com/office/drawing/2014/main" id="{0552E68A-3ADD-4CB2-A00F-A281A607BF04}"/>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387593" name="Oval 1733278306">
            <a:extLst xmlns:a="http://schemas.openxmlformats.org/drawingml/2006/main">
              <a:ext uri="{FF2B5EF4-FFF2-40B4-BE49-F238E27FC236}">
                <a16:creationId xmlns:a16="http://schemas.microsoft.com/office/drawing/2014/main" id="{71B42199-0601-4745-901D-508EE1983AF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400361" name="Oval 880799253">
            <a:extLst xmlns:a="http://schemas.openxmlformats.org/drawingml/2006/main">
              <a:ext uri="{FF2B5EF4-FFF2-40B4-BE49-F238E27FC236}">
                <a16:creationId xmlns:a16="http://schemas.microsoft.com/office/drawing/2014/main" id="{90051626-B6B8-4B58-9EEB-2F321ED4F36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769338" name="Oval 834346434">
            <a:extLst xmlns:a="http://schemas.openxmlformats.org/drawingml/2006/main">
              <a:ext uri="{FF2B5EF4-FFF2-40B4-BE49-F238E27FC236}">
                <a16:creationId xmlns:a16="http://schemas.microsoft.com/office/drawing/2014/main" id="{3B7ED7F1-7D42-4B02-A968-1C74031AECF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476352" name="Oval 558427810">
            <a:extLst xmlns:a="http://schemas.openxmlformats.org/drawingml/2006/main">
              <a:ext uri="{FF2B5EF4-FFF2-40B4-BE49-F238E27FC236}">
                <a16:creationId xmlns:a16="http://schemas.microsoft.com/office/drawing/2014/main" id="{FFB01941-A9DA-40A8-9A0F-5F6B4B3DA187}"/>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3991817" name="Oval 1580509645">
            <a:extLst xmlns:a="http://schemas.openxmlformats.org/drawingml/2006/main">
              <a:ext uri="{FF2B5EF4-FFF2-40B4-BE49-F238E27FC236}">
                <a16:creationId xmlns:a16="http://schemas.microsoft.com/office/drawing/2014/main" id="{5C6FE8D1-592F-4A12-9DDB-6ACF8D0B654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405312" name="Oval 572736301">
            <a:extLst xmlns:a="http://schemas.openxmlformats.org/drawingml/2006/main">
              <a:ext uri="{FF2B5EF4-FFF2-40B4-BE49-F238E27FC236}">
                <a16:creationId xmlns:a16="http://schemas.microsoft.com/office/drawing/2014/main" id="{5EA6C95B-136C-4729-9DFF-F935C0AB664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916738" name="Oval 777734922">
            <a:extLst xmlns:a="http://schemas.openxmlformats.org/drawingml/2006/main">
              <a:ext uri="{FF2B5EF4-FFF2-40B4-BE49-F238E27FC236}">
                <a16:creationId xmlns:a16="http://schemas.microsoft.com/office/drawing/2014/main" id="{70431671-2FB6-4376-B496-BC35DE0CF6D6}"/>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673802" name="Oval 113252181">
            <a:extLst xmlns:a="http://schemas.openxmlformats.org/drawingml/2006/main">
              <a:ext uri="{FF2B5EF4-FFF2-40B4-BE49-F238E27FC236}">
                <a16:creationId xmlns:a16="http://schemas.microsoft.com/office/drawing/2014/main" id="{C760E30E-3C49-4624-B64A-19DD2F3C0717}"/>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18282" name="Oval 1702038152">
            <a:extLst xmlns:a="http://schemas.openxmlformats.org/drawingml/2006/main">
              <a:ext uri="{FF2B5EF4-FFF2-40B4-BE49-F238E27FC236}">
                <a16:creationId xmlns:a16="http://schemas.microsoft.com/office/drawing/2014/main" id="{BA514453-B9F1-40F9-B720-3F5B905EEEBF}"/>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498270" name="Oval 1781702022">
            <a:extLst xmlns:a="http://schemas.openxmlformats.org/drawingml/2006/main">
              <a:ext uri="{FF2B5EF4-FFF2-40B4-BE49-F238E27FC236}">
                <a16:creationId xmlns:a16="http://schemas.microsoft.com/office/drawing/2014/main" id="{088CE50E-2A5D-4CB7-9027-479355D4CB48}"/>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029214" name="Oval 164012884">
            <a:extLst xmlns:a="http://schemas.openxmlformats.org/drawingml/2006/main">
              <a:ext uri="{FF2B5EF4-FFF2-40B4-BE49-F238E27FC236}">
                <a16:creationId xmlns:a16="http://schemas.microsoft.com/office/drawing/2014/main" id="{116F2B56-3CD5-4165-B03D-90D531926D6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8612720" name="Oval 991339259">
            <a:extLst xmlns:a="http://schemas.openxmlformats.org/drawingml/2006/main">
              <a:ext uri="{FF2B5EF4-FFF2-40B4-BE49-F238E27FC236}">
                <a16:creationId xmlns:a16="http://schemas.microsoft.com/office/drawing/2014/main" id="{92A04BDC-CFFE-4322-B5D2-9A1F27B27467}"/>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3318318" name="Rectangle: Rounded Corners 2031926644">
            <a:extLst xmlns:a="http://schemas.openxmlformats.org/drawingml/2006/main">
              <a:ext uri="{FF2B5EF4-FFF2-40B4-BE49-F238E27FC236}">
                <a16:creationId xmlns:a16="http://schemas.microsoft.com/office/drawing/2014/main" id="{C181FBAE-C2C4-4711-BB7A-A19C0C0F736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357408012" name="Rectangle: Rounded Corners 1514015500">
            <a:extLst xmlns:a="http://schemas.openxmlformats.org/drawingml/2006/main">
              <a:ext uri="{FF2B5EF4-FFF2-40B4-BE49-F238E27FC236}">
                <a16:creationId xmlns:a16="http://schemas.microsoft.com/office/drawing/2014/main" id="{3ECF2FA0-CA8E-43E1-AD8A-2C6117FDB602}"/>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575667320" name="Rectangle 738739686">
            <a:extLst xmlns:a="http://schemas.openxmlformats.org/drawingml/2006/main">
              <a:ext uri="{FF2B5EF4-FFF2-40B4-BE49-F238E27FC236}">
                <a16:creationId xmlns:a16="http://schemas.microsoft.com/office/drawing/2014/main" id="{D855C844-36F4-4A1D-ADA2-7A345706C365}"/>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41839319" name="Rectangle 1843306662">
            <a:extLst xmlns:a="http://schemas.openxmlformats.org/drawingml/2006/main">
              <a:ext uri="{FF2B5EF4-FFF2-40B4-BE49-F238E27FC236}">
                <a16:creationId xmlns:a16="http://schemas.microsoft.com/office/drawing/2014/main" id="{F28128DF-2300-427F-A53E-D4B5430F483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09577074" name="Rectangle 940562735">
            <a:extLst xmlns:a="http://schemas.openxmlformats.org/drawingml/2006/main">
              <a:ext uri="{FF2B5EF4-FFF2-40B4-BE49-F238E27FC236}">
                <a16:creationId xmlns:a16="http://schemas.microsoft.com/office/drawing/2014/main" id="{F1C1695A-239E-4F24-93EE-6FF92C8BBF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07</a:t>
            </a:r>
          </a:p>
        </p:txBody>
      </p:sp>
      <p:sp>
        <p:nvSpPr>
          <p:cNvPr id="682158497" name="solidguide_flipV">
            <a:extLst xmlns:a="http://schemas.openxmlformats.org/drawingml/2006/main">
              <a:ext uri="{FF2B5EF4-FFF2-40B4-BE49-F238E27FC236}">
                <a16:creationId xmlns:a16="http://schemas.microsoft.com/office/drawing/2014/main" id="{1CDD68F8-D5B2-432A-922A-D369C537F4F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6384"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c99d81ed25464412">
            <a:extLst>
              <a:ext uri="{96DAC541-7B7A-43D3-8B79-37D633B846F1}">
                <asvg:svgBlip xmlns:asvg="http://schemas.microsoft.com/office/drawing/2016/SVG/main" r:embed="R625cc95c97144cf9"/>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22477290"/>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5332130" name="Rectangle 1896240478">
            <a:extLst xmlns:a="http://schemas.openxmlformats.org/drawingml/2006/main">
              <a:ext uri="{FF2B5EF4-FFF2-40B4-BE49-F238E27FC236}">
                <a16:creationId xmlns:a16="http://schemas.microsoft.com/office/drawing/2014/main" id="{39CBEEAD-DCB8-4115-9A69-0FCA63DDF39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99344122" name="Rectangle 574298503">
            <a:extLst xmlns:a="http://schemas.openxmlformats.org/drawingml/2006/main">
              <a:ext uri="{FF2B5EF4-FFF2-40B4-BE49-F238E27FC236}">
                <a16:creationId xmlns:a16="http://schemas.microsoft.com/office/drawing/2014/main" id="{B7650F27-8E57-445A-9DB9-8C720CC3847D}"/>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939925148" name="Rectangle: Rounded Corners 682947437">
            <a:extLst xmlns:a="http://schemas.openxmlformats.org/drawingml/2006/main">
              <a:ext uri="{FF2B5EF4-FFF2-40B4-BE49-F238E27FC236}">
                <a16:creationId xmlns:a16="http://schemas.microsoft.com/office/drawing/2014/main" id="{43A3672E-F075-4232-8AE3-1DF0FA04A6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576503" name="Straight Connector 1968719096">
            <a:extLst xmlns:a="http://schemas.openxmlformats.org/drawingml/2006/main">
              <a:ext uri="{FF2B5EF4-FFF2-40B4-BE49-F238E27FC236}">
                <a16:creationId xmlns:a16="http://schemas.microsoft.com/office/drawing/2014/main" id="{7E323770-C95F-44ED-BF50-D87878C4C91E}"/>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5000825" name="Straight Connector 1324465773">
            <a:extLst xmlns:a="http://schemas.openxmlformats.org/drawingml/2006/main">
              <a:ext uri="{FF2B5EF4-FFF2-40B4-BE49-F238E27FC236}">
                <a16:creationId xmlns:a16="http://schemas.microsoft.com/office/drawing/2014/main" id="{5EEC10BF-498C-4ADC-9B39-2AF03376827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4610444" name="Rectangle 910257484">
            <a:extLst xmlns:a="http://schemas.openxmlformats.org/drawingml/2006/main">
              <a:ext uri="{FF2B5EF4-FFF2-40B4-BE49-F238E27FC236}">
                <a16:creationId xmlns:a16="http://schemas.microsoft.com/office/drawing/2014/main" id="{A6386AED-3068-4BD0-88B4-77E022E9EEB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431004888" name="Rectangle 1246496868">
            <a:extLst xmlns:a="http://schemas.openxmlformats.org/drawingml/2006/main">
              <a:ext uri="{FF2B5EF4-FFF2-40B4-BE49-F238E27FC236}">
                <a16:creationId xmlns:a16="http://schemas.microsoft.com/office/drawing/2014/main" id="{5E4D73D4-D69E-476F-9099-D3AB5E35D54E}"/>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4907702" name="Oval 1811837015">
            <a:extLst xmlns:a="http://schemas.openxmlformats.org/drawingml/2006/main">
              <a:ext uri="{FF2B5EF4-FFF2-40B4-BE49-F238E27FC236}">
                <a16:creationId xmlns:a16="http://schemas.microsoft.com/office/drawing/2014/main" id="{22D9D983-6B93-4EE3-9D09-ED115D5ACF56}"/>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084289" name="Oval 453346286">
            <a:extLst xmlns:a="http://schemas.openxmlformats.org/drawingml/2006/main">
              <a:ext uri="{FF2B5EF4-FFF2-40B4-BE49-F238E27FC236}">
                <a16:creationId xmlns:a16="http://schemas.microsoft.com/office/drawing/2014/main" id="{64B62B1C-003A-4C4C-B2C3-CF4843179A40}"/>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98215" name="Oval 1618228278">
            <a:extLst xmlns:a="http://schemas.openxmlformats.org/drawingml/2006/main">
              <a:ext uri="{FF2B5EF4-FFF2-40B4-BE49-F238E27FC236}">
                <a16:creationId xmlns:a16="http://schemas.microsoft.com/office/drawing/2014/main" id="{853678C3-91E2-4A61-82F7-F0E8A54C927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8727372" name="Oval 2089599102">
            <a:extLst xmlns:a="http://schemas.openxmlformats.org/drawingml/2006/main">
              <a:ext uri="{FF2B5EF4-FFF2-40B4-BE49-F238E27FC236}">
                <a16:creationId xmlns:a16="http://schemas.microsoft.com/office/drawing/2014/main" id="{C1642711-4B30-4148-B3CE-FA7F6279958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217388" name="Oval 1457916702">
            <a:extLst xmlns:a="http://schemas.openxmlformats.org/drawingml/2006/main">
              <a:ext uri="{FF2B5EF4-FFF2-40B4-BE49-F238E27FC236}">
                <a16:creationId xmlns:a16="http://schemas.microsoft.com/office/drawing/2014/main" id="{8C36C80C-FF3F-463D-9C4B-6741AD2AE32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73491" name="Oval 1250923537">
            <a:extLst xmlns:a="http://schemas.openxmlformats.org/drawingml/2006/main">
              <a:ext uri="{FF2B5EF4-FFF2-40B4-BE49-F238E27FC236}">
                <a16:creationId xmlns:a16="http://schemas.microsoft.com/office/drawing/2014/main" id="{62B236F3-8846-401C-A8AD-1A16824B14D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259014" name="Oval 579714091">
            <a:extLst xmlns:a="http://schemas.openxmlformats.org/drawingml/2006/main">
              <a:ext uri="{FF2B5EF4-FFF2-40B4-BE49-F238E27FC236}">
                <a16:creationId xmlns:a16="http://schemas.microsoft.com/office/drawing/2014/main" id="{B3504B80-73CC-469B-9540-59EFCB8B10E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950" name="Oval 1188193174">
            <a:extLst xmlns:a="http://schemas.openxmlformats.org/drawingml/2006/main">
              <a:ext uri="{FF2B5EF4-FFF2-40B4-BE49-F238E27FC236}">
                <a16:creationId xmlns:a16="http://schemas.microsoft.com/office/drawing/2014/main" id="{15B6573D-4FAB-4C67-811B-20688D41A587}"/>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165" name="Oval 2075857352">
            <a:extLst xmlns:a="http://schemas.openxmlformats.org/drawingml/2006/main">
              <a:ext uri="{FF2B5EF4-FFF2-40B4-BE49-F238E27FC236}">
                <a16:creationId xmlns:a16="http://schemas.microsoft.com/office/drawing/2014/main" id="{BC5D9866-FD08-484D-ABED-27535CAA0071}"/>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464552" name="Oval 260739156">
            <a:extLst xmlns:a="http://schemas.openxmlformats.org/drawingml/2006/main">
              <a:ext uri="{FF2B5EF4-FFF2-40B4-BE49-F238E27FC236}">
                <a16:creationId xmlns:a16="http://schemas.microsoft.com/office/drawing/2014/main" id="{13701520-1FEB-497E-B85C-F03EDCCE956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340381" name="Oval 472597423">
            <a:extLst xmlns:a="http://schemas.openxmlformats.org/drawingml/2006/main">
              <a:ext uri="{FF2B5EF4-FFF2-40B4-BE49-F238E27FC236}">
                <a16:creationId xmlns:a16="http://schemas.microsoft.com/office/drawing/2014/main" id="{8FD265AE-F746-43B5-A838-DD9851485AB0}"/>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96359" name="Oval 311162583">
            <a:extLst xmlns:a="http://schemas.openxmlformats.org/drawingml/2006/main">
              <a:ext uri="{FF2B5EF4-FFF2-40B4-BE49-F238E27FC236}">
                <a16:creationId xmlns:a16="http://schemas.microsoft.com/office/drawing/2014/main" id="{7AD890A9-7FF9-4EA2-A158-B49CD0681976}"/>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749746" name="Oval 418592258">
            <a:extLst xmlns:a="http://schemas.openxmlformats.org/drawingml/2006/main">
              <a:ext uri="{FF2B5EF4-FFF2-40B4-BE49-F238E27FC236}">
                <a16:creationId xmlns:a16="http://schemas.microsoft.com/office/drawing/2014/main" id="{B162C5D4-6BD5-4129-9642-AD74496B51C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93388" name="Oval 391215337">
            <a:extLst xmlns:a="http://schemas.openxmlformats.org/drawingml/2006/main">
              <a:ext uri="{FF2B5EF4-FFF2-40B4-BE49-F238E27FC236}">
                <a16:creationId xmlns:a16="http://schemas.microsoft.com/office/drawing/2014/main" id="{F8F793C9-B3B5-4F3E-A737-E67C28B70184}"/>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981927" name="Oval 1707420591">
            <a:extLst xmlns:a="http://schemas.openxmlformats.org/drawingml/2006/main">
              <a:ext uri="{FF2B5EF4-FFF2-40B4-BE49-F238E27FC236}">
                <a16:creationId xmlns:a16="http://schemas.microsoft.com/office/drawing/2014/main" id="{F5BAF169-152A-4353-A1CF-EC570B964670}"/>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651882" name="Oval 1324466289">
            <a:extLst xmlns:a="http://schemas.openxmlformats.org/drawingml/2006/main">
              <a:ext uri="{FF2B5EF4-FFF2-40B4-BE49-F238E27FC236}">
                <a16:creationId xmlns:a16="http://schemas.microsoft.com/office/drawing/2014/main" id="{977BA45A-0100-4445-A953-25A93DB571B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94463" name="Oval 1167646443">
            <a:extLst xmlns:a="http://schemas.openxmlformats.org/drawingml/2006/main">
              <a:ext uri="{FF2B5EF4-FFF2-40B4-BE49-F238E27FC236}">
                <a16:creationId xmlns:a16="http://schemas.microsoft.com/office/drawing/2014/main" id="{455C4029-4D1A-45CF-9F5C-630F9B30E0A8}"/>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3166717" name="Rectangle: Rounded Corners 1367024097">
            <a:extLst xmlns:a="http://schemas.openxmlformats.org/drawingml/2006/main">
              <a:ext uri="{FF2B5EF4-FFF2-40B4-BE49-F238E27FC236}">
                <a16:creationId xmlns:a16="http://schemas.microsoft.com/office/drawing/2014/main" id="{A7B2448E-8B76-410D-BAFC-3ADEFAD16B3F}"/>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374078277" name="Rectangle: Rounded Corners 2069871042">
            <a:extLst xmlns:a="http://schemas.openxmlformats.org/drawingml/2006/main">
              <a:ext uri="{FF2B5EF4-FFF2-40B4-BE49-F238E27FC236}">
                <a16:creationId xmlns:a16="http://schemas.microsoft.com/office/drawing/2014/main" id="{7747D7D3-CED2-4E22-B0DC-12F455C710B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72410185" name="Rectangle 2096192631">
            <a:extLst xmlns:a="http://schemas.openxmlformats.org/drawingml/2006/main">
              <a:ext uri="{FF2B5EF4-FFF2-40B4-BE49-F238E27FC236}">
                <a16:creationId xmlns:a16="http://schemas.microsoft.com/office/drawing/2014/main" id="{846E56C5-881D-4235-843A-C7296164CB13}"/>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673304109" name="Rectangle 969777747">
            <a:extLst xmlns:a="http://schemas.openxmlformats.org/drawingml/2006/main">
              <a:ext uri="{FF2B5EF4-FFF2-40B4-BE49-F238E27FC236}">
                <a16:creationId xmlns:a16="http://schemas.microsoft.com/office/drawing/2014/main" id="{84B694B0-65A2-405E-9ABD-377E20C81EC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08</a:t>
            </a:r>
          </a:p>
        </p:txBody>
      </p:sp>
      <p:pic>
        <p:nvPicPr>
          <p:cNvPr id="2072410215"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302c237ab0a44976">
            <a:extLst>
              <a:ext uri="{96DAC541-7B7A-43D3-8B79-37D633B846F1}">
                <asvg:svgBlip xmlns:asvg="http://schemas.microsoft.com/office/drawing/2016/SVG/main" r:embed="R5fa48690eff24b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105700" name="solidguide_flipV">
            <a:extLst xmlns:a="http://schemas.openxmlformats.org/drawingml/2006/main">
              <a:ext uri="{FF2B5EF4-FFF2-40B4-BE49-F238E27FC236}">
                <a16:creationId xmlns:a16="http://schemas.microsoft.com/office/drawing/2014/main" id="{BCC9E2AB-6A13-4F99-A75A-88680B2D5ED9}"/>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848017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0826162" name="Rectangle 1890818175">
            <a:extLst xmlns:a="http://schemas.openxmlformats.org/drawingml/2006/main">
              <a:ext uri="{FF2B5EF4-FFF2-40B4-BE49-F238E27FC236}">
                <a16:creationId xmlns:a16="http://schemas.microsoft.com/office/drawing/2014/main" id="{1AD9601F-6B1E-4A40-A4B4-B9A89A9E12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046666387" name="Rectangle 785272061">
            <a:extLst xmlns:a="http://schemas.openxmlformats.org/drawingml/2006/main">
              <a:ext uri="{FF2B5EF4-FFF2-40B4-BE49-F238E27FC236}">
                <a16:creationId xmlns:a16="http://schemas.microsoft.com/office/drawing/2014/main" id="{DC4CCD32-FA71-45E4-84E7-70F8D72DB3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88919407" name="Rectangle: Rounded Corners 1266136651">
            <a:extLst xmlns:a="http://schemas.openxmlformats.org/drawingml/2006/main">
              <a:ext uri="{FF2B5EF4-FFF2-40B4-BE49-F238E27FC236}">
                <a16:creationId xmlns:a16="http://schemas.microsoft.com/office/drawing/2014/main" id="{440648D4-F682-47BF-9A2A-D05E834BFD8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103732" name="Rectangle: Rounded Corners 1050748594">
            <a:extLst xmlns:a="http://schemas.openxmlformats.org/drawingml/2006/main">
              <a:ext uri="{FF2B5EF4-FFF2-40B4-BE49-F238E27FC236}">
                <a16:creationId xmlns:a16="http://schemas.microsoft.com/office/drawing/2014/main" id="{40388893-E0A2-4175-8256-BEEDF9EAB2C3}"/>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689308" name="Rectangle 1752567775">
            <a:extLst xmlns:a="http://schemas.openxmlformats.org/drawingml/2006/main">
              <a:ext uri="{FF2B5EF4-FFF2-40B4-BE49-F238E27FC236}">
                <a16:creationId xmlns:a16="http://schemas.microsoft.com/office/drawing/2014/main" id="{EA1C34D3-E458-4122-BB9F-0F303F08470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2117857872" name="Rectangle 397256149">
            <a:extLst xmlns:a="http://schemas.openxmlformats.org/drawingml/2006/main">
              <a:ext uri="{FF2B5EF4-FFF2-40B4-BE49-F238E27FC236}">
                <a16:creationId xmlns:a16="http://schemas.microsoft.com/office/drawing/2014/main" id="{61FF9D8C-5092-4062-8C6E-1717B0D3E8A3}"/>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20838373" name="Rectangle 528734129">
            <a:extLst xmlns:a="http://schemas.openxmlformats.org/drawingml/2006/main">
              <a:ext uri="{FF2B5EF4-FFF2-40B4-BE49-F238E27FC236}">
                <a16:creationId xmlns:a16="http://schemas.microsoft.com/office/drawing/2014/main" id="{F5107306-CF9E-423B-8E0E-81420D24CCEE}"/>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331117082" name="Rectangle 1008566192">
            <a:extLst xmlns:a="http://schemas.openxmlformats.org/drawingml/2006/main">
              <a:ext uri="{FF2B5EF4-FFF2-40B4-BE49-F238E27FC236}">
                <a16:creationId xmlns:a16="http://schemas.microsoft.com/office/drawing/2014/main" id="{AEFC091A-C7D3-44DD-B6A8-0B3287787A3D}"/>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823559382" name="Straight Connector 2104166465">
            <a:extLst xmlns:a="http://schemas.openxmlformats.org/drawingml/2006/main">
              <a:ext uri="{FF2B5EF4-FFF2-40B4-BE49-F238E27FC236}">
                <a16:creationId xmlns:a16="http://schemas.microsoft.com/office/drawing/2014/main" id="{70296F3A-35FE-4DAA-B41B-BB8BF1DDB0F4}"/>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859705" name="Rectangle 1391317270">
            <a:extLst xmlns:a="http://schemas.openxmlformats.org/drawingml/2006/main">
              <a:ext uri="{FF2B5EF4-FFF2-40B4-BE49-F238E27FC236}">
                <a16:creationId xmlns:a16="http://schemas.microsoft.com/office/drawing/2014/main" id="{FE903879-FD28-4B0E-876F-A72C64166792}"/>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809756774" name="Rectangle 2139818398">
            <a:extLst xmlns:a="http://schemas.openxmlformats.org/drawingml/2006/main">
              <a:ext uri="{FF2B5EF4-FFF2-40B4-BE49-F238E27FC236}">
                <a16:creationId xmlns:a16="http://schemas.microsoft.com/office/drawing/2014/main" id="{F66B6883-056F-4D0C-B9DA-32FA5450695E}"/>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2072600224" name="Straight Connector 756114381">
            <a:extLst xmlns:a="http://schemas.openxmlformats.org/drawingml/2006/main">
              <a:ext uri="{FF2B5EF4-FFF2-40B4-BE49-F238E27FC236}">
                <a16:creationId xmlns:a16="http://schemas.microsoft.com/office/drawing/2014/main" id="{468B3F49-A0CB-4218-9D5F-65CADF6A2615}"/>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1864730" name="Rectangle 1665170772">
            <a:extLst xmlns:a="http://schemas.openxmlformats.org/drawingml/2006/main">
              <a:ext uri="{FF2B5EF4-FFF2-40B4-BE49-F238E27FC236}">
                <a16:creationId xmlns:a16="http://schemas.microsoft.com/office/drawing/2014/main" id="{CFBFAF36-CACD-4986-A4E2-002440FF9EF9}"/>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812795054" name="Rectangle 1710634736">
            <a:extLst xmlns:a="http://schemas.openxmlformats.org/drawingml/2006/main">
              <a:ext uri="{FF2B5EF4-FFF2-40B4-BE49-F238E27FC236}">
                <a16:creationId xmlns:a16="http://schemas.microsoft.com/office/drawing/2014/main" id="{A12EEC0E-CB22-4987-9CB5-4E4C781EFA02}"/>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57009479" name="Rectangle: Rounded Corners 1872312689">
            <a:extLst xmlns:a="http://schemas.openxmlformats.org/drawingml/2006/main">
              <a:ext uri="{FF2B5EF4-FFF2-40B4-BE49-F238E27FC236}">
                <a16:creationId xmlns:a16="http://schemas.microsoft.com/office/drawing/2014/main" id="{BF6EC557-F808-4235-83B7-CF87B75124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004568" name="Rectangle 1638876599">
            <a:extLst xmlns:a="http://schemas.openxmlformats.org/drawingml/2006/main">
              <a:ext uri="{FF2B5EF4-FFF2-40B4-BE49-F238E27FC236}">
                <a16:creationId xmlns:a16="http://schemas.microsoft.com/office/drawing/2014/main" id="{E7925208-EDF9-4BE4-BDDF-F8D8222EA420}"/>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938182034" name="Rectangle 815678976">
            <a:extLst xmlns:a="http://schemas.openxmlformats.org/drawingml/2006/main">
              <a:ext uri="{FF2B5EF4-FFF2-40B4-BE49-F238E27FC236}">
                <a16:creationId xmlns:a16="http://schemas.microsoft.com/office/drawing/2014/main" id="{9A8CDE23-EFC4-4641-B9F9-5D2AEB018550}"/>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964681853" name="Rectangle 815528297">
            <a:extLst xmlns:a="http://schemas.openxmlformats.org/drawingml/2006/main">
              <a:ext uri="{FF2B5EF4-FFF2-40B4-BE49-F238E27FC236}">
                <a16:creationId xmlns:a16="http://schemas.microsoft.com/office/drawing/2014/main" id="{B8A39E5D-892E-416E-948A-7C4B3080879C}"/>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64444290" name="Rectangle 478170369">
            <a:extLst xmlns:a="http://schemas.openxmlformats.org/drawingml/2006/main">
              <a:ext uri="{FF2B5EF4-FFF2-40B4-BE49-F238E27FC236}">
                <a16:creationId xmlns:a16="http://schemas.microsoft.com/office/drawing/2014/main" id="{C7C7A39D-50E1-43C0-A1F8-5FD603FB8D3A}"/>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2027074982" name="Straight Connector 533968529">
            <a:extLst xmlns:a="http://schemas.openxmlformats.org/drawingml/2006/main">
              <a:ext uri="{FF2B5EF4-FFF2-40B4-BE49-F238E27FC236}">
                <a16:creationId xmlns:a16="http://schemas.microsoft.com/office/drawing/2014/main" id="{DF67D3D4-A11D-4297-9850-93364039615B}"/>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281564" name="Rectangle 195109745">
            <a:extLst xmlns:a="http://schemas.openxmlformats.org/drawingml/2006/main">
              <a:ext uri="{FF2B5EF4-FFF2-40B4-BE49-F238E27FC236}">
                <a16:creationId xmlns:a16="http://schemas.microsoft.com/office/drawing/2014/main" id="{76FAC0F8-606C-4C87-A97C-C8CFA9651AD7}"/>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94254191" name="Rectangle 1008757044">
            <a:extLst xmlns:a="http://schemas.openxmlformats.org/drawingml/2006/main">
              <a:ext uri="{FF2B5EF4-FFF2-40B4-BE49-F238E27FC236}">
                <a16:creationId xmlns:a16="http://schemas.microsoft.com/office/drawing/2014/main" id="{EB4B5ECB-B8A1-4288-9219-5E42A699C592}"/>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8841305" name="Straight Connector 1685278168">
            <a:extLst xmlns:a="http://schemas.openxmlformats.org/drawingml/2006/main">
              <a:ext uri="{FF2B5EF4-FFF2-40B4-BE49-F238E27FC236}">
                <a16:creationId xmlns:a16="http://schemas.microsoft.com/office/drawing/2014/main" id="{BB8AC1B9-F609-466F-806A-278DA00076F5}"/>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7638413" name="Rectangle 1256120152">
            <a:extLst xmlns:a="http://schemas.openxmlformats.org/drawingml/2006/main">
              <a:ext uri="{FF2B5EF4-FFF2-40B4-BE49-F238E27FC236}">
                <a16:creationId xmlns:a16="http://schemas.microsoft.com/office/drawing/2014/main" id="{8A2C297E-BAEE-430E-AF8A-6814B0167F27}"/>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04504736" name="Rectangle 686280821">
            <a:extLst xmlns:a="http://schemas.openxmlformats.org/drawingml/2006/main">
              <a:ext uri="{FF2B5EF4-FFF2-40B4-BE49-F238E27FC236}">
                <a16:creationId xmlns:a16="http://schemas.microsoft.com/office/drawing/2014/main" id="{5D536A7B-568A-45BC-8C11-6A8C934EA21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604967222" name="Rectangle: Rounded Corners 312764701">
            <a:extLst xmlns:a="http://schemas.openxmlformats.org/drawingml/2006/main">
              <a:ext uri="{FF2B5EF4-FFF2-40B4-BE49-F238E27FC236}">
                <a16:creationId xmlns:a16="http://schemas.microsoft.com/office/drawing/2014/main" id="{2326E188-8EA8-4AF7-943C-8DFA88624952}"/>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806577" name="Rectangle 2086773709">
            <a:extLst xmlns:a="http://schemas.openxmlformats.org/drawingml/2006/main">
              <a:ext uri="{FF2B5EF4-FFF2-40B4-BE49-F238E27FC236}">
                <a16:creationId xmlns:a16="http://schemas.microsoft.com/office/drawing/2014/main" id="{BEA380F7-9AF0-4091-A54B-CBDC700473BD}"/>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121196514" name="Rectangle 2025467514">
            <a:extLst xmlns:a="http://schemas.openxmlformats.org/drawingml/2006/main">
              <a:ext uri="{FF2B5EF4-FFF2-40B4-BE49-F238E27FC236}">
                <a16:creationId xmlns:a16="http://schemas.microsoft.com/office/drawing/2014/main" id="{4264C5FF-5DFE-4FFD-88F4-6E291237B9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16208543" name="Rectangle 957358411">
            <a:extLst xmlns:a="http://schemas.openxmlformats.org/drawingml/2006/main">
              <a:ext uri="{FF2B5EF4-FFF2-40B4-BE49-F238E27FC236}">
                <a16:creationId xmlns:a16="http://schemas.microsoft.com/office/drawing/2014/main" id="{434C58A3-5FA1-4F45-AD52-FEE5A56C5FC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251560863" name="Rectangle 1167683203">
            <a:extLst xmlns:a="http://schemas.openxmlformats.org/drawingml/2006/main">
              <a:ext uri="{FF2B5EF4-FFF2-40B4-BE49-F238E27FC236}">
                <a16:creationId xmlns:a16="http://schemas.microsoft.com/office/drawing/2014/main" id="{6A7AFCF9-88A7-4EB0-BA54-5E3DB47721F7}"/>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585886154" name="Straight Connector 935775799">
            <a:extLst xmlns:a="http://schemas.openxmlformats.org/drawingml/2006/main">
              <a:ext uri="{FF2B5EF4-FFF2-40B4-BE49-F238E27FC236}">
                <a16:creationId xmlns:a16="http://schemas.microsoft.com/office/drawing/2014/main" id="{AC6FAC1C-0713-4B40-A35E-34D8A71D36AE}"/>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7704630" name="Rectangle 1650430570">
            <a:extLst xmlns:a="http://schemas.openxmlformats.org/drawingml/2006/main">
              <a:ext uri="{FF2B5EF4-FFF2-40B4-BE49-F238E27FC236}">
                <a16:creationId xmlns:a16="http://schemas.microsoft.com/office/drawing/2014/main" id="{6D097FE7-20C4-4D2A-A8E3-5C07987D3290}"/>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581337538" name="Rectangle 1673598855">
            <a:extLst xmlns:a="http://schemas.openxmlformats.org/drawingml/2006/main">
              <a:ext uri="{FF2B5EF4-FFF2-40B4-BE49-F238E27FC236}">
                <a16:creationId xmlns:a16="http://schemas.microsoft.com/office/drawing/2014/main" id="{3A7113EF-92AB-4681-BE4B-D3FC8E80E24A}"/>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158106650" name="Straight Connector 796017482">
            <a:extLst xmlns:a="http://schemas.openxmlformats.org/drawingml/2006/main">
              <a:ext uri="{FF2B5EF4-FFF2-40B4-BE49-F238E27FC236}">
                <a16:creationId xmlns:a16="http://schemas.microsoft.com/office/drawing/2014/main" id="{EE47D00B-2AEB-4CD7-927E-1CAC42F31654}"/>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6930144" name="Rectangle 150138993">
            <a:extLst xmlns:a="http://schemas.openxmlformats.org/drawingml/2006/main">
              <a:ext uri="{FF2B5EF4-FFF2-40B4-BE49-F238E27FC236}">
                <a16:creationId xmlns:a16="http://schemas.microsoft.com/office/drawing/2014/main" id="{4C785E0D-233F-4B95-8D6C-18A552F83C4D}"/>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146021450" name="Rectangle 1355132477">
            <a:extLst xmlns:a="http://schemas.openxmlformats.org/drawingml/2006/main">
              <a:ext uri="{FF2B5EF4-FFF2-40B4-BE49-F238E27FC236}">
                <a16:creationId xmlns:a16="http://schemas.microsoft.com/office/drawing/2014/main" id="{03EE3A8D-CC54-41D5-AB9A-ACB958C04B61}"/>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023276565" name="Straight Connector 2121780220">
            <a:extLst xmlns:a="http://schemas.openxmlformats.org/drawingml/2006/main">
              <a:ext uri="{FF2B5EF4-FFF2-40B4-BE49-F238E27FC236}">
                <a16:creationId xmlns:a16="http://schemas.microsoft.com/office/drawing/2014/main" id="{77AC6057-49A5-4402-AD05-546024B821A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771451" name="Straight Connector 835810551">
            <a:extLst xmlns:a="http://schemas.openxmlformats.org/drawingml/2006/main">
              <a:ext uri="{FF2B5EF4-FFF2-40B4-BE49-F238E27FC236}">
                <a16:creationId xmlns:a16="http://schemas.microsoft.com/office/drawing/2014/main" id="{D8B1B86D-31E4-42A9-AAFD-A5C519E387BC}"/>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761780" name="Rectangle 1100880979">
            <a:extLst xmlns:a="http://schemas.openxmlformats.org/drawingml/2006/main">
              <a:ext uri="{FF2B5EF4-FFF2-40B4-BE49-F238E27FC236}">
                <a16:creationId xmlns:a16="http://schemas.microsoft.com/office/drawing/2014/main" id="{64641E42-FA37-4439-B2C7-FBE4FF2A10B9}"/>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2056297127" name="Rectangle 1811406449">
            <a:extLst xmlns:a="http://schemas.openxmlformats.org/drawingml/2006/main">
              <a:ext uri="{FF2B5EF4-FFF2-40B4-BE49-F238E27FC236}">
                <a16:creationId xmlns:a16="http://schemas.microsoft.com/office/drawing/2014/main" id="{DC4B0B49-2FFF-42E4-A811-4FBC440242E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09</a:t>
            </a:r>
          </a:p>
        </p:txBody>
      </p:sp>
    </p:spTree>
    <p:extLst>
      <p:ext uri="{BB962C8B-B14F-4D97-AF65-F5344CB8AC3E}">
        <p14:creationId xmlns:p14="http://schemas.microsoft.com/office/powerpoint/2010/main" val="679253114"/>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292914" name="Rectangle 854926774">
            <a:extLst xmlns:a="http://schemas.openxmlformats.org/drawingml/2006/main">
              <a:ext uri="{FF2B5EF4-FFF2-40B4-BE49-F238E27FC236}">
                <a16:creationId xmlns:a16="http://schemas.microsoft.com/office/drawing/2014/main" id="{49AE5911-4B12-4137-98A9-6FC6004328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954040706" name="Rectangle 1150295720">
            <a:extLst xmlns:a="http://schemas.openxmlformats.org/drawingml/2006/main">
              <a:ext uri="{FF2B5EF4-FFF2-40B4-BE49-F238E27FC236}">
                <a16:creationId xmlns:a16="http://schemas.microsoft.com/office/drawing/2014/main" id="{E0CF8EBF-78FB-44A1-97C8-22339AA9F71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54295374" name="Rectangle: Rounded Corners 2106832513">
            <a:extLst xmlns:a="http://schemas.openxmlformats.org/drawingml/2006/main">
              <a:ext uri="{FF2B5EF4-FFF2-40B4-BE49-F238E27FC236}">
                <a16:creationId xmlns:a16="http://schemas.microsoft.com/office/drawing/2014/main" id="{836E0A01-A265-4F28-8AD9-7BFF2DF95D03}"/>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149055373" name="Rectangle 537144149">
            <a:extLst xmlns:a="http://schemas.openxmlformats.org/drawingml/2006/main">
              <a:ext uri="{FF2B5EF4-FFF2-40B4-BE49-F238E27FC236}">
                <a16:creationId xmlns:a16="http://schemas.microsoft.com/office/drawing/2014/main" id="{450F9F49-645A-4799-9768-EE624EEDDA4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551970099" name="Straight Connector 1844070667">
            <a:extLst xmlns:a="http://schemas.openxmlformats.org/drawingml/2006/main">
              <a:ext uri="{FF2B5EF4-FFF2-40B4-BE49-F238E27FC236}">
                <a16:creationId xmlns:a16="http://schemas.microsoft.com/office/drawing/2014/main" id="{7BF85BF4-D703-4A55-862E-9C63257DEE23}"/>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0357834" name="Rectangle: Rounded Corners 1156722812">
            <a:extLst xmlns:a="http://schemas.openxmlformats.org/drawingml/2006/main">
              <a:ext uri="{FF2B5EF4-FFF2-40B4-BE49-F238E27FC236}">
                <a16:creationId xmlns:a16="http://schemas.microsoft.com/office/drawing/2014/main" id="{6E8CBC63-C2C6-4956-AB1E-D5A0910AD8F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70504836" name="Rectangle 555957418">
            <a:extLst xmlns:a="http://schemas.openxmlformats.org/drawingml/2006/main">
              <a:ext uri="{FF2B5EF4-FFF2-40B4-BE49-F238E27FC236}">
                <a16:creationId xmlns:a16="http://schemas.microsoft.com/office/drawing/2014/main" id="{566DF7FC-0068-4574-86AC-EDE8BA882A0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775104035" name="Straight Connector 1221881980">
            <a:extLst xmlns:a="http://schemas.openxmlformats.org/drawingml/2006/main">
              <a:ext uri="{FF2B5EF4-FFF2-40B4-BE49-F238E27FC236}">
                <a16:creationId xmlns:a16="http://schemas.microsoft.com/office/drawing/2014/main" id="{C463559E-62FC-4657-B17A-0158D94A3057}"/>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74825" name="Rectangle: Rounded Corners 942243679">
            <a:extLst xmlns:a="http://schemas.openxmlformats.org/drawingml/2006/main">
              <a:ext uri="{FF2B5EF4-FFF2-40B4-BE49-F238E27FC236}">
                <a16:creationId xmlns:a16="http://schemas.microsoft.com/office/drawing/2014/main" id="{36A2BEC3-FC66-442D-9E36-BEE1B754548D}"/>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765778360" name="Rectangle 1558388499">
            <a:extLst xmlns:a="http://schemas.openxmlformats.org/drawingml/2006/main">
              <a:ext uri="{FF2B5EF4-FFF2-40B4-BE49-F238E27FC236}">
                <a16:creationId xmlns:a16="http://schemas.microsoft.com/office/drawing/2014/main" id="{7D5A8D85-ED45-4B12-84A2-69DB53288157}"/>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748540258" name="Rectangle: Rounded Corners 497016789">
            <a:extLst xmlns:a="http://schemas.openxmlformats.org/drawingml/2006/main">
              <a:ext uri="{FF2B5EF4-FFF2-40B4-BE49-F238E27FC236}">
                <a16:creationId xmlns:a16="http://schemas.microsoft.com/office/drawing/2014/main" id="{D789AFD5-F44A-4F5C-A905-B4E05E5096CA}"/>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396288" name="Straight Connector 944728692">
            <a:extLst xmlns:a="http://schemas.openxmlformats.org/drawingml/2006/main">
              <a:ext uri="{FF2B5EF4-FFF2-40B4-BE49-F238E27FC236}">
                <a16:creationId xmlns:a16="http://schemas.microsoft.com/office/drawing/2014/main" id="{4E37FEAB-10AE-48EC-A99D-D1F0BBC8F084}"/>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79144" name="Straight Connector 492924597">
            <a:extLst xmlns:a="http://schemas.openxmlformats.org/drawingml/2006/main">
              <a:ext uri="{FF2B5EF4-FFF2-40B4-BE49-F238E27FC236}">
                <a16:creationId xmlns:a16="http://schemas.microsoft.com/office/drawing/2014/main" id="{0AA2B51A-C5E7-4790-83C4-233879C360F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0266235" name="Rectangle 1897545627">
            <a:extLst xmlns:a="http://schemas.openxmlformats.org/drawingml/2006/main">
              <a:ext uri="{FF2B5EF4-FFF2-40B4-BE49-F238E27FC236}">
                <a16:creationId xmlns:a16="http://schemas.microsoft.com/office/drawing/2014/main" id="{A793F0AE-38A0-4ADB-926C-D3C611EA00B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787501937" name="Rectangle 567799544">
            <a:extLst xmlns:a="http://schemas.openxmlformats.org/drawingml/2006/main">
              <a:ext uri="{FF2B5EF4-FFF2-40B4-BE49-F238E27FC236}">
                <a16:creationId xmlns:a16="http://schemas.microsoft.com/office/drawing/2014/main" id="{AD287E4E-C304-4B29-825A-7A0D47088B81}"/>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939351431" name="Rectangle 163568202">
            <a:extLst xmlns:a="http://schemas.openxmlformats.org/drawingml/2006/main">
              <a:ext uri="{FF2B5EF4-FFF2-40B4-BE49-F238E27FC236}">
                <a16:creationId xmlns:a16="http://schemas.microsoft.com/office/drawing/2014/main" id="{54CF5163-B5CA-4151-983F-23B26464FBDA}"/>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2079374309" name="Rectangle 1723731144">
            <a:extLst xmlns:a="http://schemas.openxmlformats.org/drawingml/2006/main">
              <a:ext uri="{FF2B5EF4-FFF2-40B4-BE49-F238E27FC236}">
                <a16:creationId xmlns:a16="http://schemas.microsoft.com/office/drawing/2014/main" id="{4288B49D-54C4-4DFB-8246-7057754B115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501511126" name="Rectangle 326786159">
            <a:extLst xmlns:a="http://schemas.openxmlformats.org/drawingml/2006/main">
              <a:ext uri="{FF2B5EF4-FFF2-40B4-BE49-F238E27FC236}">
                <a16:creationId xmlns:a16="http://schemas.microsoft.com/office/drawing/2014/main" id="{55738D4A-1813-4348-A036-1E30D40BBAC2}"/>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09650247" name="Rectangle 1482802785">
            <a:extLst xmlns:a="http://schemas.openxmlformats.org/drawingml/2006/main">
              <a:ext uri="{FF2B5EF4-FFF2-40B4-BE49-F238E27FC236}">
                <a16:creationId xmlns:a16="http://schemas.microsoft.com/office/drawing/2014/main" id="{94FE1431-FCC8-47D2-B5C6-97497EB08057}"/>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411367160" name="Rectangle 947956942">
            <a:extLst xmlns:a="http://schemas.openxmlformats.org/drawingml/2006/main">
              <a:ext uri="{FF2B5EF4-FFF2-40B4-BE49-F238E27FC236}">
                <a16:creationId xmlns:a16="http://schemas.microsoft.com/office/drawing/2014/main" id="{4940D6FA-93C2-444D-B866-3D560DC44DB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196540759" name="Rectangle 2016319604">
            <a:extLst xmlns:a="http://schemas.openxmlformats.org/drawingml/2006/main">
              <a:ext uri="{FF2B5EF4-FFF2-40B4-BE49-F238E27FC236}">
                <a16:creationId xmlns:a16="http://schemas.microsoft.com/office/drawing/2014/main" id="{790AE5A6-D589-4062-9C24-EBB69066AB0C}"/>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202533585" name="Rectangle 759240474">
            <a:extLst xmlns:a="http://schemas.openxmlformats.org/drawingml/2006/main">
              <a:ext uri="{FF2B5EF4-FFF2-40B4-BE49-F238E27FC236}">
                <a16:creationId xmlns:a16="http://schemas.microsoft.com/office/drawing/2014/main" id="{95ED7C89-4A4D-40AE-A4A4-C4C536B9B295}"/>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214023904" name="Rectangle 1102304899">
            <a:extLst xmlns:a="http://schemas.openxmlformats.org/drawingml/2006/main">
              <a:ext uri="{FF2B5EF4-FFF2-40B4-BE49-F238E27FC236}">
                <a16:creationId xmlns:a16="http://schemas.microsoft.com/office/drawing/2014/main" id="{834D0F41-CCC8-4D1E-97B8-EA1F45ABD1D2}"/>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66324831" name="Rectangle 1141042966">
            <a:extLst xmlns:a="http://schemas.openxmlformats.org/drawingml/2006/main">
              <a:ext uri="{FF2B5EF4-FFF2-40B4-BE49-F238E27FC236}">
                <a16:creationId xmlns:a16="http://schemas.microsoft.com/office/drawing/2014/main" id="{4C3BE387-18D1-4642-B44C-304AD64BFA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10</a:t>
            </a:r>
          </a:p>
        </p:txBody>
      </p:sp>
      <p:sp>
        <p:nvSpPr>
          <p:cNvPr id="1275883468" name="solidguide_normal">
            <a:extLst xmlns:a="http://schemas.openxmlformats.org/drawingml/2006/main">
              <a:ext uri="{FF2B5EF4-FFF2-40B4-BE49-F238E27FC236}">
                <a16:creationId xmlns:a16="http://schemas.microsoft.com/office/drawing/2014/main" id="{82153DA8-0F29-473C-85E8-AA7970B3ED41}"/>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160006" name="solidguide_normal">
            <a:extLst xmlns:a="http://schemas.openxmlformats.org/drawingml/2006/main">
              <a:ext uri="{FF2B5EF4-FFF2-40B4-BE49-F238E27FC236}">
                <a16:creationId xmlns:a16="http://schemas.microsoft.com/office/drawing/2014/main" id="{245DFC4B-C7F7-4589-B2D1-86A0872A3E71}"/>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937433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53bfb2306c71441d">
            <a:extLst>
              <a:ext uri="{96DAC541-7B7A-43D3-8B79-37D633B846F1}">
                <asvg:svgBlip xmlns:asvg="http://schemas.microsoft.com/office/drawing/2016/SVG/main" r:embed="Rc49739b0cdb6477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19547255"/>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4923611" name="Rectangle 1470283906">
            <a:extLst xmlns:a="http://schemas.openxmlformats.org/drawingml/2006/main">
              <a:ext uri="{FF2B5EF4-FFF2-40B4-BE49-F238E27FC236}">
                <a16:creationId xmlns:a16="http://schemas.microsoft.com/office/drawing/2014/main" id="{E2785A03-36F1-42A9-BECA-DD72D0047B0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339052348" name="Rectangle 843139879">
            <a:extLst xmlns:a="http://schemas.openxmlformats.org/drawingml/2006/main">
              <a:ext uri="{FF2B5EF4-FFF2-40B4-BE49-F238E27FC236}">
                <a16:creationId xmlns:a16="http://schemas.microsoft.com/office/drawing/2014/main" id="{29D052B1-E315-4D65-9E4D-93E734C96DC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35510468" name="Rectangle: Rounded Corners 441777437">
            <a:extLst xmlns:a="http://schemas.openxmlformats.org/drawingml/2006/main">
              <a:ext uri="{FF2B5EF4-FFF2-40B4-BE49-F238E27FC236}">
                <a16:creationId xmlns:a16="http://schemas.microsoft.com/office/drawing/2014/main" id="{4ACC3E8A-1112-43D1-92D2-A78B2A06FE4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3397991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9fff7c7dff7a46b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806630605" name="Oval 1369448292">
            <a:extLst xmlns:a="http://schemas.openxmlformats.org/drawingml/2006/main">
              <a:ext uri="{FF2B5EF4-FFF2-40B4-BE49-F238E27FC236}">
                <a16:creationId xmlns:a16="http://schemas.microsoft.com/office/drawing/2014/main" id="{925B5064-DA93-4418-8987-6FC68A77EEB7}"/>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268186181" name="Rectangle 119453285">
            <a:extLst xmlns:a="http://schemas.openxmlformats.org/drawingml/2006/main">
              <a:ext uri="{FF2B5EF4-FFF2-40B4-BE49-F238E27FC236}">
                <a16:creationId xmlns:a16="http://schemas.microsoft.com/office/drawing/2014/main" id="{AB78238A-731F-4D2F-9A34-1B9F8D1F333A}"/>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833979912" name="Oval 1329949566">
            <a:extLst xmlns:a="http://schemas.openxmlformats.org/drawingml/2006/main">
              <a:ext uri="{FF2B5EF4-FFF2-40B4-BE49-F238E27FC236}">
                <a16:creationId xmlns:a16="http://schemas.microsoft.com/office/drawing/2014/main" id="{AA0223AE-008C-45A6-97B4-A5E655287B0A}"/>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65582883" name="Rectangle 1856458307">
            <a:extLst xmlns:a="http://schemas.openxmlformats.org/drawingml/2006/main">
              <a:ext uri="{FF2B5EF4-FFF2-40B4-BE49-F238E27FC236}">
                <a16:creationId xmlns:a16="http://schemas.microsoft.com/office/drawing/2014/main" id="{273AB0A7-D627-40E4-92CB-803BF6BAFE74}"/>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09502468" name="Oval 167515331">
            <a:extLst xmlns:a="http://schemas.openxmlformats.org/drawingml/2006/main">
              <a:ext uri="{FF2B5EF4-FFF2-40B4-BE49-F238E27FC236}">
                <a16:creationId xmlns:a16="http://schemas.microsoft.com/office/drawing/2014/main" id="{35E18250-752E-4FCD-A44F-2DEFF27AA1DB}"/>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46252745" name="Rectangle 324280658">
            <a:extLst xmlns:a="http://schemas.openxmlformats.org/drawingml/2006/main">
              <a:ext uri="{FF2B5EF4-FFF2-40B4-BE49-F238E27FC236}">
                <a16:creationId xmlns:a16="http://schemas.microsoft.com/office/drawing/2014/main" id="{A866819B-6926-49EA-9AB8-23C62C4A3209}"/>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49461480" name="Rectangle 220100613">
            <a:extLst xmlns:a="http://schemas.openxmlformats.org/drawingml/2006/main">
              <a:ext uri="{FF2B5EF4-FFF2-40B4-BE49-F238E27FC236}">
                <a16:creationId xmlns:a16="http://schemas.microsoft.com/office/drawing/2014/main" id="{547D86DD-72A0-4E51-A167-9B3CBC0EE89D}"/>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03356647" name="Rectangle 1638243303">
            <a:extLst xmlns:a="http://schemas.openxmlformats.org/drawingml/2006/main">
              <a:ext uri="{FF2B5EF4-FFF2-40B4-BE49-F238E27FC236}">
                <a16:creationId xmlns:a16="http://schemas.microsoft.com/office/drawing/2014/main" id="{830E7EA6-6E70-4341-9333-3FA1E05B0A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11</a:t>
            </a:r>
          </a:p>
        </p:txBody>
      </p:sp>
    </p:spTree>
    <p:extLst>
      <p:ext uri="{BB962C8B-B14F-4D97-AF65-F5344CB8AC3E}">
        <p14:creationId xmlns:p14="http://schemas.microsoft.com/office/powerpoint/2010/main" val="1273464997"/>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5506573" name="Rectangle 914741475">
            <a:extLst xmlns:a="http://schemas.openxmlformats.org/drawingml/2006/main">
              <a:ext uri="{FF2B5EF4-FFF2-40B4-BE49-F238E27FC236}">
                <a16:creationId xmlns:a16="http://schemas.microsoft.com/office/drawing/2014/main" id="{4E843F28-E162-4668-866C-EBF87F75A7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81695764" name="Rectangle 763526406">
            <a:extLst xmlns:a="http://schemas.openxmlformats.org/drawingml/2006/main">
              <a:ext uri="{FF2B5EF4-FFF2-40B4-BE49-F238E27FC236}">
                <a16:creationId xmlns:a16="http://schemas.microsoft.com/office/drawing/2014/main" id="{3E0D00EB-5E6D-4868-8472-C2BEE3526B5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766800690" name="Rectangle: Rounded Corners 611293625">
            <a:extLst xmlns:a="http://schemas.openxmlformats.org/drawingml/2006/main">
              <a:ext uri="{FF2B5EF4-FFF2-40B4-BE49-F238E27FC236}">
                <a16:creationId xmlns:a16="http://schemas.microsoft.com/office/drawing/2014/main" id="{FBD07BA9-CA5C-4E72-81ED-1453B0ABB3C6}"/>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5506579"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46810f4fe1734ee7"/>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562447177" name="Straight Connector 1032169778">
            <a:extLst xmlns:a="http://schemas.openxmlformats.org/drawingml/2006/main">
              <a:ext uri="{FF2B5EF4-FFF2-40B4-BE49-F238E27FC236}">
                <a16:creationId xmlns:a16="http://schemas.microsoft.com/office/drawing/2014/main" id="{36AAD686-FD9E-42F5-B02E-BB5FFCDF53E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9110561" name="Straight Connector 1768100698">
            <a:extLst xmlns:a="http://schemas.openxmlformats.org/drawingml/2006/main">
              <a:ext uri="{FF2B5EF4-FFF2-40B4-BE49-F238E27FC236}">
                <a16:creationId xmlns:a16="http://schemas.microsoft.com/office/drawing/2014/main" id="{086D973A-74E1-438F-B316-C1DF1757483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71374" name="Rectangle 1922458400">
            <a:extLst xmlns:a="http://schemas.openxmlformats.org/drawingml/2006/main">
              <a:ext uri="{FF2B5EF4-FFF2-40B4-BE49-F238E27FC236}">
                <a16:creationId xmlns:a16="http://schemas.microsoft.com/office/drawing/2014/main" id="{B315CE5E-758E-40A5-B2CD-791E8941FBA0}"/>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43771578" name="Rectangle 1402654062">
            <a:extLst xmlns:a="http://schemas.openxmlformats.org/drawingml/2006/main">
              <a:ext uri="{FF2B5EF4-FFF2-40B4-BE49-F238E27FC236}">
                <a16:creationId xmlns:a16="http://schemas.microsoft.com/office/drawing/2014/main" id="{285BD1DD-EF4C-4842-B033-65B05334666F}"/>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00912979" name="Oval 1006697960">
            <a:extLst xmlns:a="http://schemas.openxmlformats.org/drawingml/2006/main">
              <a:ext uri="{FF2B5EF4-FFF2-40B4-BE49-F238E27FC236}">
                <a16:creationId xmlns:a16="http://schemas.microsoft.com/office/drawing/2014/main" id="{E04E3896-0941-42F7-93F5-CDDC004BFCAE}"/>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886455" name="Straight Connector 772079832">
            <a:extLst xmlns:a="http://schemas.openxmlformats.org/drawingml/2006/main">
              <a:ext uri="{FF2B5EF4-FFF2-40B4-BE49-F238E27FC236}">
                <a16:creationId xmlns:a16="http://schemas.microsoft.com/office/drawing/2014/main" id="{A6C1865F-24D5-4DF3-A887-1C2CFD797EA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1021217" name="Oval 1493081963">
            <a:extLst xmlns:a="http://schemas.openxmlformats.org/drawingml/2006/main">
              <a:ext uri="{FF2B5EF4-FFF2-40B4-BE49-F238E27FC236}">
                <a16:creationId xmlns:a16="http://schemas.microsoft.com/office/drawing/2014/main" id="{6EFC85EE-8FD3-4796-9752-EE5D68019413}"/>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98918" name="Oval 1125848367">
            <a:extLst xmlns:a="http://schemas.openxmlformats.org/drawingml/2006/main">
              <a:ext uri="{FF2B5EF4-FFF2-40B4-BE49-F238E27FC236}">
                <a16:creationId xmlns:a16="http://schemas.microsoft.com/office/drawing/2014/main" id="{D9DC8FAC-011E-4FD2-96E0-F232CB342629}"/>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854825" name="Rectangle 1431459787">
            <a:extLst xmlns:a="http://schemas.openxmlformats.org/drawingml/2006/main">
              <a:ext uri="{FF2B5EF4-FFF2-40B4-BE49-F238E27FC236}">
                <a16:creationId xmlns:a16="http://schemas.microsoft.com/office/drawing/2014/main" id="{CF81D7F8-B7B3-4E46-A17D-4CD020D1D27F}"/>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24587340" name="Rectangle 551453139">
            <a:extLst xmlns:a="http://schemas.openxmlformats.org/drawingml/2006/main">
              <a:ext uri="{FF2B5EF4-FFF2-40B4-BE49-F238E27FC236}">
                <a16:creationId xmlns:a16="http://schemas.microsoft.com/office/drawing/2014/main" id="{5E165754-0EC2-4FD2-AE22-54812D2617F6}"/>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502516436" name="Rectangle 1387627842">
            <a:extLst xmlns:a="http://schemas.openxmlformats.org/drawingml/2006/main">
              <a:ext uri="{FF2B5EF4-FFF2-40B4-BE49-F238E27FC236}">
                <a16:creationId xmlns:a16="http://schemas.microsoft.com/office/drawing/2014/main" id="{CE18AED7-9E31-4BAE-A1C4-01AFC1C322C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12</a:t>
            </a:r>
          </a:p>
        </p:txBody>
      </p:sp>
      <p:sp>
        <p:nvSpPr>
          <p:cNvPr id="786769977" name="Straight Connector 1489075409">
            <a:extLst xmlns:a="http://schemas.openxmlformats.org/drawingml/2006/main">
              <a:ext uri="{FF2B5EF4-FFF2-40B4-BE49-F238E27FC236}">
                <a16:creationId xmlns:a16="http://schemas.microsoft.com/office/drawing/2014/main" id="{3EDC40EE-CCC8-4736-AC21-71B68A810803}"/>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5709085" name="Straight Connector 768615074">
            <a:extLst xmlns:a="http://schemas.openxmlformats.org/drawingml/2006/main">
              <a:ext uri="{FF2B5EF4-FFF2-40B4-BE49-F238E27FC236}">
                <a16:creationId xmlns:a16="http://schemas.microsoft.com/office/drawing/2014/main" id="{7A55A34B-32C6-4D0F-B0F4-EA4CE9E7A423}"/>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5506593"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11e686caefd146a4">
            <a:extLst>
              <a:ext uri="{96DAC541-7B7A-43D3-8B79-37D633B846F1}">
                <asvg:svgBlip xmlns:asvg="http://schemas.microsoft.com/office/drawing/2016/SVG/main" r:embed="Rbd62594e302e47b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998956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1896824" name="Rectangle 151304597">
            <a:extLst xmlns:a="http://schemas.openxmlformats.org/drawingml/2006/main">
              <a:ext uri="{FF2B5EF4-FFF2-40B4-BE49-F238E27FC236}">
                <a16:creationId xmlns:a16="http://schemas.microsoft.com/office/drawing/2014/main" id="{17DC1421-D5E6-4200-A4A1-02577E9FFAC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409402932" name="Rectangle 177396171">
            <a:extLst xmlns:a="http://schemas.openxmlformats.org/drawingml/2006/main">
              <a:ext uri="{FF2B5EF4-FFF2-40B4-BE49-F238E27FC236}">
                <a16:creationId xmlns:a16="http://schemas.microsoft.com/office/drawing/2014/main" id="{B39E3565-AC5F-43FB-9D39-5209328E0C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780136951" name="Rectangle: Rounded Corners 960318418">
            <a:extLst xmlns:a="http://schemas.openxmlformats.org/drawingml/2006/main">
              <a:ext uri="{FF2B5EF4-FFF2-40B4-BE49-F238E27FC236}">
                <a16:creationId xmlns:a16="http://schemas.microsoft.com/office/drawing/2014/main" id="{68CBDC8A-3FF2-46C9-85EA-1C677C4AA6E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5345976" name="Straight Connector 53979157">
            <a:extLst xmlns:a="http://schemas.openxmlformats.org/drawingml/2006/main">
              <a:ext uri="{FF2B5EF4-FFF2-40B4-BE49-F238E27FC236}">
                <a16:creationId xmlns:a16="http://schemas.microsoft.com/office/drawing/2014/main" id="{5A3C054A-2F64-47D7-A646-B99E4C3604CF}"/>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4242586" name="Straight Connector 627639122">
            <a:extLst xmlns:a="http://schemas.openxmlformats.org/drawingml/2006/main">
              <a:ext uri="{FF2B5EF4-FFF2-40B4-BE49-F238E27FC236}">
                <a16:creationId xmlns:a16="http://schemas.microsoft.com/office/drawing/2014/main" id="{FC4BA0D9-30BD-4B26-9B35-B982A89B26E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484693" name="Rectangle 466830898">
            <a:extLst xmlns:a="http://schemas.openxmlformats.org/drawingml/2006/main">
              <a:ext uri="{FF2B5EF4-FFF2-40B4-BE49-F238E27FC236}">
                <a16:creationId xmlns:a16="http://schemas.microsoft.com/office/drawing/2014/main" id="{E485E48B-3DE9-4CDD-A4FD-095A09F416D5}"/>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82673069" name="Rectangle 1905295987">
            <a:extLst xmlns:a="http://schemas.openxmlformats.org/drawingml/2006/main">
              <a:ext uri="{FF2B5EF4-FFF2-40B4-BE49-F238E27FC236}">
                <a16:creationId xmlns:a16="http://schemas.microsoft.com/office/drawing/2014/main" id="{BFB39424-8619-45DA-87E3-A38F812A3C7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834496293" name="Oval 917868853">
            <a:extLst xmlns:a="http://schemas.openxmlformats.org/drawingml/2006/main">
              <a:ext uri="{FF2B5EF4-FFF2-40B4-BE49-F238E27FC236}">
                <a16:creationId xmlns:a16="http://schemas.microsoft.com/office/drawing/2014/main" id="{CEF9C9F4-6CB7-41D7-9AC5-4E58654A43C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3199760" name="Oval 1147861544">
            <a:extLst xmlns:a="http://schemas.openxmlformats.org/drawingml/2006/main">
              <a:ext uri="{FF2B5EF4-FFF2-40B4-BE49-F238E27FC236}">
                <a16:creationId xmlns:a16="http://schemas.microsoft.com/office/drawing/2014/main" id="{0340BB1D-9D08-440E-A9F7-16F0AC43461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362210" name="Oval 453648762">
            <a:extLst xmlns:a="http://schemas.openxmlformats.org/drawingml/2006/main">
              <a:ext uri="{FF2B5EF4-FFF2-40B4-BE49-F238E27FC236}">
                <a16:creationId xmlns:a16="http://schemas.microsoft.com/office/drawing/2014/main" id="{BB9F8760-87A4-46C0-A6A4-9D8DD58F6651}"/>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5046664" name="Oval 1758550888">
            <a:extLst xmlns:a="http://schemas.openxmlformats.org/drawingml/2006/main">
              <a:ext uri="{FF2B5EF4-FFF2-40B4-BE49-F238E27FC236}">
                <a16:creationId xmlns:a16="http://schemas.microsoft.com/office/drawing/2014/main" id="{B331E1BA-D61E-4BC2-B602-A796E289FA8B}"/>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294916" name="Rectangle: Rounded Corners 1781569673">
            <a:extLst xmlns:a="http://schemas.openxmlformats.org/drawingml/2006/main">
              <a:ext uri="{FF2B5EF4-FFF2-40B4-BE49-F238E27FC236}">
                <a16:creationId xmlns:a16="http://schemas.microsoft.com/office/drawing/2014/main" id="{8EAC0EF6-EFEB-47FD-8BA4-5E814D5BAE3E}"/>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37907777" name="Rectangle: Rounded Corners 140372676">
            <a:extLst xmlns:a="http://schemas.openxmlformats.org/drawingml/2006/main">
              <a:ext uri="{FF2B5EF4-FFF2-40B4-BE49-F238E27FC236}">
                <a16:creationId xmlns:a16="http://schemas.microsoft.com/office/drawing/2014/main" id="{C787F4DD-C952-47B7-86D2-67F70E133BCA}"/>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81674533" name="Rectangle: Rounded Corners 457547252">
            <a:extLst xmlns:a="http://schemas.openxmlformats.org/drawingml/2006/main">
              <a:ext uri="{FF2B5EF4-FFF2-40B4-BE49-F238E27FC236}">
                <a16:creationId xmlns:a16="http://schemas.microsoft.com/office/drawing/2014/main" id="{D6CA1C25-0355-484B-A322-6100694EFC9D}"/>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953966378" name="Rectangle 126664147">
            <a:extLst xmlns:a="http://schemas.openxmlformats.org/drawingml/2006/main">
              <a:ext uri="{FF2B5EF4-FFF2-40B4-BE49-F238E27FC236}">
                <a16:creationId xmlns:a16="http://schemas.microsoft.com/office/drawing/2014/main" id="{AB9587BE-7B12-4664-8635-17AFA7DC12B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054134378" name="Rectangle 638283189">
            <a:extLst xmlns:a="http://schemas.openxmlformats.org/drawingml/2006/main">
              <a:ext uri="{FF2B5EF4-FFF2-40B4-BE49-F238E27FC236}">
                <a16:creationId xmlns:a16="http://schemas.microsoft.com/office/drawing/2014/main" id="{F2B203BA-BBC0-40C9-8939-23DEF8FAAE2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13</a:t>
            </a:r>
          </a:p>
        </p:txBody>
      </p:sp>
      <p:pic>
        <p:nvPicPr>
          <p:cNvPr id="1834496311"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1703d2880dd2482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19002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1000577" name="Rectangle 1072400785">
            <a:extLst xmlns:a="http://schemas.openxmlformats.org/drawingml/2006/main">
              <a:ext uri="{FF2B5EF4-FFF2-40B4-BE49-F238E27FC236}">
                <a16:creationId xmlns:a16="http://schemas.microsoft.com/office/drawing/2014/main" id="{57636506-033E-4CE8-9DC6-AE45B300900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173639034" name="Rectangle 1682929385">
            <a:extLst xmlns:a="http://schemas.openxmlformats.org/drawingml/2006/main">
              <a:ext uri="{FF2B5EF4-FFF2-40B4-BE49-F238E27FC236}">
                <a16:creationId xmlns:a16="http://schemas.microsoft.com/office/drawing/2014/main" id="{DCE085C5-6678-40E4-8CFE-FF47133B675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782883801" name="Rectangle: Rounded Corners 1080314407">
            <a:extLst xmlns:a="http://schemas.openxmlformats.org/drawingml/2006/main">
              <a:ext uri="{FF2B5EF4-FFF2-40B4-BE49-F238E27FC236}">
                <a16:creationId xmlns:a16="http://schemas.microsoft.com/office/drawing/2014/main" id="{3B006876-9CF9-4B0F-8431-5F14C9591A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3956531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00395d4e3af422a"/>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0243571" name="Straight Connector 707499443">
            <a:extLst xmlns:a="http://schemas.openxmlformats.org/drawingml/2006/main">
              <a:ext uri="{FF2B5EF4-FFF2-40B4-BE49-F238E27FC236}">
                <a16:creationId xmlns:a16="http://schemas.microsoft.com/office/drawing/2014/main" id="{301EFD93-1D53-424F-9EBB-40B32EED66F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1019025" name="Straight Connector 1076861610">
            <a:extLst xmlns:a="http://schemas.openxmlformats.org/drawingml/2006/main">
              <a:ext uri="{FF2B5EF4-FFF2-40B4-BE49-F238E27FC236}">
                <a16:creationId xmlns:a16="http://schemas.microsoft.com/office/drawing/2014/main" id="{B2B4288F-3DFC-4E6D-AF67-0DC10052B0D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9163345" name="Rectangle 1618224149">
            <a:extLst xmlns:a="http://schemas.openxmlformats.org/drawingml/2006/main">
              <a:ext uri="{FF2B5EF4-FFF2-40B4-BE49-F238E27FC236}">
                <a16:creationId xmlns:a16="http://schemas.microsoft.com/office/drawing/2014/main" id="{BFDBFA87-C4DF-4325-8B6B-CE588ADC0CE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78903454" name="Rectangle 1957330890">
            <a:extLst xmlns:a="http://schemas.openxmlformats.org/drawingml/2006/main">
              <a:ext uri="{FF2B5EF4-FFF2-40B4-BE49-F238E27FC236}">
                <a16:creationId xmlns:a16="http://schemas.microsoft.com/office/drawing/2014/main" id="{CB6F9ADA-6722-48A7-B430-A35C3838355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58712513" name="Oval 1428842632">
            <a:extLst xmlns:a="http://schemas.openxmlformats.org/drawingml/2006/main">
              <a:ext uri="{FF2B5EF4-FFF2-40B4-BE49-F238E27FC236}">
                <a16:creationId xmlns:a16="http://schemas.microsoft.com/office/drawing/2014/main" id="{CB08F257-FE16-4D0F-A752-3C308CF5CCC8}"/>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4957067" name="Oval 94324771">
            <a:extLst xmlns:a="http://schemas.openxmlformats.org/drawingml/2006/main">
              <a:ext uri="{FF2B5EF4-FFF2-40B4-BE49-F238E27FC236}">
                <a16:creationId xmlns:a16="http://schemas.microsoft.com/office/drawing/2014/main" id="{2BAEC0EA-5843-41A7-8396-CEE3D9B9EC53}"/>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698560" name="Oval 1474916117">
            <a:extLst xmlns:a="http://schemas.openxmlformats.org/drawingml/2006/main">
              <a:ext uri="{FF2B5EF4-FFF2-40B4-BE49-F238E27FC236}">
                <a16:creationId xmlns:a16="http://schemas.microsoft.com/office/drawing/2014/main" id="{E2A99503-F7F6-4A62-83AF-68CF9A8BD346}"/>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246882" name="Rectangle 1335518815">
            <a:extLst xmlns:a="http://schemas.openxmlformats.org/drawingml/2006/main">
              <a:ext uri="{FF2B5EF4-FFF2-40B4-BE49-F238E27FC236}">
                <a16:creationId xmlns:a16="http://schemas.microsoft.com/office/drawing/2014/main" id="{B4535FB0-CE3D-42CB-B4A4-C1A950D810F1}"/>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839565307" name="Rectangle 971869567">
            <a:extLst xmlns:a="http://schemas.openxmlformats.org/drawingml/2006/main">
              <a:ext uri="{FF2B5EF4-FFF2-40B4-BE49-F238E27FC236}">
                <a16:creationId xmlns:a16="http://schemas.microsoft.com/office/drawing/2014/main" id="{35F8F1D0-4CF9-45A3-AE12-D9774AC4F250}"/>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189577170" name="Rectangle: Rounded Corners 76329123">
            <a:extLst xmlns:a="http://schemas.openxmlformats.org/drawingml/2006/main">
              <a:ext uri="{FF2B5EF4-FFF2-40B4-BE49-F238E27FC236}">
                <a16:creationId xmlns:a16="http://schemas.microsoft.com/office/drawing/2014/main" id="{6BA9B708-6A07-4F95-9B22-D7C1B5620128}"/>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1468560527" name="Rectangle 237806933">
            <a:extLst xmlns:a="http://schemas.openxmlformats.org/drawingml/2006/main">
              <a:ext uri="{FF2B5EF4-FFF2-40B4-BE49-F238E27FC236}">
                <a16:creationId xmlns:a16="http://schemas.microsoft.com/office/drawing/2014/main" id="{BCC6D1C6-2F3E-4BFB-B880-C0BC0A8296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14</a:t>
            </a:r>
          </a:p>
        </p:txBody>
      </p:sp>
      <p:sp>
        <p:nvSpPr>
          <p:cNvPr id="101910093" name="solid-loss-curve">
            <a:extLst xmlns:a="http://schemas.openxmlformats.org/drawingml/2006/main">
              <a:ext uri="{FF2B5EF4-FFF2-40B4-BE49-F238E27FC236}">
                <a16:creationId xmlns:a16="http://schemas.microsoft.com/office/drawing/2014/main" id="{BFF092BB-A971-461C-BCD0-1C0DADDF0286}"/>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7283368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1629823" name="Rectangle 935271156">
            <a:extLst xmlns:a="http://schemas.openxmlformats.org/drawingml/2006/main">
              <a:ext uri="{FF2B5EF4-FFF2-40B4-BE49-F238E27FC236}">
                <a16:creationId xmlns:a16="http://schemas.microsoft.com/office/drawing/2014/main" id="{F62F9BDC-6E56-4122-959E-C63BF21C0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249142929" name="Rectangle 251777344">
            <a:extLst xmlns:a="http://schemas.openxmlformats.org/drawingml/2006/main">
              <a:ext uri="{FF2B5EF4-FFF2-40B4-BE49-F238E27FC236}">
                <a16:creationId xmlns:a16="http://schemas.microsoft.com/office/drawing/2014/main" id="{4DA46217-6CA4-400B-A703-B7A2588A772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25120842" name="Rectangle: Rounded Corners 1456392341">
            <a:extLst xmlns:a="http://schemas.openxmlformats.org/drawingml/2006/main">
              <a:ext uri="{FF2B5EF4-FFF2-40B4-BE49-F238E27FC236}">
                <a16:creationId xmlns:a16="http://schemas.microsoft.com/office/drawing/2014/main" id="{D94D6AF4-EB14-4D8F-83A9-BBD53A77FC8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7529765" name="Rectangle 615225220">
            <a:extLst xmlns:a="http://schemas.openxmlformats.org/drawingml/2006/main">
              <a:ext uri="{FF2B5EF4-FFF2-40B4-BE49-F238E27FC236}">
                <a16:creationId xmlns:a16="http://schemas.microsoft.com/office/drawing/2014/main" id="{9EF58CF9-8CA6-46A2-9EB2-D4B12D6154D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24025242" name="Rectangle: Rounded Corners 1987074982">
            <a:extLst xmlns:a="http://schemas.openxmlformats.org/drawingml/2006/main">
              <a:ext uri="{FF2B5EF4-FFF2-40B4-BE49-F238E27FC236}">
                <a16:creationId xmlns:a16="http://schemas.microsoft.com/office/drawing/2014/main" id="{FF81E36E-11C2-4151-822C-9B4BB25B54A3}"/>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7921468" name="Rectangle 1286956634">
            <a:extLst xmlns:a="http://schemas.openxmlformats.org/drawingml/2006/main">
              <a:ext uri="{FF2B5EF4-FFF2-40B4-BE49-F238E27FC236}">
                <a16:creationId xmlns:a16="http://schemas.microsoft.com/office/drawing/2014/main" id="{B7B4E1A1-EE68-4808-A773-2D47BAD53D10}"/>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901110519" name="Rectangle 399762638">
            <a:extLst xmlns:a="http://schemas.openxmlformats.org/drawingml/2006/main">
              <a:ext uri="{FF2B5EF4-FFF2-40B4-BE49-F238E27FC236}">
                <a16:creationId xmlns:a16="http://schemas.microsoft.com/office/drawing/2014/main" id="{C751DF76-273F-4187-9162-AD6D7B9E1A3E}"/>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072723603" name="Straight Connector 1664744869">
            <a:extLst xmlns:a="http://schemas.openxmlformats.org/drawingml/2006/main">
              <a:ext uri="{FF2B5EF4-FFF2-40B4-BE49-F238E27FC236}">
                <a16:creationId xmlns:a16="http://schemas.microsoft.com/office/drawing/2014/main" id="{3F75AD52-F6CF-4816-A643-73D124FE2C2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3935289" name="Straight Connector 598323690">
            <a:extLst xmlns:a="http://schemas.openxmlformats.org/drawingml/2006/main">
              <a:ext uri="{FF2B5EF4-FFF2-40B4-BE49-F238E27FC236}">
                <a16:creationId xmlns:a16="http://schemas.microsoft.com/office/drawing/2014/main" id="{873BAD01-8193-4199-AA02-691FCB5A063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3825753" name="Rectangle 1233632033">
            <a:extLst xmlns:a="http://schemas.openxmlformats.org/drawingml/2006/main">
              <a:ext uri="{FF2B5EF4-FFF2-40B4-BE49-F238E27FC236}">
                <a16:creationId xmlns:a16="http://schemas.microsoft.com/office/drawing/2014/main" id="{E9539860-FAF9-49D3-B106-1EB8AD9E4329}"/>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203478974" name="Rectangle 987778106">
            <a:extLst xmlns:a="http://schemas.openxmlformats.org/drawingml/2006/main">
              <a:ext uri="{FF2B5EF4-FFF2-40B4-BE49-F238E27FC236}">
                <a16:creationId xmlns:a16="http://schemas.microsoft.com/office/drawing/2014/main" id="{DD9E98D0-14C1-4DC1-91F9-4C33FE106801}"/>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2154669" name="Rectangle 1454394643">
            <a:extLst xmlns:a="http://schemas.openxmlformats.org/drawingml/2006/main">
              <a:ext uri="{FF2B5EF4-FFF2-40B4-BE49-F238E27FC236}">
                <a16:creationId xmlns:a16="http://schemas.microsoft.com/office/drawing/2014/main" id="{1887F0A0-1B59-48CA-89B9-9AFBAAB2D257}"/>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812199462" name="Oval 1043049251">
            <a:extLst xmlns:a="http://schemas.openxmlformats.org/drawingml/2006/main">
              <a:ext uri="{FF2B5EF4-FFF2-40B4-BE49-F238E27FC236}">
                <a16:creationId xmlns:a16="http://schemas.microsoft.com/office/drawing/2014/main" id="{BAA784A7-D389-422D-804A-B56634848FB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4749173" name="Oval 103022139">
            <a:extLst xmlns:a="http://schemas.openxmlformats.org/drawingml/2006/main">
              <a:ext uri="{FF2B5EF4-FFF2-40B4-BE49-F238E27FC236}">
                <a16:creationId xmlns:a16="http://schemas.microsoft.com/office/drawing/2014/main" id="{D0F2DFBF-EE0D-40CF-89C8-BAC44216AD3F}"/>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219491" name="Rectangle 1601714725">
            <a:extLst xmlns:a="http://schemas.openxmlformats.org/drawingml/2006/main">
              <a:ext uri="{FF2B5EF4-FFF2-40B4-BE49-F238E27FC236}">
                <a16:creationId xmlns:a16="http://schemas.microsoft.com/office/drawing/2014/main" id="{41FACF19-8723-4212-85B5-BED9FA237C2B}"/>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778735198" name="Rectangle 1242132362">
            <a:extLst xmlns:a="http://schemas.openxmlformats.org/drawingml/2006/main">
              <a:ext uri="{FF2B5EF4-FFF2-40B4-BE49-F238E27FC236}">
                <a16:creationId xmlns:a16="http://schemas.microsoft.com/office/drawing/2014/main" id="{0B675D11-7358-4259-AE6B-9D7046295683}"/>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429726551" name="Rectangle 2132047703">
            <a:extLst xmlns:a="http://schemas.openxmlformats.org/drawingml/2006/main">
              <a:ext uri="{FF2B5EF4-FFF2-40B4-BE49-F238E27FC236}">
                <a16:creationId xmlns:a16="http://schemas.microsoft.com/office/drawing/2014/main" id="{80B294C8-1CD9-4FA0-AECF-8CB768031E6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27255553" name="Rectangle 1495975732">
            <a:extLst xmlns:a="http://schemas.openxmlformats.org/drawingml/2006/main">
              <a:ext uri="{FF2B5EF4-FFF2-40B4-BE49-F238E27FC236}">
                <a16:creationId xmlns:a16="http://schemas.microsoft.com/office/drawing/2014/main" id="{DC56CFCF-056B-441D-B217-F06891285B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15</a:t>
            </a:r>
          </a:p>
        </p:txBody>
      </p:sp>
      <p:pic>
        <p:nvPicPr>
          <p:cNvPr id="1925120863"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bd096ed21969428f"/>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25120864"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2ffbdad331d54dfe">
            <a:extLst>
              <a:ext uri="{96DAC541-7B7A-43D3-8B79-37D633B846F1}">
                <asvg:svgBlip xmlns:asvg="http://schemas.microsoft.com/office/drawing/2016/SVG/main" r:embed="R6d6ea79e24394ad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912803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793790" name="Rectangle 549712311">
            <a:extLst xmlns:a="http://schemas.openxmlformats.org/drawingml/2006/main">
              <a:ext uri="{FF2B5EF4-FFF2-40B4-BE49-F238E27FC236}">
                <a16:creationId xmlns:a16="http://schemas.microsoft.com/office/drawing/2014/main" id="{0676DD8B-9B62-4F2C-946B-40AD270877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87474876" name="Rectangle 504424573">
            <a:extLst xmlns:a="http://schemas.openxmlformats.org/drawingml/2006/main">
              <a:ext uri="{FF2B5EF4-FFF2-40B4-BE49-F238E27FC236}">
                <a16:creationId xmlns:a16="http://schemas.microsoft.com/office/drawing/2014/main" id="{8C47D881-B69E-4156-AF94-84958B50507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283282416" name="Rectangle: Rounded Corners 8473207">
            <a:extLst xmlns:a="http://schemas.openxmlformats.org/drawingml/2006/main">
              <a:ext uri="{FF2B5EF4-FFF2-40B4-BE49-F238E27FC236}">
                <a16:creationId xmlns:a16="http://schemas.microsoft.com/office/drawing/2014/main" id="{44DB36A2-5643-4358-9F7C-8DC5C94AC6B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656364" name="Oval 1713827263">
            <a:extLst xmlns:a="http://schemas.openxmlformats.org/drawingml/2006/main">
              <a:ext uri="{FF2B5EF4-FFF2-40B4-BE49-F238E27FC236}">
                <a16:creationId xmlns:a16="http://schemas.microsoft.com/office/drawing/2014/main" id="{41860203-3250-4348-9B88-0E937CB8D55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162911" name="Oval 324013536">
            <a:extLst xmlns:a="http://schemas.openxmlformats.org/drawingml/2006/main">
              <a:ext uri="{FF2B5EF4-FFF2-40B4-BE49-F238E27FC236}">
                <a16:creationId xmlns:a16="http://schemas.microsoft.com/office/drawing/2014/main" id="{3753C1B7-25A8-4A64-AC16-3D6791A32F84}"/>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9521210" name="Oval 1149235491">
            <a:extLst xmlns:a="http://schemas.openxmlformats.org/drawingml/2006/main">
              <a:ext uri="{FF2B5EF4-FFF2-40B4-BE49-F238E27FC236}">
                <a16:creationId xmlns:a16="http://schemas.microsoft.com/office/drawing/2014/main" id="{8FDBBCE9-7A16-48CF-BCC4-002633B647BE}"/>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688426" name="Oval 1750953689">
            <a:extLst xmlns:a="http://schemas.openxmlformats.org/drawingml/2006/main">
              <a:ext uri="{FF2B5EF4-FFF2-40B4-BE49-F238E27FC236}">
                <a16:creationId xmlns:a16="http://schemas.microsoft.com/office/drawing/2014/main" id="{8067CA4A-48BC-4AF0-BDC9-7C43582EF8AC}"/>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19867" name="Oval 1513393046">
            <a:extLst xmlns:a="http://schemas.openxmlformats.org/drawingml/2006/main">
              <a:ext uri="{FF2B5EF4-FFF2-40B4-BE49-F238E27FC236}">
                <a16:creationId xmlns:a16="http://schemas.microsoft.com/office/drawing/2014/main" id="{2F4A3E75-78DB-424F-92F3-7F6F6C73DEC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574542" name="Oval 496081326">
            <a:extLst xmlns:a="http://schemas.openxmlformats.org/drawingml/2006/main">
              <a:ext uri="{FF2B5EF4-FFF2-40B4-BE49-F238E27FC236}">
                <a16:creationId xmlns:a16="http://schemas.microsoft.com/office/drawing/2014/main" id="{5A2B09D1-E23E-487C-AE44-A50DAB06BF4B}"/>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411693" name="Oval 953579843">
            <a:extLst xmlns:a="http://schemas.openxmlformats.org/drawingml/2006/main">
              <a:ext uri="{FF2B5EF4-FFF2-40B4-BE49-F238E27FC236}">
                <a16:creationId xmlns:a16="http://schemas.microsoft.com/office/drawing/2014/main" id="{E7968A26-5D3A-414A-947D-BB5865188AEE}"/>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2717166" name="Oval 268581152">
            <a:extLst xmlns:a="http://schemas.openxmlformats.org/drawingml/2006/main">
              <a:ext uri="{FF2B5EF4-FFF2-40B4-BE49-F238E27FC236}">
                <a16:creationId xmlns:a16="http://schemas.microsoft.com/office/drawing/2014/main" id="{F16B9E53-635A-4131-B3CF-345B93C785DA}"/>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9952855" name="Oval 1782461718">
            <a:extLst xmlns:a="http://schemas.openxmlformats.org/drawingml/2006/main">
              <a:ext uri="{FF2B5EF4-FFF2-40B4-BE49-F238E27FC236}">
                <a16:creationId xmlns:a16="http://schemas.microsoft.com/office/drawing/2014/main" id="{06F60FDC-7624-4B13-8B6C-79B5C947001E}"/>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8752" name="Oval 1638488983">
            <a:extLst xmlns:a="http://schemas.openxmlformats.org/drawingml/2006/main">
              <a:ext uri="{FF2B5EF4-FFF2-40B4-BE49-F238E27FC236}">
                <a16:creationId xmlns:a16="http://schemas.microsoft.com/office/drawing/2014/main" id="{A2A5A5E9-AD6B-4FAD-8E75-57513F409B88}"/>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02200" name="Oval 1018913497">
            <a:extLst xmlns:a="http://schemas.openxmlformats.org/drawingml/2006/main">
              <a:ext uri="{FF2B5EF4-FFF2-40B4-BE49-F238E27FC236}">
                <a16:creationId xmlns:a16="http://schemas.microsoft.com/office/drawing/2014/main" id="{8C34667A-86DF-4D05-A820-0BEC51F0D418}"/>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4840723" name="Oval 1292287629">
            <a:extLst xmlns:a="http://schemas.openxmlformats.org/drawingml/2006/main">
              <a:ext uri="{FF2B5EF4-FFF2-40B4-BE49-F238E27FC236}">
                <a16:creationId xmlns:a16="http://schemas.microsoft.com/office/drawing/2014/main" id="{A3819687-9356-4A85-9149-3926C06BFB83}"/>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6002188" name="Oval 1410545746">
            <a:extLst xmlns:a="http://schemas.openxmlformats.org/drawingml/2006/main">
              <a:ext uri="{FF2B5EF4-FFF2-40B4-BE49-F238E27FC236}">
                <a16:creationId xmlns:a16="http://schemas.microsoft.com/office/drawing/2014/main" id="{84C1B6BC-EABD-4F0B-AEFC-80EF3A3ACDC3}"/>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264545" name="Oval 1923839338">
            <a:extLst xmlns:a="http://schemas.openxmlformats.org/drawingml/2006/main">
              <a:ext uri="{FF2B5EF4-FFF2-40B4-BE49-F238E27FC236}">
                <a16:creationId xmlns:a16="http://schemas.microsoft.com/office/drawing/2014/main" id="{589768E4-C767-4607-8B0B-B7E9398AF61E}"/>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518422" name="Oval 452248781">
            <a:extLst xmlns:a="http://schemas.openxmlformats.org/drawingml/2006/main">
              <a:ext uri="{FF2B5EF4-FFF2-40B4-BE49-F238E27FC236}">
                <a16:creationId xmlns:a16="http://schemas.microsoft.com/office/drawing/2014/main" id="{B22DC14C-9AB3-4C92-82EF-76C45FAD7737}"/>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9928911" name="Rectangle 2036757279">
            <a:extLst xmlns:a="http://schemas.openxmlformats.org/drawingml/2006/main">
              <a:ext uri="{FF2B5EF4-FFF2-40B4-BE49-F238E27FC236}">
                <a16:creationId xmlns:a16="http://schemas.microsoft.com/office/drawing/2014/main" id="{0CA4FA51-E9BF-4592-914A-49EFE35E5D57}"/>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458584208" name="Rectangle 899691756">
            <a:extLst xmlns:a="http://schemas.openxmlformats.org/drawingml/2006/main">
              <a:ext uri="{FF2B5EF4-FFF2-40B4-BE49-F238E27FC236}">
                <a16:creationId xmlns:a16="http://schemas.microsoft.com/office/drawing/2014/main" id="{A32F99EC-C61A-4B8D-A3BA-982E93E81CD6}"/>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0000006" name="Rectangle 1393267236">
            <a:extLst xmlns:a="http://schemas.openxmlformats.org/drawingml/2006/main">
              <a:ext uri="{FF2B5EF4-FFF2-40B4-BE49-F238E27FC236}">
                <a16:creationId xmlns:a16="http://schemas.microsoft.com/office/drawing/2014/main" id="{5151B986-0944-42C0-8B9F-745803E039A0}"/>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768612382" name="Rectangle 1802476533">
            <a:extLst xmlns:a="http://schemas.openxmlformats.org/drawingml/2006/main">
              <a:ext uri="{FF2B5EF4-FFF2-40B4-BE49-F238E27FC236}">
                <a16:creationId xmlns:a16="http://schemas.microsoft.com/office/drawing/2014/main" id="{F0B9AD18-BAB3-49C7-969E-955EF5DBE765}"/>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399103807" name="Rectangle 1736954645">
            <a:extLst xmlns:a="http://schemas.openxmlformats.org/drawingml/2006/main">
              <a:ext uri="{FF2B5EF4-FFF2-40B4-BE49-F238E27FC236}">
                <a16:creationId xmlns:a16="http://schemas.microsoft.com/office/drawing/2014/main" id="{A5F7F61C-B036-49EE-8248-6D6D889A62A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16</a:t>
            </a:r>
          </a:p>
        </p:txBody>
      </p:sp>
      <p:cxnSp>
        <p:nvCxnSpPr>
          <p:cNvPr id="2129952952" name="Straight Arrow Connector 2036758667"/>
          <p:cNvCxnSpPr>
            <a:stCxn xmlns:a="http://schemas.openxmlformats.org/drawingml/2006/main" id="757656364" idx="6"/>
            <a:endCxn xmlns:a="http://schemas.openxmlformats.org/drawingml/2006/main" id="902688426"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3" name="Straight Arrow Connector 2036758668"/>
          <p:cNvCxnSpPr>
            <a:stCxn xmlns:a="http://schemas.openxmlformats.org/drawingml/2006/main" id="757656364" idx="6"/>
            <a:endCxn xmlns:a="http://schemas.openxmlformats.org/drawingml/2006/main" id="199619867"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4" name="Straight Arrow Connector 2036758669"/>
          <p:cNvCxnSpPr>
            <a:stCxn xmlns:a="http://schemas.openxmlformats.org/drawingml/2006/main" id="757656364" idx="6"/>
            <a:endCxn xmlns:a="http://schemas.openxmlformats.org/drawingml/2006/main" id="1266574542"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5" name="Straight Arrow Connector 2036758670"/>
          <p:cNvCxnSpPr>
            <a:stCxn xmlns:a="http://schemas.openxmlformats.org/drawingml/2006/main" id="757656364" idx="6"/>
            <a:endCxn xmlns:a="http://schemas.openxmlformats.org/drawingml/2006/main" id="86841169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6" name="Straight Arrow Connector 2036758671"/>
          <p:cNvCxnSpPr>
            <a:stCxn xmlns:a="http://schemas.openxmlformats.org/drawingml/2006/main" id="757656364" idx="6"/>
            <a:endCxn xmlns:a="http://schemas.openxmlformats.org/drawingml/2006/main" id="100271716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7" name="Straight Arrow Connector 2036758672"/>
          <p:cNvCxnSpPr>
            <a:stCxn xmlns:a="http://schemas.openxmlformats.org/drawingml/2006/main" id="54162911" idx="6"/>
            <a:endCxn xmlns:a="http://schemas.openxmlformats.org/drawingml/2006/main" id="902688426"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8" name="Straight Arrow Connector 2036758673"/>
          <p:cNvCxnSpPr>
            <a:stCxn xmlns:a="http://schemas.openxmlformats.org/drawingml/2006/main" id="54162911" idx="6"/>
            <a:endCxn xmlns:a="http://schemas.openxmlformats.org/drawingml/2006/main" id="199619867"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59" name="Straight Arrow Connector 2036758674"/>
          <p:cNvCxnSpPr>
            <a:stCxn xmlns:a="http://schemas.openxmlformats.org/drawingml/2006/main" id="54162911" idx="6"/>
            <a:endCxn xmlns:a="http://schemas.openxmlformats.org/drawingml/2006/main" id="1266574542"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0" name="Straight Arrow Connector 2036758675"/>
          <p:cNvCxnSpPr>
            <a:stCxn xmlns:a="http://schemas.openxmlformats.org/drawingml/2006/main" id="54162911" idx="6"/>
            <a:endCxn xmlns:a="http://schemas.openxmlformats.org/drawingml/2006/main" id="86841169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1" name="Straight Arrow Connector 2036758676"/>
          <p:cNvCxnSpPr>
            <a:stCxn xmlns:a="http://schemas.openxmlformats.org/drawingml/2006/main" id="54162911" idx="6"/>
            <a:endCxn xmlns:a="http://schemas.openxmlformats.org/drawingml/2006/main" id="100271716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2" name="Straight Arrow Connector 2036758677"/>
          <p:cNvCxnSpPr>
            <a:stCxn xmlns:a="http://schemas.openxmlformats.org/drawingml/2006/main" id="1609521210" idx="6"/>
            <a:endCxn xmlns:a="http://schemas.openxmlformats.org/drawingml/2006/main" id="902688426"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3" name="Straight Arrow Connector 2036758678"/>
          <p:cNvCxnSpPr>
            <a:stCxn xmlns:a="http://schemas.openxmlformats.org/drawingml/2006/main" id="1609521210" idx="6"/>
            <a:endCxn xmlns:a="http://schemas.openxmlformats.org/drawingml/2006/main" id="199619867"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4"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5" name="Straight Arrow Connector 2036758680"/>
          <p:cNvCxnSpPr>
            <a:stCxn xmlns:a="http://schemas.openxmlformats.org/drawingml/2006/main" id="1609521210" idx="6"/>
            <a:endCxn xmlns:a="http://schemas.openxmlformats.org/drawingml/2006/main" id="86841169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6" name="Straight Arrow Connector 2036758681"/>
          <p:cNvCxnSpPr>
            <a:stCxn xmlns:a="http://schemas.openxmlformats.org/drawingml/2006/main" id="1609521210" idx="6"/>
            <a:endCxn xmlns:a="http://schemas.openxmlformats.org/drawingml/2006/main" id="100271716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7" name="Straight Arrow Connector 2036758682"/>
          <p:cNvCxnSpPr>
            <a:stCxn xmlns:a="http://schemas.openxmlformats.org/drawingml/2006/main" id="902688426" idx="6"/>
            <a:endCxn xmlns:a="http://schemas.openxmlformats.org/drawingml/2006/main" id="2129952855"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8" name="Straight Arrow Connector 2036758683"/>
          <p:cNvCxnSpPr>
            <a:stCxn xmlns:a="http://schemas.openxmlformats.org/drawingml/2006/main" id="902688426" idx="6"/>
            <a:endCxn xmlns:a="http://schemas.openxmlformats.org/drawingml/2006/main" id="13018752"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69" name="Straight Arrow Connector 2036758684"/>
          <p:cNvCxnSpPr>
            <a:stCxn xmlns:a="http://schemas.openxmlformats.org/drawingml/2006/main" id="902688426" idx="6"/>
            <a:endCxn xmlns:a="http://schemas.openxmlformats.org/drawingml/2006/main" id="205560220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0" name="Straight Arrow Connector 2036758685"/>
          <p:cNvCxnSpPr>
            <a:stCxn xmlns:a="http://schemas.openxmlformats.org/drawingml/2006/main" id="902688426" idx="6"/>
            <a:endCxn xmlns:a="http://schemas.openxmlformats.org/drawingml/2006/main" id="824840723"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1" name="Straight Arrow Connector 2036758686"/>
          <p:cNvCxnSpPr>
            <a:stCxn xmlns:a="http://schemas.openxmlformats.org/drawingml/2006/main" id="902688426" idx="6"/>
            <a:endCxn xmlns:a="http://schemas.openxmlformats.org/drawingml/2006/main" id="1506002188"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2" name="Straight Arrow Connector 2036758687"/>
          <p:cNvCxnSpPr>
            <a:stCxn xmlns:a="http://schemas.openxmlformats.org/drawingml/2006/main" id="199619867" idx="6"/>
            <a:endCxn xmlns:a="http://schemas.openxmlformats.org/drawingml/2006/main" id="2129952855"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3" name="Straight Arrow Connector 2036758688"/>
          <p:cNvCxnSpPr>
            <a:stCxn xmlns:a="http://schemas.openxmlformats.org/drawingml/2006/main" id="199619867" idx="6"/>
            <a:endCxn xmlns:a="http://schemas.openxmlformats.org/drawingml/2006/main" id="13018752"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4" name="Straight Arrow Connector 2036758689"/>
          <p:cNvCxnSpPr>
            <a:stCxn xmlns:a="http://schemas.openxmlformats.org/drawingml/2006/main" id="199619867" idx="6"/>
            <a:endCxn xmlns:a="http://schemas.openxmlformats.org/drawingml/2006/main" id="205560220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5" name="Straight Arrow Connector 2036758690"/>
          <p:cNvCxnSpPr>
            <a:stCxn xmlns:a="http://schemas.openxmlformats.org/drawingml/2006/main" id="199619867" idx="6"/>
            <a:endCxn xmlns:a="http://schemas.openxmlformats.org/drawingml/2006/main" id="824840723"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6" name="Straight Arrow Connector 2036758691"/>
          <p:cNvCxnSpPr>
            <a:stCxn xmlns:a="http://schemas.openxmlformats.org/drawingml/2006/main" id="199619867" idx="6"/>
            <a:endCxn xmlns:a="http://schemas.openxmlformats.org/drawingml/2006/main" id="1506002188"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7" name="Straight Arrow Connector 2036758692"/>
          <p:cNvCxnSpPr>
            <a:stCxn xmlns:a="http://schemas.openxmlformats.org/drawingml/2006/main" id="1266574542" idx="6"/>
            <a:endCxn xmlns:a="http://schemas.openxmlformats.org/drawingml/2006/main" id="2129952855"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8" name="Straight Arrow Connector 2036758693"/>
          <p:cNvCxnSpPr>
            <a:stCxn xmlns:a="http://schemas.openxmlformats.org/drawingml/2006/main" id="1266574542" idx="6"/>
            <a:endCxn xmlns:a="http://schemas.openxmlformats.org/drawingml/2006/main" id="13018752"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79" name="Straight Arrow Connector 2036758694"/>
          <p:cNvCxnSpPr>
            <a:stCxn xmlns:a="http://schemas.openxmlformats.org/drawingml/2006/main" id="1266574542" idx="6"/>
            <a:endCxn xmlns:a="http://schemas.openxmlformats.org/drawingml/2006/main" id="205560220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0" name="Straight Arrow Connector 2036758695"/>
          <p:cNvCxnSpPr>
            <a:stCxn xmlns:a="http://schemas.openxmlformats.org/drawingml/2006/main" id="1266574542" idx="6"/>
            <a:endCxn xmlns:a="http://schemas.openxmlformats.org/drawingml/2006/main" id="824840723"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1" name="Straight Arrow Connector 2036758696"/>
          <p:cNvCxnSpPr>
            <a:stCxn xmlns:a="http://schemas.openxmlformats.org/drawingml/2006/main" id="1266574542" idx="6"/>
            <a:endCxn xmlns:a="http://schemas.openxmlformats.org/drawingml/2006/main" id="1506002188"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2" name="Straight Arrow Connector 2036758697"/>
          <p:cNvCxnSpPr>
            <a:stCxn xmlns:a="http://schemas.openxmlformats.org/drawingml/2006/main" id="868411693" idx="6"/>
            <a:endCxn xmlns:a="http://schemas.openxmlformats.org/drawingml/2006/main" id="2129952855"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3" name="Straight Arrow Connector 2036758698"/>
          <p:cNvCxnSpPr>
            <a:stCxn xmlns:a="http://schemas.openxmlformats.org/drawingml/2006/main" id="868411693" idx="6"/>
            <a:endCxn xmlns:a="http://schemas.openxmlformats.org/drawingml/2006/main" id="13018752"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4" name="Straight Arrow Connector 2036758699"/>
          <p:cNvCxnSpPr>
            <a:stCxn xmlns:a="http://schemas.openxmlformats.org/drawingml/2006/main" id="868411693" idx="6"/>
            <a:endCxn xmlns:a="http://schemas.openxmlformats.org/drawingml/2006/main" id="205560220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5" name="Straight Arrow Connector 2036758700"/>
          <p:cNvCxnSpPr>
            <a:stCxn xmlns:a="http://schemas.openxmlformats.org/drawingml/2006/main" id="868411693" idx="6"/>
            <a:endCxn xmlns:a="http://schemas.openxmlformats.org/drawingml/2006/main" id="824840723"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6" name="Straight Arrow Connector 2036758701"/>
          <p:cNvCxnSpPr>
            <a:stCxn xmlns:a="http://schemas.openxmlformats.org/drawingml/2006/main" id="868411693" idx="6"/>
            <a:endCxn xmlns:a="http://schemas.openxmlformats.org/drawingml/2006/main" id="1506002188"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7" name="Straight Arrow Connector 2036758702"/>
          <p:cNvCxnSpPr>
            <a:stCxn xmlns:a="http://schemas.openxmlformats.org/drawingml/2006/main" id="1002717166" idx="6"/>
            <a:endCxn xmlns:a="http://schemas.openxmlformats.org/drawingml/2006/main" id="2129952855"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8" name="Straight Arrow Connector 2036758703"/>
          <p:cNvCxnSpPr>
            <a:stCxn xmlns:a="http://schemas.openxmlformats.org/drawingml/2006/main" id="1002717166" idx="6"/>
            <a:endCxn xmlns:a="http://schemas.openxmlformats.org/drawingml/2006/main" id="13018752"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89" name="Straight Arrow Connector 2036758704"/>
          <p:cNvCxnSpPr>
            <a:stCxn xmlns:a="http://schemas.openxmlformats.org/drawingml/2006/main" id="1002717166" idx="6"/>
            <a:endCxn xmlns:a="http://schemas.openxmlformats.org/drawingml/2006/main" id="205560220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0" name="Straight Arrow Connector 2036758705"/>
          <p:cNvCxnSpPr>
            <a:stCxn xmlns:a="http://schemas.openxmlformats.org/drawingml/2006/main" id="1002717166" idx="6"/>
            <a:endCxn xmlns:a="http://schemas.openxmlformats.org/drawingml/2006/main" id="824840723"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1" name="Straight Arrow Connector 2036758706"/>
          <p:cNvCxnSpPr>
            <a:stCxn xmlns:a="http://schemas.openxmlformats.org/drawingml/2006/main" id="1002717166" idx="6"/>
            <a:endCxn xmlns:a="http://schemas.openxmlformats.org/drawingml/2006/main" id="1506002188"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2" name="Straight Arrow Connector 2036758707"/>
          <p:cNvCxnSpPr>
            <a:stCxn xmlns:a="http://schemas.openxmlformats.org/drawingml/2006/main" id="2129952855" idx="6"/>
            <a:endCxn xmlns:a="http://schemas.openxmlformats.org/drawingml/2006/main" id="1221264545"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3" name="Straight Arrow Connector 2036758708"/>
          <p:cNvCxnSpPr>
            <a:stCxn xmlns:a="http://schemas.openxmlformats.org/drawingml/2006/main" id="2129952855" idx="6"/>
            <a:endCxn xmlns:a="http://schemas.openxmlformats.org/drawingml/2006/main" id="410518422"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4" name="Straight Arrow Connector 2036758709"/>
          <p:cNvCxnSpPr>
            <a:stCxn xmlns:a="http://schemas.openxmlformats.org/drawingml/2006/main" id="13018752" idx="6"/>
            <a:endCxn xmlns:a="http://schemas.openxmlformats.org/drawingml/2006/main" id="1221264545"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5" name="Straight Arrow Connector 2036758710"/>
          <p:cNvCxnSpPr>
            <a:stCxn xmlns:a="http://schemas.openxmlformats.org/drawingml/2006/main" id="13018752" idx="6"/>
            <a:endCxn xmlns:a="http://schemas.openxmlformats.org/drawingml/2006/main" id="410518422"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6" name="Straight Arrow Connector 2036758711"/>
          <p:cNvCxnSpPr>
            <a:stCxn xmlns:a="http://schemas.openxmlformats.org/drawingml/2006/main" id="2055602200" idx="6"/>
            <a:endCxn xmlns:a="http://schemas.openxmlformats.org/drawingml/2006/main" id="1221264545"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7" name="Straight Arrow Connector 2036758712"/>
          <p:cNvCxnSpPr>
            <a:stCxn xmlns:a="http://schemas.openxmlformats.org/drawingml/2006/main" id="2055602200" idx="6"/>
            <a:endCxn xmlns:a="http://schemas.openxmlformats.org/drawingml/2006/main" id="410518422"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8" name="Straight Arrow Connector 2036758713"/>
          <p:cNvCxnSpPr>
            <a:stCxn xmlns:a="http://schemas.openxmlformats.org/drawingml/2006/main" id="824840723" idx="6"/>
            <a:endCxn xmlns:a="http://schemas.openxmlformats.org/drawingml/2006/main" id="1221264545"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2999" name="Straight Arrow Connector 2036758714"/>
          <p:cNvCxnSpPr>
            <a:stCxn xmlns:a="http://schemas.openxmlformats.org/drawingml/2006/main" id="824840723" idx="6"/>
            <a:endCxn xmlns:a="http://schemas.openxmlformats.org/drawingml/2006/main" id="410518422"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3000" name="Straight Arrow Connector 2036758715"/>
          <p:cNvCxnSpPr>
            <a:stCxn xmlns:a="http://schemas.openxmlformats.org/drawingml/2006/main" id="1506002188" idx="6"/>
            <a:endCxn xmlns:a="http://schemas.openxmlformats.org/drawingml/2006/main" id="1221264545"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9953001" name="Straight Arrow Connector 2036758716"/>
          <p:cNvCxnSpPr>
            <a:stCxn xmlns:a="http://schemas.openxmlformats.org/drawingml/2006/main" id="1506002188" idx="6"/>
            <a:endCxn xmlns:a="http://schemas.openxmlformats.org/drawingml/2006/main" id="410518422"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317679173"/>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75320" name="">
            <a:extLst xmlns:a="http://schemas.openxmlformats.org/drawingml/2006/main">
              <a:ext uri="{FF2B5EF4-FFF2-40B4-BE49-F238E27FC236}">
                <a16:creationId xmlns:a16="http://schemas.microsoft.com/office/drawing/2014/main" id="{628FFB69-67F6-4779-8C24-1B65E90448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332864097" name="">
            <a:extLst xmlns:a="http://schemas.openxmlformats.org/drawingml/2006/main">
              <a:ext uri="{FF2B5EF4-FFF2-40B4-BE49-F238E27FC236}">
                <a16:creationId xmlns:a16="http://schemas.microsoft.com/office/drawing/2014/main" id="{9578D5DC-4CAE-40C1-A6E8-110524C71A4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585364756" name="">
            <a:extLst xmlns:a="http://schemas.openxmlformats.org/drawingml/2006/main">
              <a:ext uri="{FF2B5EF4-FFF2-40B4-BE49-F238E27FC236}">
                <a16:creationId xmlns:a16="http://schemas.microsoft.com/office/drawing/2014/main" id="{101EF80D-32DD-4793-836D-7A91153DAF1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349209123" name="">
            <a:extLst xmlns:a="http://schemas.openxmlformats.org/drawingml/2006/main">
              <a:ext uri="{FF2B5EF4-FFF2-40B4-BE49-F238E27FC236}">
                <a16:creationId xmlns:a16="http://schemas.microsoft.com/office/drawing/2014/main" id="{12656972-F015-4875-8515-CC3A3FD729FB}"/>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693801335" name="">
            <a:extLst xmlns:a="http://schemas.openxmlformats.org/drawingml/2006/main">
              <a:ext uri="{FF2B5EF4-FFF2-40B4-BE49-F238E27FC236}">
                <a16:creationId xmlns:a16="http://schemas.microsoft.com/office/drawing/2014/main" id="{C6431B23-48FA-46B9-B4CE-4BBEE12E933A}"/>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712751366" name="">
            <a:extLst xmlns:a="http://schemas.openxmlformats.org/drawingml/2006/main">
              <a:ext uri="{FF2B5EF4-FFF2-40B4-BE49-F238E27FC236}">
                <a16:creationId xmlns:a16="http://schemas.microsoft.com/office/drawing/2014/main" id="{FA9631AF-3415-41E8-B56E-6B56DE1CDE5D}"/>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099051088" name="">
            <a:extLst xmlns:a="http://schemas.openxmlformats.org/drawingml/2006/main">
              <a:ext uri="{FF2B5EF4-FFF2-40B4-BE49-F238E27FC236}">
                <a16:creationId xmlns:a16="http://schemas.microsoft.com/office/drawing/2014/main" id="{EF54F5FC-AC09-4047-AC40-ABBF10374F1F}"/>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673217013" name="">
            <a:extLst xmlns:a="http://schemas.openxmlformats.org/drawingml/2006/main">
              <a:ext uri="{FF2B5EF4-FFF2-40B4-BE49-F238E27FC236}">
                <a16:creationId xmlns:a16="http://schemas.microsoft.com/office/drawing/2014/main" id="{91810F0E-4756-4CA7-989F-45EE7AA12BFA}"/>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342995085" name="">
            <a:extLst xmlns:a="http://schemas.openxmlformats.org/drawingml/2006/main">
              <a:ext uri="{FF2B5EF4-FFF2-40B4-BE49-F238E27FC236}">
                <a16:creationId xmlns:a16="http://schemas.microsoft.com/office/drawing/2014/main" id="{808F9AE0-B6F3-48AD-A240-2E5307F4BC06}"/>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144238308" name="">
            <a:extLst xmlns:a="http://schemas.openxmlformats.org/drawingml/2006/main">
              <a:ext uri="{FF2B5EF4-FFF2-40B4-BE49-F238E27FC236}">
                <a16:creationId xmlns:a16="http://schemas.microsoft.com/office/drawing/2014/main" id="{99B427F8-B24A-4F05-8DAC-FFDA6DCA8421}"/>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648146788" name="">
            <a:extLst xmlns:a="http://schemas.openxmlformats.org/drawingml/2006/main">
              <a:ext uri="{FF2B5EF4-FFF2-40B4-BE49-F238E27FC236}">
                <a16:creationId xmlns:a16="http://schemas.microsoft.com/office/drawing/2014/main" id="{89685E48-B43E-43FE-A02A-D1BC5DD2182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131453779" name="">
            <a:extLst xmlns:a="http://schemas.openxmlformats.org/drawingml/2006/main">
              <a:ext uri="{FF2B5EF4-FFF2-40B4-BE49-F238E27FC236}">
                <a16:creationId xmlns:a16="http://schemas.microsoft.com/office/drawing/2014/main" id="{02002C2B-8950-4BA6-9ED6-772ADC06575A}"/>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5746793" name="">
            <a:extLst xmlns:a="http://schemas.openxmlformats.org/drawingml/2006/main">
              <a:ext uri="{FF2B5EF4-FFF2-40B4-BE49-F238E27FC236}">
                <a16:creationId xmlns:a16="http://schemas.microsoft.com/office/drawing/2014/main" id="{D561B143-0F06-4B63-8A14-7D4F917B368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32676116" name="">
            <a:extLst xmlns:a="http://schemas.openxmlformats.org/drawingml/2006/main">
              <a:ext uri="{FF2B5EF4-FFF2-40B4-BE49-F238E27FC236}">
                <a16:creationId xmlns:a16="http://schemas.microsoft.com/office/drawing/2014/main" id="{07BEF168-FDEC-412C-9A7F-BBC416B29C7C}"/>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772574742" name="">
            <a:extLst xmlns:a="http://schemas.openxmlformats.org/drawingml/2006/main">
              <a:ext uri="{FF2B5EF4-FFF2-40B4-BE49-F238E27FC236}">
                <a16:creationId xmlns:a16="http://schemas.microsoft.com/office/drawing/2014/main" id="{1E938EDD-24B9-41DF-9A7E-DD46E01A6433}"/>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632995489" name="">
            <a:extLst xmlns:a="http://schemas.openxmlformats.org/drawingml/2006/main">
              <a:ext uri="{FF2B5EF4-FFF2-40B4-BE49-F238E27FC236}">
                <a16:creationId xmlns:a16="http://schemas.microsoft.com/office/drawing/2014/main" id="{696A292C-155F-47F6-8204-DC7BDD33B064}"/>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715385260" name="">
            <a:extLst xmlns:a="http://schemas.openxmlformats.org/drawingml/2006/main">
              <a:ext uri="{FF2B5EF4-FFF2-40B4-BE49-F238E27FC236}">
                <a16:creationId xmlns:a16="http://schemas.microsoft.com/office/drawing/2014/main" id="{24D81C8D-A88E-4B34-8185-5BCAA39B5309}"/>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445120847" name="">
            <a:extLst xmlns:a="http://schemas.openxmlformats.org/drawingml/2006/main">
              <a:ext uri="{FF2B5EF4-FFF2-40B4-BE49-F238E27FC236}">
                <a16:creationId xmlns:a16="http://schemas.microsoft.com/office/drawing/2014/main" id="{FF9AD95C-5EC1-4834-9AD4-F0DDE3FC629E}"/>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654917634" name="">
            <a:extLst xmlns:a="http://schemas.openxmlformats.org/drawingml/2006/main">
              <a:ext uri="{FF2B5EF4-FFF2-40B4-BE49-F238E27FC236}">
                <a16:creationId xmlns:a16="http://schemas.microsoft.com/office/drawing/2014/main" id="{DD03DBB8-3EB5-4689-B732-DE87DACC36F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363527564" name="">
            <a:extLst xmlns:a="http://schemas.openxmlformats.org/drawingml/2006/main">
              <a:ext uri="{FF2B5EF4-FFF2-40B4-BE49-F238E27FC236}">
                <a16:creationId xmlns:a16="http://schemas.microsoft.com/office/drawing/2014/main" id="{C2702F69-0F8F-4945-96C8-09B77A3F76F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17391776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2606333" name="">
            <a:extLst xmlns:a="http://schemas.openxmlformats.org/drawingml/2006/main">
              <a:ext uri="{FF2B5EF4-FFF2-40B4-BE49-F238E27FC236}">
                <a16:creationId xmlns:a16="http://schemas.microsoft.com/office/drawing/2014/main" id="{DB97DFFA-F464-4251-BD7A-BA5859DFC8A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Parameters</a:t>
            </a:r>
          </a:p>
        </p:txBody>
      </p:sp>
      <p:sp>
        <p:nvSpPr>
          <p:cNvPr id="446094244" name="">
            <a:extLst xmlns:a="http://schemas.openxmlformats.org/drawingml/2006/main">
              <a:ext uri="{FF2B5EF4-FFF2-40B4-BE49-F238E27FC236}">
                <a16:creationId xmlns:a16="http://schemas.microsoft.com/office/drawing/2014/main" id="{D614F679-4B44-4F45-9DA6-5C20E6366C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Weights and biases shape each layer</a:t>
            </a:r>
          </a:p>
        </p:txBody>
      </p:sp>
      <p:sp>
        <p:nvSpPr>
          <p:cNvPr id="446094245" name="">
            <a:extLst xmlns:a="http://schemas.openxmlformats.org/drawingml/2006/main">
              <a:ext uri="{FF2B5EF4-FFF2-40B4-BE49-F238E27FC236}">
                <a16:creationId xmlns:a16="http://schemas.microsoft.com/office/drawing/2014/main" id="{A823878D-B6FE-4C22-84AE-7C5519372B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46094246" name="">
            <a:extLst xmlns:a="http://schemas.openxmlformats.org/drawingml/2006/main">
              <a:ext uri="{FF2B5EF4-FFF2-40B4-BE49-F238E27FC236}">
                <a16:creationId xmlns:a16="http://schemas.microsoft.com/office/drawing/2014/main" id="{A490AE16-C96C-4162-A164-E0C890FB8D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Parameters</a:t>
            </a:r>
          </a:p>
        </p:txBody>
      </p:sp>
      <p:sp>
        <p:nvSpPr>
          <p:cNvPr id="446094247" name="">
            <a:extLst xmlns:a="http://schemas.openxmlformats.org/drawingml/2006/main">
              <a:ext uri="{FF2B5EF4-FFF2-40B4-BE49-F238E27FC236}">
                <a16:creationId xmlns:a16="http://schemas.microsoft.com/office/drawing/2014/main" id="{2972FEE1-42A2-45EE-BCC1-77B443C9C01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Weights and biases shape each layer</a:t>
            </a:r>
          </a:p>
        </p:txBody>
      </p:sp>
      <p:sp>
        <p:nvSpPr>
          <p:cNvPr id="446094248" name="">
            <a:extLst xmlns:a="http://schemas.openxmlformats.org/drawingml/2006/main">
              <a:ext uri="{FF2B5EF4-FFF2-40B4-BE49-F238E27FC236}">
                <a16:creationId xmlns:a16="http://schemas.microsoft.com/office/drawing/2014/main" id="{59A23B95-A7E7-4249-A483-B36BAD6649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
        <p:nvSpPr>
          <p:cNvPr id="446094249" name="">
            <a:extLst xmlns:a="http://schemas.openxmlformats.org/drawingml/2006/main">
              <a:ext uri="{FF2B5EF4-FFF2-40B4-BE49-F238E27FC236}">
                <a16:creationId xmlns:a16="http://schemas.microsoft.com/office/drawing/2014/main" id="{39D26C06-1BAA-40F2-9D47-2005EFC57A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46094250" name="">
            <a:extLst xmlns:a="http://schemas.openxmlformats.org/drawingml/2006/main">
              <a:ext uri="{FF2B5EF4-FFF2-40B4-BE49-F238E27FC236}">
                <a16:creationId xmlns:a16="http://schemas.microsoft.com/office/drawing/2014/main" id="{16411645-0EB4-49CD-9121-56AA92FD96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Parameters</a:t>
            </a:r>
          </a:p>
        </p:txBody>
      </p:sp>
      <p:sp>
        <p:nvSpPr>
          <p:cNvPr id="446094251" name="">
            <a:extLst xmlns:a="http://schemas.openxmlformats.org/drawingml/2006/main">
              <a:ext uri="{FF2B5EF4-FFF2-40B4-BE49-F238E27FC236}">
                <a16:creationId xmlns:a16="http://schemas.microsoft.com/office/drawing/2014/main" id="{D81B9186-22E2-4E5D-9627-68D29A10ABC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Weights and biases shape each layer</a:t>
            </a:r>
          </a:p>
        </p:txBody>
      </p:sp>
      <p:sp>
        <p:nvSpPr>
          <p:cNvPr id="446094252" name="">
            <a:extLst xmlns:a="http://schemas.openxmlformats.org/drawingml/2006/main">
              <a:ext uri="{FF2B5EF4-FFF2-40B4-BE49-F238E27FC236}">
                <a16:creationId xmlns:a16="http://schemas.microsoft.com/office/drawing/2014/main" id="{A031D594-0CC4-4E9C-B366-6A7351F605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
        <p:nvSpPr>
          <p:cNvPr id="446094253" name="">
            <a:extLst xmlns:a="http://schemas.openxmlformats.org/drawingml/2006/main">
              <a:ext uri="{FF2B5EF4-FFF2-40B4-BE49-F238E27FC236}">
                <a16:creationId xmlns:a16="http://schemas.microsoft.com/office/drawing/2014/main" id="{DFC6B719-D027-4103-9B97-0F9CB0210A83}"/>
              </a:ext>
            </a:extLst>
          </p:cNvPr>
          <p:cNvSpPr>
            <a:spLocks xmlns:a="http://schemas.openxmlformats.org/drawingml/2006/main" noGrp="1"/>
          </p:cNvSpPr>
          <p:nvPr/>
        </p:nvSpPr>
        <p:spPr>
          <a:xfrm xmlns:a="http://schemas.openxmlformats.org/drawingml/2006/main">
            <a:off x="1428750" y="176212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563EB"/>
                </a:solidFill>
                <a:latin typeface="Calibri"/>
                <a:ea typeface="Calibri"/>
                <a:cs typeface="Calibri"/>
              </a:defRPr>
            </a:pPr>
            <a:r>
              <a:rPr sz="2100" b="1">
                <a:solidFill>
                  <a:srgbClr val="2563EB"/>
                </a:solidFill>
                <a:latin typeface="Calibri"/>
                <a:ea typeface="Calibri"/>
                <a:cs typeface="Calibri"/>
              </a:rPr>
              <a:t>A width-1 layer has one input and one neuron</a:t>
            </a:r>
          </a:p>
        </p:txBody>
      </p:sp>
      <p:sp>
        <p:nvSpPr>
          <p:cNvPr id="446094254" name="">
            <a:extLst xmlns:a="http://schemas.openxmlformats.org/drawingml/2006/main">
              <a:ext uri="{FF2B5EF4-FFF2-40B4-BE49-F238E27FC236}">
                <a16:creationId xmlns:a16="http://schemas.microsoft.com/office/drawing/2014/main" id="{DE135D28-B8F4-4BFA-8301-834B0C9F9E6C}"/>
              </a:ext>
            </a:extLst>
          </p:cNvPr>
          <p:cNvSpPr>
            <a:spLocks xmlns:a="http://schemas.openxmlformats.org/drawingml/2006/main" noGrp="1"/>
          </p:cNvSpPr>
          <p:nvPr/>
        </p:nvSpPr>
        <p:spPr>
          <a:xfrm xmlns:a="http://schemas.openxmlformats.org/drawingml/2006/main">
            <a:off x="1666875" y="3048000"/>
            <a:ext cx="10477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2400" b="1">
                <a:solidFill>
                  <a:srgbClr val="667085"/>
                </a:solidFill>
                <a:latin typeface="Calibri"/>
                <a:ea typeface="Calibri"/>
                <a:cs typeface="Calibri"/>
              </a:defRPr>
            </a:pPr>
            <a:r>
              <a:rPr sz="2400" b="1">
                <a:solidFill>
                  <a:srgbClr val="667085"/>
                </a:solidFill>
                <a:latin typeface="Calibri"/>
                <a:ea typeface="Calibri"/>
                <a:cs typeface="Calibri"/>
              </a:rPr>
              <a:t>x</a:t>
            </a:r>
          </a:p>
        </p:txBody>
      </p:sp>
      <p:sp>
        <p:nvSpPr>
          <p:cNvPr id="446094255" name="">
            <a:extLst xmlns:a="http://schemas.openxmlformats.org/drawingml/2006/main">
              <a:ext uri="{FF2B5EF4-FFF2-40B4-BE49-F238E27FC236}">
                <a16:creationId xmlns:a16="http://schemas.microsoft.com/office/drawing/2014/main" id="{E4AE2369-51CC-439B-BAD2-5C2955B96F3B}"/>
              </a:ext>
            </a:extLst>
          </p:cNvPr>
          <p:cNvSpPr>
            <a:spLocks xmlns:a="http://schemas.openxmlformats.org/drawingml/2006/main" noGrp="1"/>
          </p:cNvSpPr>
          <p:nvPr/>
        </p:nvSpPr>
        <p:spPr>
          <a:xfrm xmlns:a="http://schemas.openxmlformats.org/drawingml/2006/main">
            <a:off x="3000375" y="3219450"/>
            <a:ext cx="1476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weight w</a:t>
            </a:r>
          </a:p>
        </p:txBody>
      </p:sp>
      <p:sp>
        <p:nvSpPr>
          <p:cNvPr id="446094256" name="">
            <a:extLst xmlns:a="http://schemas.openxmlformats.org/drawingml/2006/main">
              <a:ext uri="{FF2B5EF4-FFF2-40B4-BE49-F238E27FC236}">
                <a16:creationId xmlns:a16="http://schemas.microsoft.com/office/drawing/2014/main" id="{EA9AD559-4369-4067-81C4-8162BD2A85A1}"/>
              </a:ext>
            </a:extLst>
          </p:cNvPr>
          <p:cNvSpPr>
            <a:spLocks xmlns:a="http://schemas.openxmlformats.org/drawingml/2006/main" noGrp="1"/>
          </p:cNvSpPr>
          <p:nvPr/>
        </p:nvSpPr>
        <p:spPr>
          <a:xfrm xmlns:a="http://schemas.openxmlformats.org/drawingml/2006/main">
            <a:off x="4762500" y="2714625"/>
            <a:ext cx="2857500" cy="1428750"/>
          </a:xfrm>
          <a:prstGeom xmlns:a="http://schemas.openxmlformats.org/drawingml/2006/main" prst="roundRect">
            <a:avLst>
              <a:gd name="adj" fmla="val 8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2250" b="1">
                <a:solidFill>
                  <a:srgbClr val="2563EB"/>
                </a:solidFill>
                <a:latin typeface="Calibri"/>
                <a:ea typeface="Calibri"/>
                <a:cs typeface="Calibri"/>
              </a:defRPr>
            </a:pPr>
            <a:r>
              <a:rPr sz="2250" b="1">
                <a:solidFill>
                  <a:srgbClr val="2563EB"/>
                </a:solidFill>
                <a:latin typeface="Calibri"/>
                <a:ea typeface="Calibri"/>
                <a:cs typeface="Calibri"/>
              </a:rPr>
              <a:t>perceptron</a:t>
            </a:r>
          </a:p>
          <a:p xmlns:a="http://schemas.openxmlformats.org/drawingml/2006/main">
            <a:pPr algn="ctr">
              <a:defRPr sz="2250" b="1">
                <a:solidFill>
                  <a:srgbClr val="2563EB"/>
                </a:solidFill>
                <a:latin typeface="Calibri"/>
                <a:ea typeface="Calibri"/>
                <a:cs typeface="Calibri"/>
              </a:defRPr>
            </a:pPr>
            <a:r>
              <a:rPr sz="2250" b="1">
                <a:solidFill>
                  <a:srgbClr val="2563EB"/>
                </a:solidFill>
                <a:latin typeface="Calibri"/>
                <a:ea typeface="Calibri"/>
                <a:cs typeface="Calibri"/>
              </a:rPr>
              <a:t>z = wx + b</a:t>
            </a:r>
          </a:p>
        </p:txBody>
      </p:sp>
      <p:sp>
        <p:nvSpPr>
          <p:cNvPr id="446094257" name="">
            <a:extLst xmlns:a="http://schemas.openxmlformats.org/drawingml/2006/main">
              <a:ext uri="{FF2B5EF4-FFF2-40B4-BE49-F238E27FC236}">
                <a16:creationId xmlns:a16="http://schemas.microsoft.com/office/drawing/2014/main" id="{4983D7FD-B79E-47BF-9C0A-41EC76204805}"/>
              </a:ext>
            </a:extLst>
          </p:cNvPr>
          <p:cNvSpPr>
            <a:spLocks xmlns:a="http://schemas.openxmlformats.org/drawingml/2006/main" noGrp="1"/>
          </p:cNvSpPr>
          <p:nvPr/>
        </p:nvSpPr>
        <p:spPr>
          <a:xfrm xmlns:a="http://schemas.openxmlformats.org/drawingml/2006/main">
            <a:off x="4619625" y="43338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B981"/>
                </a:solidFill>
                <a:latin typeface="Calibri"/>
                <a:ea typeface="Calibri"/>
                <a:cs typeface="Calibri"/>
              </a:defRPr>
            </a:pPr>
            <a:r>
              <a:rPr sz="1500" b="1">
                <a:solidFill>
                  <a:srgbClr val="10B981"/>
                </a:solidFill>
                <a:latin typeface="Calibri"/>
                <a:ea typeface="Calibri"/>
                <a:cs typeface="Calibri"/>
              </a:rPr>
              <a:t>bias b belongs inside this perceptron</a:t>
            </a:r>
          </a:p>
        </p:txBody>
      </p:sp>
      <p:sp>
        <p:nvSpPr>
          <p:cNvPr id="446094258" name="">
            <a:extLst xmlns:a="http://schemas.openxmlformats.org/drawingml/2006/main">
              <a:ext uri="{FF2B5EF4-FFF2-40B4-BE49-F238E27FC236}">
                <a16:creationId xmlns:a16="http://schemas.microsoft.com/office/drawing/2014/main" id="{CE3DE6B8-E855-4E94-93DD-92938B3A9E72}"/>
              </a:ext>
            </a:extLst>
          </p:cNvPr>
          <p:cNvSpPr>
            <a:spLocks xmlns:a="http://schemas.openxmlformats.org/drawingml/2006/main" noGrp="1"/>
          </p:cNvSpPr>
          <p:nvPr/>
        </p:nvSpPr>
        <p:spPr>
          <a:xfrm xmlns:a="http://schemas.openxmlformats.org/drawingml/2006/main">
            <a:off x="7953375" y="3219450"/>
            <a:ext cx="1047750"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446094259" name="">
            <a:extLst xmlns:a="http://schemas.openxmlformats.org/drawingml/2006/main">
              <a:ext uri="{FF2B5EF4-FFF2-40B4-BE49-F238E27FC236}">
                <a16:creationId xmlns:a16="http://schemas.microsoft.com/office/drawing/2014/main" id="{75C1CB42-134F-4C5A-90CE-E7F646CA4497}"/>
              </a:ext>
            </a:extLst>
          </p:cNvPr>
          <p:cNvSpPr>
            <a:spLocks xmlns:a="http://schemas.openxmlformats.org/drawingml/2006/main" noGrp="1"/>
          </p:cNvSpPr>
          <p:nvPr/>
        </p:nvSpPr>
        <p:spPr>
          <a:xfrm xmlns:a="http://schemas.openxmlformats.org/drawingml/2006/main">
            <a:off x="9286875" y="3048000"/>
            <a:ext cx="1285875"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950" b="1">
                <a:solidFill>
                  <a:srgbClr val="10B981"/>
                </a:solidFill>
                <a:latin typeface="Calibri"/>
                <a:ea typeface="Calibri"/>
                <a:cs typeface="Calibri"/>
              </a:defRPr>
            </a:pPr>
            <a:r>
              <a:rPr sz="1950" b="1">
                <a:solidFill>
                  <a:srgbClr val="10B981"/>
                </a:solidFill>
                <a:latin typeface="Calibri"/>
                <a:ea typeface="Calibri"/>
                <a:cs typeface="Calibri"/>
              </a:rPr>
              <a:t>h = σ(z)</a:t>
            </a:r>
          </a:p>
        </p:txBody>
      </p:sp>
      <p:sp>
        <p:nvSpPr>
          <p:cNvPr id="446094260" name="">
            <a:extLst xmlns:a="http://schemas.openxmlformats.org/drawingml/2006/main">
              <a:ext uri="{FF2B5EF4-FFF2-40B4-BE49-F238E27FC236}">
                <a16:creationId xmlns:a16="http://schemas.microsoft.com/office/drawing/2014/main" id="{18C02E32-0088-4BB9-9E7A-1C81BF442651}"/>
              </a:ext>
            </a:extLst>
          </p:cNvPr>
          <p:cNvSpPr>
            <a:spLocks xmlns:a="http://schemas.openxmlformats.org/drawingml/2006/main" noGrp="1"/>
          </p:cNvSpPr>
          <p:nvPr/>
        </p:nvSpPr>
        <p:spPr>
          <a:xfrm xmlns:a="http://schemas.openxmlformats.org/drawingml/2006/main">
            <a:off x="8905875" y="43338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0B981"/>
                </a:solidFill>
                <a:latin typeface="Calibri"/>
                <a:ea typeface="Calibri"/>
                <a:cs typeface="Calibri"/>
              </a:defRPr>
            </a:pPr>
            <a:r>
              <a:rPr sz="1425" b="1">
                <a:solidFill>
                  <a:srgbClr val="10B981"/>
                </a:solidFill>
                <a:latin typeface="Calibri"/>
                <a:ea typeface="Calibri"/>
                <a:cs typeface="Calibri"/>
              </a:rPr>
              <a:t>σ = activation function</a:t>
            </a:r>
          </a:p>
        </p:txBody>
      </p:sp>
      <p:sp>
        <p:nvSpPr>
          <p:cNvPr id="446094261" name="">
            <a:extLst xmlns:a="http://schemas.openxmlformats.org/drawingml/2006/main">
              <a:ext uri="{FF2B5EF4-FFF2-40B4-BE49-F238E27FC236}">
                <a16:creationId xmlns:a16="http://schemas.microsoft.com/office/drawing/2014/main" id="{BDD9D848-D473-433D-B307-C38E0E80C152}"/>
              </a:ext>
            </a:extLst>
          </p:cNvPr>
          <p:cNvSpPr>
            <a:spLocks xmlns:a="http://schemas.openxmlformats.org/drawingml/2006/main" noGrp="1"/>
          </p:cNvSpPr>
          <p:nvPr/>
        </p:nvSpPr>
        <p:spPr>
          <a:xfrm xmlns:a="http://schemas.openxmlformats.org/drawingml/2006/main">
            <a:off x="1524000" y="523875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0F19"/>
                </a:solidFill>
                <a:latin typeface="Calibri"/>
                <a:ea typeface="Calibri"/>
                <a:cs typeface="Calibri"/>
              </a:defRPr>
            </a:pPr>
            <a:r>
              <a:rPr sz="1725" b="1">
                <a:solidFill>
                  <a:srgbClr val="0B0F19"/>
                </a:solidFill>
                <a:latin typeface="Calibri"/>
                <a:ea typeface="Calibri"/>
                <a:cs typeface="Calibri"/>
              </a:rPr>
              <a:t>For width 1, every layer learns one weight and one bias.</a:t>
            </a:r>
          </a:p>
        </p:txBody>
      </p:sp>
    </p:spTree>
    <p:extLst>
      <p:ext uri="{BB962C8B-B14F-4D97-AF65-F5344CB8AC3E}">
        <p14:creationId xmlns:p14="http://schemas.microsoft.com/office/powerpoint/2010/main" val="28949082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2795224" name="">
            <a:extLst xmlns:a="http://schemas.openxmlformats.org/drawingml/2006/main">
              <a:ext uri="{FF2B5EF4-FFF2-40B4-BE49-F238E27FC236}">
                <a16:creationId xmlns:a16="http://schemas.microsoft.com/office/drawing/2014/main" id="{C924F75E-BA05-48C3-A395-8664D5099E7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760078482" name="">
            <a:extLst xmlns:a="http://schemas.openxmlformats.org/drawingml/2006/main">
              <a:ext uri="{FF2B5EF4-FFF2-40B4-BE49-F238E27FC236}">
                <a16:creationId xmlns:a16="http://schemas.microsoft.com/office/drawing/2014/main" id="{26CAE95D-6F47-47F2-87EE-715242940A8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1760078483" name="">
            <a:extLst xmlns:a="http://schemas.openxmlformats.org/drawingml/2006/main">
              <a:ext uri="{FF2B5EF4-FFF2-40B4-BE49-F238E27FC236}">
                <a16:creationId xmlns:a16="http://schemas.microsoft.com/office/drawing/2014/main" id="{3F441339-BBCD-411A-87ED-801C3B4148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0078484" name="">
            <a:extLst xmlns:a="http://schemas.openxmlformats.org/drawingml/2006/main">
              <a:ext uri="{FF2B5EF4-FFF2-40B4-BE49-F238E27FC236}">
                <a16:creationId xmlns:a16="http://schemas.microsoft.com/office/drawing/2014/main" id="{185A0637-3056-4EA1-858F-A8F02A04CF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760078485" name="">
            <a:extLst xmlns:a="http://schemas.openxmlformats.org/drawingml/2006/main">
              <a:ext uri="{FF2B5EF4-FFF2-40B4-BE49-F238E27FC236}">
                <a16:creationId xmlns:a16="http://schemas.microsoft.com/office/drawing/2014/main" id="{570435C3-877F-4E0C-AE71-31E599D560F9}"/>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Why activation matters in a width-1 network</a:t>
            </a:r>
          </a:p>
        </p:txBody>
      </p:sp>
      <p:sp>
        <p:nvSpPr>
          <p:cNvPr id="1760078486" name="">
            <a:extLst xmlns:a="http://schemas.openxmlformats.org/drawingml/2006/main">
              <a:ext uri="{FF2B5EF4-FFF2-40B4-BE49-F238E27FC236}">
                <a16:creationId xmlns:a16="http://schemas.microsoft.com/office/drawing/2014/main" id="{A7F0835C-4D6D-4BE6-A445-6DBC80BD1C0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19</a:t>
            </a:r>
          </a:p>
        </p:txBody>
      </p:sp>
      <p:sp>
        <p:nvSpPr>
          <p:cNvPr id="1760078487" name="">
            <a:extLst xmlns:a="http://schemas.openxmlformats.org/drawingml/2006/main">
              <a:ext uri="{FF2B5EF4-FFF2-40B4-BE49-F238E27FC236}">
                <a16:creationId xmlns:a16="http://schemas.microsoft.com/office/drawing/2014/main" id="{45481546-2F57-48CE-9FB1-261DD974E2F1}"/>
              </a:ext>
            </a:extLst>
          </p:cNvPr>
          <p:cNvSpPr>
            <a:spLocks xmlns:a="http://schemas.openxmlformats.org/drawingml/2006/main" noGrp="1"/>
          </p:cNvSpPr>
          <p:nvPr/>
        </p:nvSpPr>
        <p:spPr>
          <a:xfrm xmlns:a="http://schemas.openxmlformats.org/drawingml/2006/main">
            <a:off x="1714500" y="166687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2563EB"/>
                </a:solidFill>
                <a:latin typeface="Calibri"/>
                <a:ea typeface="Calibri"/>
                <a:cs typeface="Calibri"/>
              </a:defRPr>
            </a:pPr>
            <a:r>
              <a:rPr sz="2025" b="1">
                <a:solidFill>
                  <a:srgbClr val="2563EB"/>
                </a:solidFill>
                <a:latin typeface="Calibri"/>
                <a:ea typeface="Calibri"/>
                <a:cs typeface="Calibri"/>
              </a:rPr>
              <a:t>Same width and depth — different expressive power</a:t>
            </a:r>
          </a:p>
        </p:txBody>
      </p:sp>
      <p:sp>
        <p:nvSpPr>
          <p:cNvPr id="1760078488" name="">
            <a:extLst xmlns:a="http://schemas.openxmlformats.org/drawingml/2006/main">
              <a:ext uri="{FF2B5EF4-FFF2-40B4-BE49-F238E27FC236}">
                <a16:creationId xmlns:a16="http://schemas.microsoft.com/office/drawing/2014/main" id="{678169E5-7E9E-471D-9A87-DCCEB7E3C41D}"/>
              </a:ext>
            </a:extLst>
          </p:cNvPr>
          <p:cNvSpPr>
            <a:spLocks xmlns:a="http://schemas.openxmlformats.org/drawingml/2006/main" noGrp="1"/>
          </p:cNvSpPr>
          <p:nvPr/>
        </p:nvSpPr>
        <p:spPr>
          <a:xfrm xmlns:a="http://schemas.openxmlformats.org/drawingml/2006/main">
            <a:off x="1285875" y="2190750"/>
            <a:ext cx="3667125"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EF4444"/>
                </a:solidFill>
                <a:latin typeface="Calibri"/>
                <a:ea typeface="Calibri"/>
                <a:cs typeface="Calibri"/>
              </a:defRPr>
            </a:pPr>
            <a:r>
              <a:rPr sz="1875" b="1">
                <a:solidFill>
                  <a:srgbClr val="EF4444"/>
                </a:solidFill>
                <a:latin typeface="Calibri"/>
                <a:ea typeface="Calibri"/>
                <a:cs typeface="Calibri"/>
              </a:rPr>
              <a:t>No activation</a:t>
            </a:r>
          </a:p>
        </p:txBody>
      </p:sp>
      <p:sp>
        <p:nvSpPr>
          <p:cNvPr id="1760078489" name="">
            <a:extLst xmlns:a="http://schemas.openxmlformats.org/drawingml/2006/main">
              <a:ext uri="{FF2B5EF4-FFF2-40B4-BE49-F238E27FC236}">
                <a16:creationId xmlns:a16="http://schemas.microsoft.com/office/drawing/2014/main" id="{E158BEC6-E05B-4FAD-BFFA-9CA36F288E2A}"/>
              </a:ext>
            </a:extLst>
          </p:cNvPr>
          <p:cNvSpPr>
            <a:spLocks xmlns:a="http://schemas.openxmlformats.org/drawingml/2006/main" noGrp="1"/>
          </p:cNvSpPr>
          <p:nvPr/>
        </p:nvSpPr>
        <p:spPr>
          <a:xfrm xmlns:a="http://schemas.openxmlformats.org/drawingml/2006/main">
            <a:off x="7239000" y="2190750"/>
            <a:ext cx="3667125"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10B981"/>
                </a:solidFill>
                <a:latin typeface="Calibri"/>
                <a:ea typeface="Calibri"/>
                <a:cs typeface="Calibri"/>
              </a:defRPr>
            </a:pPr>
            <a:r>
              <a:rPr sz="1875" b="1">
                <a:solidFill>
                  <a:srgbClr val="10B981"/>
                </a:solidFill>
                <a:latin typeface="Calibri"/>
                <a:ea typeface="Calibri"/>
                <a:cs typeface="Calibri"/>
              </a:rPr>
              <a:t>With activation σ</a:t>
            </a:r>
          </a:p>
        </p:txBody>
      </p:sp>
      <p:sp>
        <p:nvSpPr>
          <p:cNvPr id="1760078490" name="">
            <a:extLst xmlns:a="http://schemas.openxmlformats.org/drawingml/2006/main">
              <a:ext uri="{FF2B5EF4-FFF2-40B4-BE49-F238E27FC236}">
                <a16:creationId xmlns:a16="http://schemas.microsoft.com/office/drawing/2014/main" id="{E1C54A11-190A-4E4A-9859-E149614FDFE9}"/>
              </a:ext>
            </a:extLst>
          </p:cNvPr>
          <p:cNvSpPr>
            <a:spLocks xmlns:a="http://schemas.openxmlformats.org/drawingml/2006/main" noGrp="1"/>
          </p:cNvSpPr>
          <p:nvPr/>
        </p:nvSpPr>
        <p:spPr>
          <a:xfrm xmlns:a="http://schemas.openxmlformats.org/drawingml/2006/main">
            <a:off x="1466850" y="3333750"/>
            <a:ext cx="5905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x</a:t>
            </a:r>
          </a:p>
        </p:txBody>
      </p:sp>
      <p:sp>
        <p:nvSpPr>
          <p:cNvPr id="1760078491" name="">
            <a:extLst xmlns:a="http://schemas.openxmlformats.org/drawingml/2006/main">
              <a:ext uri="{FF2B5EF4-FFF2-40B4-BE49-F238E27FC236}">
                <a16:creationId xmlns:a16="http://schemas.microsoft.com/office/drawing/2014/main" id="{59B20CA1-EB61-4678-9AE3-0331FD98FF68}"/>
              </a:ext>
            </a:extLst>
          </p:cNvPr>
          <p:cNvSpPr>
            <a:spLocks xmlns:a="http://schemas.openxmlformats.org/drawingml/2006/main" noGrp="1"/>
          </p:cNvSpPr>
          <p:nvPr/>
        </p:nvSpPr>
        <p:spPr>
          <a:xfrm xmlns:a="http://schemas.openxmlformats.org/drawingml/2006/main">
            <a:off x="2076450"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492" name="">
            <a:extLst xmlns:a="http://schemas.openxmlformats.org/drawingml/2006/main">
              <a:ext uri="{FF2B5EF4-FFF2-40B4-BE49-F238E27FC236}">
                <a16:creationId xmlns:a16="http://schemas.microsoft.com/office/drawing/2014/main" id="{3266E872-DFEC-4A6B-8F3C-5794E5F4A7BF}"/>
              </a:ext>
            </a:extLst>
          </p:cNvPr>
          <p:cNvSpPr>
            <a:spLocks xmlns:a="http://schemas.openxmlformats.org/drawingml/2006/main" noGrp="1"/>
          </p:cNvSpPr>
          <p:nvPr/>
        </p:nvSpPr>
        <p:spPr>
          <a:xfrm xmlns:a="http://schemas.openxmlformats.org/drawingml/2006/main">
            <a:off x="2419350" y="3333750"/>
            <a:ext cx="5905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h₁</a:t>
            </a:r>
          </a:p>
        </p:txBody>
      </p:sp>
      <p:sp>
        <p:nvSpPr>
          <p:cNvPr id="1760078493" name="">
            <a:extLst xmlns:a="http://schemas.openxmlformats.org/drawingml/2006/main">
              <a:ext uri="{FF2B5EF4-FFF2-40B4-BE49-F238E27FC236}">
                <a16:creationId xmlns:a16="http://schemas.microsoft.com/office/drawing/2014/main" id="{3DAB2D67-D611-459A-AE27-0826D84872A9}"/>
              </a:ext>
            </a:extLst>
          </p:cNvPr>
          <p:cNvSpPr>
            <a:spLocks xmlns:a="http://schemas.openxmlformats.org/drawingml/2006/main" noGrp="1"/>
          </p:cNvSpPr>
          <p:nvPr/>
        </p:nvSpPr>
        <p:spPr>
          <a:xfrm xmlns:a="http://schemas.openxmlformats.org/drawingml/2006/main">
            <a:off x="3028950"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494" name="">
            <a:extLst xmlns:a="http://schemas.openxmlformats.org/drawingml/2006/main">
              <a:ext uri="{FF2B5EF4-FFF2-40B4-BE49-F238E27FC236}">
                <a16:creationId xmlns:a16="http://schemas.microsoft.com/office/drawing/2014/main" id="{A0C55B9E-128E-442F-90AF-073BC425D140}"/>
              </a:ext>
            </a:extLst>
          </p:cNvPr>
          <p:cNvSpPr>
            <a:spLocks xmlns:a="http://schemas.openxmlformats.org/drawingml/2006/main" noGrp="1"/>
          </p:cNvSpPr>
          <p:nvPr/>
        </p:nvSpPr>
        <p:spPr>
          <a:xfrm xmlns:a="http://schemas.openxmlformats.org/drawingml/2006/main">
            <a:off x="3371850" y="3333750"/>
            <a:ext cx="5905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h₂</a:t>
            </a:r>
          </a:p>
        </p:txBody>
      </p:sp>
      <p:sp>
        <p:nvSpPr>
          <p:cNvPr id="1760078495" name="">
            <a:extLst xmlns:a="http://schemas.openxmlformats.org/drawingml/2006/main">
              <a:ext uri="{FF2B5EF4-FFF2-40B4-BE49-F238E27FC236}">
                <a16:creationId xmlns:a16="http://schemas.microsoft.com/office/drawing/2014/main" id="{84AE2106-70CB-416D-9A5F-06EE35DF0D6C}"/>
              </a:ext>
            </a:extLst>
          </p:cNvPr>
          <p:cNvSpPr>
            <a:spLocks xmlns:a="http://schemas.openxmlformats.org/drawingml/2006/main" noGrp="1"/>
          </p:cNvSpPr>
          <p:nvPr/>
        </p:nvSpPr>
        <p:spPr>
          <a:xfrm xmlns:a="http://schemas.openxmlformats.org/drawingml/2006/main">
            <a:off x="3981450"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496" name="">
            <a:extLst xmlns:a="http://schemas.openxmlformats.org/drawingml/2006/main">
              <a:ext uri="{FF2B5EF4-FFF2-40B4-BE49-F238E27FC236}">
                <a16:creationId xmlns:a16="http://schemas.microsoft.com/office/drawing/2014/main" id="{75FD0591-A953-45AF-9B87-18BFB1E7B4B8}"/>
              </a:ext>
            </a:extLst>
          </p:cNvPr>
          <p:cNvSpPr>
            <a:spLocks xmlns:a="http://schemas.openxmlformats.org/drawingml/2006/main" noGrp="1"/>
          </p:cNvSpPr>
          <p:nvPr/>
        </p:nvSpPr>
        <p:spPr>
          <a:xfrm xmlns:a="http://schemas.openxmlformats.org/drawingml/2006/main">
            <a:off x="4324350" y="3333750"/>
            <a:ext cx="5905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EF4444"/>
                </a:solidFill>
                <a:latin typeface="Calibri"/>
                <a:ea typeface="Calibri"/>
                <a:cs typeface="Calibri"/>
              </a:defRPr>
            </a:pPr>
            <a:r>
              <a:rPr sz="1650" b="1">
                <a:solidFill>
                  <a:srgbClr val="EF4444"/>
                </a:solidFill>
                <a:latin typeface="Calibri"/>
                <a:ea typeface="Calibri"/>
                <a:cs typeface="Calibri"/>
              </a:rPr>
              <a:t>ŷ</a:t>
            </a:r>
          </a:p>
        </p:txBody>
      </p:sp>
      <p:sp>
        <p:nvSpPr>
          <p:cNvPr id="1760078497" name="">
            <a:extLst xmlns:a="http://schemas.openxmlformats.org/drawingml/2006/main">
              <a:ext uri="{FF2B5EF4-FFF2-40B4-BE49-F238E27FC236}">
                <a16:creationId xmlns:a16="http://schemas.microsoft.com/office/drawing/2014/main" id="{845D2B15-1A11-4681-A28B-12170F215244}"/>
              </a:ext>
            </a:extLst>
          </p:cNvPr>
          <p:cNvSpPr>
            <a:spLocks xmlns:a="http://schemas.openxmlformats.org/drawingml/2006/main" noGrp="1"/>
          </p:cNvSpPr>
          <p:nvPr/>
        </p:nvSpPr>
        <p:spPr>
          <a:xfrm xmlns:a="http://schemas.openxmlformats.org/drawingml/2006/main">
            <a:off x="7419975" y="3333750"/>
            <a:ext cx="59055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x</a:t>
            </a:r>
          </a:p>
        </p:txBody>
      </p:sp>
      <p:sp>
        <p:nvSpPr>
          <p:cNvPr id="1760078498" name="">
            <a:extLst xmlns:a="http://schemas.openxmlformats.org/drawingml/2006/main">
              <a:ext uri="{FF2B5EF4-FFF2-40B4-BE49-F238E27FC236}">
                <a16:creationId xmlns:a16="http://schemas.microsoft.com/office/drawing/2014/main" id="{71CBD66A-B089-47D8-932B-B3D87BED458D}"/>
              </a:ext>
            </a:extLst>
          </p:cNvPr>
          <p:cNvSpPr>
            <a:spLocks xmlns:a="http://schemas.openxmlformats.org/drawingml/2006/main" noGrp="1"/>
          </p:cNvSpPr>
          <p:nvPr/>
        </p:nvSpPr>
        <p:spPr>
          <a:xfrm xmlns:a="http://schemas.openxmlformats.org/drawingml/2006/main">
            <a:off x="8029575"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499" name="">
            <a:extLst xmlns:a="http://schemas.openxmlformats.org/drawingml/2006/main">
              <a:ext uri="{FF2B5EF4-FFF2-40B4-BE49-F238E27FC236}">
                <a16:creationId xmlns:a16="http://schemas.microsoft.com/office/drawing/2014/main" id="{27D9AF88-2ABD-40B7-8753-33B12CE5565A}"/>
              </a:ext>
            </a:extLst>
          </p:cNvPr>
          <p:cNvSpPr>
            <a:spLocks xmlns:a="http://schemas.openxmlformats.org/drawingml/2006/main" noGrp="1"/>
          </p:cNvSpPr>
          <p:nvPr/>
        </p:nvSpPr>
        <p:spPr>
          <a:xfrm xmlns:a="http://schemas.openxmlformats.org/drawingml/2006/main">
            <a:off x="8372475" y="3333750"/>
            <a:ext cx="590550" cy="590550"/>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h₁</a:t>
            </a:r>
          </a:p>
        </p:txBody>
      </p:sp>
      <p:sp>
        <p:nvSpPr>
          <p:cNvPr id="1760078500" name="">
            <a:extLst xmlns:a="http://schemas.openxmlformats.org/drawingml/2006/main">
              <a:ext uri="{FF2B5EF4-FFF2-40B4-BE49-F238E27FC236}">
                <a16:creationId xmlns:a16="http://schemas.microsoft.com/office/drawing/2014/main" id="{1354ED04-1BD3-4955-8C12-5654F27A4F24}"/>
              </a:ext>
            </a:extLst>
          </p:cNvPr>
          <p:cNvSpPr>
            <a:spLocks xmlns:a="http://schemas.openxmlformats.org/drawingml/2006/main" noGrp="1"/>
          </p:cNvSpPr>
          <p:nvPr/>
        </p:nvSpPr>
        <p:spPr>
          <a:xfrm xmlns:a="http://schemas.openxmlformats.org/drawingml/2006/main">
            <a:off x="8982075"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501" name="">
            <a:extLst xmlns:a="http://schemas.openxmlformats.org/drawingml/2006/main">
              <a:ext uri="{FF2B5EF4-FFF2-40B4-BE49-F238E27FC236}">
                <a16:creationId xmlns:a16="http://schemas.microsoft.com/office/drawing/2014/main" id="{39570633-F356-4B02-8FB6-A96E18D063EC}"/>
              </a:ext>
            </a:extLst>
          </p:cNvPr>
          <p:cNvSpPr>
            <a:spLocks xmlns:a="http://schemas.openxmlformats.org/drawingml/2006/main" noGrp="1"/>
          </p:cNvSpPr>
          <p:nvPr/>
        </p:nvSpPr>
        <p:spPr>
          <a:xfrm xmlns:a="http://schemas.openxmlformats.org/drawingml/2006/main">
            <a:off x="9324975" y="3333750"/>
            <a:ext cx="590550" cy="590550"/>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h₂</a:t>
            </a:r>
          </a:p>
        </p:txBody>
      </p:sp>
      <p:sp>
        <p:nvSpPr>
          <p:cNvPr id="1760078502" name="">
            <a:extLst xmlns:a="http://schemas.openxmlformats.org/drawingml/2006/main">
              <a:ext uri="{FF2B5EF4-FFF2-40B4-BE49-F238E27FC236}">
                <a16:creationId xmlns:a16="http://schemas.microsoft.com/office/drawing/2014/main" id="{B1608E22-A8D3-4D72-85FD-A5CFE156D5CA}"/>
              </a:ext>
            </a:extLst>
          </p:cNvPr>
          <p:cNvSpPr>
            <a:spLocks xmlns:a="http://schemas.openxmlformats.org/drawingml/2006/main" noGrp="1"/>
          </p:cNvSpPr>
          <p:nvPr/>
        </p:nvSpPr>
        <p:spPr>
          <a:xfrm xmlns:a="http://schemas.openxmlformats.org/drawingml/2006/main">
            <a:off x="9934575" y="3429000"/>
            <a:ext cx="45720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760078503" name="">
            <a:extLst xmlns:a="http://schemas.openxmlformats.org/drawingml/2006/main">
              <a:ext uri="{FF2B5EF4-FFF2-40B4-BE49-F238E27FC236}">
                <a16:creationId xmlns:a16="http://schemas.microsoft.com/office/drawing/2014/main" id="{E5193C7D-7CB6-496E-97FE-3B66D78825E0}"/>
              </a:ext>
            </a:extLst>
          </p:cNvPr>
          <p:cNvSpPr>
            <a:spLocks xmlns:a="http://schemas.openxmlformats.org/drawingml/2006/main" noGrp="1"/>
          </p:cNvSpPr>
          <p:nvPr/>
        </p:nvSpPr>
        <p:spPr>
          <a:xfrm xmlns:a="http://schemas.openxmlformats.org/drawingml/2006/main">
            <a:off x="10277475" y="3333750"/>
            <a:ext cx="590550" cy="590550"/>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ŷ</a:t>
            </a:r>
          </a:p>
        </p:txBody>
      </p:sp>
      <p:sp>
        <p:nvSpPr>
          <p:cNvPr id="1760078504" name="">
            <a:extLst xmlns:a="http://schemas.openxmlformats.org/drawingml/2006/main">
              <a:ext uri="{FF2B5EF4-FFF2-40B4-BE49-F238E27FC236}">
                <a16:creationId xmlns:a16="http://schemas.microsoft.com/office/drawing/2014/main" id="{D2603622-3185-49FF-90BE-B4AC9A047EFC}"/>
              </a:ext>
            </a:extLst>
          </p:cNvPr>
          <p:cNvSpPr>
            <a:spLocks xmlns:a="http://schemas.openxmlformats.org/drawingml/2006/main" noGrp="1"/>
          </p:cNvSpPr>
          <p:nvPr/>
        </p:nvSpPr>
        <p:spPr>
          <a:xfrm xmlns:a="http://schemas.openxmlformats.org/drawingml/2006/main">
            <a:off x="1238250" y="4238625"/>
            <a:ext cx="3762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EF4444"/>
                </a:solidFill>
                <a:latin typeface="Calibri"/>
                <a:ea typeface="Calibri"/>
                <a:cs typeface="Calibri"/>
              </a:defRPr>
            </a:pPr>
            <a:r>
              <a:rPr sz="1575" b="1">
                <a:solidFill>
                  <a:srgbClr val="EF4444"/>
                </a:solidFill>
                <a:latin typeface="Calibri"/>
                <a:ea typeface="Calibri"/>
                <a:cs typeface="Calibri"/>
              </a:rPr>
              <a:t>ŷ = ax + c</a:t>
            </a:r>
          </a:p>
          <a:p xmlns:a="http://schemas.openxmlformats.org/drawingml/2006/main">
            <a:pPr algn="ctr">
              <a:defRPr sz="1575" b="1">
                <a:solidFill>
                  <a:srgbClr val="EF4444"/>
                </a:solidFill>
                <a:latin typeface="Calibri"/>
                <a:ea typeface="Calibri"/>
                <a:cs typeface="Calibri"/>
              </a:defRPr>
            </a:pPr>
            <a:r>
              <a:rPr sz="1575" b="1">
                <a:solidFill>
                  <a:srgbClr val="EF4444"/>
                </a:solidFill>
                <a:latin typeface="Calibri"/>
                <a:ea typeface="Calibri"/>
                <a:cs typeface="Calibri"/>
              </a:rPr>
              <a:t>all layers collapse to one linear mapping</a:t>
            </a:r>
          </a:p>
        </p:txBody>
      </p:sp>
      <p:sp>
        <p:nvSpPr>
          <p:cNvPr id="1760078505" name="">
            <a:extLst xmlns:a="http://schemas.openxmlformats.org/drawingml/2006/main">
              <a:ext uri="{FF2B5EF4-FFF2-40B4-BE49-F238E27FC236}">
                <a16:creationId xmlns:a16="http://schemas.microsoft.com/office/drawing/2014/main" id="{B76060DD-EBE0-4D2B-B93F-A5830C64B726}"/>
              </a:ext>
            </a:extLst>
          </p:cNvPr>
          <p:cNvSpPr>
            <a:spLocks xmlns:a="http://schemas.openxmlformats.org/drawingml/2006/main" noGrp="1"/>
          </p:cNvSpPr>
          <p:nvPr/>
        </p:nvSpPr>
        <p:spPr>
          <a:xfrm xmlns:a="http://schemas.openxmlformats.org/drawingml/2006/main">
            <a:off x="7191375" y="4238625"/>
            <a:ext cx="3762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0B981"/>
                </a:solidFill>
                <a:latin typeface="Calibri"/>
                <a:ea typeface="Calibri"/>
                <a:cs typeface="Calibri"/>
              </a:defRPr>
            </a:pPr>
            <a:r>
              <a:rPr sz="1575" b="1">
                <a:solidFill>
                  <a:srgbClr val="10B981"/>
                </a:solidFill>
                <a:latin typeface="Calibri"/>
                <a:ea typeface="Calibri"/>
                <a:cs typeface="Calibri"/>
              </a:rPr>
              <a:t>h₁ = σ(w₁x + b₁)</a:t>
            </a:r>
          </a:p>
          <a:p xmlns:a="http://schemas.openxmlformats.org/drawingml/2006/main">
            <a:pPr algn="ctr">
              <a:defRPr sz="1575" b="1">
                <a:solidFill>
                  <a:srgbClr val="10B981"/>
                </a:solidFill>
                <a:latin typeface="Calibri"/>
                <a:ea typeface="Calibri"/>
                <a:cs typeface="Calibri"/>
              </a:defRPr>
            </a:pPr>
            <a:r>
              <a:rPr sz="1575" b="1">
                <a:solidFill>
                  <a:srgbClr val="10B981"/>
                </a:solidFill>
                <a:latin typeface="Calibri"/>
                <a:ea typeface="Calibri"/>
                <a:cs typeface="Calibri"/>
              </a:rPr>
              <a:t>h₂ = σ(w₂h₁ + b₂)</a:t>
            </a:r>
          </a:p>
        </p:txBody>
      </p:sp>
      <p:sp>
        <p:nvSpPr>
          <p:cNvPr id="1760078506" name="">
            <a:extLst xmlns:a="http://schemas.openxmlformats.org/drawingml/2006/main">
              <a:ext uri="{FF2B5EF4-FFF2-40B4-BE49-F238E27FC236}">
                <a16:creationId xmlns:a16="http://schemas.microsoft.com/office/drawing/2014/main" id="{815A816A-1A89-40FA-B2CE-787F48EA6E6E}"/>
              </a:ext>
            </a:extLst>
          </p:cNvPr>
          <p:cNvSpPr>
            <a:spLocks xmlns:a="http://schemas.openxmlformats.org/drawingml/2006/main" noGrp="1"/>
          </p:cNvSpPr>
          <p:nvPr/>
        </p:nvSpPr>
        <p:spPr>
          <a:xfrm xmlns:a="http://schemas.openxmlformats.org/drawingml/2006/main">
            <a:off x="1476375" y="5286375"/>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σ between hidden layers is what lets a width-1 network model nonlinear behavior.</a:t>
            </a:r>
          </a:p>
        </p:txBody>
      </p:sp>
    </p:spTree>
    <p:extLst>
      <p:ext uri="{BB962C8B-B14F-4D97-AF65-F5344CB8AC3E}">
        <p14:creationId xmlns:p14="http://schemas.microsoft.com/office/powerpoint/2010/main" val="41845698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8238270" name="">
            <a:extLst xmlns:a="http://schemas.openxmlformats.org/drawingml/2006/main">
              <a:ext uri="{FF2B5EF4-FFF2-40B4-BE49-F238E27FC236}">
                <a16:creationId xmlns:a16="http://schemas.microsoft.com/office/drawing/2014/main" id="{6B4D1DEC-A23B-4F6F-96F5-223FD611ED5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353957074" name="">
            <a:extLst xmlns:a="http://schemas.openxmlformats.org/drawingml/2006/main">
              <a:ext uri="{FF2B5EF4-FFF2-40B4-BE49-F238E27FC236}">
                <a16:creationId xmlns:a16="http://schemas.microsoft.com/office/drawing/2014/main" id="{448D459E-A4DD-4761-A463-BA5B6CE5889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655922991" name="">
            <a:extLst xmlns:a="http://schemas.openxmlformats.org/drawingml/2006/main">
              <a:ext uri="{FF2B5EF4-FFF2-40B4-BE49-F238E27FC236}">
                <a16:creationId xmlns:a16="http://schemas.microsoft.com/office/drawing/2014/main" id="{0789A2DE-1F78-43C4-9F92-E9B021C017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46766032" name="">
            <a:extLst xmlns:a="http://schemas.openxmlformats.org/drawingml/2006/main">
              <a:ext uri="{FF2B5EF4-FFF2-40B4-BE49-F238E27FC236}">
                <a16:creationId xmlns:a16="http://schemas.microsoft.com/office/drawing/2014/main" id="{AD3FC29B-AC0B-4C5D-8F68-0DD1FE5D117E}"/>
              </a:ext>
            </a:extLst>
          </p:cNvPr>
          <p:cNvSpPr>
            <a:spLocks xmlns:a="http://schemas.openxmlformats.org/drawingml/2006/main" noGrp="1"/>
          </p:cNvSpPr>
          <p:nvPr/>
        </p:nvSpPr>
        <p:spPr>
          <a:xfrm xmlns:a="http://schemas.openxmlformats.org/drawingml/2006/main">
            <a:off x="14287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8555362" name="">
            <a:extLst xmlns:a="http://schemas.openxmlformats.org/drawingml/2006/main">
              <a:ext uri="{FF2B5EF4-FFF2-40B4-BE49-F238E27FC236}">
                <a16:creationId xmlns:a16="http://schemas.microsoft.com/office/drawing/2014/main" id="{30A6A748-873A-40DB-BA88-B09C3F14276B}"/>
              </a:ext>
            </a:extLst>
          </p:cNvPr>
          <p:cNvSpPr>
            <a:spLocks xmlns:a="http://schemas.openxmlformats.org/drawingml/2006/main" noGrp="1"/>
          </p:cNvSpPr>
          <p:nvPr/>
        </p:nvSpPr>
        <p:spPr>
          <a:xfrm xmlns:a="http://schemas.openxmlformats.org/drawingml/2006/main">
            <a:off x="13335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798446494" name="">
            <a:extLst xmlns:a="http://schemas.openxmlformats.org/drawingml/2006/main">
              <a:ext uri="{FF2B5EF4-FFF2-40B4-BE49-F238E27FC236}">
                <a16:creationId xmlns:a16="http://schemas.microsoft.com/office/drawing/2014/main" id="{63D156BF-467A-43C1-83FB-37B4ABD2FCD5}"/>
              </a:ext>
            </a:extLst>
          </p:cNvPr>
          <p:cNvSpPr>
            <a:spLocks xmlns:a="http://schemas.openxmlformats.org/drawingml/2006/main" noGrp="1"/>
          </p:cNvSpPr>
          <p:nvPr/>
        </p:nvSpPr>
        <p:spPr>
          <a:xfrm xmlns:a="http://schemas.openxmlformats.org/drawingml/2006/main">
            <a:off x="7181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31360632" name="">
            <a:extLst xmlns:a="http://schemas.openxmlformats.org/drawingml/2006/main">
              <a:ext uri="{FF2B5EF4-FFF2-40B4-BE49-F238E27FC236}">
                <a16:creationId xmlns:a16="http://schemas.microsoft.com/office/drawing/2014/main" id="{6079CCEC-CA44-4352-B159-A27FBF0E5200}"/>
              </a:ext>
            </a:extLst>
          </p:cNvPr>
          <p:cNvSpPr>
            <a:spLocks xmlns:a="http://schemas.openxmlformats.org/drawingml/2006/main" noGrp="1"/>
          </p:cNvSpPr>
          <p:nvPr/>
        </p:nvSpPr>
        <p:spPr>
          <a:xfrm xmlns:a="http://schemas.openxmlformats.org/drawingml/2006/main">
            <a:off x="75428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08316479" name="">
            <a:extLst xmlns:a="http://schemas.openxmlformats.org/drawingml/2006/main">
              <a:ext uri="{FF2B5EF4-FFF2-40B4-BE49-F238E27FC236}">
                <a16:creationId xmlns:a16="http://schemas.microsoft.com/office/drawing/2014/main" id="{0D874CC9-8E38-43B9-8CF1-7A532854B787}"/>
              </a:ext>
            </a:extLst>
          </p:cNvPr>
          <p:cNvSpPr>
            <a:spLocks xmlns:a="http://schemas.openxmlformats.org/drawingml/2006/main" noGrp="1"/>
          </p:cNvSpPr>
          <p:nvPr/>
        </p:nvSpPr>
        <p:spPr>
          <a:xfrm xmlns:a="http://schemas.openxmlformats.org/drawingml/2006/main">
            <a:off x="79037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7887148" name="">
            <a:extLst xmlns:a="http://schemas.openxmlformats.org/drawingml/2006/main">
              <a:ext uri="{FF2B5EF4-FFF2-40B4-BE49-F238E27FC236}">
                <a16:creationId xmlns:a16="http://schemas.microsoft.com/office/drawing/2014/main" id="{B806A596-CEB9-48FC-A39D-3C79026F8B2C}"/>
              </a:ext>
            </a:extLst>
          </p:cNvPr>
          <p:cNvSpPr>
            <a:spLocks xmlns:a="http://schemas.openxmlformats.org/drawingml/2006/main" noGrp="1"/>
          </p:cNvSpPr>
          <p:nvPr/>
        </p:nvSpPr>
        <p:spPr>
          <a:xfrm xmlns:a="http://schemas.openxmlformats.org/drawingml/2006/main">
            <a:off x="82646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18087412" name="">
            <a:extLst xmlns:a="http://schemas.openxmlformats.org/drawingml/2006/main">
              <a:ext uri="{FF2B5EF4-FFF2-40B4-BE49-F238E27FC236}">
                <a16:creationId xmlns:a16="http://schemas.microsoft.com/office/drawing/2014/main" id="{71B4F71D-0E01-4CF8-A73D-857CD27300D4}"/>
              </a:ext>
            </a:extLst>
          </p:cNvPr>
          <p:cNvSpPr>
            <a:spLocks xmlns:a="http://schemas.openxmlformats.org/drawingml/2006/main" noGrp="1"/>
          </p:cNvSpPr>
          <p:nvPr/>
        </p:nvSpPr>
        <p:spPr>
          <a:xfrm xmlns:a="http://schemas.openxmlformats.org/drawingml/2006/main">
            <a:off x="86256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98098601" name="">
            <a:extLst xmlns:a="http://schemas.openxmlformats.org/drawingml/2006/main">
              <a:ext uri="{FF2B5EF4-FFF2-40B4-BE49-F238E27FC236}">
                <a16:creationId xmlns:a16="http://schemas.microsoft.com/office/drawing/2014/main" id="{96301466-CFCC-4957-B9CA-7F242394F85E}"/>
              </a:ext>
            </a:extLst>
          </p:cNvPr>
          <p:cNvSpPr>
            <a:spLocks xmlns:a="http://schemas.openxmlformats.org/drawingml/2006/main" noGrp="1"/>
          </p:cNvSpPr>
          <p:nvPr/>
        </p:nvSpPr>
        <p:spPr>
          <a:xfrm xmlns:a="http://schemas.openxmlformats.org/drawingml/2006/main">
            <a:off x="89865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19371134" name="">
            <a:extLst xmlns:a="http://schemas.openxmlformats.org/drawingml/2006/main">
              <a:ext uri="{FF2B5EF4-FFF2-40B4-BE49-F238E27FC236}">
                <a16:creationId xmlns:a16="http://schemas.microsoft.com/office/drawing/2014/main" id="{0447B541-787D-40AD-9B1A-CD99E3BF28A4}"/>
              </a:ext>
            </a:extLst>
          </p:cNvPr>
          <p:cNvSpPr>
            <a:spLocks xmlns:a="http://schemas.openxmlformats.org/drawingml/2006/main" noGrp="1"/>
          </p:cNvSpPr>
          <p:nvPr/>
        </p:nvSpPr>
        <p:spPr>
          <a:xfrm xmlns:a="http://schemas.openxmlformats.org/drawingml/2006/main">
            <a:off x="93475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41839936" name="">
            <a:extLst xmlns:a="http://schemas.openxmlformats.org/drawingml/2006/main">
              <a:ext uri="{FF2B5EF4-FFF2-40B4-BE49-F238E27FC236}">
                <a16:creationId xmlns:a16="http://schemas.microsoft.com/office/drawing/2014/main" id="{7141AC78-CE2A-4D3F-8919-103DD120A619}"/>
              </a:ext>
            </a:extLst>
          </p:cNvPr>
          <p:cNvSpPr>
            <a:spLocks xmlns:a="http://schemas.openxmlformats.org/drawingml/2006/main" noGrp="1"/>
          </p:cNvSpPr>
          <p:nvPr/>
        </p:nvSpPr>
        <p:spPr>
          <a:xfrm xmlns:a="http://schemas.openxmlformats.org/drawingml/2006/main">
            <a:off x="97084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11382277" name="">
            <a:extLst xmlns:a="http://schemas.openxmlformats.org/drawingml/2006/main">
              <a:ext uri="{FF2B5EF4-FFF2-40B4-BE49-F238E27FC236}">
                <a16:creationId xmlns:a16="http://schemas.microsoft.com/office/drawing/2014/main" id="{A02C645D-8260-4649-975B-9F6C033063B9}"/>
              </a:ext>
            </a:extLst>
          </p:cNvPr>
          <p:cNvSpPr>
            <a:spLocks xmlns:a="http://schemas.openxmlformats.org/drawingml/2006/main" noGrp="1"/>
          </p:cNvSpPr>
          <p:nvPr/>
        </p:nvSpPr>
        <p:spPr>
          <a:xfrm xmlns:a="http://schemas.openxmlformats.org/drawingml/2006/main">
            <a:off x="100694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0347313" name="">
            <a:extLst xmlns:a="http://schemas.openxmlformats.org/drawingml/2006/main">
              <a:ext uri="{FF2B5EF4-FFF2-40B4-BE49-F238E27FC236}">
                <a16:creationId xmlns:a16="http://schemas.microsoft.com/office/drawing/2014/main" id="{49B98B2C-C792-49EC-96DE-6DBDCEC479A8}"/>
              </a:ext>
            </a:extLst>
          </p:cNvPr>
          <p:cNvSpPr>
            <a:spLocks xmlns:a="http://schemas.openxmlformats.org/drawingml/2006/main" noGrp="1"/>
          </p:cNvSpPr>
          <p:nvPr/>
        </p:nvSpPr>
        <p:spPr>
          <a:xfrm xmlns:a="http://schemas.openxmlformats.org/drawingml/2006/main">
            <a:off x="104303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75951613" name="">
            <a:extLst xmlns:a="http://schemas.openxmlformats.org/drawingml/2006/main">
              <a:ext uri="{FF2B5EF4-FFF2-40B4-BE49-F238E27FC236}">
                <a16:creationId xmlns:a16="http://schemas.microsoft.com/office/drawing/2014/main" id="{2FB8F201-768D-41D1-917E-421D3F8146B4}"/>
              </a:ext>
            </a:extLst>
          </p:cNvPr>
          <p:cNvSpPr>
            <a:spLocks xmlns:a="http://schemas.openxmlformats.org/drawingml/2006/main" noGrp="1"/>
          </p:cNvSpPr>
          <p:nvPr/>
        </p:nvSpPr>
        <p:spPr>
          <a:xfrm xmlns:a="http://schemas.openxmlformats.org/drawingml/2006/main">
            <a:off x="107913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1103331" name="">
            <a:extLst xmlns:a="http://schemas.openxmlformats.org/drawingml/2006/main">
              <a:ext uri="{FF2B5EF4-FFF2-40B4-BE49-F238E27FC236}">
                <a16:creationId xmlns:a16="http://schemas.microsoft.com/office/drawing/2014/main" id="{BEF64F52-4787-4028-BD9E-016400E51B6E}"/>
              </a:ext>
            </a:extLst>
          </p:cNvPr>
          <p:cNvSpPr>
            <a:spLocks xmlns:a="http://schemas.openxmlformats.org/drawingml/2006/main" noGrp="1"/>
          </p:cNvSpPr>
          <p:nvPr/>
        </p:nvSpPr>
        <p:spPr>
          <a:xfrm xmlns:a="http://schemas.openxmlformats.org/drawingml/2006/main">
            <a:off x="111522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49083650" name="">
            <a:extLst xmlns:a="http://schemas.openxmlformats.org/drawingml/2006/main">
              <a:ext uri="{FF2B5EF4-FFF2-40B4-BE49-F238E27FC236}">
                <a16:creationId xmlns:a16="http://schemas.microsoft.com/office/drawing/2014/main" id="{9BA56F1B-17EF-445C-A027-AEE2B6AA0F0C}"/>
              </a:ext>
            </a:extLst>
          </p:cNvPr>
          <p:cNvSpPr>
            <a:spLocks xmlns:a="http://schemas.openxmlformats.org/drawingml/2006/main" noGrp="1"/>
          </p:cNvSpPr>
          <p:nvPr/>
        </p:nvSpPr>
        <p:spPr>
          <a:xfrm xmlns:a="http://schemas.openxmlformats.org/drawingml/2006/main">
            <a:off x="115132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494481514" name="">
            <a:extLst xmlns:a="http://schemas.openxmlformats.org/drawingml/2006/main">
              <a:ext uri="{FF2B5EF4-FFF2-40B4-BE49-F238E27FC236}">
                <a16:creationId xmlns:a16="http://schemas.microsoft.com/office/drawing/2014/main" id="{87007563-F0FB-40A9-AC7B-9ABDBCC375D0}"/>
              </a:ext>
            </a:extLst>
          </p:cNvPr>
          <p:cNvSpPr>
            <a:spLocks xmlns:a="http://schemas.openxmlformats.org/drawingml/2006/main" noGrp="1"/>
          </p:cNvSpPr>
          <p:nvPr/>
        </p:nvSpPr>
        <p:spPr>
          <a:xfrm xmlns:a="http://schemas.openxmlformats.org/drawingml/2006/main">
            <a:off x="118741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16239214" name="">
            <a:extLst xmlns:a="http://schemas.openxmlformats.org/drawingml/2006/main">
              <a:ext uri="{FF2B5EF4-FFF2-40B4-BE49-F238E27FC236}">
                <a16:creationId xmlns:a16="http://schemas.microsoft.com/office/drawing/2014/main" id="{DF8F44C8-21B6-4619-810E-648C67DFE582}"/>
              </a:ext>
            </a:extLst>
          </p:cNvPr>
          <p:cNvSpPr>
            <a:spLocks xmlns:a="http://schemas.openxmlformats.org/drawingml/2006/main" noGrp="1"/>
          </p:cNvSpPr>
          <p:nvPr/>
        </p:nvSpPr>
        <p:spPr>
          <a:xfrm xmlns:a="http://schemas.openxmlformats.org/drawingml/2006/main">
            <a:off x="122351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99070086" name="">
            <a:extLst xmlns:a="http://schemas.openxmlformats.org/drawingml/2006/main">
              <a:ext uri="{FF2B5EF4-FFF2-40B4-BE49-F238E27FC236}">
                <a16:creationId xmlns:a16="http://schemas.microsoft.com/office/drawing/2014/main" id="{D6B67065-531D-42CC-A671-E168C04D8B5C}"/>
              </a:ext>
            </a:extLst>
          </p:cNvPr>
          <p:cNvSpPr>
            <a:spLocks xmlns:a="http://schemas.openxmlformats.org/drawingml/2006/main" noGrp="1"/>
          </p:cNvSpPr>
          <p:nvPr/>
        </p:nvSpPr>
        <p:spPr>
          <a:xfrm xmlns:a="http://schemas.openxmlformats.org/drawingml/2006/main">
            <a:off x="125960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89553866" name="">
            <a:extLst xmlns:a="http://schemas.openxmlformats.org/drawingml/2006/main">
              <a:ext uri="{FF2B5EF4-FFF2-40B4-BE49-F238E27FC236}">
                <a16:creationId xmlns:a16="http://schemas.microsoft.com/office/drawing/2014/main" id="{10064334-B1B0-42E9-A1E3-5CCD400B1793}"/>
              </a:ext>
            </a:extLst>
          </p:cNvPr>
          <p:cNvSpPr>
            <a:spLocks xmlns:a="http://schemas.openxmlformats.org/drawingml/2006/main" noGrp="1"/>
          </p:cNvSpPr>
          <p:nvPr/>
        </p:nvSpPr>
        <p:spPr>
          <a:xfrm xmlns:a="http://schemas.openxmlformats.org/drawingml/2006/main">
            <a:off x="129570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48114898" name="">
            <a:extLst xmlns:a="http://schemas.openxmlformats.org/drawingml/2006/main">
              <a:ext uri="{FF2B5EF4-FFF2-40B4-BE49-F238E27FC236}">
                <a16:creationId xmlns:a16="http://schemas.microsoft.com/office/drawing/2014/main" id="{5A1EE510-FC5F-405B-A7CD-84DCE352EBD8}"/>
              </a:ext>
            </a:extLst>
          </p:cNvPr>
          <p:cNvSpPr>
            <a:spLocks xmlns:a="http://schemas.openxmlformats.org/drawingml/2006/main" noGrp="1"/>
          </p:cNvSpPr>
          <p:nvPr/>
        </p:nvSpPr>
        <p:spPr>
          <a:xfrm xmlns:a="http://schemas.openxmlformats.org/drawingml/2006/main">
            <a:off x="133179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16299428" name="">
            <a:extLst xmlns:a="http://schemas.openxmlformats.org/drawingml/2006/main">
              <a:ext uri="{FF2B5EF4-FFF2-40B4-BE49-F238E27FC236}">
                <a16:creationId xmlns:a16="http://schemas.microsoft.com/office/drawing/2014/main" id="{9F7DEB25-C142-4F4F-97C8-CB5EA53D74A8}"/>
              </a:ext>
            </a:extLst>
          </p:cNvPr>
          <p:cNvSpPr>
            <a:spLocks xmlns:a="http://schemas.openxmlformats.org/drawingml/2006/main" noGrp="1"/>
          </p:cNvSpPr>
          <p:nvPr/>
        </p:nvSpPr>
        <p:spPr>
          <a:xfrm xmlns:a="http://schemas.openxmlformats.org/drawingml/2006/main">
            <a:off x="136789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72644207" name="">
            <a:extLst xmlns:a="http://schemas.openxmlformats.org/drawingml/2006/main">
              <a:ext uri="{FF2B5EF4-FFF2-40B4-BE49-F238E27FC236}">
                <a16:creationId xmlns:a16="http://schemas.microsoft.com/office/drawing/2014/main" id="{5FBFE14F-1518-4BBF-956B-AE75021DAE7A}"/>
              </a:ext>
            </a:extLst>
          </p:cNvPr>
          <p:cNvSpPr>
            <a:spLocks xmlns:a="http://schemas.openxmlformats.org/drawingml/2006/main" noGrp="1"/>
          </p:cNvSpPr>
          <p:nvPr/>
        </p:nvSpPr>
        <p:spPr>
          <a:xfrm xmlns:a="http://schemas.openxmlformats.org/drawingml/2006/main">
            <a:off x="14039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62545873" name="">
            <a:extLst xmlns:a="http://schemas.openxmlformats.org/drawingml/2006/main">
              <a:ext uri="{FF2B5EF4-FFF2-40B4-BE49-F238E27FC236}">
                <a16:creationId xmlns:a16="http://schemas.microsoft.com/office/drawing/2014/main" id="{489DB2CA-F0AD-4D56-8F34-1A2A8455C730}"/>
              </a:ext>
            </a:extLst>
          </p:cNvPr>
          <p:cNvSpPr>
            <a:spLocks xmlns:a="http://schemas.openxmlformats.org/drawingml/2006/main" noGrp="1"/>
          </p:cNvSpPr>
          <p:nvPr/>
        </p:nvSpPr>
        <p:spPr>
          <a:xfrm xmlns:a="http://schemas.openxmlformats.org/drawingml/2006/main">
            <a:off x="1440080" y="330547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64844920" name="">
            <a:extLst xmlns:a="http://schemas.openxmlformats.org/drawingml/2006/main">
              <a:ext uri="{FF2B5EF4-FFF2-40B4-BE49-F238E27FC236}">
                <a16:creationId xmlns:a16="http://schemas.microsoft.com/office/drawing/2014/main" id="{AE06EE89-E8F2-4877-AEF5-851A3A66169C}"/>
              </a:ext>
            </a:extLst>
          </p:cNvPr>
          <p:cNvSpPr>
            <a:spLocks xmlns:a="http://schemas.openxmlformats.org/drawingml/2006/main" noGrp="1"/>
          </p:cNvSpPr>
          <p:nvPr/>
        </p:nvSpPr>
        <p:spPr>
          <a:xfrm xmlns:a="http://schemas.openxmlformats.org/drawingml/2006/main">
            <a:off x="1476174" y="325434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95715619" name="">
            <a:extLst xmlns:a="http://schemas.openxmlformats.org/drawingml/2006/main">
              <a:ext uri="{FF2B5EF4-FFF2-40B4-BE49-F238E27FC236}">
                <a16:creationId xmlns:a16="http://schemas.microsoft.com/office/drawing/2014/main" id="{FA9CB1CD-92F9-41FE-A423-C270CE6757E0}"/>
              </a:ext>
            </a:extLst>
          </p:cNvPr>
          <p:cNvSpPr>
            <a:spLocks xmlns:a="http://schemas.openxmlformats.org/drawingml/2006/main" noGrp="1"/>
          </p:cNvSpPr>
          <p:nvPr/>
        </p:nvSpPr>
        <p:spPr>
          <a:xfrm xmlns:a="http://schemas.openxmlformats.org/drawingml/2006/main">
            <a:off x="1512269" y="320320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24088420" name="">
            <a:extLst xmlns:a="http://schemas.openxmlformats.org/drawingml/2006/main">
              <a:ext uri="{FF2B5EF4-FFF2-40B4-BE49-F238E27FC236}">
                <a16:creationId xmlns:a16="http://schemas.microsoft.com/office/drawing/2014/main" id="{F39B65DB-2707-446E-B5AD-7A641A29CFF8}"/>
              </a:ext>
            </a:extLst>
          </p:cNvPr>
          <p:cNvSpPr>
            <a:spLocks xmlns:a="http://schemas.openxmlformats.org/drawingml/2006/main" noGrp="1"/>
          </p:cNvSpPr>
          <p:nvPr/>
        </p:nvSpPr>
        <p:spPr>
          <a:xfrm xmlns:a="http://schemas.openxmlformats.org/drawingml/2006/main">
            <a:off x="1548364" y="315207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42244726" name="">
            <a:extLst xmlns:a="http://schemas.openxmlformats.org/drawingml/2006/main">
              <a:ext uri="{FF2B5EF4-FFF2-40B4-BE49-F238E27FC236}">
                <a16:creationId xmlns:a16="http://schemas.microsoft.com/office/drawing/2014/main" id="{16D2ED64-59F1-4FBA-B2F1-BB67E9A6B51D}"/>
              </a:ext>
            </a:extLst>
          </p:cNvPr>
          <p:cNvSpPr>
            <a:spLocks xmlns:a="http://schemas.openxmlformats.org/drawingml/2006/main" noGrp="1"/>
          </p:cNvSpPr>
          <p:nvPr/>
        </p:nvSpPr>
        <p:spPr>
          <a:xfrm xmlns:a="http://schemas.openxmlformats.org/drawingml/2006/main">
            <a:off x="1584459" y="310093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78265420" name="">
            <a:extLst xmlns:a="http://schemas.openxmlformats.org/drawingml/2006/main">
              <a:ext uri="{FF2B5EF4-FFF2-40B4-BE49-F238E27FC236}">
                <a16:creationId xmlns:a16="http://schemas.microsoft.com/office/drawing/2014/main" id="{35EB70F3-8424-4C4A-A7C2-E97294267BBE}"/>
              </a:ext>
            </a:extLst>
          </p:cNvPr>
          <p:cNvSpPr>
            <a:spLocks xmlns:a="http://schemas.openxmlformats.org/drawingml/2006/main" noGrp="1"/>
          </p:cNvSpPr>
          <p:nvPr/>
        </p:nvSpPr>
        <p:spPr>
          <a:xfrm xmlns:a="http://schemas.openxmlformats.org/drawingml/2006/main">
            <a:off x="1620553" y="304980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78751019" name="">
            <a:extLst xmlns:a="http://schemas.openxmlformats.org/drawingml/2006/main">
              <a:ext uri="{FF2B5EF4-FFF2-40B4-BE49-F238E27FC236}">
                <a16:creationId xmlns:a16="http://schemas.microsoft.com/office/drawing/2014/main" id="{C4457974-524C-4781-A726-5B31FBB08C1E}"/>
              </a:ext>
            </a:extLst>
          </p:cNvPr>
          <p:cNvSpPr>
            <a:spLocks xmlns:a="http://schemas.openxmlformats.org/drawingml/2006/main" noGrp="1"/>
          </p:cNvSpPr>
          <p:nvPr/>
        </p:nvSpPr>
        <p:spPr>
          <a:xfrm xmlns:a="http://schemas.openxmlformats.org/drawingml/2006/main">
            <a:off x="1656648" y="299867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96016336" name="">
            <a:extLst xmlns:a="http://schemas.openxmlformats.org/drawingml/2006/main">
              <a:ext uri="{FF2B5EF4-FFF2-40B4-BE49-F238E27FC236}">
                <a16:creationId xmlns:a16="http://schemas.microsoft.com/office/drawing/2014/main" id="{BDC4203B-2FE1-4393-B41E-3F9AFB3647A7}"/>
              </a:ext>
            </a:extLst>
          </p:cNvPr>
          <p:cNvSpPr>
            <a:spLocks xmlns:a="http://schemas.openxmlformats.org/drawingml/2006/main" noGrp="1"/>
          </p:cNvSpPr>
          <p:nvPr/>
        </p:nvSpPr>
        <p:spPr>
          <a:xfrm xmlns:a="http://schemas.openxmlformats.org/drawingml/2006/main">
            <a:off x="1692743" y="294753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92716060" name="">
            <a:extLst xmlns:a="http://schemas.openxmlformats.org/drawingml/2006/main">
              <a:ext uri="{FF2B5EF4-FFF2-40B4-BE49-F238E27FC236}">
                <a16:creationId xmlns:a16="http://schemas.microsoft.com/office/drawing/2014/main" id="{FA9B5BD0-F081-48CF-B5C7-EF79734B44FB}"/>
              </a:ext>
            </a:extLst>
          </p:cNvPr>
          <p:cNvSpPr>
            <a:spLocks xmlns:a="http://schemas.openxmlformats.org/drawingml/2006/main" noGrp="1"/>
          </p:cNvSpPr>
          <p:nvPr/>
        </p:nvSpPr>
        <p:spPr>
          <a:xfrm xmlns:a="http://schemas.openxmlformats.org/drawingml/2006/main">
            <a:off x="1728838" y="289640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15440423" name="">
            <a:extLst xmlns:a="http://schemas.openxmlformats.org/drawingml/2006/main">
              <a:ext uri="{FF2B5EF4-FFF2-40B4-BE49-F238E27FC236}">
                <a16:creationId xmlns:a16="http://schemas.microsoft.com/office/drawing/2014/main" id="{429C7FFB-68EF-4834-B8E2-9F1B182F8D35}"/>
              </a:ext>
            </a:extLst>
          </p:cNvPr>
          <p:cNvSpPr>
            <a:spLocks xmlns:a="http://schemas.openxmlformats.org/drawingml/2006/main" noGrp="1"/>
          </p:cNvSpPr>
          <p:nvPr/>
        </p:nvSpPr>
        <p:spPr>
          <a:xfrm xmlns:a="http://schemas.openxmlformats.org/drawingml/2006/main">
            <a:off x="1764932" y="284526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58602650" name="">
            <a:extLst xmlns:a="http://schemas.openxmlformats.org/drawingml/2006/main">
              <a:ext uri="{FF2B5EF4-FFF2-40B4-BE49-F238E27FC236}">
                <a16:creationId xmlns:a16="http://schemas.microsoft.com/office/drawing/2014/main" id="{C44736A3-DA0C-4786-B8F8-BD1B08CA8BD4}"/>
              </a:ext>
            </a:extLst>
          </p:cNvPr>
          <p:cNvSpPr>
            <a:spLocks xmlns:a="http://schemas.openxmlformats.org/drawingml/2006/main" noGrp="1"/>
          </p:cNvSpPr>
          <p:nvPr/>
        </p:nvSpPr>
        <p:spPr>
          <a:xfrm xmlns:a="http://schemas.openxmlformats.org/drawingml/2006/main">
            <a:off x="1801027" y="279413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29120245" name="">
            <a:extLst xmlns:a="http://schemas.openxmlformats.org/drawingml/2006/main">
              <a:ext uri="{FF2B5EF4-FFF2-40B4-BE49-F238E27FC236}">
                <a16:creationId xmlns:a16="http://schemas.microsoft.com/office/drawing/2014/main" id="{320312AC-ED9B-4083-A258-79C09C203ECE}"/>
              </a:ext>
            </a:extLst>
          </p:cNvPr>
          <p:cNvSpPr>
            <a:spLocks xmlns:a="http://schemas.openxmlformats.org/drawingml/2006/main" noGrp="1"/>
          </p:cNvSpPr>
          <p:nvPr/>
        </p:nvSpPr>
        <p:spPr>
          <a:xfrm xmlns:a="http://schemas.openxmlformats.org/drawingml/2006/main">
            <a:off x="1837122" y="274299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38105708" name="">
            <a:extLst xmlns:a="http://schemas.openxmlformats.org/drawingml/2006/main">
              <a:ext uri="{FF2B5EF4-FFF2-40B4-BE49-F238E27FC236}">
                <a16:creationId xmlns:a16="http://schemas.microsoft.com/office/drawing/2014/main" id="{9E4E1B7A-77CD-42D3-8A6E-02647B963DF3}"/>
              </a:ext>
            </a:extLst>
          </p:cNvPr>
          <p:cNvSpPr>
            <a:spLocks xmlns:a="http://schemas.openxmlformats.org/drawingml/2006/main" noGrp="1"/>
          </p:cNvSpPr>
          <p:nvPr/>
        </p:nvSpPr>
        <p:spPr>
          <a:xfrm xmlns:a="http://schemas.openxmlformats.org/drawingml/2006/main">
            <a:off x="1873217" y="269186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54049644" name="">
            <a:extLst xmlns:a="http://schemas.openxmlformats.org/drawingml/2006/main">
              <a:ext uri="{FF2B5EF4-FFF2-40B4-BE49-F238E27FC236}">
                <a16:creationId xmlns:a16="http://schemas.microsoft.com/office/drawing/2014/main" id="{5DDCB1E2-FC55-48EE-9504-CAFD972FEB9F}"/>
              </a:ext>
            </a:extLst>
          </p:cNvPr>
          <p:cNvSpPr>
            <a:spLocks xmlns:a="http://schemas.openxmlformats.org/drawingml/2006/main" noGrp="1"/>
          </p:cNvSpPr>
          <p:nvPr/>
        </p:nvSpPr>
        <p:spPr>
          <a:xfrm xmlns:a="http://schemas.openxmlformats.org/drawingml/2006/main">
            <a:off x="1909311" y="264073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99412728" name="">
            <a:extLst xmlns:a="http://schemas.openxmlformats.org/drawingml/2006/main">
              <a:ext uri="{FF2B5EF4-FFF2-40B4-BE49-F238E27FC236}">
                <a16:creationId xmlns:a16="http://schemas.microsoft.com/office/drawing/2014/main" id="{B5B9B6BF-7956-46D3-B476-E91C297665A6}"/>
              </a:ext>
            </a:extLst>
          </p:cNvPr>
          <p:cNvSpPr>
            <a:spLocks xmlns:a="http://schemas.openxmlformats.org/drawingml/2006/main" noGrp="1"/>
          </p:cNvSpPr>
          <p:nvPr/>
        </p:nvSpPr>
        <p:spPr>
          <a:xfrm xmlns:a="http://schemas.openxmlformats.org/drawingml/2006/main">
            <a:off x="1945406" y="258959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07491328" name="">
            <a:extLst xmlns:a="http://schemas.openxmlformats.org/drawingml/2006/main">
              <a:ext uri="{FF2B5EF4-FFF2-40B4-BE49-F238E27FC236}">
                <a16:creationId xmlns:a16="http://schemas.microsoft.com/office/drawing/2014/main" id="{DC75FE65-B144-41ED-B474-D053F35A23F2}"/>
              </a:ext>
            </a:extLst>
          </p:cNvPr>
          <p:cNvSpPr>
            <a:spLocks xmlns:a="http://schemas.openxmlformats.org/drawingml/2006/main" noGrp="1"/>
          </p:cNvSpPr>
          <p:nvPr/>
        </p:nvSpPr>
        <p:spPr>
          <a:xfrm xmlns:a="http://schemas.openxmlformats.org/drawingml/2006/main">
            <a:off x="1981501" y="253846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79968266" name="">
            <a:extLst xmlns:a="http://schemas.openxmlformats.org/drawingml/2006/main">
              <a:ext uri="{FF2B5EF4-FFF2-40B4-BE49-F238E27FC236}">
                <a16:creationId xmlns:a16="http://schemas.microsoft.com/office/drawing/2014/main" id="{6C6EFE3C-B2DF-48A5-B17F-BD50797BFBC3}"/>
              </a:ext>
            </a:extLst>
          </p:cNvPr>
          <p:cNvSpPr>
            <a:spLocks xmlns:a="http://schemas.openxmlformats.org/drawingml/2006/main" noGrp="1"/>
          </p:cNvSpPr>
          <p:nvPr/>
        </p:nvSpPr>
        <p:spPr>
          <a:xfrm xmlns:a="http://schemas.openxmlformats.org/drawingml/2006/main">
            <a:off x="2017596" y="248732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06077116" name="">
            <a:extLst xmlns:a="http://schemas.openxmlformats.org/drawingml/2006/main">
              <a:ext uri="{FF2B5EF4-FFF2-40B4-BE49-F238E27FC236}">
                <a16:creationId xmlns:a16="http://schemas.microsoft.com/office/drawing/2014/main" id="{3FDD498A-506F-4B5F-873A-A01498B976D6}"/>
              </a:ext>
            </a:extLst>
          </p:cNvPr>
          <p:cNvSpPr>
            <a:spLocks xmlns:a="http://schemas.openxmlformats.org/drawingml/2006/main" noGrp="1"/>
          </p:cNvSpPr>
          <p:nvPr/>
        </p:nvSpPr>
        <p:spPr>
          <a:xfrm xmlns:a="http://schemas.openxmlformats.org/drawingml/2006/main">
            <a:off x="2053690" y="243619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21220376" name="">
            <a:extLst xmlns:a="http://schemas.openxmlformats.org/drawingml/2006/main">
              <a:ext uri="{FF2B5EF4-FFF2-40B4-BE49-F238E27FC236}">
                <a16:creationId xmlns:a16="http://schemas.microsoft.com/office/drawing/2014/main" id="{4ED3A9ED-C0AD-4FD7-B74A-9D274FD20402}"/>
              </a:ext>
            </a:extLst>
          </p:cNvPr>
          <p:cNvSpPr>
            <a:spLocks xmlns:a="http://schemas.openxmlformats.org/drawingml/2006/main" noGrp="1"/>
          </p:cNvSpPr>
          <p:nvPr/>
        </p:nvSpPr>
        <p:spPr>
          <a:xfrm xmlns:a="http://schemas.openxmlformats.org/drawingml/2006/main">
            <a:off x="2089785" y="238506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90863438" name="">
            <a:extLst xmlns:a="http://schemas.openxmlformats.org/drawingml/2006/main">
              <a:ext uri="{FF2B5EF4-FFF2-40B4-BE49-F238E27FC236}">
                <a16:creationId xmlns:a16="http://schemas.microsoft.com/office/drawing/2014/main" id="{BD7F0A34-5B30-4EDD-A200-A58CD5A45078}"/>
              </a:ext>
            </a:extLst>
          </p:cNvPr>
          <p:cNvSpPr>
            <a:spLocks xmlns:a="http://schemas.openxmlformats.org/drawingml/2006/main" noGrp="1"/>
          </p:cNvSpPr>
          <p:nvPr/>
        </p:nvSpPr>
        <p:spPr>
          <a:xfrm xmlns:a="http://schemas.openxmlformats.org/drawingml/2006/main">
            <a:off x="11906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ReLU</a:t>
            </a:r>
          </a:p>
        </p:txBody>
      </p:sp>
      <p:sp>
        <p:nvSpPr>
          <p:cNvPr id="275968503" name="">
            <a:extLst xmlns:a="http://schemas.openxmlformats.org/drawingml/2006/main">
              <a:ext uri="{FF2B5EF4-FFF2-40B4-BE49-F238E27FC236}">
                <a16:creationId xmlns:a16="http://schemas.microsoft.com/office/drawing/2014/main" id="{822D0A22-B3B3-41AD-AE65-8F92C44D0ED1}"/>
              </a:ext>
            </a:extLst>
          </p:cNvPr>
          <p:cNvSpPr>
            <a:spLocks xmlns:a="http://schemas.openxmlformats.org/drawingml/2006/main" noGrp="1"/>
          </p:cNvSpPr>
          <p:nvPr/>
        </p:nvSpPr>
        <p:spPr>
          <a:xfrm xmlns:a="http://schemas.openxmlformats.org/drawingml/2006/main">
            <a:off x="40005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965561512" name="">
            <a:extLst xmlns:a="http://schemas.openxmlformats.org/drawingml/2006/main">
              <a:ext uri="{FF2B5EF4-FFF2-40B4-BE49-F238E27FC236}">
                <a16:creationId xmlns:a16="http://schemas.microsoft.com/office/drawing/2014/main" id="{3347EC46-64B3-4AE0-89BD-9B725657B483}"/>
              </a:ext>
            </a:extLst>
          </p:cNvPr>
          <p:cNvSpPr>
            <a:spLocks xmlns:a="http://schemas.openxmlformats.org/drawingml/2006/main" noGrp="1"/>
          </p:cNvSpPr>
          <p:nvPr/>
        </p:nvSpPr>
        <p:spPr>
          <a:xfrm xmlns:a="http://schemas.openxmlformats.org/drawingml/2006/main">
            <a:off x="39052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670613430" name="">
            <a:extLst xmlns:a="http://schemas.openxmlformats.org/drawingml/2006/main">
              <a:ext uri="{FF2B5EF4-FFF2-40B4-BE49-F238E27FC236}">
                <a16:creationId xmlns:a16="http://schemas.microsoft.com/office/drawing/2014/main" id="{C11255C1-AF8C-4245-A8FA-C426CA72F83D}"/>
              </a:ext>
            </a:extLst>
          </p:cNvPr>
          <p:cNvSpPr>
            <a:spLocks xmlns:a="http://schemas.openxmlformats.org/drawingml/2006/main" noGrp="1"/>
          </p:cNvSpPr>
          <p:nvPr/>
        </p:nvSpPr>
        <p:spPr>
          <a:xfrm xmlns:a="http://schemas.openxmlformats.org/drawingml/2006/main">
            <a:off x="3289935" y="33412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76158997" name="">
            <a:extLst xmlns:a="http://schemas.openxmlformats.org/drawingml/2006/main">
              <a:ext uri="{FF2B5EF4-FFF2-40B4-BE49-F238E27FC236}">
                <a16:creationId xmlns:a16="http://schemas.microsoft.com/office/drawing/2014/main" id="{1A8CBB61-E8D4-42AD-8327-5DD109E9A711}"/>
              </a:ext>
            </a:extLst>
          </p:cNvPr>
          <p:cNvSpPr>
            <a:spLocks xmlns:a="http://schemas.openxmlformats.org/drawingml/2006/main" noGrp="1"/>
          </p:cNvSpPr>
          <p:nvPr/>
        </p:nvSpPr>
        <p:spPr>
          <a:xfrm xmlns:a="http://schemas.openxmlformats.org/drawingml/2006/main">
            <a:off x="3326030" y="333876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76876335" name="">
            <a:extLst xmlns:a="http://schemas.openxmlformats.org/drawingml/2006/main">
              <a:ext uri="{FF2B5EF4-FFF2-40B4-BE49-F238E27FC236}">
                <a16:creationId xmlns:a16="http://schemas.microsoft.com/office/drawing/2014/main" id="{4D778774-96E3-4F15-97B4-D4812C1CD2E2}"/>
              </a:ext>
            </a:extLst>
          </p:cNvPr>
          <p:cNvSpPr>
            <a:spLocks xmlns:a="http://schemas.openxmlformats.org/drawingml/2006/main" noGrp="1"/>
          </p:cNvSpPr>
          <p:nvPr/>
        </p:nvSpPr>
        <p:spPr>
          <a:xfrm xmlns:a="http://schemas.openxmlformats.org/drawingml/2006/main">
            <a:off x="3362124" y="333591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07503413" name="">
            <a:extLst xmlns:a="http://schemas.openxmlformats.org/drawingml/2006/main">
              <a:ext uri="{FF2B5EF4-FFF2-40B4-BE49-F238E27FC236}">
                <a16:creationId xmlns:a16="http://schemas.microsoft.com/office/drawing/2014/main" id="{8F1FEC0E-9978-4DE0-BF86-3E415EA9DB16}"/>
              </a:ext>
            </a:extLst>
          </p:cNvPr>
          <p:cNvSpPr>
            <a:spLocks xmlns:a="http://schemas.openxmlformats.org/drawingml/2006/main" noGrp="1"/>
          </p:cNvSpPr>
          <p:nvPr/>
        </p:nvSpPr>
        <p:spPr>
          <a:xfrm xmlns:a="http://schemas.openxmlformats.org/drawingml/2006/main">
            <a:off x="3398219" y="33326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24600192" name="">
            <a:extLst xmlns:a="http://schemas.openxmlformats.org/drawingml/2006/main">
              <a:ext uri="{FF2B5EF4-FFF2-40B4-BE49-F238E27FC236}">
                <a16:creationId xmlns:a16="http://schemas.microsoft.com/office/drawing/2014/main" id="{E4493FD0-61F6-4B3E-9322-221526765A29}"/>
              </a:ext>
            </a:extLst>
          </p:cNvPr>
          <p:cNvSpPr>
            <a:spLocks xmlns:a="http://schemas.openxmlformats.org/drawingml/2006/main" noGrp="1"/>
          </p:cNvSpPr>
          <p:nvPr/>
        </p:nvSpPr>
        <p:spPr>
          <a:xfrm xmlns:a="http://schemas.openxmlformats.org/drawingml/2006/main">
            <a:off x="3434314" y="332888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04069616" name="">
            <a:extLst xmlns:a="http://schemas.openxmlformats.org/drawingml/2006/main">
              <a:ext uri="{FF2B5EF4-FFF2-40B4-BE49-F238E27FC236}">
                <a16:creationId xmlns:a16="http://schemas.microsoft.com/office/drawing/2014/main" id="{092A2B3C-1968-4BF0-85F8-9F3636DAA7A4}"/>
              </a:ext>
            </a:extLst>
          </p:cNvPr>
          <p:cNvSpPr>
            <a:spLocks xmlns:a="http://schemas.openxmlformats.org/drawingml/2006/main" noGrp="1"/>
          </p:cNvSpPr>
          <p:nvPr/>
        </p:nvSpPr>
        <p:spPr>
          <a:xfrm xmlns:a="http://schemas.openxmlformats.org/drawingml/2006/main">
            <a:off x="3470409" y="332461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95691881" name="">
            <a:extLst xmlns:a="http://schemas.openxmlformats.org/drawingml/2006/main">
              <a:ext uri="{FF2B5EF4-FFF2-40B4-BE49-F238E27FC236}">
                <a16:creationId xmlns:a16="http://schemas.microsoft.com/office/drawing/2014/main" id="{ADA8CCDF-837F-48F9-952A-815537C90527}"/>
              </a:ext>
            </a:extLst>
          </p:cNvPr>
          <p:cNvSpPr>
            <a:spLocks xmlns:a="http://schemas.openxmlformats.org/drawingml/2006/main" noGrp="1"/>
          </p:cNvSpPr>
          <p:nvPr/>
        </p:nvSpPr>
        <p:spPr>
          <a:xfrm xmlns:a="http://schemas.openxmlformats.org/drawingml/2006/main">
            <a:off x="3506503" y="331976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35039216" name="">
            <a:extLst xmlns:a="http://schemas.openxmlformats.org/drawingml/2006/main">
              <a:ext uri="{FF2B5EF4-FFF2-40B4-BE49-F238E27FC236}">
                <a16:creationId xmlns:a16="http://schemas.microsoft.com/office/drawing/2014/main" id="{8ACDFFF3-CB26-4584-BEB0-B1838F8CA003}"/>
              </a:ext>
            </a:extLst>
          </p:cNvPr>
          <p:cNvSpPr>
            <a:spLocks xmlns:a="http://schemas.openxmlformats.org/drawingml/2006/main" noGrp="1"/>
          </p:cNvSpPr>
          <p:nvPr/>
        </p:nvSpPr>
        <p:spPr>
          <a:xfrm xmlns:a="http://schemas.openxmlformats.org/drawingml/2006/main">
            <a:off x="3542598" y="331428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9663847" name="">
            <a:extLst xmlns:a="http://schemas.openxmlformats.org/drawingml/2006/main">
              <a:ext uri="{FF2B5EF4-FFF2-40B4-BE49-F238E27FC236}">
                <a16:creationId xmlns:a16="http://schemas.microsoft.com/office/drawing/2014/main" id="{5DB88187-E84C-4C62-8D28-5930FBDD30C0}"/>
              </a:ext>
            </a:extLst>
          </p:cNvPr>
          <p:cNvSpPr>
            <a:spLocks xmlns:a="http://schemas.openxmlformats.org/drawingml/2006/main" noGrp="1"/>
          </p:cNvSpPr>
          <p:nvPr/>
        </p:nvSpPr>
        <p:spPr>
          <a:xfrm xmlns:a="http://schemas.openxmlformats.org/drawingml/2006/main">
            <a:off x="3578693" y="330812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06884593" name="">
            <a:extLst xmlns:a="http://schemas.openxmlformats.org/drawingml/2006/main">
              <a:ext uri="{FF2B5EF4-FFF2-40B4-BE49-F238E27FC236}">
                <a16:creationId xmlns:a16="http://schemas.microsoft.com/office/drawing/2014/main" id="{D67348C0-3C27-4935-86F0-17ED69BB20A6}"/>
              </a:ext>
            </a:extLst>
          </p:cNvPr>
          <p:cNvSpPr>
            <a:spLocks xmlns:a="http://schemas.openxmlformats.org/drawingml/2006/main" noGrp="1"/>
          </p:cNvSpPr>
          <p:nvPr/>
        </p:nvSpPr>
        <p:spPr>
          <a:xfrm xmlns:a="http://schemas.openxmlformats.org/drawingml/2006/main">
            <a:off x="3614788" y="330125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99390510" name="">
            <a:extLst xmlns:a="http://schemas.openxmlformats.org/drawingml/2006/main">
              <a:ext uri="{FF2B5EF4-FFF2-40B4-BE49-F238E27FC236}">
                <a16:creationId xmlns:a16="http://schemas.microsoft.com/office/drawing/2014/main" id="{591096FB-5C0D-4231-A630-DD5C842C038F}"/>
              </a:ext>
            </a:extLst>
          </p:cNvPr>
          <p:cNvSpPr>
            <a:spLocks xmlns:a="http://schemas.openxmlformats.org/drawingml/2006/main" noGrp="1"/>
          </p:cNvSpPr>
          <p:nvPr/>
        </p:nvSpPr>
        <p:spPr>
          <a:xfrm xmlns:a="http://schemas.openxmlformats.org/drawingml/2006/main">
            <a:off x="3650882" y="32936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37758316" name="">
            <a:extLst xmlns:a="http://schemas.openxmlformats.org/drawingml/2006/main">
              <a:ext uri="{FF2B5EF4-FFF2-40B4-BE49-F238E27FC236}">
                <a16:creationId xmlns:a16="http://schemas.microsoft.com/office/drawing/2014/main" id="{C129A828-8ED0-4A5D-BC9D-A066083A1BC8}"/>
              </a:ext>
            </a:extLst>
          </p:cNvPr>
          <p:cNvSpPr>
            <a:spLocks xmlns:a="http://schemas.openxmlformats.org/drawingml/2006/main" noGrp="1"/>
          </p:cNvSpPr>
          <p:nvPr/>
        </p:nvSpPr>
        <p:spPr>
          <a:xfrm xmlns:a="http://schemas.openxmlformats.org/drawingml/2006/main">
            <a:off x="3686976" y="3285223"/>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39794449" name="">
            <a:extLst xmlns:a="http://schemas.openxmlformats.org/drawingml/2006/main">
              <a:ext uri="{FF2B5EF4-FFF2-40B4-BE49-F238E27FC236}">
                <a16:creationId xmlns:a16="http://schemas.microsoft.com/office/drawing/2014/main" id="{9019B4C2-CE07-4429-9137-523709E7873C}"/>
              </a:ext>
            </a:extLst>
          </p:cNvPr>
          <p:cNvSpPr>
            <a:spLocks xmlns:a="http://schemas.openxmlformats.org/drawingml/2006/main" noGrp="1"/>
          </p:cNvSpPr>
          <p:nvPr/>
        </p:nvSpPr>
        <p:spPr>
          <a:xfrm xmlns:a="http://schemas.openxmlformats.org/drawingml/2006/main">
            <a:off x="3723072" y="32760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21268096" name="">
            <a:extLst xmlns:a="http://schemas.openxmlformats.org/drawingml/2006/main">
              <a:ext uri="{FF2B5EF4-FFF2-40B4-BE49-F238E27FC236}">
                <a16:creationId xmlns:a16="http://schemas.microsoft.com/office/drawing/2014/main" id="{1386030F-5332-4BAB-8D27-A6A0B4A4041C}"/>
              </a:ext>
            </a:extLst>
          </p:cNvPr>
          <p:cNvSpPr>
            <a:spLocks xmlns:a="http://schemas.openxmlformats.org/drawingml/2006/main" noGrp="1"/>
          </p:cNvSpPr>
          <p:nvPr/>
        </p:nvSpPr>
        <p:spPr>
          <a:xfrm xmlns:a="http://schemas.openxmlformats.org/drawingml/2006/main">
            <a:off x="3759166" y="32661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35088597" name="">
            <a:extLst xmlns:a="http://schemas.openxmlformats.org/drawingml/2006/main">
              <a:ext uri="{FF2B5EF4-FFF2-40B4-BE49-F238E27FC236}">
                <a16:creationId xmlns:a16="http://schemas.microsoft.com/office/drawing/2014/main" id="{2571FB89-13F0-4113-97C7-BAFC1A4FDDB7}"/>
              </a:ext>
            </a:extLst>
          </p:cNvPr>
          <p:cNvSpPr>
            <a:spLocks xmlns:a="http://schemas.openxmlformats.org/drawingml/2006/main" noGrp="1"/>
          </p:cNvSpPr>
          <p:nvPr/>
        </p:nvSpPr>
        <p:spPr>
          <a:xfrm xmlns:a="http://schemas.openxmlformats.org/drawingml/2006/main">
            <a:off x="3795261" y="325547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7259668" name="">
            <a:extLst xmlns:a="http://schemas.openxmlformats.org/drawingml/2006/main">
              <a:ext uri="{FF2B5EF4-FFF2-40B4-BE49-F238E27FC236}">
                <a16:creationId xmlns:a16="http://schemas.microsoft.com/office/drawing/2014/main" id="{E1DE6013-8194-4A68-9CBA-297C8784FBE2}"/>
              </a:ext>
            </a:extLst>
          </p:cNvPr>
          <p:cNvSpPr>
            <a:spLocks xmlns:a="http://schemas.openxmlformats.org/drawingml/2006/main" noGrp="1"/>
          </p:cNvSpPr>
          <p:nvPr/>
        </p:nvSpPr>
        <p:spPr>
          <a:xfrm xmlns:a="http://schemas.openxmlformats.org/drawingml/2006/main">
            <a:off x="3831356" y="3244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17881512" name="">
            <a:extLst xmlns:a="http://schemas.openxmlformats.org/drawingml/2006/main">
              <a:ext uri="{FF2B5EF4-FFF2-40B4-BE49-F238E27FC236}">
                <a16:creationId xmlns:a16="http://schemas.microsoft.com/office/drawing/2014/main" id="{890DF597-792B-4EAB-B41B-3ED83170AC78}"/>
              </a:ext>
            </a:extLst>
          </p:cNvPr>
          <p:cNvSpPr>
            <a:spLocks xmlns:a="http://schemas.openxmlformats.org/drawingml/2006/main" noGrp="1"/>
          </p:cNvSpPr>
          <p:nvPr/>
        </p:nvSpPr>
        <p:spPr>
          <a:xfrm xmlns:a="http://schemas.openxmlformats.org/drawingml/2006/main">
            <a:off x="3867451" y="32323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07092243" name="">
            <a:extLst xmlns:a="http://schemas.openxmlformats.org/drawingml/2006/main">
              <a:ext uri="{FF2B5EF4-FFF2-40B4-BE49-F238E27FC236}">
                <a16:creationId xmlns:a16="http://schemas.microsoft.com/office/drawing/2014/main" id="{05209771-08EC-48C5-BE1C-6E6E39B9FE72}"/>
              </a:ext>
            </a:extLst>
          </p:cNvPr>
          <p:cNvSpPr>
            <a:spLocks xmlns:a="http://schemas.openxmlformats.org/drawingml/2006/main" noGrp="1"/>
          </p:cNvSpPr>
          <p:nvPr/>
        </p:nvSpPr>
        <p:spPr>
          <a:xfrm xmlns:a="http://schemas.openxmlformats.org/drawingml/2006/main">
            <a:off x="3903546" y="32200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42554669" name="">
            <a:extLst xmlns:a="http://schemas.openxmlformats.org/drawingml/2006/main">
              <a:ext uri="{FF2B5EF4-FFF2-40B4-BE49-F238E27FC236}">
                <a16:creationId xmlns:a16="http://schemas.microsoft.com/office/drawing/2014/main" id="{D05EB46C-5EFA-47E7-91B0-51F1CA6276C7}"/>
              </a:ext>
            </a:extLst>
          </p:cNvPr>
          <p:cNvSpPr>
            <a:spLocks xmlns:a="http://schemas.openxmlformats.org/drawingml/2006/main" noGrp="1"/>
          </p:cNvSpPr>
          <p:nvPr/>
        </p:nvSpPr>
        <p:spPr>
          <a:xfrm xmlns:a="http://schemas.openxmlformats.org/drawingml/2006/main">
            <a:off x="3939639" y="32074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91208145" name="">
            <a:extLst xmlns:a="http://schemas.openxmlformats.org/drawingml/2006/main">
              <a:ext uri="{FF2B5EF4-FFF2-40B4-BE49-F238E27FC236}">
                <a16:creationId xmlns:a16="http://schemas.microsoft.com/office/drawing/2014/main" id="{20933B6C-EF04-4EC8-AF3A-1377A33AE912}"/>
              </a:ext>
            </a:extLst>
          </p:cNvPr>
          <p:cNvSpPr>
            <a:spLocks xmlns:a="http://schemas.openxmlformats.org/drawingml/2006/main" noGrp="1"/>
          </p:cNvSpPr>
          <p:nvPr/>
        </p:nvSpPr>
        <p:spPr>
          <a:xfrm xmlns:a="http://schemas.openxmlformats.org/drawingml/2006/main">
            <a:off x="3975735" y="31946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05937073" name="">
            <a:extLst xmlns:a="http://schemas.openxmlformats.org/drawingml/2006/main">
              <a:ext uri="{FF2B5EF4-FFF2-40B4-BE49-F238E27FC236}">
                <a16:creationId xmlns:a16="http://schemas.microsoft.com/office/drawing/2014/main" id="{16AF6BFC-432F-4E29-86E9-16F04E8CD1BD}"/>
              </a:ext>
            </a:extLst>
          </p:cNvPr>
          <p:cNvSpPr>
            <a:spLocks xmlns:a="http://schemas.openxmlformats.org/drawingml/2006/main" noGrp="1"/>
          </p:cNvSpPr>
          <p:nvPr/>
        </p:nvSpPr>
        <p:spPr>
          <a:xfrm xmlns:a="http://schemas.openxmlformats.org/drawingml/2006/main">
            <a:off x="4011829" y="31819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67258961" name="">
            <a:extLst xmlns:a="http://schemas.openxmlformats.org/drawingml/2006/main">
              <a:ext uri="{FF2B5EF4-FFF2-40B4-BE49-F238E27FC236}">
                <a16:creationId xmlns:a16="http://schemas.microsoft.com/office/drawing/2014/main" id="{908212E4-68BB-446A-8CF9-2BFF37C7C6CD}"/>
              </a:ext>
            </a:extLst>
          </p:cNvPr>
          <p:cNvSpPr>
            <a:spLocks xmlns:a="http://schemas.openxmlformats.org/drawingml/2006/main" noGrp="1"/>
          </p:cNvSpPr>
          <p:nvPr/>
        </p:nvSpPr>
        <p:spPr>
          <a:xfrm xmlns:a="http://schemas.openxmlformats.org/drawingml/2006/main">
            <a:off x="4047924" y="316932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7031595" name="">
            <a:extLst xmlns:a="http://schemas.openxmlformats.org/drawingml/2006/main">
              <a:ext uri="{FF2B5EF4-FFF2-40B4-BE49-F238E27FC236}">
                <a16:creationId xmlns:a16="http://schemas.microsoft.com/office/drawing/2014/main" id="{A9E0A978-F473-4F1B-8932-A54FB8F53C9C}"/>
              </a:ext>
            </a:extLst>
          </p:cNvPr>
          <p:cNvSpPr>
            <a:spLocks xmlns:a="http://schemas.openxmlformats.org/drawingml/2006/main" noGrp="1"/>
          </p:cNvSpPr>
          <p:nvPr/>
        </p:nvSpPr>
        <p:spPr>
          <a:xfrm xmlns:a="http://schemas.openxmlformats.org/drawingml/2006/main">
            <a:off x="4084019" y="31570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82094703" name="">
            <a:extLst xmlns:a="http://schemas.openxmlformats.org/drawingml/2006/main">
              <a:ext uri="{FF2B5EF4-FFF2-40B4-BE49-F238E27FC236}">
                <a16:creationId xmlns:a16="http://schemas.microsoft.com/office/drawing/2014/main" id="{C7AEE7D1-C2D1-489C-B485-531C0290BED6}"/>
              </a:ext>
            </a:extLst>
          </p:cNvPr>
          <p:cNvSpPr>
            <a:spLocks xmlns:a="http://schemas.openxmlformats.org/drawingml/2006/main" noGrp="1"/>
          </p:cNvSpPr>
          <p:nvPr/>
        </p:nvSpPr>
        <p:spPr>
          <a:xfrm xmlns:a="http://schemas.openxmlformats.org/drawingml/2006/main">
            <a:off x="4120114" y="3145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50673645" name="">
            <a:extLst xmlns:a="http://schemas.openxmlformats.org/drawingml/2006/main">
              <a:ext uri="{FF2B5EF4-FFF2-40B4-BE49-F238E27FC236}">
                <a16:creationId xmlns:a16="http://schemas.microsoft.com/office/drawing/2014/main" id="{02948FDA-41BA-4E7E-973F-8EA281A8742D}"/>
              </a:ext>
            </a:extLst>
          </p:cNvPr>
          <p:cNvSpPr>
            <a:spLocks xmlns:a="http://schemas.openxmlformats.org/drawingml/2006/main" noGrp="1"/>
          </p:cNvSpPr>
          <p:nvPr/>
        </p:nvSpPr>
        <p:spPr>
          <a:xfrm xmlns:a="http://schemas.openxmlformats.org/drawingml/2006/main">
            <a:off x="4156209" y="313389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6752062" name="">
            <a:extLst xmlns:a="http://schemas.openxmlformats.org/drawingml/2006/main">
              <a:ext uri="{FF2B5EF4-FFF2-40B4-BE49-F238E27FC236}">
                <a16:creationId xmlns:a16="http://schemas.microsoft.com/office/drawing/2014/main" id="{28B07538-C74A-4C3F-AE0B-F0061FF82809}"/>
              </a:ext>
            </a:extLst>
          </p:cNvPr>
          <p:cNvSpPr>
            <a:spLocks xmlns:a="http://schemas.openxmlformats.org/drawingml/2006/main" noGrp="1"/>
          </p:cNvSpPr>
          <p:nvPr/>
        </p:nvSpPr>
        <p:spPr>
          <a:xfrm xmlns:a="http://schemas.openxmlformats.org/drawingml/2006/main">
            <a:off x="4192303" y="31232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97181123" name="">
            <a:extLst xmlns:a="http://schemas.openxmlformats.org/drawingml/2006/main">
              <a:ext uri="{FF2B5EF4-FFF2-40B4-BE49-F238E27FC236}">
                <a16:creationId xmlns:a16="http://schemas.microsoft.com/office/drawing/2014/main" id="{13D81FBE-2EB3-4595-B637-E5ABBA47A394}"/>
              </a:ext>
            </a:extLst>
          </p:cNvPr>
          <p:cNvSpPr>
            <a:spLocks xmlns:a="http://schemas.openxmlformats.org/drawingml/2006/main" noGrp="1"/>
          </p:cNvSpPr>
          <p:nvPr/>
        </p:nvSpPr>
        <p:spPr>
          <a:xfrm xmlns:a="http://schemas.openxmlformats.org/drawingml/2006/main">
            <a:off x="4228398" y="31133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62842619" name="">
            <a:extLst xmlns:a="http://schemas.openxmlformats.org/drawingml/2006/main">
              <a:ext uri="{FF2B5EF4-FFF2-40B4-BE49-F238E27FC236}">
                <a16:creationId xmlns:a16="http://schemas.microsoft.com/office/drawing/2014/main" id="{6EB300F8-4663-4CF0-93FB-62F86A7D271F}"/>
              </a:ext>
            </a:extLst>
          </p:cNvPr>
          <p:cNvSpPr>
            <a:spLocks xmlns:a="http://schemas.openxmlformats.org/drawingml/2006/main" noGrp="1"/>
          </p:cNvSpPr>
          <p:nvPr/>
        </p:nvSpPr>
        <p:spPr>
          <a:xfrm xmlns:a="http://schemas.openxmlformats.org/drawingml/2006/main">
            <a:off x="4264493" y="310414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3274146" name="">
            <a:extLst xmlns:a="http://schemas.openxmlformats.org/drawingml/2006/main">
              <a:ext uri="{FF2B5EF4-FFF2-40B4-BE49-F238E27FC236}">
                <a16:creationId xmlns:a16="http://schemas.microsoft.com/office/drawing/2014/main" id="{0CD8A988-390C-4736-AAA6-F589DDC8777B}"/>
              </a:ext>
            </a:extLst>
          </p:cNvPr>
          <p:cNvSpPr>
            <a:spLocks xmlns:a="http://schemas.openxmlformats.org/drawingml/2006/main" noGrp="1"/>
          </p:cNvSpPr>
          <p:nvPr/>
        </p:nvSpPr>
        <p:spPr>
          <a:xfrm xmlns:a="http://schemas.openxmlformats.org/drawingml/2006/main">
            <a:off x="4300588" y="30957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68313113" name="">
            <a:extLst xmlns:a="http://schemas.openxmlformats.org/drawingml/2006/main">
              <a:ext uri="{FF2B5EF4-FFF2-40B4-BE49-F238E27FC236}">
                <a16:creationId xmlns:a16="http://schemas.microsoft.com/office/drawing/2014/main" id="{81DB9245-2244-499B-9D4C-460A0208B3C1}"/>
              </a:ext>
            </a:extLst>
          </p:cNvPr>
          <p:cNvSpPr>
            <a:spLocks xmlns:a="http://schemas.openxmlformats.org/drawingml/2006/main" noGrp="1"/>
          </p:cNvSpPr>
          <p:nvPr/>
        </p:nvSpPr>
        <p:spPr>
          <a:xfrm xmlns:a="http://schemas.openxmlformats.org/drawingml/2006/main">
            <a:off x="4336682" y="308812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90905217" name="">
            <a:extLst xmlns:a="http://schemas.openxmlformats.org/drawingml/2006/main">
              <a:ext uri="{FF2B5EF4-FFF2-40B4-BE49-F238E27FC236}">
                <a16:creationId xmlns:a16="http://schemas.microsoft.com/office/drawing/2014/main" id="{A308CBCA-CD6E-4138-B576-812118DE504F}"/>
              </a:ext>
            </a:extLst>
          </p:cNvPr>
          <p:cNvSpPr>
            <a:spLocks xmlns:a="http://schemas.openxmlformats.org/drawingml/2006/main" noGrp="1"/>
          </p:cNvSpPr>
          <p:nvPr/>
        </p:nvSpPr>
        <p:spPr>
          <a:xfrm xmlns:a="http://schemas.openxmlformats.org/drawingml/2006/main">
            <a:off x="4372777" y="308124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54633741" name="">
            <a:extLst xmlns:a="http://schemas.openxmlformats.org/drawingml/2006/main">
              <a:ext uri="{FF2B5EF4-FFF2-40B4-BE49-F238E27FC236}">
                <a16:creationId xmlns:a16="http://schemas.microsoft.com/office/drawing/2014/main" id="{6CF20206-1473-4819-9123-5BEC4D06AA13}"/>
              </a:ext>
            </a:extLst>
          </p:cNvPr>
          <p:cNvSpPr>
            <a:spLocks xmlns:a="http://schemas.openxmlformats.org/drawingml/2006/main" noGrp="1"/>
          </p:cNvSpPr>
          <p:nvPr/>
        </p:nvSpPr>
        <p:spPr>
          <a:xfrm xmlns:a="http://schemas.openxmlformats.org/drawingml/2006/main">
            <a:off x="4408872" y="307508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6761134" name="">
            <a:extLst xmlns:a="http://schemas.openxmlformats.org/drawingml/2006/main">
              <a:ext uri="{FF2B5EF4-FFF2-40B4-BE49-F238E27FC236}">
                <a16:creationId xmlns:a16="http://schemas.microsoft.com/office/drawing/2014/main" id="{B77277C4-68F1-4CCF-B304-4FBAD7CA965B}"/>
              </a:ext>
            </a:extLst>
          </p:cNvPr>
          <p:cNvSpPr>
            <a:spLocks xmlns:a="http://schemas.openxmlformats.org/drawingml/2006/main" noGrp="1"/>
          </p:cNvSpPr>
          <p:nvPr/>
        </p:nvSpPr>
        <p:spPr>
          <a:xfrm xmlns:a="http://schemas.openxmlformats.org/drawingml/2006/main">
            <a:off x="4444967" y="306961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20988569" name="">
            <a:extLst xmlns:a="http://schemas.openxmlformats.org/drawingml/2006/main">
              <a:ext uri="{FF2B5EF4-FFF2-40B4-BE49-F238E27FC236}">
                <a16:creationId xmlns:a16="http://schemas.microsoft.com/office/drawing/2014/main" id="{AE7BC75C-AC59-4638-B231-373C66F829FB}"/>
              </a:ext>
            </a:extLst>
          </p:cNvPr>
          <p:cNvSpPr>
            <a:spLocks xmlns:a="http://schemas.openxmlformats.org/drawingml/2006/main" noGrp="1"/>
          </p:cNvSpPr>
          <p:nvPr/>
        </p:nvSpPr>
        <p:spPr>
          <a:xfrm xmlns:a="http://schemas.openxmlformats.org/drawingml/2006/main">
            <a:off x="4481061" y="306475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58759486" name="">
            <a:extLst xmlns:a="http://schemas.openxmlformats.org/drawingml/2006/main">
              <a:ext uri="{FF2B5EF4-FFF2-40B4-BE49-F238E27FC236}">
                <a16:creationId xmlns:a16="http://schemas.microsoft.com/office/drawing/2014/main" id="{EF48AE9B-0A6E-44B3-8461-AD7F4A653379}"/>
              </a:ext>
            </a:extLst>
          </p:cNvPr>
          <p:cNvSpPr>
            <a:spLocks xmlns:a="http://schemas.openxmlformats.org/drawingml/2006/main" noGrp="1"/>
          </p:cNvSpPr>
          <p:nvPr/>
        </p:nvSpPr>
        <p:spPr>
          <a:xfrm xmlns:a="http://schemas.openxmlformats.org/drawingml/2006/main">
            <a:off x="4517156" y="30604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5525562" name="">
            <a:extLst xmlns:a="http://schemas.openxmlformats.org/drawingml/2006/main">
              <a:ext uri="{FF2B5EF4-FFF2-40B4-BE49-F238E27FC236}">
                <a16:creationId xmlns:a16="http://schemas.microsoft.com/office/drawing/2014/main" id="{4D905E32-1598-464F-A8EA-D41B2BAFF253}"/>
              </a:ext>
            </a:extLst>
          </p:cNvPr>
          <p:cNvSpPr>
            <a:spLocks xmlns:a="http://schemas.openxmlformats.org/drawingml/2006/main" noGrp="1"/>
          </p:cNvSpPr>
          <p:nvPr/>
        </p:nvSpPr>
        <p:spPr>
          <a:xfrm xmlns:a="http://schemas.openxmlformats.org/drawingml/2006/main">
            <a:off x="4553251" y="30567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20755831" name="">
            <a:extLst xmlns:a="http://schemas.openxmlformats.org/drawingml/2006/main">
              <a:ext uri="{FF2B5EF4-FFF2-40B4-BE49-F238E27FC236}">
                <a16:creationId xmlns:a16="http://schemas.microsoft.com/office/drawing/2014/main" id="{BAE09E38-7039-4210-B379-9E6701843A9B}"/>
              </a:ext>
            </a:extLst>
          </p:cNvPr>
          <p:cNvSpPr>
            <a:spLocks xmlns:a="http://schemas.openxmlformats.org/drawingml/2006/main" noGrp="1"/>
          </p:cNvSpPr>
          <p:nvPr/>
        </p:nvSpPr>
        <p:spPr>
          <a:xfrm xmlns:a="http://schemas.openxmlformats.org/drawingml/2006/main">
            <a:off x="4589346" y="305345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853092648" name="">
            <a:extLst xmlns:a="http://schemas.openxmlformats.org/drawingml/2006/main">
              <a:ext uri="{FF2B5EF4-FFF2-40B4-BE49-F238E27FC236}">
                <a16:creationId xmlns:a16="http://schemas.microsoft.com/office/drawing/2014/main" id="{10897FC7-4888-45B9-8A87-620A146DCFC5}"/>
              </a:ext>
            </a:extLst>
          </p:cNvPr>
          <p:cNvSpPr>
            <a:spLocks xmlns:a="http://schemas.openxmlformats.org/drawingml/2006/main" noGrp="1"/>
          </p:cNvSpPr>
          <p:nvPr/>
        </p:nvSpPr>
        <p:spPr>
          <a:xfrm xmlns:a="http://schemas.openxmlformats.org/drawingml/2006/main">
            <a:off x="4625440" y="305060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80007181" name="">
            <a:extLst xmlns:a="http://schemas.openxmlformats.org/drawingml/2006/main">
              <a:ext uri="{FF2B5EF4-FFF2-40B4-BE49-F238E27FC236}">
                <a16:creationId xmlns:a16="http://schemas.microsoft.com/office/drawing/2014/main" id="{522A9DE8-EE2F-469C-9DD6-5033457293EF}"/>
              </a:ext>
            </a:extLst>
          </p:cNvPr>
          <p:cNvSpPr>
            <a:spLocks xmlns:a="http://schemas.openxmlformats.org/drawingml/2006/main" noGrp="1"/>
          </p:cNvSpPr>
          <p:nvPr/>
        </p:nvSpPr>
        <p:spPr>
          <a:xfrm xmlns:a="http://schemas.openxmlformats.org/drawingml/2006/main">
            <a:off x="4661535" y="30481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16243573" name="">
            <a:extLst xmlns:a="http://schemas.openxmlformats.org/drawingml/2006/main">
              <a:ext uri="{FF2B5EF4-FFF2-40B4-BE49-F238E27FC236}">
                <a16:creationId xmlns:a16="http://schemas.microsoft.com/office/drawing/2014/main" id="{0C8595F1-416D-4DF1-8A44-85001EA0C6B0}"/>
              </a:ext>
            </a:extLst>
          </p:cNvPr>
          <p:cNvSpPr>
            <a:spLocks xmlns:a="http://schemas.openxmlformats.org/drawingml/2006/main" noGrp="1"/>
          </p:cNvSpPr>
          <p:nvPr/>
        </p:nvSpPr>
        <p:spPr>
          <a:xfrm xmlns:a="http://schemas.openxmlformats.org/drawingml/2006/main">
            <a:off x="37623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Sigmoid</a:t>
            </a:r>
          </a:p>
        </p:txBody>
      </p:sp>
      <p:sp>
        <p:nvSpPr>
          <p:cNvPr id="331917309" name="">
            <a:extLst xmlns:a="http://schemas.openxmlformats.org/drawingml/2006/main">
              <a:ext uri="{FF2B5EF4-FFF2-40B4-BE49-F238E27FC236}">
                <a16:creationId xmlns:a16="http://schemas.microsoft.com/office/drawing/2014/main" id="{2AFA1559-8E21-4165-8CF7-97A216493580}"/>
              </a:ext>
            </a:extLst>
          </p:cNvPr>
          <p:cNvSpPr>
            <a:spLocks xmlns:a="http://schemas.openxmlformats.org/drawingml/2006/main" noGrp="1"/>
          </p:cNvSpPr>
          <p:nvPr/>
        </p:nvSpPr>
        <p:spPr>
          <a:xfrm xmlns:a="http://schemas.openxmlformats.org/drawingml/2006/main">
            <a:off x="65722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831358673" name="">
            <a:extLst xmlns:a="http://schemas.openxmlformats.org/drawingml/2006/main">
              <a:ext uri="{FF2B5EF4-FFF2-40B4-BE49-F238E27FC236}">
                <a16:creationId xmlns:a16="http://schemas.microsoft.com/office/drawing/2014/main" id="{A5889416-12AF-4869-A12B-6AF6D3DE2375}"/>
              </a:ext>
            </a:extLst>
          </p:cNvPr>
          <p:cNvSpPr>
            <a:spLocks xmlns:a="http://schemas.openxmlformats.org/drawingml/2006/main" noGrp="1"/>
          </p:cNvSpPr>
          <p:nvPr/>
        </p:nvSpPr>
        <p:spPr>
          <a:xfrm xmlns:a="http://schemas.openxmlformats.org/drawingml/2006/main">
            <a:off x="64770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866638547" name="">
            <a:extLst xmlns:a="http://schemas.openxmlformats.org/drawingml/2006/main">
              <a:ext uri="{FF2B5EF4-FFF2-40B4-BE49-F238E27FC236}">
                <a16:creationId xmlns:a16="http://schemas.microsoft.com/office/drawing/2014/main" id="{917A76B2-B3C1-48AA-A75D-C9885378EE92}"/>
              </a:ext>
            </a:extLst>
          </p:cNvPr>
          <p:cNvSpPr>
            <a:spLocks xmlns:a="http://schemas.openxmlformats.org/drawingml/2006/main" noGrp="1"/>
          </p:cNvSpPr>
          <p:nvPr/>
        </p:nvSpPr>
        <p:spPr>
          <a:xfrm xmlns:a="http://schemas.openxmlformats.org/drawingml/2006/main">
            <a:off x="5861685" y="367885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415590" name="">
            <a:extLst xmlns:a="http://schemas.openxmlformats.org/drawingml/2006/main">
              <a:ext uri="{FF2B5EF4-FFF2-40B4-BE49-F238E27FC236}">
                <a16:creationId xmlns:a16="http://schemas.microsoft.com/office/drawing/2014/main" id="{79F62968-642F-44A1-A319-41B4F30EFDDD}"/>
              </a:ext>
            </a:extLst>
          </p:cNvPr>
          <p:cNvSpPr>
            <a:spLocks xmlns:a="http://schemas.openxmlformats.org/drawingml/2006/main" noGrp="1"/>
          </p:cNvSpPr>
          <p:nvPr/>
        </p:nvSpPr>
        <p:spPr>
          <a:xfrm xmlns:a="http://schemas.openxmlformats.org/drawingml/2006/main">
            <a:off x="5897780" y="36782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61740953" name="">
            <a:extLst xmlns:a="http://schemas.openxmlformats.org/drawingml/2006/main">
              <a:ext uri="{FF2B5EF4-FFF2-40B4-BE49-F238E27FC236}">
                <a16:creationId xmlns:a16="http://schemas.microsoft.com/office/drawing/2014/main" id="{92326AD9-DF6A-4287-A38D-699B86CEC0A5}"/>
              </a:ext>
            </a:extLst>
          </p:cNvPr>
          <p:cNvSpPr>
            <a:spLocks xmlns:a="http://schemas.openxmlformats.org/drawingml/2006/main" noGrp="1"/>
          </p:cNvSpPr>
          <p:nvPr/>
        </p:nvSpPr>
        <p:spPr>
          <a:xfrm xmlns:a="http://schemas.openxmlformats.org/drawingml/2006/main">
            <a:off x="5933874" y="36774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9289725" name="">
            <a:extLst xmlns:a="http://schemas.openxmlformats.org/drawingml/2006/main">
              <a:ext uri="{FF2B5EF4-FFF2-40B4-BE49-F238E27FC236}">
                <a16:creationId xmlns:a16="http://schemas.microsoft.com/office/drawing/2014/main" id="{AD3ECEB0-6EC4-4A05-BD57-FEFF6CA0EE75}"/>
              </a:ext>
            </a:extLst>
          </p:cNvPr>
          <p:cNvSpPr>
            <a:spLocks xmlns:a="http://schemas.openxmlformats.org/drawingml/2006/main" noGrp="1"/>
          </p:cNvSpPr>
          <p:nvPr/>
        </p:nvSpPr>
        <p:spPr>
          <a:xfrm xmlns:a="http://schemas.openxmlformats.org/drawingml/2006/main">
            <a:off x="5969969" y="36763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62768897" name="">
            <a:extLst xmlns:a="http://schemas.openxmlformats.org/drawingml/2006/main">
              <a:ext uri="{FF2B5EF4-FFF2-40B4-BE49-F238E27FC236}">
                <a16:creationId xmlns:a16="http://schemas.microsoft.com/office/drawing/2014/main" id="{FBED24DA-5F08-457A-AC93-57F45BBBCA92}"/>
              </a:ext>
            </a:extLst>
          </p:cNvPr>
          <p:cNvSpPr>
            <a:spLocks xmlns:a="http://schemas.openxmlformats.org/drawingml/2006/main" noGrp="1"/>
          </p:cNvSpPr>
          <p:nvPr/>
        </p:nvSpPr>
        <p:spPr>
          <a:xfrm xmlns:a="http://schemas.openxmlformats.org/drawingml/2006/main">
            <a:off x="6006064" y="367483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96030685" name="">
            <a:extLst xmlns:a="http://schemas.openxmlformats.org/drawingml/2006/main">
              <a:ext uri="{FF2B5EF4-FFF2-40B4-BE49-F238E27FC236}">
                <a16:creationId xmlns:a16="http://schemas.microsoft.com/office/drawing/2014/main" id="{C25BE984-7D6B-4CA9-824A-29A788949C56}"/>
              </a:ext>
            </a:extLst>
          </p:cNvPr>
          <p:cNvSpPr>
            <a:spLocks xmlns:a="http://schemas.openxmlformats.org/drawingml/2006/main" noGrp="1"/>
          </p:cNvSpPr>
          <p:nvPr/>
        </p:nvSpPr>
        <p:spPr>
          <a:xfrm xmlns:a="http://schemas.openxmlformats.org/drawingml/2006/main">
            <a:off x="6042159" y="36727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40684336" name="">
            <a:extLst xmlns:a="http://schemas.openxmlformats.org/drawingml/2006/main">
              <a:ext uri="{FF2B5EF4-FFF2-40B4-BE49-F238E27FC236}">
                <a16:creationId xmlns:a16="http://schemas.microsoft.com/office/drawing/2014/main" id="{AEB47D32-A43D-41D5-A9FF-A9AAFBDE15E7}"/>
              </a:ext>
            </a:extLst>
          </p:cNvPr>
          <p:cNvSpPr>
            <a:spLocks xmlns:a="http://schemas.openxmlformats.org/drawingml/2006/main" noGrp="1"/>
          </p:cNvSpPr>
          <p:nvPr/>
        </p:nvSpPr>
        <p:spPr>
          <a:xfrm xmlns:a="http://schemas.openxmlformats.org/drawingml/2006/main">
            <a:off x="6078253" y="36699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27807198" name="">
            <a:extLst xmlns:a="http://schemas.openxmlformats.org/drawingml/2006/main">
              <a:ext uri="{FF2B5EF4-FFF2-40B4-BE49-F238E27FC236}">
                <a16:creationId xmlns:a16="http://schemas.microsoft.com/office/drawing/2014/main" id="{F40C9832-0AC5-422D-98E7-4780170B79CF}"/>
              </a:ext>
            </a:extLst>
          </p:cNvPr>
          <p:cNvSpPr>
            <a:spLocks xmlns:a="http://schemas.openxmlformats.org/drawingml/2006/main" noGrp="1"/>
          </p:cNvSpPr>
          <p:nvPr/>
        </p:nvSpPr>
        <p:spPr>
          <a:xfrm xmlns:a="http://schemas.openxmlformats.org/drawingml/2006/main">
            <a:off x="6114348" y="366614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60109402" name="">
            <a:extLst xmlns:a="http://schemas.openxmlformats.org/drawingml/2006/main">
              <a:ext uri="{FF2B5EF4-FFF2-40B4-BE49-F238E27FC236}">
                <a16:creationId xmlns:a16="http://schemas.microsoft.com/office/drawing/2014/main" id="{F568AE86-8A4F-4E55-8E06-6672D6FA99FF}"/>
              </a:ext>
            </a:extLst>
          </p:cNvPr>
          <p:cNvSpPr>
            <a:spLocks xmlns:a="http://schemas.openxmlformats.org/drawingml/2006/main" noGrp="1"/>
          </p:cNvSpPr>
          <p:nvPr/>
        </p:nvSpPr>
        <p:spPr>
          <a:xfrm xmlns:a="http://schemas.openxmlformats.org/drawingml/2006/main">
            <a:off x="6150443" y="36609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92682080" name="">
            <a:extLst xmlns:a="http://schemas.openxmlformats.org/drawingml/2006/main">
              <a:ext uri="{FF2B5EF4-FFF2-40B4-BE49-F238E27FC236}">
                <a16:creationId xmlns:a16="http://schemas.microsoft.com/office/drawing/2014/main" id="{CBAA8530-C93B-469D-A84A-CB2140765A07}"/>
              </a:ext>
            </a:extLst>
          </p:cNvPr>
          <p:cNvSpPr>
            <a:spLocks xmlns:a="http://schemas.openxmlformats.org/drawingml/2006/main" noGrp="1"/>
          </p:cNvSpPr>
          <p:nvPr/>
        </p:nvSpPr>
        <p:spPr>
          <a:xfrm xmlns:a="http://schemas.openxmlformats.org/drawingml/2006/main">
            <a:off x="6186538" y="36540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96346284" name="">
            <a:extLst xmlns:a="http://schemas.openxmlformats.org/drawingml/2006/main">
              <a:ext uri="{FF2B5EF4-FFF2-40B4-BE49-F238E27FC236}">
                <a16:creationId xmlns:a16="http://schemas.microsoft.com/office/drawing/2014/main" id="{CE870EA5-6444-4809-808C-4BE366F46962}"/>
              </a:ext>
            </a:extLst>
          </p:cNvPr>
          <p:cNvSpPr>
            <a:spLocks xmlns:a="http://schemas.openxmlformats.org/drawingml/2006/main" noGrp="1"/>
          </p:cNvSpPr>
          <p:nvPr/>
        </p:nvSpPr>
        <p:spPr>
          <a:xfrm xmlns:a="http://schemas.openxmlformats.org/drawingml/2006/main">
            <a:off x="6222631" y="364477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58803208" name="">
            <a:extLst xmlns:a="http://schemas.openxmlformats.org/drawingml/2006/main">
              <a:ext uri="{FF2B5EF4-FFF2-40B4-BE49-F238E27FC236}">
                <a16:creationId xmlns:a16="http://schemas.microsoft.com/office/drawing/2014/main" id="{5B221DAD-3E60-4F62-B6B4-C3C400F0AF0F}"/>
              </a:ext>
            </a:extLst>
          </p:cNvPr>
          <p:cNvSpPr>
            <a:spLocks xmlns:a="http://schemas.openxmlformats.org/drawingml/2006/main" noGrp="1"/>
          </p:cNvSpPr>
          <p:nvPr/>
        </p:nvSpPr>
        <p:spPr>
          <a:xfrm xmlns:a="http://schemas.openxmlformats.org/drawingml/2006/main">
            <a:off x="6258727" y="363250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70028122" name="">
            <a:extLst xmlns:a="http://schemas.openxmlformats.org/drawingml/2006/main">
              <a:ext uri="{FF2B5EF4-FFF2-40B4-BE49-F238E27FC236}">
                <a16:creationId xmlns:a16="http://schemas.microsoft.com/office/drawing/2014/main" id="{C43E9052-42EA-464E-B332-DC16F623C360}"/>
              </a:ext>
            </a:extLst>
          </p:cNvPr>
          <p:cNvSpPr>
            <a:spLocks xmlns:a="http://schemas.openxmlformats.org/drawingml/2006/main" noGrp="1"/>
          </p:cNvSpPr>
          <p:nvPr/>
        </p:nvSpPr>
        <p:spPr>
          <a:xfrm xmlns:a="http://schemas.openxmlformats.org/drawingml/2006/main">
            <a:off x="6294822" y="361646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90841912" name="">
            <a:extLst xmlns:a="http://schemas.openxmlformats.org/drawingml/2006/main">
              <a:ext uri="{FF2B5EF4-FFF2-40B4-BE49-F238E27FC236}">
                <a16:creationId xmlns:a16="http://schemas.microsoft.com/office/drawing/2014/main" id="{4FF0E50E-15FF-4FEE-BF94-FED6456E4392}"/>
              </a:ext>
            </a:extLst>
          </p:cNvPr>
          <p:cNvSpPr>
            <a:spLocks xmlns:a="http://schemas.openxmlformats.org/drawingml/2006/main" noGrp="1"/>
          </p:cNvSpPr>
          <p:nvPr/>
        </p:nvSpPr>
        <p:spPr>
          <a:xfrm xmlns:a="http://schemas.openxmlformats.org/drawingml/2006/main">
            <a:off x="6330917" y="359580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7391654" name="">
            <a:extLst xmlns:a="http://schemas.openxmlformats.org/drawingml/2006/main">
              <a:ext uri="{FF2B5EF4-FFF2-40B4-BE49-F238E27FC236}">
                <a16:creationId xmlns:a16="http://schemas.microsoft.com/office/drawing/2014/main" id="{A071B28A-AC06-4B6F-BF92-0CD34BA2A330}"/>
              </a:ext>
            </a:extLst>
          </p:cNvPr>
          <p:cNvSpPr>
            <a:spLocks xmlns:a="http://schemas.openxmlformats.org/drawingml/2006/main" noGrp="1"/>
          </p:cNvSpPr>
          <p:nvPr/>
        </p:nvSpPr>
        <p:spPr>
          <a:xfrm xmlns:a="http://schemas.openxmlformats.org/drawingml/2006/main">
            <a:off x="6367011" y="356973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681440" name="">
            <a:extLst xmlns:a="http://schemas.openxmlformats.org/drawingml/2006/main">
              <a:ext uri="{FF2B5EF4-FFF2-40B4-BE49-F238E27FC236}">
                <a16:creationId xmlns:a16="http://schemas.microsoft.com/office/drawing/2014/main" id="{533E2394-EC4D-4159-A9DF-983169AC1E2F}"/>
              </a:ext>
            </a:extLst>
          </p:cNvPr>
          <p:cNvSpPr>
            <a:spLocks xmlns:a="http://schemas.openxmlformats.org/drawingml/2006/main" noGrp="1"/>
          </p:cNvSpPr>
          <p:nvPr/>
        </p:nvSpPr>
        <p:spPr>
          <a:xfrm xmlns:a="http://schemas.openxmlformats.org/drawingml/2006/main">
            <a:off x="6403106" y="353768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5988968" name="">
            <a:extLst xmlns:a="http://schemas.openxmlformats.org/drawingml/2006/main">
              <a:ext uri="{FF2B5EF4-FFF2-40B4-BE49-F238E27FC236}">
                <a16:creationId xmlns:a16="http://schemas.microsoft.com/office/drawing/2014/main" id="{A4E66F03-0FFD-48AB-B782-922CC12B7A3C}"/>
              </a:ext>
            </a:extLst>
          </p:cNvPr>
          <p:cNvSpPr>
            <a:spLocks xmlns:a="http://schemas.openxmlformats.org/drawingml/2006/main" noGrp="1"/>
          </p:cNvSpPr>
          <p:nvPr/>
        </p:nvSpPr>
        <p:spPr>
          <a:xfrm xmlns:a="http://schemas.openxmlformats.org/drawingml/2006/main">
            <a:off x="6439201" y="34994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39804002" name="">
            <a:extLst xmlns:a="http://schemas.openxmlformats.org/drawingml/2006/main">
              <a:ext uri="{FF2B5EF4-FFF2-40B4-BE49-F238E27FC236}">
                <a16:creationId xmlns:a16="http://schemas.microsoft.com/office/drawing/2014/main" id="{CDFD163E-1F09-4B48-A168-E631166CD8C7}"/>
              </a:ext>
            </a:extLst>
          </p:cNvPr>
          <p:cNvSpPr>
            <a:spLocks xmlns:a="http://schemas.openxmlformats.org/drawingml/2006/main" noGrp="1"/>
          </p:cNvSpPr>
          <p:nvPr/>
        </p:nvSpPr>
        <p:spPr>
          <a:xfrm xmlns:a="http://schemas.openxmlformats.org/drawingml/2006/main">
            <a:off x="6475296" y="345560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4873540" name="">
            <a:extLst xmlns:a="http://schemas.openxmlformats.org/drawingml/2006/main">
              <a:ext uri="{FF2B5EF4-FFF2-40B4-BE49-F238E27FC236}">
                <a16:creationId xmlns:a16="http://schemas.microsoft.com/office/drawing/2014/main" id="{02F185D8-B3E6-41CD-B484-5DD4A650554E}"/>
              </a:ext>
            </a:extLst>
          </p:cNvPr>
          <p:cNvSpPr>
            <a:spLocks xmlns:a="http://schemas.openxmlformats.org/drawingml/2006/main" noGrp="1"/>
          </p:cNvSpPr>
          <p:nvPr/>
        </p:nvSpPr>
        <p:spPr>
          <a:xfrm xmlns:a="http://schemas.openxmlformats.org/drawingml/2006/main">
            <a:off x="6511390" y="340732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32719607" name="">
            <a:extLst xmlns:a="http://schemas.openxmlformats.org/drawingml/2006/main">
              <a:ext uri="{FF2B5EF4-FFF2-40B4-BE49-F238E27FC236}">
                <a16:creationId xmlns:a16="http://schemas.microsoft.com/office/drawing/2014/main" id="{99DAA32B-E69A-4416-AB43-3D3953BCE683}"/>
              </a:ext>
            </a:extLst>
          </p:cNvPr>
          <p:cNvSpPr>
            <a:spLocks xmlns:a="http://schemas.openxmlformats.org/drawingml/2006/main" noGrp="1"/>
          </p:cNvSpPr>
          <p:nvPr/>
        </p:nvSpPr>
        <p:spPr>
          <a:xfrm xmlns:a="http://schemas.openxmlformats.org/drawingml/2006/main">
            <a:off x="6547485" y="3356610"/>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9980694" name="">
            <a:extLst xmlns:a="http://schemas.openxmlformats.org/drawingml/2006/main">
              <a:ext uri="{FF2B5EF4-FFF2-40B4-BE49-F238E27FC236}">
                <a16:creationId xmlns:a16="http://schemas.microsoft.com/office/drawing/2014/main" id="{DD4BB339-742C-4C68-909C-2E908412391F}"/>
              </a:ext>
            </a:extLst>
          </p:cNvPr>
          <p:cNvSpPr>
            <a:spLocks xmlns:a="http://schemas.openxmlformats.org/drawingml/2006/main" noGrp="1"/>
          </p:cNvSpPr>
          <p:nvPr/>
        </p:nvSpPr>
        <p:spPr>
          <a:xfrm xmlns:a="http://schemas.openxmlformats.org/drawingml/2006/main">
            <a:off x="6583580" y="330589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50174965" name="">
            <a:extLst xmlns:a="http://schemas.openxmlformats.org/drawingml/2006/main">
              <a:ext uri="{FF2B5EF4-FFF2-40B4-BE49-F238E27FC236}">
                <a16:creationId xmlns:a16="http://schemas.microsoft.com/office/drawing/2014/main" id="{24471F3E-3340-492D-B507-6031DA1B0438}"/>
              </a:ext>
            </a:extLst>
          </p:cNvPr>
          <p:cNvSpPr>
            <a:spLocks xmlns:a="http://schemas.openxmlformats.org/drawingml/2006/main" noGrp="1"/>
          </p:cNvSpPr>
          <p:nvPr/>
        </p:nvSpPr>
        <p:spPr>
          <a:xfrm xmlns:a="http://schemas.openxmlformats.org/drawingml/2006/main">
            <a:off x="6619674" y="325761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0953367" name="">
            <a:extLst xmlns:a="http://schemas.openxmlformats.org/drawingml/2006/main">
              <a:ext uri="{FF2B5EF4-FFF2-40B4-BE49-F238E27FC236}">
                <a16:creationId xmlns:a16="http://schemas.microsoft.com/office/drawing/2014/main" id="{F279BFC3-074C-4E68-9120-BF1F2F86CA31}"/>
              </a:ext>
            </a:extLst>
          </p:cNvPr>
          <p:cNvSpPr>
            <a:spLocks xmlns:a="http://schemas.openxmlformats.org/drawingml/2006/main" noGrp="1"/>
          </p:cNvSpPr>
          <p:nvPr/>
        </p:nvSpPr>
        <p:spPr>
          <a:xfrm xmlns:a="http://schemas.openxmlformats.org/drawingml/2006/main">
            <a:off x="6655769" y="32137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25626249" name="">
            <a:extLst xmlns:a="http://schemas.openxmlformats.org/drawingml/2006/main">
              <a:ext uri="{FF2B5EF4-FFF2-40B4-BE49-F238E27FC236}">
                <a16:creationId xmlns:a16="http://schemas.microsoft.com/office/drawing/2014/main" id="{37D2A652-4669-41C1-8F2B-D4439C8D5EB1}"/>
              </a:ext>
            </a:extLst>
          </p:cNvPr>
          <p:cNvSpPr>
            <a:spLocks xmlns:a="http://schemas.openxmlformats.org/drawingml/2006/main" noGrp="1"/>
          </p:cNvSpPr>
          <p:nvPr/>
        </p:nvSpPr>
        <p:spPr>
          <a:xfrm xmlns:a="http://schemas.openxmlformats.org/drawingml/2006/main">
            <a:off x="6691864" y="317553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63185457" name="">
            <a:extLst xmlns:a="http://schemas.openxmlformats.org/drawingml/2006/main">
              <a:ext uri="{FF2B5EF4-FFF2-40B4-BE49-F238E27FC236}">
                <a16:creationId xmlns:a16="http://schemas.microsoft.com/office/drawing/2014/main" id="{5E05BFE8-B697-4E86-97F3-194A585BE45A}"/>
              </a:ext>
            </a:extLst>
          </p:cNvPr>
          <p:cNvSpPr>
            <a:spLocks xmlns:a="http://schemas.openxmlformats.org/drawingml/2006/main" noGrp="1"/>
          </p:cNvSpPr>
          <p:nvPr/>
        </p:nvSpPr>
        <p:spPr>
          <a:xfrm xmlns:a="http://schemas.openxmlformats.org/drawingml/2006/main">
            <a:off x="6727959" y="314348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83403636" name="">
            <a:extLst xmlns:a="http://schemas.openxmlformats.org/drawingml/2006/main">
              <a:ext uri="{FF2B5EF4-FFF2-40B4-BE49-F238E27FC236}">
                <a16:creationId xmlns:a16="http://schemas.microsoft.com/office/drawing/2014/main" id="{A2704CD2-085F-4E21-91DE-3C5AB6CC8EAB}"/>
              </a:ext>
            </a:extLst>
          </p:cNvPr>
          <p:cNvSpPr>
            <a:spLocks xmlns:a="http://schemas.openxmlformats.org/drawingml/2006/main" noGrp="1"/>
          </p:cNvSpPr>
          <p:nvPr/>
        </p:nvSpPr>
        <p:spPr>
          <a:xfrm xmlns:a="http://schemas.openxmlformats.org/drawingml/2006/main">
            <a:off x="6764053" y="311741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4292821" name="">
            <a:extLst xmlns:a="http://schemas.openxmlformats.org/drawingml/2006/main">
              <a:ext uri="{FF2B5EF4-FFF2-40B4-BE49-F238E27FC236}">
                <a16:creationId xmlns:a16="http://schemas.microsoft.com/office/drawing/2014/main" id="{69224CF2-2A77-45E5-A8B4-C9077A0201E4}"/>
              </a:ext>
            </a:extLst>
          </p:cNvPr>
          <p:cNvSpPr>
            <a:spLocks xmlns:a="http://schemas.openxmlformats.org/drawingml/2006/main" noGrp="1"/>
          </p:cNvSpPr>
          <p:nvPr/>
        </p:nvSpPr>
        <p:spPr>
          <a:xfrm xmlns:a="http://schemas.openxmlformats.org/drawingml/2006/main">
            <a:off x="6800148" y="309675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13711384" name="">
            <a:extLst xmlns:a="http://schemas.openxmlformats.org/drawingml/2006/main">
              <a:ext uri="{FF2B5EF4-FFF2-40B4-BE49-F238E27FC236}">
                <a16:creationId xmlns:a16="http://schemas.microsoft.com/office/drawing/2014/main" id="{EB50DF6A-EDC0-4CF1-93DB-A3EA40CD0061}"/>
              </a:ext>
            </a:extLst>
          </p:cNvPr>
          <p:cNvSpPr>
            <a:spLocks xmlns:a="http://schemas.openxmlformats.org/drawingml/2006/main" noGrp="1"/>
          </p:cNvSpPr>
          <p:nvPr/>
        </p:nvSpPr>
        <p:spPr>
          <a:xfrm xmlns:a="http://schemas.openxmlformats.org/drawingml/2006/main">
            <a:off x="6836243" y="308071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318950498" name="">
            <a:extLst xmlns:a="http://schemas.openxmlformats.org/drawingml/2006/main">
              <a:ext uri="{FF2B5EF4-FFF2-40B4-BE49-F238E27FC236}">
                <a16:creationId xmlns:a16="http://schemas.microsoft.com/office/drawing/2014/main" id="{841EB798-E173-4765-A64E-138078AE1F22}"/>
              </a:ext>
            </a:extLst>
          </p:cNvPr>
          <p:cNvSpPr>
            <a:spLocks xmlns:a="http://schemas.openxmlformats.org/drawingml/2006/main" noGrp="1"/>
          </p:cNvSpPr>
          <p:nvPr/>
        </p:nvSpPr>
        <p:spPr>
          <a:xfrm xmlns:a="http://schemas.openxmlformats.org/drawingml/2006/main">
            <a:off x="6872337" y="306844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61680568" name="">
            <a:extLst xmlns:a="http://schemas.openxmlformats.org/drawingml/2006/main">
              <a:ext uri="{FF2B5EF4-FFF2-40B4-BE49-F238E27FC236}">
                <a16:creationId xmlns:a16="http://schemas.microsoft.com/office/drawing/2014/main" id="{700FF422-E243-4CA2-AB68-7A536F470122}"/>
              </a:ext>
            </a:extLst>
          </p:cNvPr>
          <p:cNvSpPr>
            <a:spLocks xmlns:a="http://schemas.openxmlformats.org/drawingml/2006/main" noGrp="1"/>
          </p:cNvSpPr>
          <p:nvPr/>
        </p:nvSpPr>
        <p:spPr>
          <a:xfrm xmlns:a="http://schemas.openxmlformats.org/drawingml/2006/main">
            <a:off x="6908432" y="30591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1643554" name="">
            <a:extLst xmlns:a="http://schemas.openxmlformats.org/drawingml/2006/main">
              <a:ext uri="{FF2B5EF4-FFF2-40B4-BE49-F238E27FC236}">
                <a16:creationId xmlns:a16="http://schemas.microsoft.com/office/drawing/2014/main" id="{51F27C4F-895F-4B58-89D9-AB508BB74025}"/>
              </a:ext>
            </a:extLst>
          </p:cNvPr>
          <p:cNvSpPr>
            <a:spLocks xmlns:a="http://schemas.openxmlformats.org/drawingml/2006/main" noGrp="1"/>
          </p:cNvSpPr>
          <p:nvPr/>
        </p:nvSpPr>
        <p:spPr>
          <a:xfrm xmlns:a="http://schemas.openxmlformats.org/drawingml/2006/main">
            <a:off x="6944527" y="30522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763265772" name="">
            <a:extLst xmlns:a="http://schemas.openxmlformats.org/drawingml/2006/main">
              <a:ext uri="{FF2B5EF4-FFF2-40B4-BE49-F238E27FC236}">
                <a16:creationId xmlns:a16="http://schemas.microsoft.com/office/drawing/2014/main" id="{581A9921-4ED4-425F-8D55-DB506976CF0F}"/>
              </a:ext>
            </a:extLst>
          </p:cNvPr>
          <p:cNvSpPr>
            <a:spLocks xmlns:a="http://schemas.openxmlformats.org/drawingml/2006/main" noGrp="1"/>
          </p:cNvSpPr>
          <p:nvPr/>
        </p:nvSpPr>
        <p:spPr>
          <a:xfrm xmlns:a="http://schemas.openxmlformats.org/drawingml/2006/main">
            <a:off x="6980622" y="304707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89104117" name="">
            <a:extLst xmlns:a="http://schemas.openxmlformats.org/drawingml/2006/main">
              <a:ext uri="{FF2B5EF4-FFF2-40B4-BE49-F238E27FC236}">
                <a16:creationId xmlns:a16="http://schemas.microsoft.com/office/drawing/2014/main" id="{FA7FD6E6-65B8-49BE-BFE0-D62CE0CCA404}"/>
              </a:ext>
            </a:extLst>
          </p:cNvPr>
          <p:cNvSpPr>
            <a:spLocks xmlns:a="http://schemas.openxmlformats.org/drawingml/2006/main" noGrp="1"/>
          </p:cNvSpPr>
          <p:nvPr/>
        </p:nvSpPr>
        <p:spPr>
          <a:xfrm xmlns:a="http://schemas.openxmlformats.org/drawingml/2006/main">
            <a:off x="7016717" y="30432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90273199" name="">
            <a:extLst xmlns:a="http://schemas.openxmlformats.org/drawingml/2006/main">
              <a:ext uri="{FF2B5EF4-FFF2-40B4-BE49-F238E27FC236}">
                <a16:creationId xmlns:a16="http://schemas.microsoft.com/office/drawing/2014/main" id="{E31D8CBF-2FEE-46CA-972F-782AC7B4D9B8}"/>
              </a:ext>
            </a:extLst>
          </p:cNvPr>
          <p:cNvSpPr>
            <a:spLocks xmlns:a="http://schemas.openxmlformats.org/drawingml/2006/main" noGrp="1"/>
          </p:cNvSpPr>
          <p:nvPr/>
        </p:nvSpPr>
        <p:spPr>
          <a:xfrm xmlns:a="http://schemas.openxmlformats.org/drawingml/2006/main">
            <a:off x="7052811" y="30404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5128817" name="">
            <a:extLst xmlns:a="http://schemas.openxmlformats.org/drawingml/2006/main">
              <a:ext uri="{FF2B5EF4-FFF2-40B4-BE49-F238E27FC236}">
                <a16:creationId xmlns:a16="http://schemas.microsoft.com/office/drawing/2014/main" id="{CBFA4D5E-E434-4898-A4BD-A0688AEC0384}"/>
              </a:ext>
            </a:extLst>
          </p:cNvPr>
          <p:cNvSpPr>
            <a:spLocks xmlns:a="http://schemas.openxmlformats.org/drawingml/2006/main" noGrp="1"/>
          </p:cNvSpPr>
          <p:nvPr/>
        </p:nvSpPr>
        <p:spPr>
          <a:xfrm xmlns:a="http://schemas.openxmlformats.org/drawingml/2006/main">
            <a:off x="7088906" y="303838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72431523" name="">
            <a:extLst xmlns:a="http://schemas.openxmlformats.org/drawingml/2006/main">
              <a:ext uri="{FF2B5EF4-FFF2-40B4-BE49-F238E27FC236}">
                <a16:creationId xmlns:a16="http://schemas.microsoft.com/office/drawing/2014/main" id="{44B5925F-6795-41C5-B27D-543B8A1B12B6}"/>
              </a:ext>
            </a:extLst>
          </p:cNvPr>
          <p:cNvSpPr>
            <a:spLocks xmlns:a="http://schemas.openxmlformats.org/drawingml/2006/main" noGrp="1"/>
          </p:cNvSpPr>
          <p:nvPr/>
        </p:nvSpPr>
        <p:spPr>
          <a:xfrm xmlns:a="http://schemas.openxmlformats.org/drawingml/2006/main">
            <a:off x="7125000" y="30368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21352741" name="">
            <a:extLst xmlns:a="http://schemas.openxmlformats.org/drawingml/2006/main">
              <a:ext uri="{FF2B5EF4-FFF2-40B4-BE49-F238E27FC236}">
                <a16:creationId xmlns:a16="http://schemas.microsoft.com/office/drawing/2014/main" id="{E341B891-E98B-4A63-BE4A-B1EEC32E778B}"/>
              </a:ext>
            </a:extLst>
          </p:cNvPr>
          <p:cNvSpPr>
            <a:spLocks xmlns:a="http://schemas.openxmlformats.org/drawingml/2006/main" noGrp="1"/>
          </p:cNvSpPr>
          <p:nvPr/>
        </p:nvSpPr>
        <p:spPr>
          <a:xfrm xmlns:a="http://schemas.openxmlformats.org/drawingml/2006/main">
            <a:off x="7161096" y="30357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56173071" name="">
            <a:extLst xmlns:a="http://schemas.openxmlformats.org/drawingml/2006/main">
              <a:ext uri="{FF2B5EF4-FFF2-40B4-BE49-F238E27FC236}">
                <a16:creationId xmlns:a16="http://schemas.microsoft.com/office/drawing/2014/main" id="{7C191276-1C35-4B13-9E5F-6B2ECFCEF28D}"/>
              </a:ext>
            </a:extLst>
          </p:cNvPr>
          <p:cNvSpPr>
            <a:spLocks xmlns:a="http://schemas.openxmlformats.org/drawingml/2006/main" noGrp="1"/>
          </p:cNvSpPr>
          <p:nvPr/>
        </p:nvSpPr>
        <p:spPr>
          <a:xfrm xmlns:a="http://schemas.openxmlformats.org/drawingml/2006/main">
            <a:off x="7197190" y="30349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143589553" name="">
            <a:extLst xmlns:a="http://schemas.openxmlformats.org/drawingml/2006/main">
              <a:ext uri="{FF2B5EF4-FFF2-40B4-BE49-F238E27FC236}">
                <a16:creationId xmlns:a16="http://schemas.microsoft.com/office/drawing/2014/main" id="{8F174330-0EF3-4EC7-9920-351FDAC6816B}"/>
              </a:ext>
            </a:extLst>
          </p:cNvPr>
          <p:cNvSpPr>
            <a:spLocks xmlns:a="http://schemas.openxmlformats.org/drawingml/2006/main" noGrp="1"/>
          </p:cNvSpPr>
          <p:nvPr/>
        </p:nvSpPr>
        <p:spPr>
          <a:xfrm xmlns:a="http://schemas.openxmlformats.org/drawingml/2006/main">
            <a:off x="7233285" y="303436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93918637" name="">
            <a:extLst xmlns:a="http://schemas.openxmlformats.org/drawingml/2006/main">
              <a:ext uri="{FF2B5EF4-FFF2-40B4-BE49-F238E27FC236}">
                <a16:creationId xmlns:a16="http://schemas.microsoft.com/office/drawing/2014/main" id="{5AEBCF7B-ABF1-48EF-9ACB-6414E181EB91}"/>
              </a:ext>
            </a:extLst>
          </p:cNvPr>
          <p:cNvSpPr>
            <a:spLocks xmlns:a="http://schemas.openxmlformats.org/drawingml/2006/main" noGrp="1"/>
          </p:cNvSpPr>
          <p:nvPr/>
        </p:nvSpPr>
        <p:spPr>
          <a:xfrm xmlns:a="http://schemas.openxmlformats.org/drawingml/2006/main">
            <a:off x="63341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tanh</a:t>
            </a:r>
          </a:p>
        </p:txBody>
      </p:sp>
      <p:sp>
        <p:nvSpPr>
          <p:cNvPr id="1815518866" name="">
            <a:extLst xmlns:a="http://schemas.openxmlformats.org/drawingml/2006/main">
              <a:ext uri="{FF2B5EF4-FFF2-40B4-BE49-F238E27FC236}">
                <a16:creationId xmlns:a16="http://schemas.microsoft.com/office/drawing/2014/main" id="{466D6368-9422-4DBD-ADAF-24B8E5486318}"/>
              </a:ext>
            </a:extLst>
          </p:cNvPr>
          <p:cNvSpPr>
            <a:spLocks xmlns:a="http://schemas.openxmlformats.org/drawingml/2006/main" noGrp="1"/>
          </p:cNvSpPr>
          <p:nvPr/>
        </p:nvSpPr>
        <p:spPr>
          <a:xfrm xmlns:a="http://schemas.openxmlformats.org/drawingml/2006/main">
            <a:off x="91440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967360652" name="">
            <a:extLst xmlns:a="http://schemas.openxmlformats.org/drawingml/2006/main">
              <a:ext uri="{FF2B5EF4-FFF2-40B4-BE49-F238E27FC236}">
                <a16:creationId xmlns:a16="http://schemas.microsoft.com/office/drawing/2014/main" id="{47622BFB-DB88-4B59-8A0F-4418DF88EBF6}"/>
              </a:ext>
            </a:extLst>
          </p:cNvPr>
          <p:cNvSpPr>
            <a:spLocks xmlns:a="http://schemas.openxmlformats.org/drawingml/2006/main" noGrp="1"/>
          </p:cNvSpPr>
          <p:nvPr/>
        </p:nvSpPr>
        <p:spPr>
          <a:xfrm xmlns:a="http://schemas.openxmlformats.org/drawingml/2006/main">
            <a:off x="90487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771356385" name="">
            <a:extLst xmlns:a="http://schemas.openxmlformats.org/drawingml/2006/main">
              <a:ext uri="{FF2B5EF4-FFF2-40B4-BE49-F238E27FC236}">
                <a16:creationId xmlns:a16="http://schemas.microsoft.com/office/drawing/2014/main" id="{FD051C5B-6B68-4A83-887D-766D3C7E9A16}"/>
              </a:ext>
            </a:extLst>
          </p:cNvPr>
          <p:cNvSpPr>
            <a:spLocks xmlns:a="http://schemas.openxmlformats.org/drawingml/2006/main" noGrp="1"/>
          </p:cNvSpPr>
          <p:nvPr/>
        </p:nvSpPr>
        <p:spPr>
          <a:xfrm xmlns:a="http://schemas.openxmlformats.org/drawingml/2006/main">
            <a:off x="8433435" y="335778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02914713" name="">
            <a:extLst xmlns:a="http://schemas.openxmlformats.org/drawingml/2006/main">
              <a:ext uri="{FF2B5EF4-FFF2-40B4-BE49-F238E27FC236}">
                <a16:creationId xmlns:a16="http://schemas.microsoft.com/office/drawing/2014/main" id="{76D0B0E6-D947-42B4-9C81-1F0391979C9C}"/>
              </a:ext>
            </a:extLst>
          </p:cNvPr>
          <p:cNvSpPr>
            <a:spLocks xmlns:a="http://schemas.openxmlformats.org/drawingml/2006/main" noGrp="1"/>
          </p:cNvSpPr>
          <p:nvPr/>
        </p:nvSpPr>
        <p:spPr>
          <a:xfrm xmlns:a="http://schemas.openxmlformats.org/drawingml/2006/main">
            <a:off x="8469530" y="33585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8888180" name="">
            <a:extLst xmlns:a="http://schemas.openxmlformats.org/drawingml/2006/main">
              <a:ext uri="{FF2B5EF4-FFF2-40B4-BE49-F238E27FC236}">
                <a16:creationId xmlns:a16="http://schemas.microsoft.com/office/drawing/2014/main" id="{923AD051-13D8-4F54-AB53-C6675074DBF6}"/>
              </a:ext>
            </a:extLst>
          </p:cNvPr>
          <p:cNvSpPr>
            <a:spLocks xmlns:a="http://schemas.openxmlformats.org/drawingml/2006/main" noGrp="1"/>
          </p:cNvSpPr>
          <p:nvPr/>
        </p:nvSpPr>
        <p:spPr>
          <a:xfrm xmlns:a="http://schemas.openxmlformats.org/drawingml/2006/main">
            <a:off x="8505624" y="335961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98336813" name="">
            <a:extLst xmlns:a="http://schemas.openxmlformats.org/drawingml/2006/main">
              <a:ext uri="{FF2B5EF4-FFF2-40B4-BE49-F238E27FC236}">
                <a16:creationId xmlns:a16="http://schemas.microsoft.com/office/drawing/2014/main" id="{B03504E4-6F9B-44FF-9EAA-BC579EA4EC78}"/>
              </a:ext>
            </a:extLst>
          </p:cNvPr>
          <p:cNvSpPr>
            <a:spLocks xmlns:a="http://schemas.openxmlformats.org/drawingml/2006/main" noGrp="1"/>
          </p:cNvSpPr>
          <p:nvPr/>
        </p:nvSpPr>
        <p:spPr>
          <a:xfrm xmlns:a="http://schemas.openxmlformats.org/drawingml/2006/main">
            <a:off x="8541719" y="336118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97558642" name="">
            <a:extLst xmlns:a="http://schemas.openxmlformats.org/drawingml/2006/main">
              <a:ext uri="{FF2B5EF4-FFF2-40B4-BE49-F238E27FC236}">
                <a16:creationId xmlns:a16="http://schemas.microsoft.com/office/drawing/2014/main" id="{FB6CDD49-D30E-4D15-AF7A-655453F0341C}"/>
              </a:ext>
            </a:extLst>
          </p:cNvPr>
          <p:cNvSpPr>
            <a:spLocks xmlns:a="http://schemas.openxmlformats.org/drawingml/2006/main" noGrp="1"/>
          </p:cNvSpPr>
          <p:nvPr/>
        </p:nvSpPr>
        <p:spPr>
          <a:xfrm xmlns:a="http://schemas.openxmlformats.org/drawingml/2006/main">
            <a:off x="8577814" y="33633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8568868" name="">
            <a:extLst xmlns:a="http://schemas.openxmlformats.org/drawingml/2006/main">
              <a:ext uri="{FF2B5EF4-FFF2-40B4-BE49-F238E27FC236}">
                <a16:creationId xmlns:a16="http://schemas.microsoft.com/office/drawing/2014/main" id="{ABB13C62-36BA-4184-9160-0D33707A02F5}"/>
              </a:ext>
            </a:extLst>
          </p:cNvPr>
          <p:cNvSpPr>
            <a:spLocks xmlns:a="http://schemas.openxmlformats.org/drawingml/2006/main" noGrp="1"/>
          </p:cNvSpPr>
          <p:nvPr/>
        </p:nvSpPr>
        <p:spPr>
          <a:xfrm xmlns:a="http://schemas.openxmlformats.org/drawingml/2006/main">
            <a:off x="8613909" y="33662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87284214" name="">
            <a:extLst xmlns:a="http://schemas.openxmlformats.org/drawingml/2006/main">
              <a:ext uri="{FF2B5EF4-FFF2-40B4-BE49-F238E27FC236}">
                <a16:creationId xmlns:a16="http://schemas.microsoft.com/office/drawing/2014/main" id="{648A1969-43A1-44AF-8AB1-0B847BC5FBBE}"/>
              </a:ext>
            </a:extLst>
          </p:cNvPr>
          <p:cNvSpPr>
            <a:spLocks xmlns:a="http://schemas.openxmlformats.org/drawingml/2006/main" noGrp="1"/>
          </p:cNvSpPr>
          <p:nvPr/>
        </p:nvSpPr>
        <p:spPr>
          <a:xfrm xmlns:a="http://schemas.openxmlformats.org/drawingml/2006/main">
            <a:off x="8650003" y="336989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134850803" name="">
            <a:extLst xmlns:a="http://schemas.openxmlformats.org/drawingml/2006/main">
              <a:ext uri="{FF2B5EF4-FFF2-40B4-BE49-F238E27FC236}">
                <a16:creationId xmlns:a16="http://schemas.microsoft.com/office/drawing/2014/main" id="{21309191-AB59-4EE8-B3B0-6EB8E875A826}"/>
              </a:ext>
            </a:extLst>
          </p:cNvPr>
          <p:cNvSpPr>
            <a:spLocks xmlns:a="http://schemas.openxmlformats.org/drawingml/2006/main" noGrp="1"/>
          </p:cNvSpPr>
          <p:nvPr/>
        </p:nvSpPr>
        <p:spPr>
          <a:xfrm xmlns:a="http://schemas.openxmlformats.org/drawingml/2006/main">
            <a:off x="8686098" y="337444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06798024" name="">
            <a:extLst xmlns:a="http://schemas.openxmlformats.org/drawingml/2006/main">
              <a:ext uri="{FF2B5EF4-FFF2-40B4-BE49-F238E27FC236}">
                <a16:creationId xmlns:a16="http://schemas.microsoft.com/office/drawing/2014/main" id="{43B1C39A-C63A-43CE-9B41-811FE043C039}"/>
              </a:ext>
            </a:extLst>
          </p:cNvPr>
          <p:cNvSpPr>
            <a:spLocks xmlns:a="http://schemas.openxmlformats.org/drawingml/2006/main" noGrp="1"/>
          </p:cNvSpPr>
          <p:nvPr/>
        </p:nvSpPr>
        <p:spPr>
          <a:xfrm xmlns:a="http://schemas.openxmlformats.org/drawingml/2006/main">
            <a:off x="8722193" y="33798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74822868" name="">
            <a:extLst xmlns:a="http://schemas.openxmlformats.org/drawingml/2006/main">
              <a:ext uri="{FF2B5EF4-FFF2-40B4-BE49-F238E27FC236}">
                <a16:creationId xmlns:a16="http://schemas.microsoft.com/office/drawing/2014/main" id="{DA25DBED-22CB-4B05-8255-A29DA81DAAE8}"/>
              </a:ext>
            </a:extLst>
          </p:cNvPr>
          <p:cNvSpPr>
            <a:spLocks xmlns:a="http://schemas.openxmlformats.org/drawingml/2006/main" noGrp="1"/>
          </p:cNvSpPr>
          <p:nvPr/>
        </p:nvSpPr>
        <p:spPr>
          <a:xfrm xmlns:a="http://schemas.openxmlformats.org/drawingml/2006/main">
            <a:off x="8758288" y="33859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41989348" name="">
            <a:extLst xmlns:a="http://schemas.openxmlformats.org/drawingml/2006/main">
              <a:ext uri="{FF2B5EF4-FFF2-40B4-BE49-F238E27FC236}">
                <a16:creationId xmlns:a16="http://schemas.microsoft.com/office/drawing/2014/main" id="{23F9B4F3-C2CF-4F61-B7E1-828FD9AD0A7A}"/>
              </a:ext>
            </a:extLst>
          </p:cNvPr>
          <p:cNvSpPr>
            <a:spLocks xmlns:a="http://schemas.openxmlformats.org/drawingml/2006/main" noGrp="1"/>
          </p:cNvSpPr>
          <p:nvPr/>
        </p:nvSpPr>
        <p:spPr>
          <a:xfrm xmlns:a="http://schemas.openxmlformats.org/drawingml/2006/main">
            <a:off x="8794382" y="339242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10909415" name="">
            <a:extLst xmlns:a="http://schemas.openxmlformats.org/drawingml/2006/main">
              <a:ext uri="{FF2B5EF4-FFF2-40B4-BE49-F238E27FC236}">
                <a16:creationId xmlns:a16="http://schemas.microsoft.com/office/drawing/2014/main" id="{94C2D0BF-B0FA-4931-B0DC-51A01786CACC}"/>
              </a:ext>
            </a:extLst>
          </p:cNvPr>
          <p:cNvSpPr>
            <a:spLocks xmlns:a="http://schemas.openxmlformats.org/drawingml/2006/main" noGrp="1"/>
          </p:cNvSpPr>
          <p:nvPr/>
        </p:nvSpPr>
        <p:spPr>
          <a:xfrm xmlns:a="http://schemas.openxmlformats.org/drawingml/2006/main">
            <a:off x="8830477" y="339892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8342762" name="">
            <a:extLst xmlns:a="http://schemas.openxmlformats.org/drawingml/2006/main">
              <a:ext uri="{FF2B5EF4-FFF2-40B4-BE49-F238E27FC236}">
                <a16:creationId xmlns:a16="http://schemas.microsoft.com/office/drawing/2014/main" id="{A5399F5C-D7FE-4585-9642-7ACE7B265891}"/>
              </a:ext>
            </a:extLst>
          </p:cNvPr>
          <p:cNvSpPr>
            <a:spLocks xmlns:a="http://schemas.openxmlformats.org/drawingml/2006/main" noGrp="1"/>
          </p:cNvSpPr>
          <p:nvPr/>
        </p:nvSpPr>
        <p:spPr>
          <a:xfrm xmlns:a="http://schemas.openxmlformats.org/drawingml/2006/main">
            <a:off x="8866572" y="340482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93835802" name="">
            <a:extLst xmlns:a="http://schemas.openxmlformats.org/drawingml/2006/main">
              <a:ext uri="{FF2B5EF4-FFF2-40B4-BE49-F238E27FC236}">
                <a16:creationId xmlns:a16="http://schemas.microsoft.com/office/drawing/2014/main" id="{B6DB9B2F-01DC-4AE3-8545-0FFD8397E110}"/>
              </a:ext>
            </a:extLst>
          </p:cNvPr>
          <p:cNvSpPr>
            <a:spLocks xmlns:a="http://schemas.openxmlformats.org/drawingml/2006/main" noGrp="1"/>
          </p:cNvSpPr>
          <p:nvPr/>
        </p:nvSpPr>
        <p:spPr>
          <a:xfrm xmlns:a="http://schemas.openxmlformats.org/drawingml/2006/main">
            <a:off x="8902667" y="340934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10018020" name="">
            <a:extLst xmlns:a="http://schemas.openxmlformats.org/drawingml/2006/main">
              <a:ext uri="{FF2B5EF4-FFF2-40B4-BE49-F238E27FC236}">
                <a16:creationId xmlns:a16="http://schemas.microsoft.com/office/drawing/2014/main" id="{9E7CBF44-2DF9-46A3-8131-DCE4331E7700}"/>
              </a:ext>
            </a:extLst>
          </p:cNvPr>
          <p:cNvSpPr>
            <a:spLocks xmlns:a="http://schemas.openxmlformats.org/drawingml/2006/main" noGrp="1"/>
          </p:cNvSpPr>
          <p:nvPr/>
        </p:nvSpPr>
        <p:spPr>
          <a:xfrm xmlns:a="http://schemas.openxmlformats.org/drawingml/2006/main">
            <a:off x="8938761" y="341158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42446303" name="">
            <a:extLst xmlns:a="http://schemas.openxmlformats.org/drawingml/2006/main">
              <a:ext uri="{FF2B5EF4-FFF2-40B4-BE49-F238E27FC236}">
                <a16:creationId xmlns:a16="http://schemas.microsoft.com/office/drawing/2014/main" id="{09A8D016-7FBD-4DC0-9951-D719685E7FB6}"/>
              </a:ext>
            </a:extLst>
          </p:cNvPr>
          <p:cNvSpPr>
            <a:spLocks xmlns:a="http://schemas.openxmlformats.org/drawingml/2006/main" noGrp="1"/>
          </p:cNvSpPr>
          <p:nvPr/>
        </p:nvSpPr>
        <p:spPr>
          <a:xfrm xmlns:a="http://schemas.openxmlformats.org/drawingml/2006/main">
            <a:off x="8974856" y="341058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38294654" name="">
            <a:extLst xmlns:a="http://schemas.openxmlformats.org/drawingml/2006/main">
              <a:ext uri="{FF2B5EF4-FFF2-40B4-BE49-F238E27FC236}">
                <a16:creationId xmlns:a16="http://schemas.microsoft.com/office/drawing/2014/main" id="{65556E4C-D72B-4DF3-8DFE-7801DB5883C0}"/>
              </a:ext>
            </a:extLst>
          </p:cNvPr>
          <p:cNvSpPr>
            <a:spLocks xmlns:a="http://schemas.openxmlformats.org/drawingml/2006/main" noGrp="1"/>
          </p:cNvSpPr>
          <p:nvPr/>
        </p:nvSpPr>
        <p:spPr>
          <a:xfrm xmlns:a="http://schemas.openxmlformats.org/drawingml/2006/main">
            <a:off x="9010951" y="340537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34900515" name="">
            <a:extLst xmlns:a="http://schemas.openxmlformats.org/drawingml/2006/main">
              <a:ext uri="{FF2B5EF4-FFF2-40B4-BE49-F238E27FC236}">
                <a16:creationId xmlns:a16="http://schemas.microsoft.com/office/drawing/2014/main" id="{C01CF4EF-4B11-454A-9F2A-631820A36E9C}"/>
              </a:ext>
            </a:extLst>
          </p:cNvPr>
          <p:cNvSpPr>
            <a:spLocks xmlns:a="http://schemas.openxmlformats.org/drawingml/2006/main" noGrp="1"/>
          </p:cNvSpPr>
          <p:nvPr/>
        </p:nvSpPr>
        <p:spPr>
          <a:xfrm xmlns:a="http://schemas.openxmlformats.org/drawingml/2006/main">
            <a:off x="9047046" y="339507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48893474" name="">
            <a:extLst xmlns:a="http://schemas.openxmlformats.org/drawingml/2006/main">
              <a:ext uri="{FF2B5EF4-FFF2-40B4-BE49-F238E27FC236}">
                <a16:creationId xmlns:a16="http://schemas.microsoft.com/office/drawing/2014/main" id="{75115920-007D-49D0-AE4E-DF8B7DA125D0}"/>
              </a:ext>
            </a:extLst>
          </p:cNvPr>
          <p:cNvSpPr>
            <a:spLocks xmlns:a="http://schemas.openxmlformats.org/drawingml/2006/main" noGrp="1"/>
          </p:cNvSpPr>
          <p:nvPr/>
        </p:nvSpPr>
        <p:spPr>
          <a:xfrm xmlns:a="http://schemas.openxmlformats.org/drawingml/2006/main">
            <a:off x="9083140" y="337897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7751579" name="">
            <a:extLst xmlns:a="http://schemas.openxmlformats.org/drawingml/2006/main">
              <a:ext uri="{FF2B5EF4-FFF2-40B4-BE49-F238E27FC236}">
                <a16:creationId xmlns:a16="http://schemas.microsoft.com/office/drawing/2014/main" id="{4CBD579E-0D64-4859-8B67-CAAE624C4778}"/>
              </a:ext>
            </a:extLst>
          </p:cNvPr>
          <p:cNvSpPr>
            <a:spLocks xmlns:a="http://schemas.openxmlformats.org/drawingml/2006/main" noGrp="1"/>
          </p:cNvSpPr>
          <p:nvPr/>
        </p:nvSpPr>
        <p:spPr>
          <a:xfrm xmlns:a="http://schemas.openxmlformats.org/drawingml/2006/main">
            <a:off x="9119235" y="33566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21311379" name="">
            <a:extLst xmlns:a="http://schemas.openxmlformats.org/drawingml/2006/main">
              <a:ext uri="{FF2B5EF4-FFF2-40B4-BE49-F238E27FC236}">
                <a16:creationId xmlns:a16="http://schemas.microsoft.com/office/drawing/2014/main" id="{D4937650-C8EB-4B4E-9AE4-99358E7B7678}"/>
              </a:ext>
            </a:extLst>
          </p:cNvPr>
          <p:cNvSpPr>
            <a:spLocks xmlns:a="http://schemas.openxmlformats.org/drawingml/2006/main" noGrp="1"/>
          </p:cNvSpPr>
          <p:nvPr/>
        </p:nvSpPr>
        <p:spPr>
          <a:xfrm xmlns:a="http://schemas.openxmlformats.org/drawingml/2006/main">
            <a:off x="9155330" y="33278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27395284" name="">
            <a:extLst xmlns:a="http://schemas.openxmlformats.org/drawingml/2006/main">
              <a:ext uri="{FF2B5EF4-FFF2-40B4-BE49-F238E27FC236}">
                <a16:creationId xmlns:a16="http://schemas.microsoft.com/office/drawing/2014/main" id="{C0813674-9BF6-4B5F-8E19-BAAC8082A007}"/>
              </a:ext>
            </a:extLst>
          </p:cNvPr>
          <p:cNvSpPr>
            <a:spLocks xmlns:a="http://schemas.openxmlformats.org/drawingml/2006/main" noGrp="1"/>
          </p:cNvSpPr>
          <p:nvPr/>
        </p:nvSpPr>
        <p:spPr>
          <a:xfrm xmlns:a="http://schemas.openxmlformats.org/drawingml/2006/main">
            <a:off x="9191424" y="329280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314569" name="">
            <a:extLst xmlns:a="http://schemas.openxmlformats.org/drawingml/2006/main">
              <a:ext uri="{FF2B5EF4-FFF2-40B4-BE49-F238E27FC236}">
                <a16:creationId xmlns:a16="http://schemas.microsoft.com/office/drawing/2014/main" id="{1F395DBC-2840-419B-9ADB-656A361A205A}"/>
              </a:ext>
            </a:extLst>
          </p:cNvPr>
          <p:cNvSpPr>
            <a:spLocks xmlns:a="http://schemas.openxmlformats.org/drawingml/2006/main" noGrp="1"/>
          </p:cNvSpPr>
          <p:nvPr/>
        </p:nvSpPr>
        <p:spPr>
          <a:xfrm xmlns:a="http://schemas.openxmlformats.org/drawingml/2006/main">
            <a:off x="9227519" y="325197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82055888" name="">
            <a:extLst xmlns:a="http://schemas.openxmlformats.org/drawingml/2006/main">
              <a:ext uri="{FF2B5EF4-FFF2-40B4-BE49-F238E27FC236}">
                <a16:creationId xmlns:a16="http://schemas.microsoft.com/office/drawing/2014/main" id="{38177037-CE22-4638-A6CC-0E74614313E0}"/>
              </a:ext>
            </a:extLst>
          </p:cNvPr>
          <p:cNvSpPr>
            <a:spLocks xmlns:a="http://schemas.openxmlformats.org/drawingml/2006/main" noGrp="1"/>
          </p:cNvSpPr>
          <p:nvPr/>
        </p:nvSpPr>
        <p:spPr>
          <a:xfrm xmlns:a="http://schemas.openxmlformats.org/drawingml/2006/main">
            <a:off x="9263614" y="32060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24391664" name="">
            <a:extLst xmlns:a="http://schemas.openxmlformats.org/drawingml/2006/main">
              <a:ext uri="{FF2B5EF4-FFF2-40B4-BE49-F238E27FC236}">
                <a16:creationId xmlns:a16="http://schemas.microsoft.com/office/drawing/2014/main" id="{00BC1E8B-2FD1-441E-9A21-B6F9F803A7D8}"/>
              </a:ext>
            </a:extLst>
          </p:cNvPr>
          <p:cNvSpPr>
            <a:spLocks xmlns:a="http://schemas.openxmlformats.org/drawingml/2006/main" noGrp="1"/>
          </p:cNvSpPr>
          <p:nvPr/>
        </p:nvSpPr>
        <p:spPr>
          <a:xfrm xmlns:a="http://schemas.openxmlformats.org/drawingml/2006/main">
            <a:off x="9299709" y="315591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3602340" name="">
            <a:extLst xmlns:a="http://schemas.openxmlformats.org/drawingml/2006/main">
              <a:ext uri="{FF2B5EF4-FFF2-40B4-BE49-F238E27FC236}">
                <a16:creationId xmlns:a16="http://schemas.microsoft.com/office/drawing/2014/main" id="{7EDA4FD4-F38A-47CE-8F55-7A8E51D49FF6}"/>
              </a:ext>
            </a:extLst>
          </p:cNvPr>
          <p:cNvSpPr>
            <a:spLocks xmlns:a="http://schemas.openxmlformats.org/drawingml/2006/main" noGrp="1"/>
          </p:cNvSpPr>
          <p:nvPr/>
        </p:nvSpPr>
        <p:spPr>
          <a:xfrm xmlns:a="http://schemas.openxmlformats.org/drawingml/2006/main">
            <a:off x="9335803" y="310253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51365907" name="">
            <a:extLst xmlns:a="http://schemas.openxmlformats.org/drawingml/2006/main">
              <a:ext uri="{FF2B5EF4-FFF2-40B4-BE49-F238E27FC236}">
                <a16:creationId xmlns:a16="http://schemas.microsoft.com/office/drawing/2014/main" id="{E1EB111A-EE10-42D1-9A55-E66E2C62964A}"/>
              </a:ext>
            </a:extLst>
          </p:cNvPr>
          <p:cNvSpPr>
            <a:spLocks xmlns:a="http://schemas.openxmlformats.org/drawingml/2006/main" noGrp="1"/>
          </p:cNvSpPr>
          <p:nvPr/>
        </p:nvSpPr>
        <p:spPr>
          <a:xfrm xmlns:a="http://schemas.openxmlformats.org/drawingml/2006/main">
            <a:off x="9371897" y="304688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14268180" name="">
            <a:extLst xmlns:a="http://schemas.openxmlformats.org/drawingml/2006/main">
              <a:ext uri="{FF2B5EF4-FFF2-40B4-BE49-F238E27FC236}">
                <a16:creationId xmlns:a16="http://schemas.microsoft.com/office/drawing/2014/main" id="{11B704F6-EE2F-4B5B-B833-1A3321FE0B96}"/>
              </a:ext>
            </a:extLst>
          </p:cNvPr>
          <p:cNvSpPr>
            <a:spLocks xmlns:a="http://schemas.openxmlformats.org/drawingml/2006/main" noGrp="1"/>
          </p:cNvSpPr>
          <p:nvPr/>
        </p:nvSpPr>
        <p:spPr>
          <a:xfrm xmlns:a="http://schemas.openxmlformats.org/drawingml/2006/main">
            <a:off x="9407993" y="298985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93164094" name="">
            <a:extLst xmlns:a="http://schemas.openxmlformats.org/drawingml/2006/main">
              <a:ext uri="{FF2B5EF4-FFF2-40B4-BE49-F238E27FC236}">
                <a16:creationId xmlns:a16="http://schemas.microsoft.com/office/drawing/2014/main" id="{A393732C-B58C-4D92-90BD-D63366649AB2}"/>
              </a:ext>
            </a:extLst>
          </p:cNvPr>
          <p:cNvSpPr>
            <a:spLocks xmlns:a="http://schemas.openxmlformats.org/drawingml/2006/main" noGrp="1"/>
          </p:cNvSpPr>
          <p:nvPr/>
        </p:nvSpPr>
        <p:spPr>
          <a:xfrm xmlns:a="http://schemas.openxmlformats.org/drawingml/2006/main">
            <a:off x="9444088" y="293221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22346464" name="">
            <a:extLst xmlns:a="http://schemas.openxmlformats.org/drawingml/2006/main">
              <a:ext uri="{FF2B5EF4-FFF2-40B4-BE49-F238E27FC236}">
                <a16:creationId xmlns:a16="http://schemas.microsoft.com/office/drawing/2014/main" id="{5ED4EF79-A853-4F00-939B-265E06576D91}"/>
              </a:ext>
            </a:extLst>
          </p:cNvPr>
          <p:cNvSpPr>
            <a:spLocks xmlns:a="http://schemas.openxmlformats.org/drawingml/2006/main" noGrp="1"/>
          </p:cNvSpPr>
          <p:nvPr/>
        </p:nvSpPr>
        <p:spPr>
          <a:xfrm xmlns:a="http://schemas.openxmlformats.org/drawingml/2006/main">
            <a:off x="9480182" y="287456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6463542" name="">
            <a:extLst xmlns:a="http://schemas.openxmlformats.org/drawingml/2006/main">
              <a:ext uri="{FF2B5EF4-FFF2-40B4-BE49-F238E27FC236}">
                <a16:creationId xmlns:a16="http://schemas.microsoft.com/office/drawing/2014/main" id="{3855D1DC-9640-41BA-9AA2-2AC66A8CB2A9}"/>
              </a:ext>
            </a:extLst>
          </p:cNvPr>
          <p:cNvSpPr>
            <a:spLocks xmlns:a="http://schemas.openxmlformats.org/drawingml/2006/main" noGrp="1"/>
          </p:cNvSpPr>
          <p:nvPr/>
        </p:nvSpPr>
        <p:spPr>
          <a:xfrm xmlns:a="http://schemas.openxmlformats.org/drawingml/2006/main">
            <a:off x="9516277" y="281734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92730392" name="">
            <a:extLst xmlns:a="http://schemas.openxmlformats.org/drawingml/2006/main">
              <a:ext uri="{FF2B5EF4-FFF2-40B4-BE49-F238E27FC236}">
                <a16:creationId xmlns:a16="http://schemas.microsoft.com/office/drawing/2014/main" id="{51ABCD75-1A1B-44C6-A254-B60BE260ED67}"/>
              </a:ext>
            </a:extLst>
          </p:cNvPr>
          <p:cNvSpPr>
            <a:spLocks xmlns:a="http://schemas.openxmlformats.org/drawingml/2006/main" noGrp="1"/>
          </p:cNvSpPr>
          <p:nvPr/>
        </p:nvSpPr>
        <p:spPr>
          <a:xfrm xmlns:a="http://schemas.openxmlformats.org/drawingml/2006/main">
            <a:off x="9552372" y="27608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17916563" name="">
            <a:extLst xmlns:a="http://schemas.openxmlformats.org/drawingml/2006/main">
              <a:ext uri="{FF2B5EF4-FFF2-40B4-BE49-F238E27FC236}">
                <a16:creationId xmlns:a16="http://schemas.microsoft.com/office/drawing/2014/main" id="{093E5AF0-96B1-430D-A8A0-9597D34A7963}"/>
              </a:ext>
            </a:extLst>
          </p:cNvPr>
          <p:cNvSpPr>
            <a:spLocks xmlns:a="http://schemas.openxmlformats.org/drawingml/2006/main" noGrp="1"/>
          </p:cNvSpPr>
          <p:nvPr/>
        </p:nvSpPr>
        <p:spPr>
          <a:xfrm xmlns:a="http://schemas.openxmlformats.org/drawingml/2006/main">
            <a:off x="9588467" y="27051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24871388" name="">
            <a:extLst xmlns:a="http://schemas.openxmlformats.org/drawingml/2006/main">
              <a:ext uri="{FF2B5EF4-FFF2-40B4-BE49-F238E27FC236}">
                <a16:creationId xmlns:a16="http://schemas.microsoft.com/office/drawing/2014/main" id="{30ADBA1B-E451-489E-A5C0-4C458D8979C3}"/>
              </a:ext>
            </a:extLst>
          </p:cNvPr>
          <p:cNvSpPr>
            <a:spLocks xmlns:a="http://schemas.openxmlformats.org/drawingml/2006/main" noGrp="1"/>
          </p:cNvSpPr>
          <p:nvPr/>
        </p:nvSpPr>
        <p:spPr>
          <a:xfrm xmlns:a="http://schemas.openxmlformats.org/drawingml/2006/main">
            <a:off x="9624560" y="26503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26559939" name="">
            <a:extLst xmlns:a="http://schemas.openxmlformats.org/drawingml/2006/main">
              <a:ext uri="{FF2B5EF4-FFF2-40B4-BE49-F238E27FC236}">
                <a16:creationId xmlns:a16="http://schemas.microsoft.com/office/drawing/2014/main" id="{FDFB9641-D4EA-46EE-A7B2-43D9FD1737B2}"/>
              </a:ext>
            </a:extLst>
          </p:cNvPr>
          <p:cNvSpPr>
            <a:spLocks xmlns:a="http://schemas.openxmlformats.org/drawingml/2006/main" noGrp="1"/>
          </p:cNvSpPr>
          <p:nvPr/>
        </p:nvSpPr>
        <p:spPr>
          <a:xfrm xmlns:a="http://schemas.openxmlformats.org/drawingml/2006/main">
            <a:off x="9660656" y="259632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79091257" name="">
            <a:extLst xmlns:a="http://schemas.openxmlformats.org/drawingml/2006/main">
              <a:ext uri="{FF2B5EF4-FFF2-40B4-BE49-F238E27FC236}">
                <a16:creationId xmlns:a16="http://schemas.microsoft.com/office/drawing/2014/main" id="{5B33C0A1-7D4F-4A43-82C1-DF398F712619}"/>
              </a:ext>
            </a:extLst>
          </p:cNvPr>
          <p:cNvSpPr>
            <a:spLocks xmlns:a="http://schemas.openxmlformats.org/drawingml/2006/main" noGrp="1"/>
          </p:cNvSpPr>
          <p:nvPr/>
        </p:nvSpPr>
        <p:spPr>
          <a:xfrm xmlns:a="http://schemas.openxmlformats.org/drawingml/2006/main">
            <a:off x="9696751" y="254303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94520795" name="">
            <a:extLst xmlns:a="http://schemas.openxmlformats.org/drawingml/2006/main">
              <a:ext uri="{FF2B5EF4-FFF2-40B4-BE49-F238E27FC236}">
                <a16:creationId xmlns:a16="http://schemas.microsoft.com/office/drawing/2014/main" id="{69F4399B-6726-4B8B-A1CF-395E8216B407}"/>
              </a:ext>
            </a:extLst>
          </p:cNvPr>
          <p:cNvSpPr>
            <a:spLocks xmlns:a="http://schemas.openxmlformats.org/drawingml/2006/main" noGrp="1"/>
          </p:cNvSpPr>
          <p:nvPr/>
        </p:nvSpPr>
        <p:spPr>
          <a:xfrm xmlns:a="http://schemas.openxmlformats.org/drawingml/2006/main">
            <a:off x="9732846" y="24903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08767925" name="">
            <a:extLst xmlns:a="http://schemas.openxmlformats.org/drawingml/2006/main">
              <a:ext uri="{FF2B5EF4-FFF2-40B4-BE49-F238E27FC236}">
                <a16:creationId xmlns:a16="http://schemas.microsoft.com/office/drawing/2014/main" id="{E2A4344A-FF06-4401-B28D-58ADD8D505B9}"/>
              </a:ext>
            </a:extLst>
          </p:cNvPr>
          <p:cNvSpPr>
            <a:spLocks xmlns:a="http://schemas.openxmlformats.org/drawingml/2006/main" noGrp="1"/>
          </p:cNvSpPr>
          <p:nvPr/>
        </p:nvSpPr>
        <p:spPr>
          <a:xfrm xmlns:a="http://schemas.openxmlformats.org/drawingml/2006/main">
            <a:off x="9768940" y="24381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36806065" name="">
            <a:extLst xmlns:a="http://schemas.openxmlformats.org/drawingml/2006/main">
              <a:ext uri="{FF2B5EF4-FFF2-40B4-BE49-F238E27FC236}">
                <a16:creationId xmlns:a16="http://schemas.microsoft.com/office/drawing/2014/main" id="{CFD91522-CB2A-48D7-91D3-8830D90ADF97}"/>
              </a:ext>
            </a:extLst>
          </p:cNvPr>
          <p:cNvSpPr>
            <a:spLocks xmlns:a="http://schemas.openxmlformats.org/drawingml/2006/main" noGrp="1"/>
          </p:cNvSpPr>
          <p:nvPr/>
        </p:nvSpPr>
        <p:spPr>
          <a:xfrm xmlns:a="http://schemas.openxmlformats.org/drawingml/2006/main">
            <a:off x="9805035" y="23862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9377487" name="">
            <a:extLst xmlns:a="http://schemas.openxmlformats.org/drawingml/2006/main">
              <a:ext uri="{FF2B5EF4-FFF2-40B4-BE49-F238E27FC236}">
                <a16:creationId xmlns:a16="http://schemas.microsoft.com/office/drawing/2014/main" id="{834EFB27-5754-4B82-8BE2-57A1E5123433}"/>
              </a:ext>
            </a:extLst>
          </p:cNvPr>
          <p:cNvSpPr>
            <a:spLocks xmlns:a="http://schemas.openxmlformats.org/drawingml/2006/main" noGrp="1"/>
          </p:cNvSpPr>
          <p:nvPr/>
        </p:nvSpPr>
        <p:spPr>
          <a:xfrm xmlns:a="http://schemas.openxmlformats.org/drawingml/2006/main">
            <a:off x="89058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GELU</a:t>
            </a:r>
          </a:p>
        </p:txBody>
      </p:sp>
      <p:sp>
        <p:nvSpPr>
          <p:cNvPr id="812467916" name="">
            <a:extLst xmlns:a="http://schemas.openxmlformats.org/drawingml/2006/main">
              <a:ext uri="{FF2B5EF4-FFF2-40B4-BE49-F238E27FC236}">
                <a16:creationId xmlns:a16="http://schemas.microsoft.com/office/drawing/2014/main" id="{934F53F7-C710-4248-AA61-D9D14F1C742E}"/>
              </a:ext>
            </a:extLst>
          </p:cNvPr>
          <p:cNvSpPr>
            <a:spLocks xmlns:a="http://schemas.openxmlformats.org/drawingml/2006/main" noGrp="1"/>
          </p:cNvSpPr>
          <p:nvPr/>
        </p:nvSpPr>
        <p:spPr>
          <a:xfrm xmlns:a="http://schemas.openxmlformats.org/drawingml/2006/main">
            <a:off x="11906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ReLU: simple gating</a:t>
            </a:r>
          </a:p>
        </p:txBody>
      </p:sp>
      <p:sp>
        <p:nvSpPr>
          <p:cNvPr id="1936741618" name="">
            <a:extLst xmlns:a="http://schemas.openxmlformats.org/drawingml/2006/main">
              <a:ext uri="{FF2B5EF4-FFF2-40B4-BE49-F238E27FC236}">
                <a16:creationId xmlns:a16="http://schemas.microsoft.com/office/drawing/2014/main" id="{91DC53F0-A051-4899-8790-9CB25EF16639}"/>
              </a:ext>
            </a:extLst>
          </p:cNvPr>
          <p:cNvSpPr>
            <a:spLocks xmlns:a="http://schemas.openxmlformats.org/drawingml/2006/main" noGrp="1"/>
          </p:cNvSpPr>
          <p:nvPr/>
        </p:nvSpPr>
        <p:spPr>
          <a:xfrm xmlns:a="http://schemas.openxmlformats.org/drawingml/2006/main">
            <a:off x="37623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Sigmoid: 0 to 1</a:t>
            </a:r>
          </a:p>
        </p:txBody>
      </p:sp>
      <p:sp>
        <p:nvSpPr>
          <p:cNvPr id="1000638302" name="">
            <a:extLst xmlns:a="http://schemas.openxmlformats.org/drawingml/2006/main">
              <a:ext uri="{FF2B5EF4-FFF2-40B4-BE49-F238E27FC236}">
                <a16:creationId xmlns:a16="http://schemas.microsoft.com/office/drawing/2014/main" id="{5D45847F-5FC1-48B2-924C-99490BFD7D50}"/>
              </a:ext>
            </a:extLst>
          </p:cNvPr>
          <p:cNvSpPr>
            <a:spLocks xmlns:a="http://schemas.openxmlformats.org/drawingml/2006/main" noGrp="1"/>
          </p:cNvSpPr>
          <p:nvPr/>
        </p:nvSpPr>
        <p:spPr>
          <a:xfrm xmlns:a="http://schemas.openxmlformats.org/drawingml/2006/main">
            <a:off x="63341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tanh: −1 to 1</a:t>
            </a:r>
          </a:p>
        </p:txBody>
      </p:sp>
      <p:sp>
        <p:nvSpPr>
          <p:cNvPr id="2073674446" name="">
            <a:extLst xmlns:a="http://schemas.openxmlformats.org/drawingml/2006/main">
              <a:ext uri="{FF2B5EF4-FFF2-40B4-BE49-F238E27FC236}">
                <a16:creationId xmlns:a16="http://schemas.microsoft.com/office/drawing/2014/main" id="{DA18ABE7-CA67-4730-A66F-0C3CE2ADBBFF}"/>
              </a:ext>
            </a:extLst>
          </p:cNvPr>
          <p:cNvSpPr>
            <a:spLocks xmlns:a="http://schemas.openxmlformats.org/drawingml/2006/main" noGrp="1"/>
          </p:cNvSpPr>
          <p:nvPr/>
        </p:nvSpPr>
        <p:spPr>
          <a:xfrm xmlns:a="http://schemas.openxmlformats.org/drawingml/2006/main">
            <a:off x="89058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GELU: smooth gating</a:t>
            </a:r>
          </a:p>
        </p:txBody>
      </p:sp>
      <p:sp>
        <p:nvSpPr>
          <p:cNvPr id="1290536264" name="">
            <a:extLst xmlns:a="http://schemas.openxmlformats.org/drawingml/2006/main">
              <a:ext uri="{FF2B5EF4-FFF2-40B4-BE49-F238E27FC236}">
                <a16:creationId xmlns:a16="http://schemas.microsoft.com/office/drawing/2014/main" id="{1DBE468F-7889-47A0-AE11-4E2A3273E00E}"/>
              </a:ext>
            </a:extLst>
          </p:cNvPr>
          <p:cNvSpPr>
            <a:spLocks xmlns:a="http://schemas.openxmlformats.org/drawingml/2006/main" noGrp="1"/>
          </p:cNvSpPr>
          <p:nvPr/>
        </p:nvSpPr>
        <p:spPr>
          <a:xfrm xmlns:a="http://schemas.openxmlformats.org/drawingml/2006/main">
            <a:off x="1476375" y="5191125"/>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Modern Transformer blocks commonly use GELU-like activations in their feed-forward layers.</a:t>
            </a:r>
          </a:p>
        </p:txBody>
      </p:sp>
    </p:spTree>
    <p:extLst>
      <p:ext uri="{BB962C8B-B14F-4D97-AF65-F5344CB8AC3E}">
        <p14:creationId xmlns:p14="http://schemas.microsoft.com/office/powerpoint/2010/main" val="2093560553"/>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1738002" name="Rectangle 1153616344">
            <a:extLst xmlns:a="http://schemas.openxmlformats.org/drawingml/2006/main">
              <a:ext uri="{FF2B5EF4-FFF2-40B4-BE49-F238E27FC236}">
                <a16:creationId xmlns:a16="http://schemas.microsoft.com/office/drawing/2014/main" id="{FD954F20-61B1-4328-A0D8-1F05E23C75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593915184" name="Rectangle 900783331">
            <a:extLst xmlns:a="http://schemas.openxmlformats.org/drawingml/2006/main">
              <a:ext uri="{FF2B5EF4-FFF2-40B4-BE49-F238E27FC236}">
                <a16:creationId xmlns:a16="http://schemas.microsoft.com/office/drawing/2014/main" id="{9FC69701-212D-482A-9016-D3952374355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249244276" name="Rectangle: Rounded Corners 1696408858">
            <a:extLst xmlns:a="http://schemas.openxmlformats.org/drawingml/2006/main">
              <a:ext uri="{FF2B5EF4-FFF2-40B4-BE49-F238E27FC236}">
                <a16:creationId xmlns:a16="http://schemas.microsoft.com/office/drawing/2014/main" id="{41087AA0-019E-45F4-9592-60E34936D86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318259" name="Rectangle: Rounded Corners 1953172434">
            <a:extLst xmlns:a="http://schemas.openxmlformats.org/drawingml/2006/main">
              <a:ext uri="{FF2B5EF4-FFF2-40B4-BE49-F238E27FC236}">
                <a16:creationId xmlns:a16="http://schemas.microsoft.com/office/drawing/2014/main" id="{6EA90AB4-7780-4050-8E9C-61B1E6A84214}"/>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64008322" name="Arrow: Right 1189177997">
            <a:extLst xmlns:a="http://schemas.openxmlformats.org/drawingml/2006/main">
              <a:ext uri="{FF2B5EF4-FFF2-40B4-BE49-F238E27FC236}">
                <a16:creationId xmlns:a16="http://schemas.microsoft.com/office/drawing/2014/main" id="{66D9EF39-C0A2-4552-9B33-DAD297661A8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38546" name="Rectangle: Rounded Corners 1336248175">
            <a:extLst xmlns:a="http://schemas.openxmlformats.org/drawingml/2006/main">
              <a:ext uri="{FF2B5EF4-FFF2-40B4-BE49-F238E27FC236}">
                <a16:creationId xmlns:a16="http://schemas.microsoft.com/office/drawing/2014/main" id="{93FB55B0-29B6-4449-BF83-6901BC70C234}"/>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811874669" name="Arrow: Right 191949401">
            <a:extLst xmlns:a="http://schemas.openxmlformats.org/drawingml/2006/main">
              <a:ext uri="{FF2B5EF4-FFF2-40B4-BE49-F238E27FC236}">
                <a16:creationId xmlns:a16="http://schemas.microsoft.com/office/drawing/2014/main" id="{529CB93F-E20F-4874-B71C-6D5D7A5347C0}"/>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0866104" name="Rectangle: Rounded Corners 698425088">
            <a:extLst xmlns:a="http://schemas.openxmlformats.org/drawingml/2006/main">
              <a:ext uri="{FF2B5EF4-FFF2-40B4-BE49-F238E27FC236}">
                <a16:creationId xmlns:a16="http://schemas.microsoft.com/office/drawing/2014/main" id="{7F934FA3-DFA9-4886-8399-BD5E3B70C917}"/>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14200166" name="Arrow: Right 1313016723">
            <a:extLst xmlns:a="http://schemas.openxmlformats.org/drawingml/2006/main">
              <a:ext uri="{FF2B5EF4-FFF2-40B4-BE49-F238E27FC236}">
                <a16:creationId xmlns:a16="http://schemas.microsoft.com/office/drawing/2014/main" id="{047B03E4-AB6F-42C8-9DB1-52FDF1FACD86}"/>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939920" name="Rectangle: Rounded Corners 146802490">
            <a:extLst xmlns:a="http://schemas.openxmlformats.org/drawingml/2006/main">
              <a:ext uri="{FF2B5EF4-FFF2-40B4-BE49-F238E27FC236}">
                <a16:creationId xmlns:a16="http://schemas.microsoft.com/office/drawing/2014/main" id="{0B1625C7-0B89-49C4-B999-3E353F73FD6C}"/>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51610741" name="Rectangle 1675037776">
            <a:extLst xmlns:a="http://schemas.openxmlformats.org/drawingml/2006/main">
              <a:ext uri="{FF2B5EF4-FFF2-40B4-BE49-F238E27FC236}">
                <a16:creationId xmlns:a16="http://schemas.microsoft.com/office/drawing/2014/main" id="{37C1E4A1-604B-42C6-BD17-8FE413F49A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21</a:t>
            </a:r>
          </a:p>
        </p:txBody>
      </p:sp>
      <p:sp>
        <p:nvSpPr>
          <p:cNvPr id="558182049" name="Rectangle 1953172435">
            <a:extLst xmlns:a="http://schemas.openxmlformats.org/drawingml/2006/main">
              <a:ext uri="{FF2B5EF4-FFF2-40B4-BE49-F238E27FC236}">
                <a16:creationId xmlns:a16="http://schemas.microsoft.com/office/drawing/2014/main" id="{33011B21-1252-425D-85AD-6DE592A9E78B}"/>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51339831" name="Rectangle 1953172436">
            <a:extLst xmlns:a="http://schemas.openxmlformats.org/drawingml/2006/main">
              <a:ext uri="{FF2B5EF4-FFF2-40B4-BE49-F238E27FC236}">
                <a16:creationId xmlns:a16="http://schemas.microsoft.com/office/drawing/2014/main" id="{B5C97DF9-E8D6-4DC4-ACEA-F322FB6D649C}"/>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068240044" name="Rectangle 1953172437">
            <a:extLst xmlns:a="http://schemas.openxmlformats.org/drawingml/2006/main">
              <a:ext uri="{FF2B5EF4-FFF2-40B4-BE49-F238E27FC236}">
                <a16:creationId xmlns:a16="http://schemas.microsoft.com/office/drawing/2014/main" id="{88617CC3-28F8-44A9-8053-A7FD04E21378}"/>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39502669" name="Rectangle 1953172438">
            <a:extLst xmlns:a="http://schemas.openxmlformats.org/drawingml/2006/main">
              <a:ext uri="{FF2B5EF4-FFF2-40B4-BE49-F238E27FC236}">
                <a16:creationId xmlns:a16="http://schemas.microsoft.com/office/drawing/2014/main" id="{9ECEC1EA-6D3E-48BB-84E7-0924AF08836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670662406" name="Rectangle 1953172439">
            <a:extLst xmlns:a="http://schemas.openxmlformats.org/drawingml/2006/main">
              <a:ext uri="{FF2B5EF4-FFF2-40B4-BE49-F238E27FC236}">
                <a16:creationId xmlns:a16="http://schemas.microsoft.com/office/drawing/2014/main" id="{F9B685F1-B904-4C23-AE15-C031FF783699}"/>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402220457" name="Rectangle 1953172440">
            <a:extLst xmlns:a="http://schemas.openxmlformats.org/drawingml/2006/main">
              <a:ext uri="{FF2B5EF4-FFF2-40B4-BE49-F238E27FC236}">
                <a16:creationId xmlns:a16="http://schemas.microsoft.com/office/drawing/2014/main" id="{C40E860B-21C8-41FB-87EE-2AF0D621C49B}"/>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120820207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2450158" name="Rectangle 1153616344">
            <a:extLst xmlns:a="http://schemas.openxmlformats.org/drawingml/2006/main">
              <a:ext uri="{FF2B5EF4-FFF2-40B4-BE49-F238E27FC236}">
                <a16:creationId xmlns:a16="http://schemas.microsoft.com/office/drawing/2014/main" id="{69E80581-87F1-42A2-BBB9-13CA098579F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754520357" name="Rectangle 900783331">
            <a:extLst xmlns:a="http://schemas.openxmlformats.org/drawingml/2006/main">
              <a:ext uri="{FF2B5EF4-FFF2-40B4-BE49-F238E27FC236}">
                <a16:creationId xmlns:a16="http://schemas.microsoft.com/office/drawing/2014/main" id="{DB5D1C1A-2C21-448B-A272-2AB9F9929BD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216108540" name="Rectangle: Rounded Corners 1696408858">
            <a:extLst xmlns:a="http://schemas.openxmlformats.org/drawingml/2006/main">
              <a:ext uri="{FF2B5EF4-FFF2-40B4-BE49-F238E27FC236}">
                <a16:creationId xmlns:a16="http://schemas.microsoft.com/office/drawing/2014/main" id="{5EE00D47-192F-4BFF-8FD6-92F65FD14D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190765" name="Rectangle: Rounded Corners 1953172434">
            <a:extLst xmlns:a="http://schemas.openxmlformats.org/drawingml/2006/main">
              <a:ext uri="{FF2B5EF4-FFF2-40B4-BE49-F238E27FC236}">
                <a16:creationId xmlns:a16="http://schemas.microsoft.com/office/drawing/2014/main" id="{CACF43FA-B8FF-4009-9D57-811C87807BE6}"/>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919388023" name="Arrow: Right 1189177997">
            <a:extLst xmlns:a="http://schemas.openxmlformats.org/drawingml/2006/main">
              <a:ext uri="{FF2B5EF4-FFF2-40B4-BE49-F238E27FC236}">
                <a16:creationId xmlns:a16="http://schemas.microsoft.com/office/drawing/2014/main" id="{906477AB-858A-49A5-87EE-F71419AFFD91}"/>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4993226" name="Rectangle: Rounded Corners 1336248175">
            <a:extLst xmlns:a="http://schemas.openxmlformats.org/drawingml/2006/main">
              <a:ext uri="{FF2B5EF4-FFF2-40B4-BE49-F238E27FC236}">
                <a16:creationId xmlns:a16="http://schemas.microsoft.com/office/drawing/2014/main" id="{35572D50-48BB-4017-9B56-F2875D14C13D}"/>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725418847" name="Arrow: Right 191949401">
            <a:extLst xmlns:a="http://schemas.openxmlformats.org/drawingml/2006/main">
              <a:ext uri="{FF2B5EF4-FFF2-40B4-BE49-F238E27FC236}">
                <a16:creationId xmlns:a16="http://schemas.microsoft.com/office/drawing/2014/main" id="{F42425D4-EDB8-45F0-9B18-564FDCA1B543}"/>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879117" name="Rectangle: Rounded Corners 698425088">
            <a:extLst xmlns:a="http://schemas.openxmlformats.org/drawingml/2006/main">
              <a:ext uri="{FF2B5EF4-FFF2-40B4-BE49-F238E27FC236}">
                <a16:creationId xmlns:a16="http://schemas.microsoft.com/office/drawing/2014/main" id="{17458C6D-CA01-4577-BAD6-2C527D46C365}"/>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027492055" name="Arrow: Right 1313016723">
            <a:extLst xmlns:a="http://schemas.openxmlformats.org/drawingml/2006/main">
              <a:ext uri="{FF2B5EF4-FFF2-40B4-BE49-F238E27FC236}">
                <a16:creationId xmlns:a16="http://schemas.microsoft.com/office/drawing/2014/main" id="{856093D3-5C75-4181-A879-7D4A8AEE4C04}"/>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1398736" name="Rectangle: Rounded Corners 146802490">
            <a:extLst xmlns:a="http://schemas.openxmlformats.org/drawingml/2006/main">
              <a:ext uri="{FF2B5EF4-FFF2-40B4-BE49-F238E27FC236}">
                <a16:creationId xmlns:a16="http://schemas.microsoft.com/office/drawing/2014/main" id="{BB4EC2D9-51D9-4E0A-80D3-7ED4DCBD0BA2}"/>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1806577064" name="Arrow: Right 2030273733">
            <a:extLst xmlns:a="http://schemas.openxmlformats.org/drawingml/2006/main">
              <a:ext uri="{FF2B5EF4-FFF2-40B4-BE49-F238E27FC236}">
                <a16:creationId xmlns:a16="http://schemas.microsoft.com/office/drawing/2014/main" id="{6B209EA5-403F-4F8B-9621-09829520241B}"/>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669471" name="Rectangle: Rounded Corners 1270986399">
            <a:extLst xmlns:a="http://schemas.openxmlformats.org/drawingml/2006/main">
              <a:ext uri="{FF2B5EF4-FFF2-40B4-BE49-F238E27FC236}">
                <a16:creationId xmlns:a16="http://schemas.microsoft.com/office/drawing/2014/main" id="{A379A81E-0A54-4890-90C0-6845374F9EC9}"/>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859674428" name="Rectangle 1675037776">
            <a:extLst xmlns:a="http://schemas.openxmlformats.org/drawingml/2006/main">
              <a:ext uri="{FF2B5EF4-FFF2-40B4-BE49-F238E27FC236}">
                <a16:creationId xmlns:a16="http://schemas.microsoft.com/office/drawing/2014/main" id="{BB120509-827F-4A91-8968-29F40BDC35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22</a:t>
            </a:r>
          </a:p>
        </p:txBody>
      </p:sp>
      <p:pic>
        <p:nvPicPr>
          <p:cNvPr id="1806577079"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084d80824625433d">
            <a:extLst>
              <a:ext uri="{96DAC541-7B7A-43D3-8B79-37D633B846F1}">
                <asvg:svgBlip xmlns:asvg="http://schemas.microsoft.com/office/drawing/2016/SVG/main" r:embed="R51a19bf6bac242c2"/>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581391572"/>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50889" name="Rectangle 1140395191">
            <a:extLst xmlns:a="http://schemas.openxmlformats.org/drawingml/2006/main">
              <a:ext uri="{FF2B5EF4-FFF2-40B4-BE49-F238E27FC236}">
                <a16:creationId xmlns:a16="http://schemas.microsoft.com/office/drawing/2014/main" id="{2CC78746-B1DE-4A0B-A372-CDA9A6B688D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01607723" name="Rectangle 12279108">
            <a:extLst xmlns:a="http://schemas.openxmlformats.org/drawingml/2006/main">
              <a:ext uri="{FF2B5EF4-FFF2-40B4-BE49-F238E27FC236}">
                <a16:creationId xmlns:a16="http://schemas.microsoft.com/office/drawing/2014/main" id="{49C4BD0D-F67E-4EB8-BCE6-D30FAC40B0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32229651" name="Rectangle: Rounded Corners 647673023">
            <a:extLst xmlns:a="http://schemas.openxmlformats.org/drawingml/2006/main">
              <a:ext uri="{FF2B5EF4-FFF2-40B4-BE49-F238E27FC236}">
                <a16:creationId xmlns:a16="http://schemas.microsoft.com/office/drawing/2014/main" id="{A9821704-BFDC-4900-BFA1-80F054A4E75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9716673" name="Rectangle: Rounded Corners 1145830069">
            <a:extLst xmlns:a="http://schemas.openxmlformats.org/drawingml/2006/main">
              <a:ext uri="{FF2B5EF4-FFF2-40B4-BE49-F238E27FC236}">
                <a16:creationId xmlns:a16="http://schemas.microsoft.com/office/drawing/2014/main" id="{14C40270-ED76-4E47-8382-1E622415A03F}"/>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5399501" name="Rectangle: Rounded Corners 452150447">
            <a:extLst xmlns:a="http://schemas.openxmlformats.org/drawingml/2006/main">
              <a:ext uri="{FF2B5EF4-FFF2-40B4-BE49-F238E27FC236}">
                <a16:creationId xmlns:a16="http://schemas.microsoft.com/office/drawing/2014/main" id="{CB1EA89A-C0C1-4310-BE64-8339865533E5}"/>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240685" name="Rectangle: Rounded Corners 659401501">
            <a:extLst xmlns:a="http://schemas.openxmlformats.org/drawingml/2006/main">
              <a:ext uri="{FF2B5EF4-FFF2-40B4-BE49-F238E27FC236}">
                <a16:creationId xmlns:a16="http://schemas.microsoft.com/office/drawing/2014/main" id="{B8635030-9210-4078-91A3-8C540DEFC0C6}"/>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5630303" name="Rectangle: Rounded Corners 945312809">
            <a:extLst xmlns:a="http://schemas.openxmlformats.org/drawingml/2006/main">
              <a:ext uri="{FF2B5EF4-FFF2-40B4-BE49-F238E27FC236}">
                <a16:creationId xmlns:a16="http://schemas.microsoft.com/office/drawing/2014/main" id="{34DD31E0-BDCA-4657-8253-6839ABBF5040}"/>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52053" name="Rectangle: Rounded Corners 825399562">
            <a:extLst xmlns:a="http://schemas.openxmlformats.org/drawingml/2006/main">
              <a:ext uri="{FF2B5EF4-FFF2-40B4-BE49-F238E27FC236}">
                <a16:creationId xmlns:a16="http://schemas.microsoft.com/office/drawing/2014/main" id="{7E4FC2D4-F51A-4390-B095-2E5E4FB9327A}"/>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4288326" name="Rectangle: Rounded Corners 940932630">
            <a:extLst xmlns:a="http://schemas.openxmlformats.org/drawingml/2006/main">
              <a:ext uri="{FF2B5EF4-FFF2-40B4-BE49-F238E27FC236}">
                <a16:creationId xmlns:a16="http://schemas.microsoft.com/office/drawing/2014/main" id="{D932A018-0D1C-43CE-B0A4-B58B353EE293}"/>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3241401" name="Rectangle: Rounded Corners 92492071">
            <a:extLst xmlns:a="http://schemas.openxmlformats.org/drawingml/2006/main">
              <a:ext uri="{FF2B5EF4-FFF2-40B4-BE49-F238E27FC236}">
                <a16:creationId xmlns:a16="http://schemas.microsoft.com/office/drawing/2014/main" id="{6872C8D7-1F6D-47CC-B933-7F08B8B1608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95325" name="Rectangle: Rounded Corners 1671063484">
            <a:extLst xmlns:a="http://schemas.openxmlformats.org/drawingml/2006/main">
              <a:ext uri="{FF2B5EF4-FFF2-40B4-BE49-F238E27FC236}">
                <a16:creationId xmlns:a16="http://schemas.microsoft.com/office/drawing/2014/main" id="{51287A15-A907-4478-B83B-148484F772A8}"/>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9749241" name="Rectangle: Rounded Corners 1403415364">
            <a:extLst xmlns:a="http://schemas.openxmlformats.org/drawingml/2006/main">
              <a:ext uri="{FF2B5EF4-FFF2-40B4-BE49-F238E27FC236}">
                <a16:creationId xmlns:a16="http://schemas.microsoft.com/office/drawing/2014/main" id="{4D393909-FB2C-4CB5-9B28-F258C63AE9C7}"/>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139340" name="Rectangle: Rounded Corners 920162864">
            <a:extLst xmlns:a="http://schemas.openxmlformats.org/drawingml/2006/main">
              <a:ext uri="{FF2B5EF4-FFF2-40B4-BE49-F238E27FC236}">
                <a16:creationId xmlns:a16="http://schemas.microsoft.com/office/drawing/2014/main" id="{7BF75DC8-94B2-4104-9E68-A3E66B6965BF}"/>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73052" name="Rectangle: Rounded Corners 1273965732">
            <a:extLst xmlns:a="http://schemas.openxmlformats.org/drawingml/2006/main">
              <a:ext uri="{FF2B5EF4-FFF2-40B4-BE49-F238E27FC236}">
                <a16:creationId xmlns:a16="http://schemas.microsoft.com/office/drawing/2014/main" id="{6BCE1C0C-B7F5-4108-A3C9-F6C7E8FAFD1F}"/>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881347" name="Rectangle: Rounded Corners 997345786">
            <a:extLst xmlns:a="http://schemas.openxmlformats.org/drawingml/2006/main">
              <a:ext uri="{FF2B5EF4-FFF2-40B4-BE49-F238E27FC236}">
                <a16:creationId xmlns:a16="http://schemas.microsoft.com/office/drawing/2014/main" id="{729A4B30-5790-4339-8D31-578A2E60CAD8}"/>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867580" name="Rectangle 1860215715">
            <a:extLst xmlns:a="http://schemas.openxmlformats.org/drawingml/2006/main">
              <a:ext uri="{FF2B5EF4-FFF2-40B4-BE49-F238E27FC236}">
                <a16:creationId xmlns:a16="http://schemas.microsoft.com/office/drawing/2014/main" id="{1070F651-87E5-46B5-9816-324C295E7752}"/>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102030098" name="Rectangle 1776231637">
            <a:extLst xmlns:a="http://schemas.openxmlformats.org/drawingml/2006/main">
              <a:ext uri="{FF2B5EF4-FFF2-40B4-BE49-F238E27FC236}">
                <a16:creationId xmlns:a16="http://schemas.microsoft.com/office/drawing/2014/main" id="{1B016772-57A0-4B47-B5D0-BF7C42AD0F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583822669" name="Rectangle: Rounded Corners 1407817769">
            <a:extLst xmlns:a="http://schemas.openxmlformats.org/drawingml/2006/main">
              <a:ext uri="{FF2B5EF4-FFF2-40B4-BE49-F238E27FC236}">
                <a16:creationId xmlns:a16="http://schemas.microsoft.com/office/drawing/2014/main" id="{798F2A46-DB13-48F3-98C0-85A3FFD411D6}"/>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495187" name="Rectangle: Rounded Corners 26647180">
            <a:extLst xmlns:a="http://schemas.openxmlformats.org/drawingml/2006/main">
              <a:ext uri="{FF2B5EF4-FFF2-40B4-BE49-F238E27FC236}">
                <a16:creationId xmlns:a16="http://schemas.microsoft.com/office/drawing/2014/main" id="{B9C64BF8-4F20-4493-9B72-B256C8B5FC34}"/>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409536" name="Rectangle: Rounded Corners 791552306">
            <a:extLst xmlns:a="http://schemas.openxmlformats.org/drawingml/2006/main">
              <a:ext uri="{FF2B5EF4-FFF2-40B4-BE49-F238E27FC236}">
                <a16:creationId xmlns:a16="http://schemas.microsoft.com/office/drawing/2014/main" id="{80B8F43D-FF18-4B9E-81D9-C7BA9C59B580}"/>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49045" name="Rectangle: Rounded Corners 2084589955">
            <a:extLst xmlns:a="http://schemas.openxmlformats.org/drawingml/2006/main">
              <a:ext uri="{FF2B5EF4-FFF2-40B4-BE49-F238E27FC236}">
                <a16:creationId xmlns:a16="http://schemas.microsoft.com/office/drawing/2014/main" id="{38EDB4C8-CA11-4FD1-A7B5-1495E5021AF8}"/>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6737429" name="Rectangle: Rounded Corners 1776304203">
            <a:extLst xmlns:a="http://schemas.openxmlformats.org/drawingml/2006/main">
              <a:ext uri="{FF2B5EF4-FFF2-40B4-BE49-F238E27FC236}">
                <a16:creationId xmlns:a16="http://schemas.microsoft.com/office/drawing/2014/main" id="{DC60659B-E0CD-4AAB-B7F5-5092A34E552A}"/>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286213" name="Rectangle: Rounded Corners 1376179567">
            <a:extLst xmlns:a="http://schemas.openxmlformats.org/drawingml/2006/main">
              <a:ext uri="{FF2B5EF4-FFF2-40B4-BE49-F238E27FC236}">
                <a16:creationId xmlns:a16="http://schemas.microsoft.com/office/drawing/2014/main" id="{2ACBDE51-331E-4B42-906B-360CD64AF27A}"/>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720968" name="Rectangle: Rounded Corners 1139234868">
            <a:extLst xmlns:a="http://schemas.openxmlformats.org/drawingml/2006/main">
              <a:ext uri="{FF2B5EF4-FFF2-40B4-BE49-F238E27FC236}">
                <a16:creationId xmlns:a16="http://schemas.microsoft.com/office/drawing/2014/main" id="{AC7A483F-E4C5-45DE-8006-2B4E1F223BEB}"/>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2473090" name="Rectangle: Rounded Corners 241367545">
            <a:extLst xmlns:a="http://schemas.openxmlformats.org/drawingml/2006/main">
              <a:ext uri="{FF2B5EF4-FFF2-40B4-BE49-F238E27FC236}">
                <a16:creationId xmlns:a16="http://schemas.microsoft.com/office/drawing/2014/main" id="{2B17BE6F-0E40-49F5-80BE-6C24CB595F72}"/>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885143" name="Rectangle: Rounded Corners 88548039">
            <a:extLst xmlns:a="http://schemas.openxmlformats.org/drawingml/2006/main">
              <a:ext uri="{FF2B5EF4-FFF2-40B4-BE49-F238E27FC236}">
                <a16:creationId xmlns:a16="http://schemas.microsoft.com/office/drawing/2014/main" id="{13FE54B2-DAC5-477D-B5E4-940681C158CE}"/>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3893093" name="Rectangle: Rounded Corners 895708785">
            <a:extLst xmlns:a="http://schemas.openxmlformats.org/drawingml/2006/main">
              <a:ext uri="{FF2B5EF4-FFF2-40B4-BE49-F238E27FC236}">
                <a16:creationId xmlns:a16="http://schemas.microsoft.com/office/drawing/2014/main" id="{4ED433F8-D0F6-46CA-B8F9-E708C47263D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6436376" name="Rectangle: Rounded Corners 1880226907">
            <a:extLst xmlns:a="http://schemas.openxmlformats.org/drawingml/2006/main">
              <a:ext uri="{FF2B5EF4-FFF2-40B4-BE49-F238E27FC236}">
                <a16:creationId xmlns:a16="http://schemas.microsoft.com/office/drawing/2014/main" id="{4683F07D-E5D3-4CB8-BE06-44925BA9A97F}"/>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9378671" name="Rectangle: Rounded Corners 2137418369">
            <a:extLst xmlns:a="http://schemas.openxmlformats.org/drawingml/2006/main">
              <a:ext uri="{FF2B5EF4-FFF2-40B4-BE49-F238E27FC236}">
                <a16:creationId xmlns:a16="http://schemas.microsoft.com/office/drawing/2014/main" id="{2944CFEA-8835-47CA-8164-1894E13CE24B}"/>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84627" name="Rectangle: Rounded Corners 541053204">
            <a:extLst xmlns:a="http://schemas.openxmlformats.org/drawingml/2006/main">
              <a:ext uri="{FF2B5EF4-FFF2-40B4-BE49-F238E27FC236}">
                <a16:creationId xmlns:a16="http://schemas.microsoft.com/office/drawing/2014/main" id="{463903D5-056F-465A-925C-AC27285356FA}"/>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194025" name="Rectangle: Rounded Corners 939440643">
            <a:extLst xmlns:a="http://schemas.openxmlformats.org/drawingml/2006/main">
              <a:ext uri="{FF2B5EF4-FFF2-40B4-BE49-F238E27FC236}">
                <a16:creationId xmlns:a16="http://schemas.microsoft.com/office/drawing/2014/main" id="{5435246C-1EB0-403B-BCA9-B215EC1EC33E}"/>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9248273" name="Rectangle: Rounded Corners 1522633995">
            <a:extLst xmlns:a="http://schemas.openxmlformats.org/drawingml/2006/main">
              <a:ext uri="{FF2B5EF4-FFF2-40B4-BE49-F238E27FC236}">
                <a16:creationId xmlns:a16="http://schemas.microsoft.com/office/drawing/2014/main" id="{EB72B9D7-5291-4081-8CC4-4E360FE7E7FA}"/>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17548" name="Rectangle 541274212">
            <a:extLst xmlns:a="http://schemas.openxmlformats.org/drawingml/2006/main">
              <a:ext uri="{FF2B5EF4-FFF2-40B4-BE49-F238E27FC236}">
                <a16:creationId xmlns:a16="http://schemas.microsoft.com/office/drawing/2014/main" id="{602DA0B4-91BD-4B57-A611-E8D34B1CAC6C}"/>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2050716806" name="Rectangle 1965353895">
            <a:extLst xmlns:a="http://schemas.openxmlformats.org/drawingml/2006/main">
              <a:ext uri="{FF2B5EF4-FFF2-40B4-BE49-F238E27FC236}">
                <a16:creationId xmlns:a16="http://schemas.microsoft.com/office/drawing/2014/main" id="{874D97D1-A909-4E3C-88E2-ACEAD886385F}"/>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671905764" name="Rectangle: Rounded Corners 1259444808">
            <a:extLst xmlns:a="http://schemas.openxmlformats.org/drawingml/2006/main">
              <a:ext uri="{FF2B5EF4-FFF2-40B4-BE49-F238E27FC236}">
                <a16:creationId xmlns:a16="http://schemas.microsoft.com/office/drawing/2014/main" id="{F171B5BC-56B2-481C-A68C-37B5FA051950}"/>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477197" name="Rectangle: Rounded Corners 2072463858">
            <a:extLst xmlns:a="http://schemas.openxmlformats.org/drawingml/2006/main">
              <a:ext uri="{FF2B5EF4-FFF2-40B4-BE49-F238E27FC236}">
                <a16:creationId xmlns:a16="http://schemas.microsoft.com/office/drawing/2014/main" id="{137E1D12-B9EB-4F1C-935C-65326A68C990}"/>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9824578" name="Rectangle: Rounded Corners 1445922739">
            <a:extLst xmlns:a="http://schemas.openxmlformats.org/drawingml/2006/main">
              <a:ext uri="{FF2B5EF4-FFF2-40B4-BE49-F238E27FC236}">
                <a16:creationId xmlns:a16="http://schemas.microsoft.com/office/drawing/2014/main" id="{89A597AF-92B8-4718-AF74-675F85772881}"/>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26325" name="Rectangle: Rounded Corners 643271562">
            <a:extLst xmlns:a="http://schemas.openxmlformats.org/drawingml/2006/main">
              <a:ext uri="{FF2B5EF4-FFF2-40B4-BE49-F238E27FC236}">
                <a16:creationId xmlns:a16="http://schemas.microsoft.com/office/drawing/2014/main" id="{E7DBD138-7DA2-4EB9-A728-F9D28FAC6D0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1166634" name="Rectangle: Rounded Corners 1549215512">
            <a:extLst xmlns:a="http://schemas.openxmlformats.org/drawingml/2006/main">
              <a:ext uri="{FF2B5EF4-FFF2-40B4-BE49-F238E27FC236}">
                <a16:creationId xmlns:a16="http://schemas.microsoft.com/office/drawing/2014/main" id="{EA9F470F-7D23-44A7-9E72-3BB99FC290EF}"/>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3915332" name="Rectangle: Rounded Corners 644461917">
            <a:extLst xmlns:a="http://schemas.openxmlformats.org/drawingml/2006/main">
              <a:ext uri="{FF2B5EF4-FFF2-40B4-BE49-F238E27FC236}">
                <a16:creationId xmlns:a16="http://schemas.microsoft.com/office/drawing/2014/main" id="{33517A00-67D1-44B2-A20F-37396DCC6EBA}"/>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416661" name="Rectangle: Rounded Corners 34278904">
            <a:extLst xmlns:a="http://schemas.openxmlformats.org/drawingml/2006/main">
              <a:ext uri="{FF2B5EF4-FFF2-40B4-BE49-F238E27FC236}">
                <a16:creationId xmlns:a16="http://schemas.microsoft.com/office/drawing/2014/main" id="{3C37647A-454E-4A3B-A39F-09469223201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742685" name="Rectangle: Rounded Corners 169519880">
            <a:extLst xmlns:a="http://schemas.openxmlformats.org/drawingml/2006/main">
              <a:ext uri="{FF2B5EF4-FFF2-40B4-BE49-F238E27FC236}">
                <a16:creationId xmlns:a16="http://schemas.microsoft.com/office/drawing/2014/main" id="{DDAFB17B-F49A-4BCA-8447-49CA92F2834A}"/>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265247" name="Rectangle: Rounded Corners 327524537">
            <a:extLst xmlns:a="http://schemas.openxmlformats.org/drawingml/2006/main">
              <a:ext uri="{FF2B5EF4-FFF2-40B4-BE49-F238E27FC236}">
                <a16:creationId xmlns:a16="http://schemas.microsoft.com/office/drawing/2014/main" id="{29CD8AE9-A6E5-45FE-ACEE-25823D09EEEC}"/>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3558710" name="Rectangle: Rounded Corners 625063415">
            <a:extLst xmlns:a="http://schemas.openxmlformats.org/drawingml/2006/main">
              <a:ext uri="{FF2B5EF4-FFF2-40B4-BE49-F238E27FC236}">
                <a16:creationId xmlns:a16="http://schemas.microsoft.com/office/drawing/2014/main" id="{D106830A-5CD3-407F-8F12-A26556BE2D0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005772" name="Rectangle: Rounded Corners 187962697">
            <a:extLst xmlns:a="http://schemas.openxmlformats.org/drawingml/2006/main">
              <a:ext uri="{FF2B5EF4-FFF2-40B4-BE49-F238E27FC236}">
                <a16:creationId xmlns:a16="http://schemas.microsoft.com/office/drawing/2014/main" id="{4A431264-4BD0-4370-A8F2-731E83CB14A5}"/>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757607" name="Rectangle: Rounded Corners 617106715">
            <a:extLst xmlns:a="http://schemas.openxmlformats.org/drawingml/2006/main">
              <a:ext uri="{FF2B5EF4-FFF2-40B4-BE49-F238E27FC236}">
                <a16:creationId xmlns:a16="http://schemas.microsoft.com/office/drawing/2014/main" id="{DC2F1877-8F32-4D3B-BA61-D4698C534A2D}"/>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750507" name="Rectangle: Rounded Corners 1217876155">
            <a:extLst xmlns:a="http://schemas.openxmlformats.org/drawingml/2006/main">
              <a:ext uri="{FF2B5EF4-FFF2-40B4-BE49-F238E27FC236}">
                <a16:creationId xmlns:a16="http://schemas.microsoft.com/office/drawing/2014/main" id="{D1EB5057-CE09-4109-B17F-CF7FB8FA9A4F}"/>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2977158" name="Rectangle: Rounded Corners 973209118">
            <a:extLst xmlns:a="http://schemas.openxmlformats.org/drawingml/2006/main">
              <a:ext uri="{FF2B5EF4-FFF2-40B4-BE49-F238E27FC236}">
                <a16:creationId xmlns:a16="http://schemas.microsoft.com/office/drawing/2014/main" id="{5B048E68-5AD4-4A0C-9E58-B8497A095F87}"/>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92723" name="Rectangle: Rounded Corners 292029273">
            <a:extLst xmlns:a="http://schemas.openxmlformats.org/drawingml/2006/main">
              <a:ext uri="{FF2B5EF4-FFF2-40B4-BE49-F238E27FC236}">
                <a16:creationId xmlns:a16="http://schemas.microsoft.com/office/drawing/2014/main" id="{08CEE80C-FEA7-42C1-A9E1-865A2CAF9157}"/>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0356871" name="Rectangle: Rounded Corners 1630725395">
            <a:extLst xmlns:a="http://schemas.openxmlformats.org/drawingml/2006/main">
              <a:ext uri="{FF2B5EF4-FFF2-40B4-BE49-F238E27FC236}">
                <a16:creationId xmlns:a16="http://schemas.microsoft.com/office/drawing/2014/main" id="{E98F1855-C4E9-4B68-8C02-EC2E9F0141FB}"/>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188968" name="Rectangle: Rounded Corners 1409978096">
            <a:extLst xmlns:a="http://schemas.openxmlformats.org/drawingml/2006/main">
              <a:ext uri="{FF2B5EF4-FFF2-40B4-BE49-F238E27FC236}">
                <a16:creationId xmlns:a16="http://schemas.microsoft.com/office/drawing/2014/main" id="{B0BD688E-CDB8-42AA-9F9B-71CC42495A7D}"/>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8951557" name="Rectangle: Rounded Corners 784116432">
            <a:extLst xmlns:a="http://schemas.openxmlformats.org/drawingml/2006/main">
              <a:ext uri="{FF2B5EF4-FFF2-40B4-BE49-F238E27FC236}">
                <a16:creationId xmlns:a16="http://schemas.microsoft.com/office/drawing/2014/main" id="{A0DF6D80-A613-439B-8674-699EEC50AE36}"/>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745364" name="Rectangle: Rounded Corners 520917594">
            <a:extLst xmlns:a="http://schemas.openxmlformats.org/drawingml/2006/main">
              <a:ext uri="{FF2B5EF4-FFF2-40B4-BE49-F238E27FC236}">
                <a16:creationId xmlns:a16="http://schemas.microsoft.com/office/drawing/2014/main" id="{3E8C32AE-CF23-4364-9DD3-206172571B68}"/>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011184" name="Rectangle: Rounded Corners 1352837898">
            <a:extLst xmlns:a="http://schemas.openxmlformats.org/drawingml/2006/main">
              <a:ext uri="{FF2B5EF4-FFF2-40B4-BE49-F238E27FC236}">
                <a16:creationId xmlns:a16="http://schemas.microsoft.com/office/drawing/2014/main" id="{A11E22F5-3686-4C78-A02C-35014D925268}"/>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568311" name="Rectangle 511812881">
            <a:extLst xmlns:a="http://schemas.openxmlformats.org/drawingml/2006/main">
              <a:ext uri="{FF2B5EF4-FFF2-40B4-BE49-F238E27FC236}">
                <a16:creationId xmlns:a16="http://schemas.microsoft.com/office/drawing/2014/main" id="{F026E4F6-2D21-42D0-89F0-AEA882F9CCF4}"/>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332047465" name="Rectangle 16501534">
            <a:extLst xmlns:a="http://schemas.openxmlformats.org/drawingml/2006/main">
              <a:ext uri="{FF2B5EF4-FFF2-40B4-BE49-F238E27FC236}">
                <a16:creationId xmlns:a16="http://schemas.microsoft.com/office/drawing/2014/main" id="{93011792-A217-4512-B262-AD36024F481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23</a:t>
            </a:r>
          </a:p>
        </p:txBody>
      </p:sp>
    </p:spTree>
    <p:extLst>
      <p:ext uri="{BB962C8B-B14F-4D97-AF65-F5344CB8AC3E}">
        <p14:creationId xmlns:p14="http://schemas.microsoft.com/office/powerpoint/2010/main" val="2118875343"/>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87551" name="Rectangle 935271156">
            <a:extLst xmlns:a="http://schemas.openxmlformats.org/drawingml/2006/main">
              <a:ext uri="{FF2B5EF4-FFF2-40B4-BE49-F238E27FC236}">
                <a16:creationId xmlns:a16="http://schemas.microsoft.com/office/drawing/2014/main" id="{BDF51AFE-C427-480B-AAA9-02856A1D38C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759174756" name="Rectangle 251777344">
            <a:extLst xmlns:a="http://schemas.openxmlformats.org/drawingml/2006/main">
              <a:ext uri="{FF2B5EF4-FFF2-40B4-BE49-F238E27FC236}">
                <a16:creationId xmlns:a16="http://schemas.microsoft.com/office/drawing/2014/main" id="{A6E5EC6D-E13F-4D2F-85F2-96CEEF9E0C6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357869304" name="Rectangle: Rounded Corners 1456392341">
            <a:extLst xmlns:a="http://schemas.openxmlformats.org/drawingml/2006/main">
              <a:ext uri="{FF2B5EF4-FFF2-40B4-BE49-F238E27FC236}">
                <a16:creationId xmlns:a16="http://schemas.microsoft.com/office/drawing/2014/main" id="{5BD360AE-ACA1-4367-BC98-63263FA6B2F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533605" name="Rectangle 1495975732">
            <a:extLst xmlns:a="http://schemas.openxmlformats.org/drawingml/2006/main">
              <a:ext uri="{FF2B5EF4-FFF2-40B4-BE49-F238E27FC236}">
                <a16:creationId xmlns:a16="http://schemas.microsoft.com/office/drawing/2014/main" id="{BB1E2A9B-C123-483A-B1D8-4C07AD820E6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24</a:t>
            </a:r>
          </a:p>
        </p:txBody>
      </p:sp>
      <p:pic>
        <p:nvPicPr>
          <p:cNvPr id="1262287557"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2a359a63a4494d5b"/>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522959860"/>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7880402" name="Rectangle 2057689870">
            <a:extLst xmlns:a="http://schemas.openxmlformats.org/drawingml/2006/main">
              <a:ext uri="{FF2B5EF4-FFF2-40B4-BE49-F238E27FC236}">
                <a16:creationId xmlns:a16="http://schemas.microsoft.com/office/drawing/2014/main" id="{6311CC89-6AA7-4FAB-B4C5-E3CD8D6F9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583595745" name="Rectangle 2050535816">
            <a:extLst xmlns:a="http://schemas.openxmlformats.org/drawingml/2006/main">
              <a:ext uri="{FF2B5EF4-FFF2-40B4-BE49-F238E27FC236}">
                <a16:creationId xmlns:a16="http://schemas.microsoft.com/office/drawing/2014/main" id="{6ED51CC7-3515-477E-A2B7-1CA24AE1A4F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353724554" name="Rectangle: Rounded Corners 719342456">
            <a:extLst xmlns:a="http://schemas.openxmlformats.org/drawingml/2006/main">
              <a:ext uri="{FF2B5EF4-FFF2-40B4-BE49-F238E27FC236}">
                <a16:creationId xmlns:a16="http://schemas.microsoft.com/office/drawing/2014/main" id="{E96040A2-3645-4C3A-899C-0B488AC242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05604" name="Rectangle: Rounded Corners 167806762">
            <a:extLst xmlns:a="http://schemas.openxmlformats.org/drawingml/2006/main">
              <a:ext uri="{FF2B5EF4-FFF2-40B4-BE49-F238E27FC236}">
                <a16:creationId xmlns:a16="http://schemas.microsoft.com/office/drawing/2014/main" id="{16BC466A-FF95-415D-A161-43FCE7F18DE4}"/>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18171105" name="Rectangle: Rounded Corners 1568972460">
            <a:extLst xmlns:a="http://schemas.openxmlformats.org/drawingml/2006/main">
              <a:ext uri="{FF2B5EF4-FFF2-40B4-BE49-F238E27FC236}">
                <a16:creationId xmlns:a16="http://schemas.microsoft.com/office/drawing/2014/main" id="{B4C6C9EC-E9B4-46FA-894F-88BE13EB160C}"/>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6788849" name="Rectangle: Rounded Corners 1178997927">
            <a:extLst xmlns:a="http://schemas.openxmlformats.org/drawingml/2006/main">
              <a:ext uri="{FF2B5EF4-FFF2-40B4-BE49-F238E27FC236}">
                <a16:creationId xmlns:a16="http://schemas.microsoft.com/office/drawing/2014/main" id="{7DC59DE3-0D45-4637-8209-D50FAD6083F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834388095" name="Rectangle: Rounded Corners 720728368">
            <a:extLst xmlns:a="http://schemas.openxmlformats.org/drawingml/2006/main">
              <a:ext uri="{FF2B5EF4-FFF2-40B4-BE49-F238E27FC236}">
                <a16:creationId xmlns:a16="http://schemas.microsoft.com/office/drawing/2014/main" id="{9CF98898-1B50-4D58-81D2-0FDF3DB0F4B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2126486620" name="Rectangle: Rounded Corners 1681988418">
            <a:extLst xmlns:a="http://schemas.openxmlformats.org/drawingml/2006/main">
              <a:ext uri="{FF2B5EF4-FFF2-40B4-BE49-F238E27FC236}">
                <a16:creationId xmlns:a16="http://schemas.microsoft.com/office/drawing/2014/main" id="{43F4DFAB-A537-4DC9-B220-C72FDF7C8C11}"/>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188302973" name="Arrow: Right 120451244">
            <a:extLst xmlns:a="http://schemas.openxmlformats.org/drawingml/2006/main">
              <a:ext uri="{FF2B5EF4-FFF2-40B4-BE49-F238E27FC236}">
                <a16:creationId xmlns:a16="http://schemas.microsoft.com/office/drawing/2014/main" id="{45C6417F-4590-4812-AD49-F86A8D91E84F}"/>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384152" name="Arrow: Right 785835781">
            <a:extLst xmlns:a="http://schemas.openxmlformats.org/drawingml/2006/main">
              <a:ext uri="{FF2B5EF4-FFF2-40B4-BE49-F238E27FC236}">
                <a16:creationId xmlns:a16="http://schemas.microsoft.com/office/drawing/2014/main" id="{B0DC57CB-A578-4F56-8F69-3F51EDD89991}"/>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072682" name="Arrow: Right 89529180">
            <a:extLst xmlns:a="http://schemas.openxmlformats.org/drawingml/2006/main">
              <a:ext uri="{FF2B5EF4-FFF2-40B4-BE49-F238E27FC236}">
                <a16:creationId xmlns:a16="http://schemas.microsoft.com/office/drawing/2014/main" id="{F73687F5-AE09-4BB3-B802-46028002E373}"/>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371166" name="Arrow: Right 331720123">
            <a:extLst xmlns:a="http://schemas.openxmlformats.org/drawingml/2006/main">
              <a:ext uri="{FF2B5EF4-FFF2-40B4-BE49-F238E27FC236}">
                <a16:creationId xmlns:a16="http://schemas.microsoft.com/office/drawing/2014/main" id="{F903154C-F511-4656-AFB6-824666A9F73A}"/>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20980" name="Arrow: Left 639340520">
            <a:extLst xmlns:a="http://schemas.openxmlformats.org/drawingml/2006/main">
              <a:ext uri="{FF2B5EF4-FFF2-40B4-BE49-F238E27FC236}">
                <a16:creationId xmlns:a16="http://schemas.microsoft.com/office/drawing/2014/main" id="{6AF95529-753B-463D-9C20-79DE74DFB76C}"/>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656036" name="Arrow: Left 357252725">
            <a:extLst xmlns:a="http://schemas.openxmlformats.org/drawingml/2006/main">
              <a:ext uri="{FF2B5EF4-FFF2-40B4-BE49-F238E27FC236}">
                <a16:creationId xmlns:a16="http://schemas.microsoft.com/office/drawing/2014/main" id="{CB1B9571-558D-4859-BCC2-E627D560C097}"/>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2318045" name="Arrow: Left 785836935">
            <a:extLst xmlns:a="http://schemas.openxmlformats.org/drawingml/2006/main">
              <a:ext uri="{FF2B5EF4-FFF2-40B4-BE49-F238E27FC236}">
                <a16:creationId xmlns:a16="http://schemas.microsoft.com/office/drawing/2014/main" id="{3A29919E-585D-408D-86CF-D9D9A2616F2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348943" name="Arrow: Left 915421947">
            <a:extLst xmlns:a="http://schemas.openxmlformats.org/drawingml/2006/main">
              <a:ext uri="{FF2B5EF4-FFF2-40B4-BE49-F238E27FC236}">
                <a16:creationId xmlns:a16="http://schemas.microsoft.com/office/drawing/2014/main" id="{C6935A05-908D-4F54-AFC7-7A7029A73813}"/>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3465416" name="Rectangle 1920294034">
            <a:extLst xmlns:a="http://schemas.openxmlformats.org/drawingml/2006/main">
              <a:ext uri="{FF2B5EF4-FFF2-40B4-BE49-F238E27FC236}">
                <a16:creationId xmlns:a16="http://schemas.microsoft.com/office/drawing/2014/main" id="{978968A9-AC23-4E1C-A471-F1074CC491AA}"/>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372045697" name="Rectangle 14864956">
            <a:extLst xmlns:a="http://schemas.openxmlformats.org/drawingml/2006/main">
              <a:ext uri="{FF2B5EF4-FFF2-40B4-BE49-F238E27FC236}">
                <a16:creationId xmlns:a16="http://schemas.microsoft.com/office/drawing/2014/main" id="{6BEA021A-62EE-4473-8ED9-544CE70C2321}"/>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604930401" name="Rectangle 977617615">
            <a:extLst xmlns:a="http://schemas.openxmlformats.org/drawingml/2006/main">
              <a:ext uri="{FF2B5EF4-FFF2-40B4-BE49-F238E27FC236}">
                <a16:creationId xmlns:a16="http://schemas.microsoft.com/office/drawing/2014/main" id="{F8832D20-C6C7-40C9-8BA3-04A22F3B88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25</a:t>
            </a:r>
          </a:p>
        </p:txBody>
      </p:sp>
    </p:spTree>
    <p:extLst>
      <p:ext uri="{BB962C8B-B14F-4D97-AF65-F5344CB8AC3E}">
        <p14:creationId xmlns:p14="http://schemas.microsoft.com/office/powerpoint/2010/main" val="947605305"/>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3218316" name="Rectangle 757161452">
            <a:extLst xmlns:a="http://schemas.openxmlformats.org/drawingml/2006/main">
              <a:ext uri="{FF2B5EF4-FFF2-40B4-BE49-F238E27FC236}">
                <a16:creationId xmlns:a16="http://schemas.microsoft.com/office/drawing/2014/main" id="{35D06E20-6D55-400C-9F07-9A0BBE8BB6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039190371" name="Rectangle 1485490077">
            <a:extLst xmlns:a="http://schemas.openxmlformats.org/drawingml/2006/main">
              <a:ext uri="{FF2B5EF4-FFF2-40B4-BE49-F238E27FC236}">
                <a16:creationId xmlns:a16="http://schemas.microsoft.com/office/drawing/2014/main" id="{86F66C7C-E28F-427D-94D0-F720A7F8F3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79133152" name="Rectangle: Rounded Corners 1281445229">
            <a:extLst xmlns:a="http://schemas.openxmlformats.org/drawingml/2006/main">
              <a:ext uri="{FF2B5EF4-FFF2-40B4-BE49-F238E27FC236}">
                <a16:creationId xmlns:a16="http://schemas.microsoft.com/office/drawing/2014/main" id="{8BDBADDE-E138-49D6-B0DD-0CD321E27D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3088287" name="Oval 1725871866">
            <a:extLst xmlns:a="http://schemas.openxmlformats.org/drawingml/2006/main">
              <a:ext uri="{FF2B5EF4-FFF2-40B4-BE49-F238E27FC236}">
                <a16:creationId xmlns:a16="http://schemas.microsoft.com/office/drawing/2014/main" id="{1C5589C7-7A85-4925-9F91-2D85CFC83887}"/>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441653404" name="Oval 1328597483">
            <a:extLst xmlns:a="http://schemas.openxmlformats.org/drawingml/2006/main">
              <a:ext uri="{FF2B5EF4-FFF2-40B4-BE49-F238E27FC236}">
                <a16:creationId xmlns:a16="http://schemas.microsoft.com/office/drawing/2014/main" id="{862710FA-3C4E-41E2-A801-19E3FBDFE0A5}"/>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97408284" name="Oval 1819707772">
            <a:extLst xmlns:a="http://schemas.openxmlformats.org/drawingml/2006/main">
              <a:ext uri="{FF2B5EF4-FFF2-40B4-BE49-F238E27FC236}">
                <a16:creationId xmlns:a16="http://schemas.microsoft.com/office/drawing/2014/main" id="{06EE272E-F529-45AB-8E66-3400DAD75EB2}"/>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574411682" name="Oval 1950704622">
            <a:extLst xmlns:a="http://schemas.openxmlformats.org/drawingml/2006/main">
              <a:ext uri="{FF2B5EF4-FFF2-40B4-BE49-F238E27FC236}">
                <a16:creationId xmlns:a16="http://schemas.microsoft.com/office/drawing/2014/main" id="{3930FBE2-3EB8-4B6C-BA71-29814744900D}"/>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8236839" name="Arrow: Right 631911999">
            <a:extLst xmlns:a="http://schemas.openxmlformats.org/drawingml/2006/main">
              <a:ext uri="{FF2B5EF4-FFF2-40B4-BE49-F238E27FC236}">
                <a16:creationId xmlns:a16="http://schemas.microsoft.com/office/drawing/2014/main" id="{6A71D638-7D3C-480F-B79B-792838E20F0A}"/>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69161" name="Arrow: Left 341998999">
            <a:extLst xmlns:a="http://schemas.openxmlformats.org/drawingml/2006/main">
              <a:ext uri="{FF2B5EF4-FFF2-40B4-BE49-F238E27FC236}">
                <a16:creationId xmlns:a16="http://schemas.microsoft.com/office/drawing/2014/main" id="{A118AEEB-D9E4-446D-80B7-68E391431AC0}"/>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84951" name="Arrow: Right 254648643">
            <a:extLst xmlns:a="http://schemas.openxmlformats.org/drawingml/2006/main">
              <a:ext uri="{FF2B5EF4-FFF2-40B4-BE49-F238E27FC236}">
                <a16:creationId xmlns:a16="http://schemas.microsoft.com/office/drawing/2014/main" id="{475747C7-25B4-44D6-8CEE-258447753D0F}"/>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378270" name="Arrow: Left 1015649989">
            <a:extLst xmlns:a="http://schemas.openxmlformats.org/drawingml/2006/main">
              <a:ext uri="{FF2B5EF4-FFF2-40B4-BE49-F238E27FC236}">
                <a16:creationId xmlns:a16="http://schemas.microsoft.com/office/drawing/2014/main" id="{A52915E2-3FCB-4049-B73F-DB696ABDFC0E}"/>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326764" name="Rectangle 1286149260">
            <a:extLst xmlns:a="http://schemas.openxmlformats.org/drawingml/2006/main">
              <a:ext uri="{FF2B5EF4-FFF2-40B4-BE49-F238E27FC236}">
                <a16:creationId xmlns:a16="http://schemas.microsoft.com/office/drawing/2014/main" id="{7C8AB5E8-B315-45D8-A7C4-A29CA986630F}"/>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513856919" name="Rectangle 598068433">
            <a:extLst xmlns:a="http://schemas.openxmlformats.org/drawingml/2006/main">
              <a:ext uri="{FF2B5EF4-FFF2-40B4-BE49-F238E27FC236}">
                <a16:creationId xmlns:a16="http://schemas.microsoft.com/office/drawing/2014/main" id="{1B3303B8-76D3-43A5-A275-7E8E6B04BAB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26</a:t>
            </a:r>
          </a:p>
        </p:txBody>
      </p:sp>
    </p:spTree>
    <p:extLst>
      <p:ext uri="{BB962C8B-B14F-4D97-AF65-F5344CB8AC3E}">
        <p14:creationId xmlns:p14="http://schemas.microsoft.com/office/powerpoint/2010/main" val="513107704"/>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3533190" name="Rectangle 596912551">
            <a:extLst xmlns:a="http://schemas.openxmlformats.org/drawingml/2006/main">
              <a:ext uri="{FF2B5EF4-FFF2-40B4-BE49-F238E27FC236}">
                <a16:creationId xmlns:a16="http://schemas.microsoft.com/office/drawing/2014/main" id="{E910B8E5-D0CB-4EAC-BD5F-DC518578655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662527728" name="Rectangle 290873250">
            <a:extLst xmlns:a="http://schemas.openxmlformats.org/drawingml/2006/main">
              <a:ext uri="{FF2B5EF4-FFF2-40B4-BE49-F238E27FC236}">
                <a16:creationId xmlns:a16="http://schemas.microsoft.com/office/drawing/2014/main" id="{124165E3-F0CD-4D0B-A98C-74ED647540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128977106" name="Rectangle: Rounded Corners 81270832">
            <a:extLst xmlns:a="http://schemas.openxmlformats.org/drawingml/2006/main">
              <a:ext uri="{FF2B5EF4-FFF2-40B4-BE49-F238E27FC236}">
                <a16:creationId xmlns:a16="http://schemas.microsoft.com/office/drawing/2014/main" id="{C4135C5F-0068-40EC-841A-41E63EB293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353970" name="Rectangle: Rounded Corners 1587413913">
            <a:extLst xmlns:a="http://schemas.openxmlformats.org/drawingml/2006/main">
              <a:ext uri="{FF2B5EF4-FFF2-40B4-BE49-F238E27FC236}">
                <a16:creationId xmlns:a16="http://schemas.microsoft.com/office/drawing/2014/main" id="{D5E1C960-E0ED-4876-8867-92AF3F3E69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50574268" name="Rectangle: Rounded Corners 493815563">
            <a:extLst xmlns:a="http://schemas.openxmlformats.org/drawingml/2006/main">
              <a:ext uri="{FF2B5EF4-FFF2-40B4-BE49-F238E27FC236}">
                <a16:creationId xmlns:a16="http://schemas.microsoft.com/office/drawing/2014/main" id="{437D123E-D7C8-4367-B987-BDA2E187CC5C}"/>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1324298" name="Rectangle: Rounded Corners 770580154">
            <a:extLst xmlns:a="http://schemas.openxmlformats.org/drawingml/2006/main">
              <a:ext uri="{FF2B5EF4-FFF2-40B4-BE49-F238E27FC236}">
                <a16:creationId xmlns:a16="http://schemas.microsoft.com/office/drawing/2014/main" id="{226C8BD7-593E-4FAE-AF46-8D3A840A3560}"/>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64557538" name="Arrow: Right 719400496">
            <a:extLst xmlns:a="http://schemas.openxmlformats.org/drawingml/2006/main">
              <a:ext uri="{FF2B5EF4-FFF2-40B4-BE49-F238E27FC236}">
                <a16:creationId xmlns:a16="http://schemas.microsoft.com/office/drawing/2014/main" id="{6959F630-C943-4C63-8D22-8730594F9B2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604263" name="Rectangle: Rounded Corners 1479447591">
            <a:extLst xmlns:a="http://schemas.openxmlformats.org/drawingml/2006/main">
              <a:ext uri="{FF2B5EF4-FFF2-40B4-BE49-F238E27FC236}">
                <a16:creationId xmlns:a16="http://schemas.microsoft.com/office/drawing/2014/main" id="{3F86D005-FBD2-4CF3-A029-74A4C224FCD8}"/>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43032318" name="Rectangle: Rounded Corners 2028005840">
            <a:extLst xmlns:a="http://schemas.openxmlformats.org/drawingml/2006/main">
              <a:ext uri="{FF2B5EF4-FFF2-40B4-BE49-F238E27FC236}">
                <a16:creationId xmlns:a16="http://schemas.microsoft.com/office/drawing/2014/main" id="{9BDF3985-A5CC-45B0-A59F-762CA189F9EC}"/>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89932751" name="Rectangle: Rounded Corners 1882830141">
            <a:extLst xmlns:a="http://schemas.openxmlformats.org/drawingml/2006/main">
              <a:ext uri="{FF2B5EF4-FFF2-40B4-BE49-F238E27FC236}">
                <a16:creationId xmlns:a16="http://schemas.microsoft.com/office/drawing/2014/main" id="{C40B02DF-0AFE-45B5-ADDA-0C202E460A26}"/>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16159" name="Rectangle: Rounded Corners 60243026">
            <a:extLst xmlns:a="http://schemas.openxmlformats.org/drawingml/2006/main">
              <a:ext uri="{FF2B5EF4-FFF2-40B4-BE49-F238E27FC236}">
                <a16:creationId xmlns:a16="http://schemas.microsoft.com/office/drawing/2014/main" id="{C8CD39F5-EE9C-49B6-9805-9A3D60DDC632}"/>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1335540" name="Rectangle: Rounded Corners 1134928050">
            <a:extLst xmlns:a="http://schemas.openxmlformats.org/drawingml/2006/main">
              <a:ext uri="{FF2B5EF4-FFF2-40B4-BE49-F238E27FC236}">
                <a16:creationId xmlns:a16="http://schemas.microsoft.com/office/drawing/2014/main" id="{E678C5E5-87A6-4DDC-8BD2-B0280F7A40B9}"/>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7554643" name="Rectangle 1354337603">
            <a:extLst xmlns:a="http://schemas.openxmlformats.org/drawingml/2006/main">
              <a:ext uri="{FF2B5EF4-FFF2-40B4-BE49-F238E27FC236}">
                <a16:creationId xmlns:a16="http://schemas.microsoft.com/office/drawing/2014/main" id="{89C8CDDD-4C91-48A9-A257-8D5D94A22D9C}"/>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778615311" name="Rectangle 564634627">
            <a:extLst xmlns:a="http://schemas.openxmlformats.org/drawingml/2006/main">
              <a:ext uri="{FF2B5EF4-FFF2-40B4-BE49-F238E27FC236}">
                <a16:creationId xmlns:a16="http://schemas.microsoft.com/office/drawing/2014/main" id="{5C6B04FB-A995-45D0-8C58-0F8D1B729D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27</a:t>
            </a:r>
          </a:p>
        </p:txBody>
      </p:sp>
    </p:spTree>
    <p:extLst>
      <p:ext uri="{BB962C8B-B14F-4D97-AF65-F5344CB8AC3E}">
        <p14:creationId xmlns:p14="http://schemas.microsoft.com/office/powerpoint/2010/main" val="62224154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2246194" name="Rectangle 804913496">
            <a:extLst xmlns:a="http://schemas.openxmlformats.org/drawingml/2006/main">
              <a:ext uri="{FF2B5EF4-FFF2-40B4-BE49-F238E27FC236}">
                <a16:creationId xmlns:a16="http://schemas.microsoft.com/office/drawing/2014/main" id="{FAED4BB1-9C03-4E03-84B4-2D2F3DEFD8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154658772" name="Rectangle 977578111">
            <a:extLst xmlns:a="http://schemas.openxmlformats.org/drawingml/2006/main">
              <a:ext uri="{FF2B5EF4-FFF2-40B4-BE49-F238E27FC236}">
                <a16:creationId xmlns:a16="http://schemas.microsoft.com/office/drawing/2014/main" id="{8254D5D6-1994-45A8-8F89-5B5B728D3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797403034" name="Rectangle: Rounded Corners 1169649151">
            <a:extLst xmlns:a="http://schemas.openxmlformats.org/drawingml/2006/main">
              <a:ext uri="{FF2B5EF4-FFF2-40B4-BE49-F238E27FC236}">
                <a16:creationId xmlns:a16="http://schemas.microsoft.com/office/drawing/2014/main" id="{0EE18277-CBFC-43FD-A20B-A407EFF413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218137" name="Straight Connector 2011469827">
            <a:extLst xmlns:a="http://schemas.openxmlformats.org/drawingml/2006/main">
              <a:ext uri="{FF2B5EF4-FFF2-40B4-BE49-F238E27FC236}">
                <a16:creationId xmlns:a16="http://schemas.microsoft.com/office/drawing/2014/main" id="{6771132A-3B73-44E4-9F4E-74020739F3B5}"/>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2298889" name="Straight Connector 181034433">
            <a:extLst xmlns:a="http://schemas.openxmlformats.org/drawingml/2006/main">
              <a:ext uri="{FF2B5EF4-FFF2-40B4-BE49-F238E27FC236}">
                <a16:creationId xmlns:a16="http://schemas.microsoft.com/office/drawing/2014/main" id="{4ED0F696-C411-405A-9C32-A56A393CB336}"/>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4318540" name="Oval 1553006746">
            <a:extLst xmlns:a="http://schemas.openxmlformats.org/drawingml/2006/main">
              <a:ext uri="{FF2B5EF4-FFF2-40B4-BE49-F238E27FC236}">
                <a16:creationId xmlns:a16="http://schemas.microsoft.com/office/drawing/2014/main" id="{3FA924C7-9E13-4D2A-9DAB-FAA8BAED52B0}"/>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1686103" name="Rectangle 1709600281">
            <a:extLst xmlns:a="http://schemas.openxmlformats.org/drawingml/2006/main">
              <a:ext uri="{FF2B5EF4-FFF2-40B4-BE49-F238E27FC236}">
                <a16:creationId xmlns:a16="http://schemas.microsoft.com/office/drawing/2014/main" id="{E56DD4C8-2A0F-4F6B-9E45-26790A9A7A8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61129874" name="Oval 21898783">
            <a:extLst xmlns:a="http://schemas.openxmlformats.org/drawingml/2006/main">
              <a:ext uri="{FF2B5EF4-FFF2-40B4-BE49-F238E27FC236}">
                <a16:creationId xmlns:a16="http://schemas.microsoft.com/office/drawing/2014/main" id="{B771B76F-A89D-468B-96D6-70B4246BFD3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4127200" name="Rectangle 948343370">
            <a:extLst xmlns:a="http://schemas.openxmlformats.org/drawingml/2006/main">
              <a:ext uri="{FF2B5EF4-FFF2-40B4-BE49-F238E27FC236}">
                <a16:creationId xmlns:a16="http://schemas.microsoft.com/office/drawing/2014/main" id="{A6326A34-6890-4466-9FAF-2CCBB978D211}"/>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71392681" name="Oval 2041526387">
            <a:extLst xmlns:a="http://schemas.openxmlformats.org/drawingml/2006/main">
              <a:ext uri="{FF2B5EF4-FFF2-40B4-BE49-F238E27FC236}">
                <a16:creationId xmlns:a16="http://schemas.microsoft.com/office/drawing/2014/main" id="{86BBE86E-310C-4E64-A326-D5D8E7EC1D30}"/>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879735" name="Rectangle 1876813262">
            <a:extLst xmlns:a="http://schemas.openxmlformats.org/drawingml/2006/main">
              <a:ext uri="{FF2B5EF4-FFF2-40B4-BE49-F238E27FC236}">
                <a16:creationId xmlns:a16="http://schemas.microsoft.com/office/drawing/2014/main" id="{F5C026BC-DDF8-4428-9F71-52082A239856}"/>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610321727" name="Oval 1942427474">
            <a:extLst xmlns:a="http://schemas.openxmlformats.org/drawingml/2006/main">
              <a:ext uri="{FF2B5EF4-FFF2-40B4-BE49-F238E27FC236}">
                <a16:creationId xmlns:a16="http://schemas.microsoft.com/office/drawing/2014/main" id="{3E3C9944-79C1-4887-823C-28A9C53265C3}"/>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893536" name="Rectangle 888296365">
            <a:extLst xmlns:a="http://schemas.openxmlformats.org/drawingml/2006/main">
              <a:ext uri="{FF2B5EF4-FFF2-40B4-BE49-F238E27FC236}">
                <a16:creationId xmlns:a16="http://schemas.microsoft.com/office/drawing/2014/main" id="{0AFF5130-6541-4CEF-808E-2DB8C20328F3}"/>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785217730" name="Oval 358440105">
            <a:extLst xmlns:a="http://schemas.openxmlformats.org/drawingml/2006/main">
              <a:ext uri="{FF2B5EF4-FFF2-40B4-BE49-F238E27FC236}">
                <a16:creationId xmlns:a16="http://schemas.microsoft.com/office/drawing/2014/main" id="{45D0EE9E-17E3-4311-AA4D-D89EDCD3B20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05122" name="Rectangle 1076600515">
            <a:extLst xmlns:a="http://schemas.openxmlformats.org/drawingml/2006/main">
              <a:ext uri="{FF2B5EF4-FFF2-40B4-BE49-F238E27FC236}">
                <a16:creationId xmlns:a16="http://schemas.microsoft.com/office/drawing/2014/main" id="{DF7648E0-1D0D-41C8-B6DA-52C8775FD90F}"/>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490837" name="Oval 1935212152">
            <a:extLst xmlns:a="http://schemas.openxmlformats.org/drawingml/2006/main">
              <a:ext uri="{FF2B5EF4-FFF2-40B4-BE49-F238E27FC236}">
                <a16:creationId xmlns:a16="http://schemas.microsoft.com/office/drawing/2014/main" id="{536D61CD-7260-4042-91B3-C1F6CF95D613}"/>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8122189" name="Rectangle 40298214">
            <a:extLst xmlns:a="http://schemas.openxmlformats.org/drawingml/2006/main">
              <a:ext uri="{FF2B5EF4-FFF2-40B4-BE49-F238E27FC236}">
                <a16:creationId xmlns:a16="http://schemas.microsoft.com/office/drawing/2014/main" id="{10CCCBD6-3970-485B-8A9F-E2FA8486E41B}"/>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944177000" name="Oval 1096938976">
            <a:extLst xmlns:a="http://schemas.openxmlformats.org/drawingml/2006/main">
              <a:ext uri="{FF2B5EF4-FFF2-40B4-BE49-F238E27FC236}">
                <a16:creationId xmlns:a16="http://schemas.microsoft.com/office/drawing/2014/main" id="{778252A7-CCB6-47CF-B462-251624D3E04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7614263" name="Rectangle 251020529">
            <a:extLst xmlns:a="http://schemas.openxmlformats.org/drawingml/2006/main">
              <a:ext uri="{FF2B5EF4-FFF2-40B4-BE49-F238E27FC236}">
                <a16:creationId xmlns:a16="http://schemas.microsoft.com/office/drawing/2014/main" id="{35D7BF3C-FBBD-4A6E-8FBE-3954133B4886}"/>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179590007" name="Rectangle 1844580113">
            <a:extLst xmlns:a="http://schemas.openxmlformats.org/drawingml/2006/main">
              <a:ext uri="{FF2B5EF4-FFF2-40B4-BE49-F238E27FC236}">
                <a16:creationId xmlns:a16="http://schemas.microsoft.com/office/drawing/2014/main" id="{C7EC0B40-0DCA-4ED0-8228-367C50A87D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28</a:t>
            </a:r>
          </a:p>
        </p:txBody>
      </p:sp>
    </p:spTree>
    <p:extLst>
      <p:ext uri="{BB962C8B-B14F-4D97-AF65-F5344CB8AC3E}">
        <p14:creationId xmlns:p14="http://schemas.microsoft.com/office/powerpoint/2010/main" val="1477805510"/>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2371649" name="Rectangle 316490786">
            <a:extLst xmlns:a="http://schemas.openxmlformats.org/drawingml/2006/main">
              <a:ext uri="{FF2B5EF4-FFF2-40B4-BE49-F238E27FC236}">
                <a16:creationId xmlns:a16="http://schemas.microsoft.com/office/drawing/2014/main" id="{C5BAAE7B-95D2-441A-AA6C-36E6B54C7C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594998875" name="Rectangle 1088829960">
            <a:extLst xmlns:a="http://schemas.openxmlformats.org/drawingml/2006/main">
              <a:ext uri="{FF2B5EF4-FFF2-40B4-BE49-F238E27FC236}">
                <a16:creationId xmlns:a16="http://schemas.microsoft.com/office/drawing/2014/main" id="{2D487859-A483-48A0-B508-06860E870A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565483653" name="Rectangle: Rounded Corners 1185614033">
            <a:extLst xmlns:a="http://schemas.openxmlformats.org/drawingml/2006/main">
              <a:ext uri="{FF2B5EF4-FFF2-40B4-BE49-F238E27FC236}">
                <a16:creationId xmlns:a16="http://schemas.microsoft.com/office/drawing/2014/main" id="{537B414D-C4BB-435C-AE59-2308C1F99A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99804" name="Rectangle: Rounded Corners 1637263549">
            <a:extLst xmlns:a="http://schemas.openxmlformats.org/drawingml/2006/main">
              <a:ext uri="{FF2B5EF4-FFF2-40B4-BE49-F238E27FC236}">
                <a16:creationId xmlns:a16="http://schemas.microsoft.com/office/drawing/2014/main" id="{EC5A4DC6-E1AB-412C-9B85-04365985B29A}"/>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79753907" name="Arrow: Right 483904790">
            <a:extLst xmlns:a="http://schemas.openxmlformats.org/drawingml/2006/main">
              <a:ext uri="{FF2B5EF4-FFF2-40B4-BE49-F238E27FC236}">
                <a16:creationId xmlns:a16="http://schemas.microsoft.com/office/drawing/2014/main" id="{7CEB0490-52A5-4D78-9F49-062D203E5822}"/>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2970282" name="Rectangle: Rounded Corners 112366508">
            <a:extLst xmlns:a="http://schemas.openxmlformats.org/drawingml/2006/main">
              <a:ext uri="{FF2B5EF4-FFF2-40B4-BE49-F238E27FC236}">
                <a16:creationId xmlns:a16="http://schemas.microsoft.com/office/drawing/2014/main" id="{74B73CDA-AA52-46EA-A6F2-0302570ECAEB}"/>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9640114" name="Rectangle: Rounded Corners 1684869887">
            <a:extLst xmlns:a="http://schemas.openxmlformats.org/drawingml/2006/main">
              <a:ext uri="{FF2B5EF4-FFF2-40B4-BE49-F238E27FC236}">
                <a16:creationId xmlns:a16="http://schemas.microsoft.com/office/drawing/2014/main" id="{BA43EF5D-9BAA-4417-ADB2-FB47B7CB0BF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77795019" name="Arrow: Right 582027638">
            <a:extLst xmlns:a="http://schemas.openxmlformats.org/drawingml/2006/main">
              <a:ext uri="{FF2B5EF4-FFF2-40B4-BE49-F238E27FC236}">
                <a16:creationId xmlns:a16="http://schemas.microsoft.com/office/drawing/2014/main" id="{4B174A2A-9BEB-4FE8-B477-4B3739166A1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810217165" name="Rectangle: Rounded Corners 415203980">
            <a:extLst xmlns:a="http://schemas.openxmlformats.org/drawingml/2006/main">
              <a:ext uri="{FF2B5EF4-FFF2-40B4-BE49-F238E27FC236}">
                <a16:creationId xmlns:a16="http://schemas.microsoft.com/office/drawing/2014/main" id="{8590B38B-9977-453F-863A-CD7D777740F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438037710" name="Rectangle 1659565154">
            <a:extLst xmlns:a="http://schemas.openxmlformats.org/drawingml/2006/main">
              <a:ext uri="{FF2B5EF4-FFF2-40B4-BE49-F238E27FC236}">
                <a16:creationId xmlns:a16="http://schemas.microsoft.com/office/drawing/2014/main" id="{89E42B19-9E7F-460C-A285-95B6F0D76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29</a:t>
            </a:r>
          </a:p>
        </p:txBody>
      </p:sp>
    </p:spTree>
    <p:extLst>
      <p:ext uri="{BB962C8B-B14F-4D97-AF65-F5344CB8AC3E}">
        <p14:creationId xmlns:p14="http://schemas.microsoft.com/office/powerpoint/2010/main" val="1131142524"/>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8576575" name="Rectangle 1412031494">
            <a:extLst xmlns:a="http://schemas.openxmlformats.org/drawingml/2006/main">
              <a:ext uri="{FF2B5EF4-FFF2-40B4-BE49-F238E27FC236}">
                <a16:creationId xmlns:a16="http://schemas.microsoft.com/office/drawing/2014/main" id="{8CF01755-8AB8-407C-BA72-9769D9B6A1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278521829" name="Rectangle 795213251">
            <a:extLst xmlns:a="http://schemas.openxmlformats.org/drawingml/2006/main">
              <a:ext uri="{FF2B5EF4-FFF2-40B4-BE49-F238E27FC236}">
                <a16:creationId xmlns:a16="http://schemas.microsoft.com/office/drawing/2014/main" id="{970FDC90-0921-4498-9979-3C383506E54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2097121389" name="Rectangle: Rounded Corners 39970162">
            <a:extLst xmlns:a="http://schemas.openxmlformats.org/drawingml/2006/main">
              <a:ext uri="{FF2B5EF4-FFF2-40B4-BE49-F238E27FC236}">
                <a16:creationId xmlns:a16="http://schemas.microsoft.com/office/drawing/2014/main" id="{47317E9A-0C5E-4FE9-9242-659BA38A2E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971191" name="Rectangle: Rounded Corners 1580614387">
            <a:extLst xmlns:a="http://schemas.openxmlformats.org/drawingml/2006/main">
              <a:ext uri="{FF2B5EF4-FFF2-40B4-BE49-F238E27FC236}">
                <a16:creationId xmlns:a16="http://schemas.microsoft.com/office/drawing/2014/main" id="{9A10C682-8EBD-4072-8B17-7967F6AE3A5B}"/>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88620743" name="Oval 1990550395">
            <a:extLst xmlns:a="http://schemas.openxmlformats.org/drawingml/2006/main">
              <a:ext uri="{FF2B5EF4-FFF2-40B4-BE49-F238E27FC236}">
                <a16:creationId xmlns:a16="http://schemas.microsoft.com/office/drawing/2014/main" id="{DD761FAE-20F5-4AA9-8490-CA947BE041C2}"/>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142382" name="Straight Connector 2100406639">
            <a:extLst xmlns:a="http://schemas.openxmlformats.org/drawingml/2006/main">
              <a:ext uri="{FF2B5EF4-FFF2-40B4-BE49-F238E27FC236}">
                <a16:creationId xmlns:a16="http://schemas.microsoft.com/office/drawing/2014/main" id="{F44F99E7-9D29-4FF3-B765-1A2F43C8EAB2}"/>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2991690" name="Arrow: Right 538775388">
            <a:extLst xmlns:a="http://schemas.openxmlformats.org/drawingml/2006/main">
              <a:ext uri="{FF2B5EF4-FFF2-40B4-BE49-F238E27FC236}">
                <a16:creationId xmlns:a16="http://schemas.microsoft.com/office/drawing/2014/main" id="{4176D340-E8E9-49F5-A785-4601F5FC7D18}"/>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508998" name="Rectangle: Rounded Corners 1064614972">
            <a:extLst xmlns:a="http://schemas.openxmlformats.org/drawingml/2006/main">
              <a:ext uri="{FF2B5EF4-FFF2-40B4-BE49-F238E27FC236}">
                <a16:creationId xmlns:a16="http://schemas.microsoft.com/office/drawing/2014/main" id="{E5AD8CC6-1B2B-40D9-8A3F-7E6AF9691A43}"/>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8962001" name="Oval 1803721867">
            <a:extLst xmlns:a="http://schemas.openxmlformats.org/drawingml/2006/main">
              <a:ext uri="{FF2B5EF4-FFF2-40B4-BE49-F238E27FC236}">
                <a16:creationId xmlns:a16="http://schemas.microsoft.com/office/drawing/2014/main" id="{318610A4-1D30-408A-A5EE-E99B8504D3C0}"/>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9630447" name="Straight Connector 583856608">
            <a:extLst xmlns:a="http://schemas.openxmlformats.org/drawingml/2006/main">
              <a:ext uri="{FF2B5EF4-FFF2-40B4-BE49-F238E27FC236}">
                <a16:creationId xmlns:a16="http://schemas.microsoft.com/office/drawing/2014/main" id="{AEA727E7-87F7-436B-AA29-36273ABD8FC4}"/>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5315302" name="Arrow: Right 2139349875">
            <a:extLst xmlns:a="http://schemas.openxmlformats.org/drawingml/2006/main">
              <a:ext uri="{FF2B5EF4-FFF2-40B4-BE49-F238E27FC236}">
                <a16:creationId xmlns:a16="http://schemas.microsoft.com/office/drawing/2014/main" id="{227FD892-EF85-4BA3-B010-517419A3404B}"/>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444161" name="Rectangle: Rounded Corners 1635700100">
            <a:extLst xmlns:a="http://schemas.openxmlformats.org/drawingml/2006/main">
              <a:ext uri="{FF2B5EF4-FFF2-40B4-BE49-F238E27FC236}">
                <a16:creationId xmlns:a16="http://schemas.microsoft.com/office/drawing/2014/main" id="{1ED1FED6-60B0-48B4-AFE1-855D3D56CF0F}"/>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32596437" name="Oval 841796169">
            <a:extLst xmlns:a="http://schemas.openxmlformats.org/drawingml/2006/main">
              <a:ext uri="{FF2B5EF4-FFF2-40B4-BE49-F238E27FC236}">
                <a16:creationId xmlns:a16="http://schemas.microsoft.com/office/drawing/2014/main" id="{E3618356-FFD1-4684-87AA-452E825DBC4F}"/>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27466950" name="Straight Connector 925426090">
            <a:extLst xmlns:a="http://schemas.openxmlformats.org/drawingml/2006/main">
              <a:ext uri="{FF2B5EF4-FFF2-40B4-BE49-F238E27FC236}">
                <a16:creationId xmlns:a16="http://schemas.microsoft.com/office/drawing/2014/main" id="{D444BDA1-FB94-477A-9963-A803CDE7C020}"/>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421285" name="Arrow: Right 999883120">
            <a:extLst xmlns:a="http://schemas.openxmlformats.org/drawingml/2006/main">
              <a:ext uri="{FF2B5EF4-FFF2-40B4-BE49-F238E27FC236}">
                <a16:creationId xmlns:a16="http://schemas.microsoft.com/office/drawing/2014/main" id="{71A2AE47-CEF0-47B5-9227-A25708899F8B}"/>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3466376" name="Rectangle: Rounded Corners 1232593896">
            <a:extLst xmlns:a="http://schemas.openxmlformats.org/drawingml/2006/main">
              <a:ext uri="{FF2B5EF4-FFF2-40B4-BE49-F238E27FC236}">
                <a16:creationId xmlns:a16="http://schemas.microsoft.com/office/drawing/2014/main" id="{08F965F9-CF87-440C-9406-8A186B50B28D}"/>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49193163" name="Oval 353672065">
            <a:extLst xmlns:a="http://schemas.openxmlformats.org/drawingml/2006/main">
              <a:ext uri="{FF2B5EF4-FFF2-40B4-BE49-F238E27FC236}">
                <a16:creationId xmlns:a16="http://schemas.microsoft.com/office/drawing/2014/main" id="{3FBA87C7-1AAD-499B-ACD0-2C6071C48F34}"/>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36654543" name="Straight Connector 250778965">
            <a:extLst xmlns:a="http://schemas.openxmlformats.org/drawingml/2006/main">
              <a:ext uri="{FF2B5EF4-FFF2-40B4-BE49-F238E27FC236}">
                <a16:creationId xmlns:a16="http://schemas.microsoft.com/office/drawing/2014/main" id="{0B92EBDF-99F5-448B-96E3-B54A98E36A4E}"/>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92022" name="Rectangle 558237288">
            <a:extLst xmlns:a="http://schemas.openxmlformats.org/drawingml/2006/main">
              <a:ext uri="{FF2B5EF4-FFF2-40B4-BE49-F238E27FC236}">
                <a16:creationId xmlns:a16="http://schemas.microsoft.com/office/drawing/2014/main" id="{D6A4C733-668A-4D2C-AE96-58F0BC6B703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30</a:t>
            </a:r>
          </a:p>
        </p:txBody>
      </p:sp>
    </p:spTree>
    <p:extLst>
      <p:ext uri="{BB962C8B-B14F-4D97-AF65-F5344CB8AC3E}">
        <p14:creationId xmlns:p14="http://schemas.microsoft.com/office/powerpoint/2010/main" val="71803376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257149" name="Rectangle 1731358443">
            <a:extLst xmlns:a="http://schemas.openxmlformats.org/drawingml/2006/main">
              <a:ext uri="{FF2B5EF4-FFF2-40B4-BE49-F238E27FC236}">
                <a16:creationId xmlns:a16="http://schemas.microsoft.com/office/drawing/2014/main" id="{C3138F59-CAB1-4525-B32D-0894947371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641780184" name="Rectangle 1129691951">
            <a:extLst xmlns:a="http://schemas.openxmlformats.org/drawingml/2006/main">
              <a:ext uri="{FF2B5EF4-FFF2-40B4-BE49-F238E27FC236}">
                <a16:creationId xmlns:a16="http://schemas.microsoft.com/office/drawing/2014/main" id="{3945FFED-0123-431B-96D5-8AD76AF696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599820326" name="Rectangle: Rounded Corners 153614357">
            <a:extLst xmlns:a="http://schemas.openxmlformats.org/drawingml/2006/main">
              <a:ext uri="{FF2B5EF4-FFF2-40B4-BE49-F238E27FC236}">
                <a16:creationId xmlns:a16="http://schemas.microsoft.com/office/drawing/2014/main" id="{B83A0100-3736-454A-868D-CBA3B7508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0811377" name="Rectangle: Rounded Corners 1660434667">
            <a:extLst xmlns:a="http://schemas.openxmlformats.org/drawingml/2006/main">
              <a:ext uri="{FF2B5EF4-FFF2-40B4-BE49-F238E27FC236}">
                <a16:creationId xmlns:a16="http://schemas.microsoft.com/office/drawing/2014/main" id="{25B40FDC-9937-4AAC-B39A-9C5997DC93CA}"/>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23688698" name="Rectangle: Rounded Corners 331123784">
            <a:extLst xmlns:a="http://schemas.openxmlformats.org/drawingml/2006/main">
              <a:ext uri="{FF2B5EF4-FFF2-40B4-BE49-F238E27FC236}">
                <a16:creationId xmlns:a16="http://schemas.microsoft.com/office/drawing/2014/main" id="{2A20CE1D-FF8E-4C2A-A019-BFF52A08E42E}"/>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856651653" name="Rectangle: Rounded Corners 1408528115">
            <a:extLst xmlns:a="http://schemas.openxmlformats.org/drawingml/2006/main">
              <a:ext uri="{FF2B5EF4-FFF2-40B4-BE49-F238E27FC236}">
                <a16:creationId xmlns:a16="http://schemas.microsoft.com/office/drawing/2014/main" id="{E5855738-2451-4CAF-8147-8D375B888B08}"/>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205507241" name="Rectangle: Rounded Corners 929702956">
            <a:extLst xmlns:a="http://schemas.openxmlformats.org/drawingml/2006/main">
              <a:ext uri="{FF2B5EF4-FFF2-40B4-BE49-F238E27FC236}">
                <a16:creationId xmlns:a16="http://schemas.microsoft.com/office/drawing/2014/main" id="{32EF9489-775A-45A9-8305-057C07A36EA0}"/>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800103251" name="Rectangle: Rounded Corners 747840371">
            <a:extLst xmlns:a="http://schemas.openxmlformats.org/drawingml/2006/main">
              <a:ext uri="{FF2B5EF4-FFF2-40B4-BE49-F238E27FC236}">
                <a16:creationId xmlns:a16="http://schemas.microsoft.com/office/drawing/2014/main" id="{A53576BA-C73C-4174-ACD6-F135066B01A3}"/>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016394471" name="Rectangle: Rounded Corners 1625402858">
            <a:extLst xmlns:a="http://schemas.openxmlformats.org/drawingml/2006/main">
              <a:ext uri="{FF2B5EF4-FFF2-40B4-BE49-F238E27FC236}">
                <a16:creationId xmlns:a16="http://schemas.microsoft.com/office/drawing/2014/main" id="{73F581C1-0D3E-4F0D-B75A-2CE8B44C2E4B}"/>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161906882" name="Rectangle: Rounded Corners 1678137837">
            <a:extLst xmlns:a="http://schemas.openxmlformats.org/drawingml/2006/main">
              <a:ext uri="{FF2B5EF4-FFF2-40B4-BE49-F238E27FC236}">
                <a16:creationId xmlns:a16="http://schemas.microsoft.com/office/drawing/2014/main" id="{9723EA7C-8583-489C-985A-A8BBC9EF73ED}"/>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304544770" name="Straight Connector 1472942795">
            <a:extLst xmlns:a="http://schemas.openxmlformats.org/drawingml/2006/main">
              <a:ext uri="{FF2B5EF4-FFF2-40B4-BE49-F238E27FC236}">
                <a16:creationId xmlns:a16="http://schemas.microsoft.com/office/drawing/2014/main" id="{9198625F-797B-4AA5-A333-31CDEAD2F859}"/>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4813935" name="Oval 1613721530">
            <a:extLst xmlns:a="http://schemas.openxmlformats.org/drawingml/2006/main">
              <a:ext uri="{FF2B5EF4-FFF2-40B4-BE49-F238E27FC236}">
                <a16:creationId xmlns:a16="http://schemas.microsoft.com/office/drawing/2014/main" id="{FDE902C4-C63B-4F8E-91D5-40FB3289FE0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93326" name="Oval 1579085889">
            <a:extLst xmlns:a="http://schemas.openxmlformats.org/drawingml/2006/main">
              <a:ext uri="{FF2B5EF4-FFF2-40B4-BE49-F238E27FC236}">
                <a16:creationId xmlns:a16="http://schemas.microsoft.com/office/drawing/2014/main" id="{6D5F8D1D-7F10-413E-9A71-A15C6B95197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526384" name="Oval 2077149345">
            <a:extLst xmlns:a="http://schemas.openxmlformats.org/drawingml/2006/main">
              <a:ext uri="{FF2B5EF4-FFF2-40B4-BE49-F238E27FC236}">
                <a16:creationId xmlns:a16="http://schemas.microsoft.com/office/drawing/2014/main" id="{4767E0C5-60FB-4007-AF27-CF63404DC889}"/>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3272054" name="Oval 1872952085">
            <a:extLst xmlns:a="http://schemas.openxmlformats.org/drawingml/2006/main">
              <a:ext uri="{FF2B5EF4-FFF2-40B4-BE49-F238E27FC236}">
                <a16:creationId xmlns:a16="http://schemas.microsoft.com/office/drawing/2014/main" id="{584F79D0-FFA1-4084-BF5E-3B2C71BC42D9}"/>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050851" name="Oval 20816396">
            <a:extLst xmlns:a="http://schemas.openxmlformats.org/drawingml/2006/main">
              <a:ext uri="{FF2B5EF4-FFF2-40B4-BE49-F238E27FC236}">
                <a16:creationId xmlns:a16="http://schemas.microsoft.com/office/drawing/2014/main" id="{708AE535-C6E3-4F94-9DED-231979CDE18A}"/>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902711" name="Oval 677953628">
            <a:extLst xmlns:a="http://schemas.openxmlformats.org/drawingml/2006/main">
              <a:ext uri="{FF2B5EF4-FFF2-40B4-BE49-F238E27FC236}">
                <a16:creationId xmlns:a16="http://schemas.microsoft.com/office/drawing/2014/main" id="{9CAE6763-4F7A-4F1A-99FA-5260D0CA40E1}"/>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000656" name="Oval 1792512939">
            <a:extLst xmlns:a="http://schemas.openxmlformats.org/drawingml/2006/main">
              <a:ext uri="{FF2B5EF4-FFF2-40B4-BE49-F238E27FC236}">
                <a16:creationId xmlns:a16="http://schemas.microsoft.com/office/drawing/2014/main" id="{9CFEDDBA-4050-41D9-9676-8C1B7B4DFC64}"/>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34094" name="Rectangle 1915767503">
            <a:extLst xmlns:a="http://schemas.openxmlformats.org/drawingml/2006/main">
              <a:ext uri="{FF2B5EF4-FFF2-40B4-BE49-F238E27FC236}">
                <a16:creationId xmlns:a16="http://schemas.microsoft.com/office/drawing/2014/main" id="{9C555A56-C816-4C70-9909-B38A68DE3002}"/>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1617808149" name="Rectangle 523783432">
            <a:extLst xmlns:a="http://schemas.openxmlformats.org/drawingml/2006/main">
              <a:ext uri="{FF2B5EF4-FFF2-40B4-BE49-F238E27FC236}">
                <a16:creationId xmlns:a16="http://schemas.microsoft.com/office/drawing/2014/main" id="{D68EB07A-6B8B-4CD2-A78E-67C13887FE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31</a:t>
            </a:r>
          </a:p>
        </p:txBody>
      </p:sp>
    </p:spTree>
    <p:extLst>
      <p:ext uri="{BB962C8B-B14F-4D97-AF65-F5344CB8AC3E}">
        <p14:creationId xmlns:p14="http://schemas.microsoft.com/office/powerpoint/2010/main" val="124073734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5070413" name="Rectangle 935271156">
            <a:extLst xmlns:a="http://schemas.openxmlformats.org/drawingml/2006/main">
              <a:ext uri="{FF2B5EF4-FFF2-40B4-BE49-F238E27FC236}">
                <a16:creationId xmlns:a16="http://schemas.microsoft.com/office/drawing/2014/main" id="{0B86D425-96FA-4A41-A9D8-54802A0652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879660154" name="Rectangle 251777344">
            <a:extLst xmlns:a="http://schemas.openxmlformats.org/drawingml/2006/main">
              <a:ext uri="{FF2B5EF4-FFF2-40B4-BE49-F238E27FC236}">
                <a16:creationId xmlns:a16="http://schemas.microsoft.com/office/drawing/2014/main" id="{65E444F5-6ACF-4F54-A16E-9554F9FBCB7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14749862" name="Rectangle: Rounded Corners 1456392341">
            <a:extLst xmlns:a="http://schemas.openxmlformats.org/drawingml/2006/main">
              <a:ext uri="{FF2B5EF4-FFF2-40B4-BE49-F238E27FC236}">
                <a16:creationId xmlns:a16="http://schemas.microsoft.com/office/drawing/2014/main" id="{7AA322AA-5E9C-4CB8-90A7-4E92D062C9B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718788" name="Rectangle 2132047703">
            <a:extLst xmlns:a="http://schemas.openxmlformats.org/drawingml/2006/main">
              <a:ext uri="{FF2B5EF4-FFF2-40B4-BE49-F238E27FC236}">
                <a16:creationId xmlns:a16="http://schemas.microsoft.com/office/drawing/2014/main" id="{D19E5554-DF7C-4F5B-AC03-BFD6DA37BE9E}"/>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2109113723" name="Rectangle 1495975732">
            <a:extLst xmlns:a="http://schemas.openxmlformats.org/drawingml/2006/main">
              <a:ext uri="{FF2B5EF4-FFF2-40B4-BE49-F238E27FC236}">
                <a16:creationId xmlns:a16="http://schemas.microsoft.com/office/drawing/2014/main" id="{CB3F2E03-8E80-49B5-BD4D-922861FF62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32</a:t>
            </a:r>
          </a:p>
        </p:txBody>
      </p:sp>
      <p:pic>
        <p:nvPicPr>
          <p:cNvPr id="2109113730"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888085202a234189"/>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452694515"/>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8280128" name="Rectangle 935271156">
            <a:extLst xmlns:a="http://schemas.openxmlformats.org/drawingml/2006/main">
              <a:ext uri="{FF2B5EF4-FFF2-40B4-BE49-F238E27FC236}">
                <a16:creationId xmlns:a16="http://schemas.microsoft.com/office/drawing/2014/main" id="{4865408A-5A74-4C38-B89F-DF7FA8829FC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054677621" name="Rectangle 251777344">
            <a:extLst xmlns:a="http://schemas.openxmlformats.org/drawingml/2006/main">
              <a:ext uri="{FF2B5EF4-FFF2-40B4-BE49-F238E27FC236}">
                <a16:creationId xmlns:a16="http://schemas.microsoft.com/office/drawing/2014/main" id="{2028B742-1E6B-42DF-BF0C-DA736F4A43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0790740" name="Rectangle: Rounded Corners 1456392341">
            <a:extLst xmlns:a="http://schemas.openxmlformats.org/drawingml/2006/main">
              <a:ext uri="{FF2B5EF4-FFF2-40B4-BE49-F238E27FC236}">
                <a16:creationId xmlns:a16="http://schemas.microsoft.com/office/drawing/2014/main" id="{2D330229-9D4F-4AA1-9AEC-60A00B1616B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113167" name="Rectangle 2132047703">
            <a:extLst xmlns:a="http://schemas.openxmlformats.org/drawingml/2006/main">
              <a:ext uri="{FF2B5EF4-FFF2-40B4-BE49-F238E27FC236}">
                <a16:creationId xmlns:a16="http://schemas.microsoft.com/office/drawing/2014/main" id="{1E1E1286-A199-4063-991B-4887A3B42C97}"/>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872685070" name="Rectangle 1495975732">
            <a:extLst xmlns:a="http://schemas.openxmlformats.org/drawingml/2006/main">
              <a:ext uri="{FF2B5EF4-FFF2-40B4-BE49-F238E27FC236}">
                <a16:creationId xmlns:a16="http://schemas.microsoft.com/office/drawing/2014/main" id="{BFAFC23C-F1A8-4D3B-99E5-C7BE9AEE1C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33</a:t>
            </a:r>
          </a:p>
        </p:txBody>
      </p:sp>
      <p:pic>
        <p:nvPicPr>
          <p:cNvPr id="2054677628"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0fd53fa64f0a442f"/>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92944774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5507868" name="Rectangle 828705700">
            <a:extLst xmlns:a="http://schemas.openxmlformats.org/drawingml/2006/main">
              <a:ext uri="{FF2B5EF4-FFF2-40B4-BE49-F238E27FC236}">
                <a16:creationId xmlns:a16="http://schemas.microsoft.com/office/drawing/2014/main" id="{650D756C-D761-4285-8742-AB980D043E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630321174" name="Rectangle 1834494691">
            <a:extLst xmlns:a="http://schemas.openxmlformats.org/drawingml/2006/main">
              <a:ext uri="{FF2B5EF4-FFF2-40B4-BE49-F238E27FC236}">
                <a16:creationId xmlns:a16="http://schemas.microsoft.com/office/drawing/2014/main" id="{B7082C50-817B-4261-AF68-F7F7A564E9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869659096" name="Rectangle: Rounded Corners 1119805207">
            <a:extLst xmlns:a="http://schemas.openxmlformats.org/drawingml/2006/main">
              <a:ext uri="{FF2B5EF4-FFF2-40B4-BE49-F238E27FC236}">
                <a16:creationId xmlns:a16="http://schemas.microsoft.com/office/drawing/2014/main" id="{1137101F-06FD-4BEC-B6C8-9CA7728B988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956511" name="Oval 378451326">
            <a:extLst xmlns:a="http://schemas.openxmlformats.org/drawingml/2006/main">
              <a:ext uri="{FF2B5EF4-FFF2-40B4-BE49-F238E27FC236}">
                <a16:creationId xmlns:a16="http://schemas.microsoft.com/office/drawing/2014/main" id="{7079E965-A138-43D7-8FA8-B74BBB773F4D}"/>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488195339" name="Oval 1710653340">
            <a:extLst xmlns:a="http://schemas.openxmlformats.org/drawingml/2006/main">
              <a:ext uri="{FF2B5EF4-FFF2-40B4-BE49-F238E27FC236}">
                <a16:creationId xmlns:a16="http://schemas.microsoft.com/office/drawing/2014/main" id="{94106C64-630B-47B7-B661-36C8215410BB}"/>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86126913" name="Oval 1215104595">
            <a:extLst xmlns:a="http://schemas.openxmlformats.org/drawingml/2006/main">
              <a:ext uri="{FF2B5EF4-FFF2-40B4-BE49-F238E27FC236}">
                <a16:creationId xmlns:a16="http://schemas.microsoft.com/office/drawing/2014/main" id="{E0B5D9D9-1EE0-4886-80CE-ADD4D53C400A}"/>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45057601" name="Oval 1626294488">
            <a:extLst xmlns:a="http://schemas.openxmlformats.org/drawingml/2006/main">
              <a:ext uri="{FF2B5EF4-FFF2-40B4-BE49-F238E27FC236}">
                <a16:creationId xmlns:a16="http://schemas.microsoft.com/office/drawing/2014/main" id="{9F09791E-F100-4C46-8B9D-FD6AAC7B8812}"/>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421176751" name="Oval 1273413100">
            <a:extLst xmlns:a="http://schemas.openxmlformats.org/drawingml/2006/main">
              <a:ext uri="{FF2B5EF4-FFF2-40B4-BE49-F238E27FC236}">
                <a16:creationId xmlns:a16="http://schemas.microsoft.com/office/drawing/2014/main" id="{81DB4112-4F53-472C-B6AD-1FA12895C0B8}"/>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043948861" name="Straight Connector 1283471484">
            <a:extLst xmlns:a="http://schemas.openxmlformats.org/drawingml/2006/main">
              <a:ext uri="{FF2B5EF4-FFF2-40B4-BE49-F238E27FC236}">
                <a16:creationId xmlns:a16="http://schemas.microsoft.com/office/drawing/2014/main" id="{881A9DC6-3CD3-4504-A19B-6FBE61F8E9A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2728113" name="Straight Connector 366393265">
            <a:extLst xmlns:a="http://schemas.openxmlformats.org/drawingml/2006/main">
              <a:ext uri="{FF2B5EF4-FFF2-40B4-BE49-F238E27FC236}">
                <a16:creationId xmlns:a16="http://schemas.microsoft.com/office/drawing/2014/main" id="{E07A91CD-A9CC-40AF-82EE-FB832C3E9158}"/>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7522" name="Straight Connector 682316421">
            <a:extLst xmlns:a="http://schemas.openxmlformats.org/drawingml/2006/main">
              <a:ext uri="{FF2B5EF4-FFF2-40B4-BE49-F238E27FC236}">
                <a16:creationId xmlns:a16="http://schemas.microsoft.com/office/drawing/2014/main" id="{908D6196-83E0-45BE-ABBA-9FDF4E6AA6DE}"/>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113562" name="Straight Connector 1432998768">
            <a:extLst xmlns:a="http://schemas.openxmlformats.org/drawingml/2006/main">
              <a:ext uri="{FF2B5EF4-FFF2-40B4-BE49-F238E27FC236}">
                <a16:creationId xmlns:a16="http://schemas.microsoft.com/office/drawing/2014/main" id="{181AA292-6340-4950-97D7-D1F0CC225E45}"/>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4590781" name="Rectangle 2040235337">
            <a:extLst xmlns:a="http://schemas.openxmlformats.org/drawingml/2006/main">
              <a:ext uri="{FF2B5EF4-FFF2-40B4-BE49-F238E27FC236}">
                <a16:creationId xmlns:a16="http://schemas.microsoft.com/office/drawing/2014/main" id="{35F3291A-4A4B-42FF-BB6A-7AAC493CCF54}"/>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940478663" name="Rectangle 1823092831">
            <a:extLst xmlns:a="http://schemas.openxmlformats.org/drawingml/2006/main">
              <a:ext uri="{FF2B5EF4-FFF2-40B4-BE49-F238E27FC236}">
                <a16:creationId xmlns:a16="http://schemas.microsoft.com/office/drawing/2014/main" id="{B3795FDF-84E7-4CF1-8C4C-7B05885373D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34</a:t>
            </a:r>
          </a:p>
        </p:txBody>
      </p:sp>
    </p:spTree>
    <p:extLst>
      <p:ext uri="{BB962C8B-B14F-4D97-AF65-F5344CB8AC3E}">
        <p14:creationId xmlns:p14="http://schemas.microsoft.com/office/powerpoint/2010/main" val="55262165"/>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752573" name="Rectangle 2031595678">
            <a:extLst xmlns:a="http://schemas.openxmlformats.org/drawingml/2006/main">
              <a:ext uri="{FF2B5EF4-FFF2-40B4-BE49-F238E27FC236}">
                <a16:creationId xmlns:a16="http://schemas.microsoft.com/office/drawing/2014/main" id="{9361D825-4F75-4DA9-8100-325E8B4A5B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54802488" name="Rectangle 1958034541">
            <a:extLst xmlns:a="http://schemas.openxmlformats.org/drawingml/2006/main">
              <a:ext uri="{FF2B5EF4-FFF2-40B4-BE49-F238E27FC236}">
                <a16:creationId xmlns:a16="http://schemas.microsoft.com/office/drawing/2014/main" id="{FFC178DF-2152-4018-80B1-62EBE67E3B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8404115" name="Rectangle: Rounded Corners 856291304">
            <a:extLst xmlns:a="http://schemas.openxmlformats.org/drawingml/2006/main">
              <a:ext uri="{FF2B5EF4-FFF2-40B4-BE49-F238E27FC236}">
                <a16:creationId xmlns:a16="http://schemas.microsoft.com/office/drawing/2014/main" id="{08DC4CDA-4CAC-432F-BB4F-761A79AB3F5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770731" name="Oval 915562435">
            <a:extLst xmlns:a="http://schemas.openxmlformats.org/drawingml/2006/main">
              <a:ext uri="{FF2B5EF4-FFF2-40B4-BE49-F238E27FC236}">
                <a16:creationId xmlns:a16="http://schemas.microsoft.com/office/drawing/2014/main" id="{7438FF4D-1097-4BD5-8CAF-6F5C50DEEC7B}"/>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442290056" name="Oval 2063706273">
            <a:extLst xmlns:a="http://schemas.openxmlformats.org/drawingml/2006/main">
              <a:ext uri="{FF2B5EF4-FFF2-40B4-BE49-F238E27FC236}">
                <a16:creationId xmlns:a16="http://schemas.microsoft.com/office/drawing/2014/main" id="{7AA71D58-A76B-4D75-BF63-5FF501A715F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08691467" name="Oval 1843251255">
            <a:extLst xmlns:a="http://schemas.openxmlformats.org/drawingml/2006/main">
              <a:ext uri="{FF2B5EF4-FFF2-40B4-BE49-F238E27FC236}">
                <a16:creationId xmlns:a16="http://schemas.microsoft.com/office/drawing/2014/main" id="{4D867476-F2CC-4342-9366-28BFCB755E81}"/>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62602274" name="Arrow: Right 1047507270">
            <a:extLst xmlns:a="http://schemas.openxmlformats.org/drawingml/2006/main">
              <a:ext uri="{FF2B5EF4-FFF2-40B4-BE49-F238E27FC236}">
                <a16:creationId xmlns:a16="http://schemas.microsoft.com/office/drawing/2014/main" id="{807C62E1-46D9-4773-8395-08AE4C8965C0}"/>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420576155" name="Arrow: Right 416431706">
            <a:extLst xmlns:a="http://schemas.openxmlformats.org/drawingml/2006/main">
              <a:ext uri="{FF2B5EF4-FFF2-40B4-BE49-F238E27FC236}">
                <a16:creationId xmlns:a16="http://schemas.microsoft.com/office/drawing/2014/main" id="{97175F9D-EEC8-4B5A-9F1C-BE0B2BB4CCB6}"/>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7964350" name="Rectangle: Rounded Corners 685887359">
            <a:extLst xmlns:a="http://schemas.openxmlformats.org/drawingml/2006/main">
              <a:ext uri="{FF2B5EF4-FFF2-40B4-BE49-F238E27FC236}">
                <a16:creationId xmlns:a16="http://schemas.microsoft.com/office/drawing/2014/main" id="{5ADD0175-310C-402A-B297-91C085E3A321}"/>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952119321" name="Rectangle 1087270730">
            <a:extLst xmlns:a="http://schemas.openxmlformats.org/drawingml/2006/main">
              <a:ext uri="{FF2B5EF4-FFF2-40B4-BE49-F238E27FC236}">
                <a16:creationId xmlns:a16="http://schemas.microsoft.com/office/drawing/2014/main" id="{BB3C5DEC-0536-4A28-B7AC-8C92666EB5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35</a:t>
            </a:r>
          </a:p>
        </p:txBody>
      </p:sp>
    </p:spTree>
    <p:extLst>
      <p:ext uri="{BB962C8B-B14F-4D97-AF65-F5344CB8AC3E}">
        <p14:creationId xmlns:p14="http://schemas.microsoft.com/office/powerpoint/2010/main" val="20622707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61757515" name="Rectangle 274056230">
            <a:extLst xmlns:a="http://schemas.openxmlformats.org/drawingml/2006/main">
              <a:ext uri="{FF2B5EF4-FFF2-40B4-BE49-F238E27FC236}">
                <a16:creationId xmlns:a16="http://schemas.microsoft.com/office/drawing/2014/main" id="{F87C0A69-3055-47D4-A8DC-E7A0AAF26F7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730301077" name="Rectangle 2069842662">
            <a:extLst xmlns:a="http://schemas.openxmlformats.org/drawingml/2006/main">
              <a:ext uri="{FF2B5EF4-FFF2-40B4-BE49-F238E27FC236}">
                <a16:creationId xmlns:a16="http://schemas.microsoft.com/office/drawing/2014/main" id="{26764DEB-DCEC-49D5-BC59-5A81EEF6693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577328597" name="Rectangle: Rounded Corners 1012080298">
            <a:extLst xmlns:a="http://schemas.openxmlformats.org/drawingml/2006/main">
              <a:ext uri="{FF2B5EF4-FFF2-40B4-BE49-F238E27FC236}">
                <a16:creationId xmlns:a16="http://schemas.microsoft.com/office/drawing/2014/main" id="{4928CB89-F1F0-4C4D-AD58-35EEA754723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115297" name="Rectangle: Rounded Corners 268010825">
            <a:extLst xmlns:a="http://schemas.openxmlformats.org/drawingml/2006/main">
              <a:ext uri="{FF2B5EF4-FFF2-40B4-BE49-F238E27FC236}">
                <a16:creationId xmlns:a16="http://schemas.microsoft.com/office/drawing/2014/main" id="{2438139C-0849-49DD-8202-DB5BFF397232}"/>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78924241" name="Rectangle 859411994">
            <a:extLst xmlns:a="http://schemas.openxmlformats.org/drawingml/2006/main">
              <a:ext uri="{FF2B5EF4-FFF2-40B4-BE49-F238E27FC236}">
                <a16:creationId xmlns:a16="http://schemas.microsoft.com/office/drawing/2014/main" id="{EC8F6A45-5BE4-406E-9D25-B2EF7E90FA7A}"/>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397893994" name="Rectangle: Rounded Corners 462313761">
            <a:extLst xmlns:a="http://schemas.openxmlformats.org/drawingml/2006/main">
              <a:ext uri="{FF2B5EF4-FFF2-40B4-BE49-F238E27FC236}">
                <a16:creationId xmlns:a16="http://schemas.microsoft.com/office/drawing/2014/main" id="{53C8DF27-6CD4-484F-8FAC-E9C608855903}"/>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83906785" name="Rectangle 256178726">
            <a:extLst xmlns:a="http://schemas.openxmlformats.org/drawingml/2006/main">
              <a:ext uri="{FF2B5EF4-FFF2-40B4-BE49-F238E27FC236}">
                <a16:creationId xmlns:a16="http://schemas.microsoft.com/office/drawing/2014/main" id="{16AA1697-DD19-438F-9B6C-9EB6245378E4}"/>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26636671" name="Rectangle: Rounded Corners 570514558">
            <a:extLst xmlns:a="http://schemas.openxmlformats.org/drawingml/2006/main">
              <a:ext uri="{FF2B5EF4-FFF2-40B4-BE49-F238E27FC236}">
                <a16:creationId xmlns:a16="http://schemas.microsoft.com/office/drawing/2014/main" id="{4298DDA3-E7F1-4A9D-B55D-F02176C20F4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8693389" name="Rectangle: Rounded Corners 1825339525">
            <a:extLst xmlns:a="http://schemas.openxmlformats.org/drawingml/2006/main">
              <a:ext uri="{FF2B5EF4-FFF2-40B4-BE49-F238E27FC236}">
                <a16:creationId xmlns:a16="http://schemas.microsoft.com/office/drawing/2014/main" id="{9414F4FE-D2D9-4CC3-97EF-345251BF5FFC}"/>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833648" name="Rectangle: Rounded Corners 1330424870">
            <a:extLst xmlns:a="http://schemas.openxmlformats.org/drawingml/2006/main">
              <a:ext uri="{FF2B5EF4-FFF2-40B4-BE49-F238E27FC236}">
                <a16:creationId xmlns:a16="http://schemas.microsoft.com/office/drawing/2014/main" id="{76B6B758-189E-4FDE-89BA-9E2A5F9BE32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899225" name="Rectangle: Rounded Corners 1894137061">
            <a:extLst xmlns:a="http://schemas.openxmlformats.org/drawingml/2006/main">
              <a:ext uri="{FF2B5EF4-FFF2-40B4-BE49-F238E27FC236}">
                <a16:creationId xmlns:a16="http://schemas.microsoft.com/office/drawing/2014/main" id="{717EFF68-DC4D-4218-8226-96F15FECA930}"/>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138107" name="Rectangle: Rounded Corners 402898928">
            <a:extLst xmlns:a="http://schemas.openxmlformats.org/drawingml/2006/main">
              <a:ext uri="{FF2B5EF4-FFF2-40B4-BE49-F238E27FC236}">
                <a16:creationId xmlns:a16="http://schemas.microsoft.com/office/drawing/2014/main" id="{D9FDC313-EFD2-48E3-9453-9FEB00B663A5}"/>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051324" name="Rectangle 1777770755">
            <a:extLst xmlns:a="http://schemas.openxmlformats.org/drawingml/2006/main">
              <a:ext uri="{FF2B5EF4-FFF2-40B4-BE49-F238E27FC236}">
                <a16:creationId xmlns:a16="http://schemas.microsoft.com/office/drawing/2014/main" id="{B043FD1C-662C-4490-8C46-D2A1814C2AA7}"/>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129020133" name="Rectangle 664374673">
            <a:extLst xmlns:a="http://schemas.openxmlformats.org/drawingml/2006/main">
              <a:ext uri="{FF2B5EF4-FFF2-40B4-BE49-F238E27FC236}">
                <a16:creationId xmlns:a16="http://schemas.microsoft.com/office/drawing/2014/main" id="{C7801477-55C4-4D92-A59F-D240F59E84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36</a:t>
            </a:r>
          </a:p>
        </p:txBody>
      </p:sp>
      <p:sp>
        <p:nvSpPr>
          <p:cNvPr id="1895856122" name="qk-score-formula">
            <a:extLst xmlns:a="http://schemas.openxmlformats.org/drawingml/2006/main">
              <a:ext uri="{FF2B5EF4-FFF2-40B4-BE49-F238E27FC236}">
                <a16:creationId xmlns:a16="http://schemas.microsoft.com/office/drawing/2014/main" id="{53150520-54DE-41B4-BE48-30D138587188}"/>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61455790" name="dot-product-explanation">
            <a:extLst xmlns:a="http://schemas.openxmlformats.org/drawingml/2006/main">
              <a:ext uri="{FF2B5EF4-FFF2-40B4-BE49-F238E27FC236}">
                <a16:creationId xmlns:a16="http://schemas.microsoft.com/office/drawing/2014/main" id="{FC03BCB7-C362-4ECA-952A-6BB871142CFA}"/>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568541616"/>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5732214" name="Rectangle 1701338696">
            <a:extLst xmlns:a="http://schemas.openxmlformats.org/drawingml/2006/main">
              <a:ext uri="{FF2B5EF4-FFF2-40B4-BE49-F238E27FC236}">
                <a16:creationId xmlns:a16="http://schemas.microsoft.com/office/drawing/2014/main" id="{F8B78E85-0BA1-4609-9D7B-519B7900FC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373389130" name="Rectangle 1786653114">
            <a:extLst xmlns:a="http://schemas.openxmlformats.org/drawingml/2006/main">
              <a:ext uri="{FF2B5EF4-FFF2-40B4-BE49-F238E27FC236}">
                <a16:creationId xmlns:a16="http://schemas.microsoft.com/office/drawing/2014/main" id="{9457E202-6B2E-4B00-97BC-C6E6CB180F3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61631577" name="Rectangle: Rounded Corners 464705818">
            <a:extLst xmlns:a="http://schemas.openxmlformats.org/drawingml/2006/main">
              <a:ext uri="{FF2B5EF4-FFF2-40B4-BE49-F238E27FC236}">
                <a16:creationId xmlns:a16="http://schemas.microsoft.com/office/drawing/2014/main" id="{63B7F095-AC7F-456C-A70E-05EEDE08B3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525948" name="Rectangle: Rounded Corners 1141548239">
            <a:extLst xmlns:a="http://schemas.openxmlformats.org/drawingml/2006/main">
              <a:ext uri="{FF2B5EF4-FFF2-40B4-BE49-F238E27FC236}">
                <a16:creationId xmlns:a16="http://schemas.microsoft.com/office/drawing/2014/main" id="{19AB8404-2F9A-4AEA-AC5D-A25C2C3513B8}"/>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2105559" name="Rectangle: Rounded Corners 498832919">
            <a:extLst xmlns:a="http://schemas.openxmlformats.org/drawingml/2006/main">
              <a:ext uri="{FF2B5EF4-FFF2-40B4-BE49-F238E27FC236}">
                <a16:creationId xmlns:a16="http://schemas.microsoft.com/office/drawing/2014/main" id="{01801A24-6171-4BA8-88EF-FFB2B27A57C0}"/>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21684" name="Rectangle: Rounded Corners 1769908897">
            <a:extLst xmlns:a="http://schemas.openxmlformats.org/drawingml/2006/main">
              <a:ext uri="{FF2B5EF4-FFF2-40B4-BE49-F238E27FC236}">
                <a16:creationId xmlns:a16="http://schemas.microsoft.com/office/drawing/2014/main" id="{90363202-0E75-469C-BEED-A34A737CE025}"/>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616841" name="Rectangle: Rounded Corners 1914348486">
            <a:extLst xmlns:a="http://schemas.openxmlformats.org/drawingml/2006/main">
              <a:ext uri="{FF2B5EF4-FFF2-40B4-BE49-F238E27FC236}">
                <a16:creationId xmlns:a16="http://schemas.microsoft.com/office/drawing/2014/main" id="{2A2BD4FA-E3D3-4139-BF6C-1F9258390800}"/>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664956" name="Rectangle: Rounded Corners 1678518739">
            <a:extLst xmlns:a="http://schemas.openxmlformats.org/drawingml/2006/main">
              <a:ext uri="{FF2B5EF4-FFF2-40B4-BE49-F238E27FC236}">
                <a16:creationId xmlns:a16="http://schemas.microsoft.com/office/drawing/2014/main" id="{C7575EAD-2193-4859-A62E-0FAB10FDF968}"/>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2603" name="Arrow: Right 2119966246">
            <a:extLst xmlns:a="http://schemas.openxmlformats.org/drawingml/2006/main">
              <a:ext uri="{FF2B5EF4-FFF2-40B4-BE49-F238E27FC236}">
                <a16:creationId xmlns:a16="http://schemas.microsoft.com/office/drawing/2014/main" id="{FEE0D8E4-F041-4680-9AFC-2C10D5C19AA3}"/>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40036386" name="Rectangle: Rounded Corners 211572738">
            <a:extLst xmlns:a="http://schemas.openxmlformats.org/drawingml/2006/main">
              <a:ext uri="{FF2B5EF4-FFF2-40B4-BE49-F238E27FC236}">
                <a16:creationId xmlns:a16="http://schemas.microsoft.com/office/drawing/2014/main" id="{A720E1C8-5906-40F7-BE51-9B1174F87CEF}"/>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93021" name="Rectangle: Rounded Corners 1030269239">
            <a:extLst xmlns:a="http://schemas.openxmlformats.org/drawingml/2006/main">
              <a:ext uri="{FF2B5EF4-FFF2-40B4-BE49-F238E27FC236}">
                <a16:creationId xmlns:a16="http://schemas.microsoft.com/office/drawing/2014/main" id="{3198CF11-642C-478D-97D1-6911486E8DD9}"/>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4217035" name="Rectangle: Rounded Corners 642494706">
            <a:extLst xmlns:a="http://schemas.openxmlformats.org/drawingml/2006/main">
              <a:ext uri="{FF2B5EF4-FFF2-40B4-BE49-F238E27FC236}">
                <a16:creationId xmlns:a16="http://schemas.microsoft.com/office/drawing/2014/main" id="{D8AFBE04-7077-48E8-910C-43D21BCA267A}"/>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126272" name="Rectangle: Rounded Corners 1203968868">
            <a:extLst xmlns:a="http://schemas.openxmlformats.org/drawingml/2006/main">
              <a:ext uri="{FF2B5EF4-FFF2-40B4-BE49-F238E27FC236}">
                <a16:creationId xmlns:a16="http://schemas.microsoft.com/office/drawing/2014/main" id="{7D9C8B4F-A806-41AF-8F2C-8D9C9B3F158E}"/>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1759516" name="Rectangle: Rounded Corners 666818066">
            <a:extLst xmlns:a="http://schemas.openxmlformats.org/drawingml/2006/main">
              <a:ext uri="{FF2B5EF4-FFF2-40B4-BE49-F238E27FC236}">
                <a16:creationId xmlns:a16="http://schemas.microsoft.com/office/drawing/2014/main" id="{F804A2AE-D207-471E-A9EA-DEB96635EEAF}"/>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807990" name="Rectangle 1940968764">
            <a:extLst xmlns:a="http://schemas.openxmlformats.org/drawingml/2006/main">
              <a:ext uri="{FF2B5EF4-FFF2-40B4-BE49-F238E27FC236}">
                <a16:creationId xmlns:a16="http://schemas.microsoft.com/office/drawing/2014/main" id="{14852E7F-7DD4-4F37-88B8-BA1ED718985A}"/>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797538137" name="Rectangle 1848061419">
            <a:extLst xmlns:a="http://schemas.openxmlformats.org/drawingml/2006/main">
              <a:ext uri="{FF2B5EF4-FFF2-40B4-BE49-F238E27FC236}">
                <a16:creationId xmlns:a16="http://schemas.microsoft.com/office/drawing/2014/main" id="{8A56C81A-ADB9-478B-ADAE-1F20BF43AF50}"/>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449507037" name="Rectangle 2016234214">
            <a:extLst xmlns:a="http://schemas.openxmlformats.org/drawingml/2006/main">
              <a:ext uri="{FF2B5EF4-FFF2-40B4-BE49-F238E27FC236}">
                <a16:creationId xmlns:a16="http://schemas.microsoft.com/office/drawing/2014/main" id="{B8AF4F4B-E582-4387-BC04-23B16142A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37</a:t>
            </a:r>
          </a:p>
        </p:txBody>
      </p:sp>
      <p:sp>
        <p:nvSpPr>
          <p:cNvPr id="1056134499" name="scaled-dot-product-attention-formula">
            <a:extLst xmlns:a="http://schemas.openxmlformats.org/drawingml/2006/main">
              <a:ext uri="{FF2B5EF4-FFF2-40B4-BE49-F238E27FC236}">
                <a16:creationId xmlns:a16="http://schemas.microsoft.com/office/drawing/2014/main" id="{29DE6049-8DAB-4676-B277-818C859F692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049141740" name="scaling-explanation">
            <a:extLst xmlns:a="http://schemas.openxmlformats.org/drawingml/2006/main">
              <a:ext uri="{FF2B5EF4-FFF2-40B4-BE49-F238E27FC236}">
                <a16:creationId xmlns:a16="http://schemas.microsoft.com/office/drawing/2014/main" id="{684BC44F-FFD1-448F-8DD2-BDD1C85C955D}"/>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684276094"/>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8293586" name="Rectangle 667720717">
            <a:extLst xmlns:a="http://schemas.openxmlformats.org/drawingml/2006/main">
              <a:ext uri="{FF2B5EF4-FFF2-40B4-BE49-F238E27FC236}">
                <a16:creationId xmlns:a16="http://schemas.microsoft.com/office/drawing/2014/main" id="{34E78CBA-FAE9-42B8-9D9F-E9E77483F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31900173" name="Rectangle 1521779778">
            <a:extLst xmlns:a="http://schemas.openxmlformats.org/drawingml/2006/main">
              <a:ext uri="{FF2B5EF4-FFF2-40B4-BE49-F238E27FC236}">
                <a16:creationId xmlns:a16="http://schemas.microsoft.com/office/drawing/2014/main" id="{C726384C-A1B8-43E9-A7A4-9C82FA64F68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310569184" name="Rectangle: Rounded Corners 832807897">
            <a:extLst xmlns:a="http://schemas.openxmlformats.org/drawingml/2006/main">
              <a:ext uri="{FF2B5EF4-FFF2-40B4-BE49-F238E27FC236}">
                <a16:creationId xmlns:a16="http://schemas.microsoft.com/office/drawing/2014/main" id="{EF186C77-1E08-4243-89AA-CC8EE86C19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716278" name="Rectangle: Rounded Corners 1099418884">
            <a:extLst xmlns:a="http://schemas.openxmlformats.org/drawingml/2006/main">
              <a:ext uri="{FF2B5EF4-FFF2-40B4-BE49-F238E27FC236}">
                <a16:creationId xmlns:a16="http://schemas.microsoft.com/office/drawing/2014/main" id="{81403F6C-045A-4078-A2D7-9BF4ED57E126}"/>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813110931" name="Rectangle 605842497">
            <a:extLst xmlns:a="http://schemas.openxmlformats.org/drawingml/2006/main">
              <a:ext uri="{FF2B5EF4-FFF2-40B4-BE49-F238E27FC236}">
                <a16:creationId xmlns:a16="http://schemas.microsoft.com/office/drawing/2014/main" id="{913E6553-B7D3-4047-A53D-57027A553B3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39408981" name="Rectangle: Rounded Corners 1810780251">
            <a:extLst xmlns:a="http://schemas.openxmlformats.org/drawingml/2006/main">
              <a:ext uri="{FF2B5EF4-FFF2-40B4-BE49-F238E27FC236}">
                <a16:creationId xmlns:a16="http://schemas.microsoft.com/office/drawing/2014/main" id="{5D15BB15-21D9-4972-9CE4-0E7248CF09FB}"/>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899045761" name="Rectangle 1903860279">
            <a:extLst xmlns:a="http://schemas.openxmlformats.org/drawingml/2006/main">
              <a:ext uri="{FF2B5EF4-FFF2-40B4-BE49-F238E27FC236}">
                <a16:creationId xmlns:a16="http://schemas.microsoft.com/office/drawing/2014/main" id="{FE875158-3FFB-45F9-BB31-0B376C761C9C}"/>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239890938" name="Rectangle: Rounded Corners 453837605">
            <a:extLst xmlns:a="http://schemas.openxmlformats.org/drawingml/2006/main">
              <a:ext uri="{FF2B5EF4-FFF2-40B4-BE49-F238E27FC236}">
                <a16:creationId xmlns:a16="http://schemas.microsoft.com/office/drawing/2014/main" id="{57965105-B53E-4C71-BB1C-9D8B26FE9522}"/>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190720" name="Rectangle 1961512127">
            <a:extLst xmlns:a="http://schemas.openxmlformats.org/drawingml/2006/main">
              <a:ext uri="{FF2B5EF4-FFF2-40B4-BE49-F238E27FC236}">
                <a16:creationId xmlns:a16="http://schemas.microsoft.com/office/drawing/2014/main" id="{A4116B52-4B9F-4519-A48E-AAA24CEF24AD}"/>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38944545" name="Rectangle: Rounded Corners 866508350">
            <a:extLst xmlns:a="http://schemas.openxmlformats.org/drawingml/2006/main">
              <a:ext uri="{FF2B5EF4-FFF2-40B4-BE49-F238E27FC236}">
                <a16:creationId xmlns:a16="http://schemas.microsoft.com/office/drawing/2014/main" id="{80C40AB4-2999-4FC9-A4C0-E0AD89DC1F11}"/>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331227492" name="Rectangle 1031075147">
            <a:extLst xmlns:a="http://schemas.openxmlformats.org/drawingml/2006/main">
              <a:ext uri="{FF2B5EF4-FFF2-40B4-BE49-F238E27FC236}">
                <a16:creationId xmlns:a16="http://schemas.microsoft.com/office/drawing/2014/main" id="{6F070924-E01D-48DA-A147-180BB79AD77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47463929" name="Arrow: Right 691035972">
            <a:extLst xmlns:a="http://schemas.openxmlformats.org/drawingml/2006/main">
              <a:ext uri="{FF2B5EF4-FFF2-40B4-BE49-F238E27FC236}">
                <a16:creationId xmlns:a16="http://schemas.microsoft.com/office/drawing/2014/main" id="{9DA55B38-5A2A-4F7B-B3DA-9E2D4709BA67}"/>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12044416" name="Rectangle: Rounded Corners 997542731">
            <a:extLst xmlns:a="http://schemas.openxmlformats.org/drawingml/2006/main">
              <a:ext uri="{FF2B5EF4-FFF2-40B4-BE49-F238E27FC236}">
                <a16:creationId xmlns:a16="http://schemas.microsoft.com/office/drawing/2014/main" id="{1E91F815-FBE1-43B0-BC70-AEF112C9FAC9}"/>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29767219" name="Rectangle 1562003282">
            <a:extLst xmlns:a="http://schemas.openxmlformats.org/drawingml/2006/main">
              <a:ext uri="{FF2B5EF4-FFF2-40B4-BE49-F238E27FC236}">
                <a16:creationId xmlns:a16="http://schemas.microsoft.com/office/drawing/2014/main" id="{95151373-725B-417B-BC50-A3341346B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38</a:t>
            </a:r>
          </a:p>
        </p:txBody>
      </p:sp>
    </p:spTree>
    <p:extLst>
      <p:ext uri="{BB962C8B-B14F-4D97-AF65-F5344CB8AC3E}">
        <p14:creationId xmlns:p14="http://schemas.microsoft.com/office/powerpoint/2010/main" val="30805521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806308" name="Rectangle 836461681">
            <a:extLst xmlns:a="http://schemas.openxmlformats.org/drawingml/2006/main">
              <a:ext uri="{FF2B5EF4-FFF2-40B4-BE49-F238E27FC236}">
                <a16:creationId xmlns:a16="http://schemas.microsoft.com/office/drawing/2014/main" id="{658F0A99-ED00-4745-858D-E03DCD7254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984340537" name="Rectangle 1767099124">
            <a:extLst xmlns:a="http://schemas.openxmlformats.org/drawingml/2006/main">
              <a:ext uri="{FF2B5EF4-FFF2-40B4-BE49-F238E27FC236}">
                <a16:creationId xmlns:a16="http://schemas.microsoft.com/office/drawing/2014/main" id="{8432FC66-08B7-4EC4-B368-B71CA951CD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63975229" name="Rectangle: Rounded Corners 658275056">
            <a:extLst xmlns:a="http://schemas.openxmlformats.org/drawingml/2006/main">
              <a:ext uri="{FF2B5EF4-FFF2-40B4-BE49-F238E27FC236}">
                <a16:creationId xmlns:a16="http://schemas.microsoft.com/office/drawing/2014/main" id="{54861649-F393-448A-82C7-36BBC8C94DE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9321341" name="Oval 1632534857">
            <a:extLst xmlns:a="http://schemas.openxmlformats.org/drawingml/2006/main">
              <a:ext uri="{FF2B5EF4-FFF2-40B4-BE49-F238E27FC236}">
                <a16:creationId xmlns:a16="http://schemas.microsoft.com/office/drawing/2014/main" id="{FC055CF7-08C2-4D0D-8056-8DEB6D27F21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552866107" name="Oval 1413970628">
            <a:extLst xmlns:a="http://schemas.openxmlformats.org/drawingml/2006/main">
              <a:ext uri="{FF2B5EF4-FFF2-40B4-BE49-F238E27FC236}">
                <a16:creationId xmlns:a16="http://schemas.microsoft.com/office/drawing/2014/main" id="{E20EE792-813B-4F35-8127-27F170E3867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12100688" name="Oval 1148745044">
            <a:extLst xmlns:a="http://schemas.openxmlformats.org/drawingml/2006/main">
              <a:ext uri="{FF2B5EF4-FFF2-40B4-BE49-F238E27FC236}">
                <a16:creationId xmlns:a16="http://schemas.microsoft.com/office/drawing/2014/main" id="{37E1CCA4-5C57-4576-8E6F-8935ED71906B}"/>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87736887" name="Oval 1579502936">
            <a:extLst xmlns:a="http://schemas.openxmlformats.org/drawingml/2006/main">
              <a:ext uri="{FF2B5EF4-FFF2-40B4-BE49-F238E27FC236}">
                <a16:creationId xmlns:a16="http://schemas.microsoft.com/office/drawing/2014/main" id="{15917166-3522-4858-AAF8-9985B0739E5C}"/>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543215749" name="Oval 638914901">
            <a:extLst xmlns:a="http://schemas.openxmlformats.org/drawingml/2006/main">
              <a:ext uri="{FF2B5EF4-FFF2-40B4-BE49-F238E27FC236}">
                <a16:creationId xmlns:a16="http://schemas.microsoft.com/office/drawing/2014/main" id="{A21BED33-8E69-4CE0-A457-4CB021D981D5}"/>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37638484" name="Oval 1524084679">
            <a:extLst xmlns:a="http://schemas.openxmlformats.org/drawingml/2006/main">
              <a:ext uri="{FF2B5EF4-FFF2-40B4-BE49-F238E27FC236}">
                <a16:creationId xmlns:a16="http://schemas.microsoft.com/office/drawing/2014/main" id="{F1D30773-20D2-4D62-9505-C237F5E396F7}"/>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09627291" name="Oval 1617060268">
            <a:extLst xmlns:a="http://schemas.openxmlformats.org/drawingml/2006/main">
              <a:ext uri="{FF2B5EF4-FFF2-40B4-BE49-F238E27FC236}">
                <a16:creationId xmlns:a16="http://schemas.microsoft.com/office/drawing/2014/main" id="{B97C509E-ACFD-46F9-BBAD-E1281DB204FC}"/>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26436890" name="Oval 1577893088">
            <a:extLst xmlns:a="http://schemas.openxmlformats.org/drawingml/2006/main">
              <a:ext uri="{FF2B5EF4-FFF2-40B4-BE49-F238E27FC236}">
                <a16:creationId xmlns:a16="http://schemas.microsoft.com/office/drawing/2014/main" id="{A9864CCA-7468-4A5B-92B4-3E90EF6280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652142340" name="Oval 1071333543">
            <a:extLst xmlns:a="http://schemas.openxmlformats.org/drawingml/2006/main">
              <a:ext uri="{FF2B5EF4-FFF2-40B4-BE49-F238E27FC236}">
                <a16:creationId xmlns:a16="http://schemas.microsoft.com/office/drawing/2014/main" id="{D1318741-6F36-4D4C-A64D-130C3009C031}"/>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233793741" name="Oval 399974577">
            <a:extLst xmlns:a="http://schemas.openxmlformats.org/drawingml/2006/main">
              <a:ext uri="{FF2B5EF4-FFF2-40B4-BE49-F238E27FC236}">
                <a16:creationId xmlns:a16="http://schemas.microsoft.com/office/drawing/2014/main" id="{93DB0020-48B9-4380-A0A1-257E5623E901}"/>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695804461" name="Oval 1223483228">
            <a:extLst xmlns:a="http://schemas.openxmlformats.org/drawingml/2006/main">
              <a:ext uri="{FF2B5EF4-FFF2-40B4-BE49-F238E27FC236}">
                <a16:creationId xmlns:a16="http://schemas.microsoft.com/office/drawing/2014/main" id="{6158124C-5E22-4D8A-9B8C-DC03BB636A2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121484097" name="Oval 494721319">
            <a:extLst xmlns:a="http://schemas.openxmlformats.org/drawingml/2006/main">
              <a:ext uri="{FF2B5EF4-FFF2-40B4-BE49-F238E27FC236}">
                <a16:creationId xmlns:a16="http://schemas.microsoft.com/office/drawing/2014/main" id="{46C816F3-0AA8-4334-8884-34505BED4B99}"/>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56288566" name="Straight Connector 484203624">
            <a:extLst xmlns:a="http://schemas.openxmlformats.org/drawingml/2006/main">
              <a:ext uri="{FF2B5EF4-FFF2-40B4-BE49-F238E27FC236}">
                <a16:creationId xmlns:a16="http://schemas.microsoft.com/office/drawing/2014/main" id="{3C54E85C-77B6-4CFF-9C63-5AE0890D548E}"/>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443721" name="Straight Connector 390803704">
            <a:extLst xmlns:a="http://schemas.openxmlformats.org/drawingml/2006/main">
              <a:ext uri="{FF2B5EF4-FFF2-40B4-BE49-F238E27FC236}">
                <a16:creationId xmlns:a16="http://schemas.microsoft.com/office/drawing/2014/main" id="{B42EABC1-D62D-4F69-885C-414178D8B1C8}"/>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936049" name="Straight Connector 1483356268">
            <a:extLst xmlns:a="http://schemas.openxmlformats.org/drawingml/2006/main">
              <a:ext uri="{FF2B5EF4-FFF2-40B4-BE49-F238E27FC236}">
                <a16:creationId xmlns:a16="http://schemas.microsoft.com/office/drawing/2014/main" id="{C509C862-4D26-41FD-8B21-41C0142791A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216968" name="Straight Connector 491113418">
            <a:extLst xmlns:a="http://schemas.openxmlformats.org/drawingml/2006/main">
              <a:ext uri="{FF2B5EF4-FFF2-40B4-BE49-F238E27FC236}">
                <a16:creationId xmlns:a16="http://schemas.microsoft.com/office/drawing/2014/main" id="{8710E011-6F98-416D-981D-5851E9E00AC9}"/>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416986" name="Straight Connector 1895177637">
            <a:extLst xmlns:a="http://schemas.openxmlformats.org/drawingml/2006/main">
              <a:ext uri="{FF2B5EF4-FFF2-40B4-BE49-F238E27FC236}">
                <a16:creationId xmlns:a16="http://schemas.microsoft.com/office/drawing/2014/main" id="{35C2D33B-CC38-45DF-9E92-A0D951C0C9D2}"/>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841910" name="Straight Connector 1498279708">
            <a:extLst xmlns:a="http://schemas.openxmlformats.org/drawingml/2006/main">
              <a:ext uri="{FF2B5EF4-FFF2-40B4-BE49-F238E27FC236}">
                <a16:creationId xmlns:a16="http://schemas.microsoft.com/office/drawing/2014/main" id="{53B5FDFD-B5F4-4E59-9F18-08A0FCDB232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5730148" name="Straight Connector 139583842">
            <a:extLst xmlns:a="http://schemas.openxmlformats.org/drawingml/2006/main">
              <a:ext uri="{FF2B5EF4-FFF2-40B4-BE49-F238E27FC236}">
                <a16:creationId xmlns:a16="http://schemas.microsoft.com/office/drawing/2014/main" id="{9C85A492-DA01-4032-90EA-45B9213C409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173402" name="Straight Connector 810730709">
            <a:extLst xmlns:a="http://schemas.openxmlformats.org/drawingml/2006/main">
              <a:ext uri="{FF2B5EF4-FFF2-40B4-BE49-F238E27FC236}">
                <a16:creationId xmlns:a16="http://schemas.microsoft.com/office/drawing/2014/main" id="{24F4B0E0-8DD6-49BE-AC3E-51C4FE761B1D}"/>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00041" name="Straight Connector 521066155">
            <a:extLst xmlns:a="http://schemas.openxmlformats.org/drawingml/2006/main">
              <a:ext uri="{FF2B5EF4-FFF2-40B4-BE49-F238E27FC236}">
                <a16:creationId xmlns:a16="http://schemas.microsoft.com/office/drawing/2014/main" id="{7223FA64-BD4E-410E-81E4-1FF2F8E2A255}"/>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839217" name="Straight Connector 316407275">
            <a:extLst xmlns:a="http://schemas.openxmlformats.org/drawingml/2006/main">
              <a:ext uri="{FF2B5EF4-FFF2-40B4-BE49-F238E27FC236}">
                <a16:creationId xmlns:a16="http://schemas.microsoft.com/office/drawing/2014/main" id="{81C582C3-3951-4819-8FA5-5FAB84262EFA}"/>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353619" name="Straight Connector 218150276">
            <a:extLst xmlns:a="http://schemas.openxmlformats.org/drawingml/2006/main">
              <a:ext uri="{FF2B5EF4-FFF2-40B4-BE49-F238E27FC236}">
                <a16:creationId xmlns:a16="http://schemas.microsoft.com/office/drawing/2014/main" id="{3978BF1A-9584-4D61-BA1F-7084D019142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861522" name="Straight Connector 499927860">
            <a:extLst xmlns:a="http://schemas.openxmlformats.org/drawingml/2006/main">
              <a:ext uri="{FF2B5EF4-FFF2-40B4-BE49-F238E27FC236}">
                <a16:creationId xmlns:a16="http://schemas.microsoft.com/office/drawing/2014/main" id="{DE3A42F6-175B-4B0C-957B-21A63C3041E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0923400" name="Straight Connector 1350622295">
            <a:extLst xmlns:a="http://schemas.openxmlformats.org/drawingml/2006/main">
              <a:ext uri="{FF2B5EF4-FFF2-40B4-BE49-F238E27FC236}">
                <a16:creationId xmlns:a16="http://schemas.microsoft.com/office/drawing/2014/main" id="{FC978B87-415A-44BE-ADC9-E010982151F9}"/>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295493" name="Straight Connector 45691064">
            <a:extLst xmlns:a="http://schemas.openxmlformats.org/drawingml/2006/main">
              <a:ext uri="{FF2B5EF4-FFF2-40B4-BE49-F238E27FC236}">
                <a16:creationId xmlns:a16="http://schemas.microsoft.com/office/drawing/2014/main" id="{32D63DCD-9040-4B31-88B9-85B6341CB3F3}"/>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845279" name="Straight Connector 1145050028">
            <a:extLst xmlns:a="http://schemas.openxmlformats.org/drawingml/2006/main">
              <a:ext uri="{FF2B5EF4-FFF2-40B4-BE49-F238E27FC236}">
                <a16:creationId xmlns:a16="http://schemas.microsoft.com/office/drawing/2014/main" id="{7095F5FD-6A82-48D7-B436-2EBC5F13E19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8716031" name="Straight Connector 969983034">
            <a:extLst xmlns:a="http://schemas.openxmlformats.org/drawingml/2006/main">
              <a:ext uri="{FF2B5EF4-FFF2-40B4-BE49-F238E27FC236}">
                <a16:creationId xmlns:a16="http://schemas.microsoft.com/office/drawing/2014/main" id="{1B28EFF3-3F5F-4EF3-8AA5-F8536C839174}"/>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765396" name="Straight Connector 452016390">
            <a:extLst xmlns:a="http://schemas.openxmlformats.org/drawingml/2006/main">
              <a:ext uri="{FF2B5EF4-FFF2-40B4-BE49-F238E27FC236}">
                <a16:creationId xmlns:a16="http://schemas.microsoft.com/office/drawing/2014/main" id="{2E7720B0-AF06-450E-9BE3-56BAF565A62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01391" name="Straight Connector 1200418004">
            <a:extLst xmlns:a="http://schemas.openxmlformats.org/drawingml/2006/main">
              <a:ext uri="{FF2B5EF4-FFF2-40B4-BE49-F238E27FC236}">
                <a16:creationId xmlns:a16="http://schemas.microsoft.com/office/drawing/2014/main" id="{12C09F58-D2EA-4AF9-833C-0C12F067219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535559" name="Straight Connector 1516866411">
            <a:extLst xmlns:a="http://schemas.openxmlformats.org/drawingml/2006/main">
              <a:ext uri="{FF2B5EF4-FFF2-40B4-BE49-F238E27FC236}">
                <a16:creationId xmlns:a16="http://schemas.microsoft.com/office/drawing/2014/main" id="{6E7E6006-1D0B-47A1-9913-FF50EE64A3B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8324768" name="Straight Connector 251999135">
            <a:extLst xmlns:a="http://schemas.openxmlformats.org/drawingml/2006/main">
              <a:ext uri="{FF2B5EF4-FFF2-40B4-BE49-F238E27FC236}">
                <a16:creationId xmlns:a16="http://schemas.microsoft.com/office/drawing/2014/main" id="{A5B76BD7-9C48-40D5-AECC-79368CC2C213}"/>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7052490" name="Straight Connector 86571184">
            <a:extLst xmlns:a="http://schemas.openxmlformats.org/drawingml/2006/main">
              <a:ext uri="{FF2B5EF4-FFF2-40B4-BE49-F238E27FC236}">
                <a16:creationId xmlns:a16="http://schemas.microsoft.com/office/drawing/2014/main" id="{E88AC723-940A-4DCE-B1FB-1739DEE06DA4}"/>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3158720" name="Straight Connector 602661193">
            <a:extLst xmlns:a="http://schemas.openxmlformats.org/drawingml/2006/main">
              <a:ext uri="{FF2B5EF4-FFF2-40B4-BE49-F238E27FC236}">
                <a16:creationId xmlns:a16="http://schemas.microsoft.com/office/drawing/2014/main" id="{298EE3F3-B56B-48E1-A9C4-CF52AFF312A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565411" name="Straight Connector 2078817605">
            <a:extLst xmlns:a="http://schemas.openxmlformats.org/drawingml/2006/main">
              <a:ext uri="{FF2B5EF4-FFF2-40B4-BE49-F238E27FC236}">
                <a16:creationId xmlns:a16="http://schemas.microsoft.com/office/drawing/2014/main" id="{C5974C37-A5DA-417B-9F5D-50B8859D34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1421751" name="Straight Connector 37467791">
            <a:extLst xmlns:a="http://schemas.openxmlformats.org/drawingml/2006/main">
              <a:ext uri="{FF2B5EF4-FFF2-40B4-BE49-F238E27FC236}">
                <a16:creationId xmlns:a16="http://schemas.microsoft.com/office/drawing/2014/main" id="{D26465CE-030A-4135-96BA-31B7A246393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23886" name="Rectangle 118172492">
            <a:extLst xmlns:a="http://schemas.openxmlformats.org/drawingml/2006/main">
              <a:ext uri="{FF2B5EF4-FFF2-40B4-BE49-F238E27FC236}">
                <a16:creationId xmlns:a16="http://schemas.microsoft.com/office/drawing/2014/main" id="{97B4788D-726D-412C-AAEC-7B039F2F46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39</a:t>
            </a:r>
          </a:p>
        </p:txBody>
      </p:sp>
    </p:spTree>
    <p:extLst>
      <p:ext uri="{BB962C8B-B14F-4D97-AF65-F5344CB8AC3E}">
        <p14:creationId xmlns:p14="http://schemas.microsoft.com/office/powerpoint/2010/main" val="44171004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9642403" name="Rectangle 1367258729">
            <a:extLst xmlns:a="http://schemas.openxmlformats.org/drawingml/2006/main">
              <a:ext uri="{FF2B5EF4-FFF2-40B4-BE49-F238E27FC236}">
                <a16:creationId xmlns:a16="http://schemas.microsoft.com/office/drawing/2014/main" id="{2882002F-D4F8-4B6B-B774-593A038DBE2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420680809" name="Rectangle 1284678877">
            <a:extLst xmlns:a="http://schemas.openxmlformats.org/drawingml/2006/main">
              <a:ext uri="{FF2B5EF4-FFF2-40B4-BE49-F238E27FC236}">
                <a16:creationId xmlns:a16="http://schemas.microsoft.com/office/drawing/2014/main" id="{0A849857-7A4D-4854-BCA7-DD75CAA04A6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401864393" name="Rectangle: Rounded Corners 800864107">
            <a:extLst xmlns:a="http://schemas.openxmlformats.org/drawingml/2006/main">
              <a:ext uri="{FF2B5EF4-FFF2-40B4-BE49-F238E27FC236}">
                <a16:creationId xmlns:a16="http://schemas.microsoft.com/office/drawing/2014/main" id="{E9F2D81E-BF4E-42A3-8085-CC4573F3C7A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602334" name="Oval 233773315">
            <a:extLst xmlns:a="http://schemas.openxmlformats.org/drawingml/2006/main">
              <a:ext uri="{FF2B5EF4-FFF2-40B4-BE49-F238E27FC236}">
                <a16:creationId xmlns:a16="http://schemas.microsoft.com/office/drawing/2014/main" id="{9891F593-15EC-4584-9208-FF28DC100226}"/>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48958" name="Straight Connector 1564947674">
            <a:extLst xmlns:a="http://schemas.openxmlformats.org/drawingml/2006/main">
              <a:ext uri="{FF2B5EF4-FFF2-40B4-BE49-F238E27FC236}">
                <a16:creationId xmlns:a16="http://schemas.microsoft.com/office/drawing/2014/main" id="{46C93F47-5813-449A-8769-6EE4E8B8BC8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8952299" name="Straight Connector 995560161">
            <a:extLst xmlns:a="http://schemas.openxmlformats.org/drawingml/2006/main">
              <a:ext uri="{FF2B5EF4-FFF2-40B4-BE49-F238E27FC236}">
                <a16:creationId xmlns:a16="http://schemas.microsoft.com/office/drawing/2014/main" id="{4A611237-B7DA-49F5-9F53-60D27820500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6633956" name="Rectangle 1698038425">
            <a:extLst xmlns:a="http://schemas.openxmlformats.org/drawingml/2006/main">
              <a:ext uri="{FF2B5EF4-FFF2-40B4-BE49-F238E27FC236}">
                <a16:creationId xmlns:a16="http://schemas.microsoft.com/office/drawing/2014/main" id="{2AE55BC9-432D-44B7-BB69-1C49B15D7E7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315995742" name="Oval 79558485">
            <a:extLst xmlns:a="http://schemas.openxmlformats.org/drawingml/2006/main">
              <a:ext uri="{FF2B5EF4-FFF2-40B4-BE49-F238E27FC236}">
                <a16:creationId xmlns:a16="http://schemas.microsoft.com/office/drawing/2014/main" id="{70F6257A-2FF6-4FEE-A531-5D66A423AF16}"/>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412125" name="Straight Connector 1609830998">
            <a:extLst xmlns:a="http://schemas.openxmlformats.org/drawingml/2006/main">
              <a:ext uri="{FF2B5EF4-FFF2-40B4-BE49-F238E27FC236}">
                <a16:creationId xmlns:a16="http://schemas.microsoft.com/office/drawing/2014/main" id="{8ABBF633-9CAC-403A-81AE-A85D2245C10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233709" name="Straight Connector 1713490366">
            <a:extLst xmlns:a="http://schemas.openxmlformats.org/drawingml/2006/main">
              <a:ext uri="{FF2B5EF4-FFF2-40B4-BE49-F238E27FC236}">
                <a16:creationId xmlns:a16="http://schemas.microsoft.com/office/drawing/2014/main" id="{84354D19-7456-4409-AD6C-1F2AD019E50A}"/>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8403384" name="Rectangle 1540777176">
            <a:extLst xmlns:a="http://schemas.openxmlformats.org/drawingml/2006/main">
              <a:ext uri="{FF2B5EF4-FFF2-40B4-BE49-F238E27FC236}">
                <a16:creationId xmlns:a16="http://schemas.microsoft.com/office/drawing/2014/main" id="{FC126624-7A62-4693-B7A9-2804060BD9DA}"/>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145209111" name="Oval 1805008483">
            <a:extLst xmlns:a="http://schemas.openxmlformats.org/drawingml/2006/main">
              <a:ext uri="{FF2B5EF4-FFF2-40B4-BE49-F238E27FC236}">
                <a16:creationId xmlns:a16="http://schemas.microsoft.com/office/drawing/2014/main" id="{43F67073-7E92-400E-ACE0-393401D082C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560289" name="Straight Connector 1911549704">
            <a:extLst xmlns:a="http://schemas.openxmlformats.org/drawingml/2006/main">
              <a:ext uri="{FF2B5EF4-FFF2-40B4-BE49-F238E27FC236}">
                <a16:creationId xmlns:a16="http://schemas.microsoft.com/office/drawing/2014/main" id="{C5BE333C-E383-4A79-BD83-9DDA3965FA78}"/>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637154" name="Straight Connector 1791936671">
            <a:extLst xmlns:a="http://schemas.openxmlformats.org/drawingml/2006/main">
              <a:ext uri="{FF2B5EF4-FFF2-40B4-BE49-F238E27FC236}">
                <a16:creationId xmlns:a16="http://schemas.microsoft.com/office/drawing/2014/main" id="{080C1E75-C431-4292-B573-38378D048F71}"/>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6628058" name="Rectangle 109414286">
            <a:extLst xmlns:a="http://schemas.openxmlformats.org/drawingml/2006/main">
              <a:ext uri="{FF2B5EF4-FFF2-40B4-BE49-F238E27FC236}">
                <a16:creationId xmlns:a16="http://schemas.microsoft.com/office/drawing/2014/main" id="{FB63C559-FD24-45C1-B702-8F1DB13E9630}"/>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275759417" name="Oval 446622830">
            <a:extLst xmlns:a="http://schemas.openxmlformats.org/drawingml/2006/main">
              <a:ext uri="{FF2B5EF4-FFF2-40B4-BE49-F238E27FC236}">
                <a16:creationId xmlns:a16="http://schemas.microsoft.com/office/drawing/2014/main" id="{B2904029-ABE7-4499-8D62-E90D9E4DEFE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355443" name="Straight Connector 858706386">
            <a:extLst xmlns:a="http://schemas.openxmlformats.org/drawingml/2006/main">
              <a:ext uri="{FF2B5EF4-FFF2-40B4-BE49-F238E27FC236}">
                <a16:creationId xmlns:a16="http://schemas.microsoft.com/office/drawing/2014/main" id="{E9A09DE6-61AC-43E3-9D41-2D244022DA2E}"/>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773322" name="Straight Connector 1428863682">
            <a:extLst xmlns:a="http://schemas.openxmlformats.org/drawingml/2006/main">
              <a:ext uri="{FF2B5EF4-FFF2-40B4-BE49-F238E27FC236}">
                <a16:creationId xmlns:a16="http://schemas.microsoft.com/office/drawing/2014/main" id="{AF4AAE57-EDA5-4ACC-8352-C1BCD99ED94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0301926" name="Rectangle 1133392472">
            <a:extLst xmlns:a="http://schemas.openxmlformats.org/drawingml/2006/main">
              <a:ext uri="{FF2B5EF4-FFF2-40B4-BE49-F238E27FC236}">
                <a16:creationId xmlns:a16="http://schemas.microsoft.com/office/drawing/2014/main" id="{6040D297-3C0E-4105-8E25-782FD25A880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586869276" name="Rectangle 438456562">
            <a:extLst xmlns:a="http://schemas.openxmlformats.org/drawingml/2006/main">
              <a:ext uri="{FF2B5EF4-FFF2-40B4-BE49-F238E27FC236}">
                <a16:creationId xmlns:a16="http://schemas.microsoft.com/office/drawing/2014/main" id="{E6AC4615-AC50-4360-AF73-C0D052F2E2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40</a:t>
            </a:r>
          </a:p>
        </p:txBody>
      </p:sp>
    </p:spTree>
    <p:extLst>
      <p:ext uri="{BB962C8B-B14F-4D97-AF65-F5344CB8AC3E}">
        <p14:creationId xmlns:p14="http://schemas.microsoft.com/office/powerpoint/2010/main" val="1927205876"/>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329709" name="Rectangle 1411052237">
            <a:extLst xmlns:a="http://schemas.openxmlformats.org/drawingml/2006/main">
              <a:ext uri="{FF2B5EF4-FFF2-40B4-BE49-F238E27FC236}">
                <a16:creationId xmlns:a16="http://schemas.microsoft.com/office/drawing/2014/main" id="{51EDC5CD-7A54-4E9C-9049-24D001B6B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209010475" name="Rectangle 106512870">
            <a:extLst xmlns:a="http://schemas.openxmlformats.org/drawingml/2006/main">
              <a:ext uri="{FF2B5EF4-FFF2-40B4-BE49-F238E27FC236}">
                <a16:creationId xmlns:a16="http://schemas.microsoft.com/office/drawing/2014/main" id="{FE64EB06-906D-40B3-BD88-2632F6A0DF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903981974" name="Rectangle: Rounded Corners 87118212">
            <a:extLst xmlns:a="http://schemas.openxmlformats.org/drawingml/2006/main">
              <a:ext uri="{FF2B5EF4-FFF2-40B4-BE49-F238E27FC236}">
                <a16:creationId xmlns:a16="http://schemas.microsoft.com/office/drawing/2014/main" id="{F2E80F03-CA45-4B59-9418-E472D786AF9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264186" name="Rectangle: Rounded Corners 437710827">
            <a:extLst xmlns:a="http://schemas.openxmlformats.org/drawingml/2006/main">
              <a:ext uri="{FF2B5EF4-FFF2-40B4-BE49-F238E27FC236}">
                <a16:creationId xmlns:a16="http://schemas.microsoft.com/office/drawing/2014/main" id="{CBD260CA-C1DA-4A7F-A8A1-1FFCD647F5C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97356548" name="Rectangle 1111010882">
            <a:extLst xmlns:a="http://schemas.openxmlformats.org/drawingml/2006/main">
              <a:ext uri="{FF2B5EF4-FFF2-40B4-BE49-F238E27FC236}">
                <a16:creationId xmlns:a16="http://schemas.microsoft.com/office/drawing/2014/main" id="{67386C25-329D-4893-9BD3-807298987963}"/>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46385085" name="Rectangle: Rounded Corners 1831606846">
            <a:extLst xmlns:a="http://schemas.openxmlformats.org/drawingml/2006/main">
              <a:ext uri="{FF2B5EF4-FFF2-40B4-BE49-F238E27FC236}">
                <a16:creationId xmlns:a16="http://schemas.microsoft.com/office/drawing/2014/main" id="{EF4EE18E-6A8F-4F7C-A7F5-DBE2A6AC66A8}"/>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302873803" name="Rectangle 1646324530">
            <a:extLst xmlns:a="http://schemas.openxmlformats.org/drawingml/2006/main">
              <a:ext uri="{FF2B5EF4-FFF2-40B4-BE49-F238E27FC236}">
                <a16:creationId xmlns:a16="http://schemas.microsoft.com/office/drawing/2014/main" id="{9F28FDE7-995D-4033-8B26-CB5E1FAA1B7B}"/>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843954013" name="Rectangle: Rounded Corners 1489327302">
            <a:extLst xmlns:a="http://schemas.openxmlformats.org/drawingml/2006/main">
              <a:ext uri="{FF2B5EF4-FFF2-40B4-BE49-F238E27FC236}">
                <a16:creationId xmlns:a16="http://schemas.microsoft.com/office/drawing/2014/main" id="{13E85ABD-D9AE-4D77-8685-A103305D3025}"/>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455439142" name="Rectangle 1229374656">
            <a:extLst xmlns:a="http://schemas.openxmlformats.org/drawingml/2006/main">
              <a:ext uri="{FF2B5EF4-FFF2-40B4-BE49-F238E27FC236}">
                <a16:creationId xmlns:a16="http://schemas.microsoft.com/office/drawing/2014/main" id="{F4951D38-0AC7-4A5C-AB51-1A610E9F8C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41</a:t>
            </a:r>
          </a:p>
        </p:txBody>
      </p:sp>
    </p:spTree>
    <p:extLst>
      <p:ext uri="{BB962C8B-B14F-4D97-AF65-F5344CB8AC3E}">
        <p14:creationId xmlns:p14="http://schemas.microsoft.com/office/powerpoint/2010/main" val="1280711241"/>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9026930" name="Rectangle 935271156">
            <a:extLst xmlns:a="http://schemas.openxmlformats.org/drawingml/2006/main">
              <a:ext uri="{FF2B5EF4-FFF2-40B4-BE49-F238E27FC236}">
                <a16:creationId xmlns:a16="http://schemas.microsoft.com/office/drawing/2014/main" id="{8A43FBBD-1D43-46E6-9F81-013CD9B5F1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624372635" name="Rectangle 251777344">
            <a:extLst xmlns:a="http://schemas.openxmlformats.org/drawingml/2006/main">
              <a:ext uri="{FF2B5EF4-FFF2-40B4-BE49-F238E27FC236}">
                <a16:creationId xmlns:a16="http://schemas.microsoft.com/office/drawing/2014/main" id="{47FC5834-C31F-4701-AF3D-1C51FE83D2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4535296" name="Rectangle: Rounded Corners 1456392341">
            <a:extLst xmlns:a="http://schemas.openxmlformats.org/drawingml/2006/main">
              <a:ext uri="{FF2B5EF4-FFF2-40B4-BE49-F238E27FC236}">
                <a16:creationId xmlns:a16="http://schemas.microsoft.com/office/drawing/2014/main" id="{8B90179F-BCC9-461C-87FF-C008300177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650431" name="Rectangle: Rounded Corners 1987074982">
            <a:extLst xmlns:a="http://schemas.openxmlformats.org/drawingml/2006/main">
              <a:ext uri="{FF2B5EF4-FFF2-40B4-BE49-F238E27FC236}">
                <a16:creationId xmlns:a16="http://schemas.microsoft.com/office/drawing/2014/main" id="{54E6806B-A532-45C5-9BF0-C75AFBB0904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33656" name="Rectangle 1286956634">
            <a:extLst xmlns:a="http://schemas.openxmlformats.org/drawingml/2006/main">
              <a:ext uri="{FF2B5EF4-FFF2-40B4-BE49-F238E27FC236}">
                <a16:creationId xmlns:a16="http://schemas.microsoft.com/office/drawing/2014/main" id="{C00F210B-7D10-4173-85A2-DB2BE05B014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849105908" name="Rectangle 399762638">
            <a:extLst xmlns:a="http://schemas.openxmlformats.org/drawingml/2006/main">
              <a:ext uri="{FF2B5EF4-FFF2-40B4-BE49-F238E27FC236}">
                <a16:creationId xmlns:a16="http://schemas.microsoft.com/office/drawing/2014/main" id="{941CF69A-7940-4F2A-BF62-9DDAB70A4D2A}"/>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1645161" name="Rectangle 1233632033">
            <a:extLst xmlns:a="http://schemas.openxmlformats.org/drawingml/2006/main">
              <a:ext uri="{FF2B5EF4-FFF2-40B4-BE49-F238E27FC236}">
                <a16:creationId xmlns:a16="http://schemas.microsoft.com/office/drawing/2014/main" id="{9001E7B8-45F1-4007-8193-52FA6FF30D69}"/>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491925932" name="Rectangle 987778106">
            <a:extLst xmlns:a="http://schemas.openxmlformats.org/drawingml/2006/main">
              <a:ext uri="{FF2B5EF4-FFF2-40B4-BE49-F238E27FC236}">
                <a16:creationId xmlns:a16="http://schemas.microsoft.com/office/drawing/2014/main" id="{C21402F4-00D6-415C-A39A-D14EBC70736D}"/>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87548275" name="Rectangle 1495975732">
            <a:extLst xmlns:a="http://schemas.openxmlformats.org/drawingml/2006/main">
              <a:ext uri="{FF2B5EF4-FFF2-40B4-BE49-F238E27FC236}">
                <a16:creationId xmlns:a16="http://schemas.microsoft.com/office/drawing/2014/main" id="{D3912DCE-3F9D-4370-964B-566C4D9E98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42</a:t>
            </a:r>
          </a:p>
        </p:txBody>
      </p:sp>
      <p:pic>
        <p:nvPicPr>
          <p:cNvPr id="208365044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bced004ed5c45b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49478340"/>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3464748" name="Rectangle 1844228020">
            <a:extLst xmlns:a="http://schemas.openxmlformats.org/drawingml/2006/main">
              <a:ext uri="{FF2B5EF4-FFF2-40B4-BE49-F238E27FC236}">
                <a16:creationId xmlns:a16="http://schemas.microsoft.com/office/drawing/2014/main" id="{723E491E-8FDD-4552-B260-84BCD8B250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554597355" name="Rectangle 619868867">
            <a:extLst xmlns:a="http://schemas.openxmlformats.org/drawingml/2006/main">
              <a:ext uri="{FF2B5EF4-FFF2-40B4-BE49-F238E27FC236}">
                <a16:creationId xmlns:a16="http://schemas.microsoft.com/office/drawing/2014/main" id="{4306A546-5F9F-4605-A49B-D5E9DD3DC1E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266049241" name="Rectangle: Rounded Corners 1987948612">
            <a:extLst xmlns:a="http://schemas.openxmlformats.org/drawingml/2006/main">
              <a:ext uri="{FF2B5EF4-FFF2-40B4-BE49-F238E27FC236}">
                <a16:creationId xmlns:a16="http://schemas.microsoft.com/office/drawing/2014/main" id="{059D8DDC-186E-4F28-AA8D-A2ECA8F437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7480023" name="Rectangle: Rounded Corners 1704183002">
            <a:extLst xmlns:a="http://schemas.openxmlformats.org/drawingml/2006/main">
              <a:ext uri="{FF2B5EF4-FFF2-40B4-BE49-F238E27FC236}">
                <a16:creationId xmlns:a16="http://schemas.microsoft.com/office/drawing/2014/main" id="{99098CD1-C132-47E5-A633-35DA616150C7}"/>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76659370" name="Rectangle: Rounded Corners 2064136095">
            <a:extLst xmlns:a="http://schemas.openxmlformats.org/drawingml/2006/main">
              <a:ext uri="{FF2B5EF4-FFF2-40B4-BE49-F238E27FC236}">
                <a16:creationId xmlns:a16="http://schemas.microsoft.com/office/drawing/2014/main" id="{F850DE0F-C528-4A92-A722-B3305C1B0FF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32369321" name="Rectangle: Rounded Corners 1859104578">
            <a:extLst xmlns:a="http://schemas.openxmlformats.org/drawingml/2006/main">
              <a:ext uri="{FF2B5EF4-FFF2-40B4-BE49-F238E27FC236}">
                <a16:creationId xmlns:a16="http://schemas.microsoft.com/office/drawing/2014/main" id="{52EB678C-968C-44EE-A68A-951B51D7DE70}"/>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2069925552" name="Rectangle: Rounded Corners 1016569497">
            <a:extLst xmlns:a="http://schemas.openxmlformats.org/drawingml/2006/main">
              <a:ext uri="{FF2B5EF4-FFF2-40B4-BE49-F238E27FC236}">
                <a16:creationId xmlns:a16="http://schemas.microsoft.com/office/drawing/2014/main" id="{09EFE2BD-67F6-4F6C-A99C-08378EB91140}"/>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38722661" name="Straight Connector 94601081">
            <a:extLst xmlns:a="http://schemas.openxmlformats.org/drawingml/2006/main">
              <a:ext uri="{FF2B5EF4-FFF2-40B4-BE49-F238E27FC236}">
                <a16:creationId xmlns:a16="http://schemas.microsoft.com/office/drawing/2014/main" id="{D01D11FF-B51C-4D04-8558-1DAC965657A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222800" name="Straight Connector 1000744926">
            <a:extLst xmlns:a="http://schemas.openxmlformats.org/drawingml/2006/main">
              <a:ext uri="{FF2B5EF4-FFF2-40B4-BE49-F238E27FC236}">
                <a16:creationId xmlns:a16="http://schemas.microsoft.com/office/drawing/2014/main" id="{3A81D2DB-DFC9-4477-B87A-F4B4032A411C}"/>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3708736" name="Straight Connector 781772780">
            <a:extLst xmlns:a="http://schemas.openxmlformats.org/drawingml/2006/main">
              <a:ext uri="{FF2B5EF4-FFF2-40B4-BE49-F238E27FC236}">
                <a16:creationId xmlns:a16="http://schemas.microsoft.com/office/drawing/2014/main" id="{44300053-135D-41FB-BC30-6E5305B2C017}"/>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86269" name="Rectangle 1007733503">
            <a:extLst xmlns:a="http://schemas.openxmlformats.org/drawingml/2006/main">
              <a:ext uri="{FF2B5EF4-FFF2-40B4-BE49-F238E27FC236}">
                <a16:creationId xmlns:a16="http://schemas.microsoft.com/office/drawing/2014/main" id="{D1D55620-FB67-4A9C-9291-EEB53A1704F8}"/>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275208112" name="Rectangle 1520419495">
            <a:extLst xmlns:a="http://schemas.openxmlformats.org/drawingml/2006/main">
              <a:ext uri="{FF2B5EF4-FFF2-40B4-BE49-F238E27FC236}">
                <a16:creationId xmlns:a16="http://schemas.microsoft.com/office/drawing/2014/main" id="{1F8D7991-F0DB-48FD-996A-4531B4CFE5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43</a:t>
            </a:r>
          </a:p>
        </p:txBody>
      </p:sp>
    </p:spTree>
    <p:extLst>
      <p:ext uri="{BB962C8B-B14F-4D97-AF65-F5344CB8AC3E}">
        <p14:creationId xmlns:p14="http://schemas.microsoft.com/office/powerpoint/2010/main" val="2044718802"/>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1668670" name="Rectangle 1860349465">
            <a:extLst xmlns:a="http://schemas.openxmlformats.org/drawingml/2006/main">
              <a:ext uri="{FF2B5EF4-FFF2-40B4-BE49-F238E27FC236}">
                <a16:creationId xmlns:a16="http://schemas.microsoft.com/office/drawing/2014/main" id="{0F517153-492A-4EDA-A2F7-DB0B2FC633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464725" name="Rectangle 1379853287">
            <a:extLst xmlns:a="http://schemas.openxmlformats.org/drawingml/2006/main">
              <a:ext uri="{FF2B5EF4-FFF2-40B4-BE49-F238E27FC236}">
                <a16:creationId xmlns:a16="http://schemas.microsoft.com/office/drawing/2014/main" id="{ACE13B27-7244-4266-B170-E034592A99D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67051403" name="Rectangle: Rounded Corners 1919655130">
            <a:extLst xmlns:a="http://schemas.openxmlformats.org/drawingml/2006/main">
              <a:ext uri="{FF2B5EF4-FFF2-40B4-BE49-F238E27FC236}">
                <a16:creationId xmlns:a16="http://schemas.microsoft.com/office/drawing/2014/main" id="{2E7CCF47-305F-43B1-8C3B-AD3602394AF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904476" name="Rectangle: Rounded Corners 1257118693">
            <a:extLst xmlns:a="http://schemas.openxmlformats.org/drawingml/2006/main">
              <a:ext uri="{FF2B5EF4-FFF2-40B4-BE49-F238E27FC236}">
                <a16:creationId xmlns:a16="http://schemas.microsoft.com/office/drawing/2014/main" id="{737A7749-4FF0-478F-A099-498AAE8ED2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6719870" name="Rectangle: Rounded Corners 139886069">
            <a:extLst xmlns:a="http://schemas.openxmlformats.org/drawingml/2006/main">
              <a:ext uri="{FF2B5EF4-FFF2-40B4-BE49-F238E27FC236}">
                <a16:creationId xmlns:a16="http://schemas.microsoft.com/office/drawing/2014/main" id="{E6C7BB3C-7201-4515-B48D-B8DF6D99581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938843711" name="Rectangle: Rounded Corners 1995249494">
            <a:extLst xmlns:a="http://schemas.openxmlformats.org/drawingml/2006/main">
              <a:ext uri="{FF2B5EF4-FFF2-40B4-BE49-F238E27FC236}">
                <a16:creationId xmlns:a16="http://schemas.microsoft.com/office/drawing/2014/main" id="{718547B7-B6C4-46C9-82BE-0117FC81DDC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277025" name="Rectangle: Rounded Corners 486029296">
            <a:extLst xmlns:a="http://schemas.openxmlformats.org/drawingml/2006/main">
              <a:ext uri="{FF2B5EF4-FFF2-40B4-BE49-F238E27FC236}">
                <a16:creationId xmlns:a16="http://schemas.microsoft.com/office/drawing/2014/main" id="{5FFE98D7-6A68-4362-86BF-0A2FE1D9F35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735237219" name="Rectangle: Rounded Corners 2009773558">
            <a:extLst xmlns:a="http://schemas.openxmlformats.org/drawingml/2006/main">
              <a:ext uri="{FF2B5EF4-FFF2-40B4-BE49-F238E27FC236}">
                <a16:creationId xmlns:a16="http://schemas.microsoft.com/office/drawing/2014/main" id="{1EDA3306-D645-4FD6-A863-9C8D7B1AE91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576337218" name="Rectangle: Rounded Corners 607891528">
            <a:extLst xmlns:a="http://schemas.openxmlformats.org/drawingml/2006/main">
              <a:ext uri="{FF2B5EF4-FFF2-40B4-BE49-F238E27FC236}">
                <a16:creationId xmlns:a16="http://schemas.microsoft.com/office/drawing/2014/main" id="{C61BC15A-08CC-438A-89EF-3BF877CD0A1B}"/>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605732640" name="Rectangle: Rounded Corners 1953501824">
            <a:extLst xmlns:a="http://schemas.openxmlformats.org/drawingml/2006/main">
              <a:ext uri="{FF2B5EF4-FFF2-40B4-BE49-F238E27FC236}">
                <a16:creationId xmlns:a16="http://schemas.microsoft.com/office/drawing/2014/main" id="{B42DE857-D798-46B3-8EC2-40EC1731D5B3}"/>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011329847" name="Arrow: Right 237891345">
            <a:extLst xmlns:a="http://schemas.openxmlformats.org/drawingml/2006/main">
              <a:ext uri="{FF2B5EF4-FFF2-40B4-BE49-F238E27FC236}">
                <a16:creationId xmlns:a16="http://schemas.microsoft.com/office/drawing/2014/main" id="{F170066A-08BC-4CA4-952D-02223F88B01D}"/>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8369080" name="Rectangle 567787381">
            <a:extLst xmlns:a="http://schemas.openxmlformats.org/drawingml/2006/main">
              <a:ext uri="{FF2B5EF4-FFF2-40B4-BE49-F238E27FC236}">
                <a16:creationId xmlns:a16="http://schemas.microsoft.com/office/drawing/2014/main" id="{B3A064E6-F83C-45C3-8B53-9579D366A7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209711509" name="Rectangle 1811573039">
            <a:extLst xmlns:a="http://schemas.openxmlformats.org/drawingml/2006/main">
              <a:ext uri="{FF2B5EF4-FFF2-40B4-BE49-F238E27FC236}">
                <a16:creationId xmlns:a16="http://schemas.microsoft.com/office/drawing/2014/main" id="{67BFB5CD-D998-4012-B467-94DBAA31DC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44</a:t>
            </a:r>
          </a:p>
        </p:txBody>
      </p:sp>
    </p:spTree>
    <p:extLst>
      <p:ext uri="{BB962C8B-B14F-4D97-AF65-F5344CB8AC3E}">
        <p14:creationId xmlns:p14="http://schemas.microsoft.com/office/powerpoint/2010/main" val="157928267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2243792" name="Rectangle 698847192">
            <a:extLst xmlns:a="http://schemas.openxmlformats.org/drawingml/2006/main">
              <a:ext uri="{FF2B5EF4-FFF2-40B4-BE49-F238E27FC236}">
                <a16:creationId xmlns:a16="http://schemas.microsoft.com/office/drawing/2014/main" id="{39999DE3-F8DD-4784-B34F-4FFA22CDF1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396783538" name="Rectangle 892173066">
            <a:extLst xmlns:a="http://schemas.openxmlformats.org/drawingml/2006/main">
              <a:ext uri="{FF2B5EF4-FFF2-40B4-BE49-F238E27FC236}">
                <a16:creationId xmlns:a16="http://schemas.microsoft.com/office/drawing/2014/main" id="{1BFC3129-002F-4EC9-AF11-181D3B8A837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480125972" name="Rectangle: Rounded Corners 634225882">
            <a:extLst xmlns:a="http://schemas.openxmlformats.org/drawingml/2006/main">
              <a:ext uri="{FF2B5EF4-FFF2-40B4-BE49-F238E27FC236}">
                <a16:creationId xmlns:a16="http://schemas.microsoft.com/office/drawing/2014/main" id="{D76DD7D3-5BE3-4395-BD47-9852C21EE01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673378" name="Rectangle: Rounded Corners 2010502302">
            <a:extLst xmlns:a="http://schemas.openxmlformats.org/drawingml/2006/main">
              <a:ext uri="{FF2B5EF4-FFF2-40B4-BE49-F238E27FC236}">
                <a16:creationId xmlns:a16="http://schemas.microsoft.com/office/drawing/2014/main" id="{5C785FB8-CBF9-4250-B55A-68D3FFB82386}"/>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37264" name="Rectangle: Rounded Corners 1366762973">
            <a:extLst xmlns:a="http://schemas.openxmlformats.org/drawingml/2006/main">
              <a:ext uri="{FF2B5EF4-FFF2-40B4-BE49-F238E27FC236}">
                <a16:creationId xmlns:a16="http://schemas.microsoft.com/office/drawing/2014/main" id="{FEEAAACD-B261-4AF8-BBF4-463D41C9B10A}"/>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02445" name="Rectangle: Rounded Corners 1460632181">
            <a:extLst xmlns:a="http://schemas.openxmlformats.org/drawingml/2006/main">
              <a:ext uri="{FF2B5EF4-FFF2-40B4-BE49-F238E27FC236}">
                <a16:creationId xmlns:a16="http://schemas.microsoft.com/office/drawing/2014/main" id="{EE9FB2CF-73CF-4534-8482-96FC306CEF2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7597209" name="Rectangle: Rounded Corners 1175856486">
            <a:extLst xmlns:a="http://schemas.openxmlformats.org/drawingml/2006/main">
              <a:ext uri="{FF2B5EF4-FFF2-40B4-BE49-F238E27FC236}">
                <a16:creationId xmlns:a16="http://schemas.microsoft.com/office/drawing/2014/main" id="{AFFAE691-7470-4DC6-BAEA-9F3A2289C69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303547" name="Rectangle: Rounded Corners 2061757066">
            <a:extLst xmlns:a="http://schemas.openxmlformats.org/drawingml/2006/main">
              <a:ext uri="{FF2B5EF4-FFF2-40B4-BE49-F238E27FC236}">
                <a16:creationId xmlns:a16="http://schemas.microsoft.com/office/drawing/2014/main" id="{0CD09D1C-84DA-4B52-934E-404756F4511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556218" name="Rectangle: Rounded Corners 1169118889">
            <a:extLst xmlns:a="http://schemas.openxmlformats.org/drawingml/2006/main">
              <a:ext uri="{FF2B5EF4-FFF2-40B4-BE49-F238E27FC236}">
                <a16:creationId xmlns:a16="http://schemas.microsoft.com/office/drawing/2014/main" id="{28CEB8F9-6DB0-4D03-88DF-B770D084BE4B}"/>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458097" name="Rectangle: Rounded Corners 238188300">
            <a:extLst xmlns:a="http://schemas.openxmlformats.org/drawingml/2006/main">
              <a:ext uri="{FF2B5EF4-FFF2-40B4-BE49-F238E27FC236}">
                <a16:creationId xmlns:a16="http://schemas.microsoft.com/office/drawing/2014/main" id="{98F96F10-C8F4-4974-B552-B29E8174CC1C}"/>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3571123" name="Rectangle: Rounded Corners 2049301056">
            <a:extLst xmlns:a="http://schemas.openxmlformats.org/drawingml/2006/main">
              <a:ext uri="{FF2B5EF4-FFF2-40B4-BE49-F238E27FC236}">
                <a16:creationId xmlns:a16="http://schemas.microsoft.com/office/drawing/2014/main" id="{C9D654C0-23C0-40C0-99B1-8272D79343BD}"/>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419985" name="Rectangle: Rounded Corners 1282082344">
            <a:extLst xmlns:a="http://schemas.openxmlformats.org/drawingml/2006/main">
              <a:ext uri="{FF2B5EF4-FFF2-40B4-BE49-F238E27FC236}">
                <a16:creationId xmlns:a16="http://schemas.microsoft.com/office/drawing/2014/main" id="{63FF89CE-04CC-4393-B2B6-FB00F4403617}"/>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260837" name="Rectangle: Rounded Corners 1172922271">
            <a:extLst xmlns:a="http://schemas.openxmlformats.org/drawingml/2006/main">
              <a:ext uri="{FF2B5EF4-FFF2-40B4-BE49-F238E27FC236}">
                <a16:creationId xmlns:a16="http://schemas.microsoft.com/office/drawing/2014/main" id="{1DAC04C6-1509-45DA-9E0E-9408E7B1EEEE}"/>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798214" name="Rectangle: Rounded Corners 603029256">
            <a:extLst xmlns:a="http://schemas.openxmlformats.org/drawingml/2006/main">
              <a:ext uri="{FF2B5EF4-FFF2-40B4-BE49-F238E27FC236}">
                <a16:creationId xmlns:a16="http://schemas.microsoft.com/office/drawing/2014/main" id="{2B1BC01C-704D-41E8-8E20-A3AE681C73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69628" name="Rectangle: Rounded Corners 1879817439">
            <a:extLst xmlns:a="http://schemas.openxmlformats.org/drawingml/2006/main">
              <a:ext uri="{FF2B5EF4-FFF2-40B4-BE49-F238E27FC236}">
                <a16:creationId xmlns:a16="http://schemas.microsoft.com/office/drawing/2014/main" id="{0D61778D-AB18-425F-8B5F-959F786554E8}"/>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2089733" name="Rectangle: Rounded Corners 875542064">
            <a:extLst xmlns:a="http://schemas.openxmlformats.org/drawingml/2006/main">
              <a:ext uri="{FF2B5EF4-FFF2-40B4-BE49-F238E27FC236}">
                <a16:creationId xmlns:a16="http://schemas.microsoft.com/office/drawing/2014/main" id="{45918917-0C49-4B70-B2A9-A68BDA72542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789889" name="Rectangle: Rounded Corners 51908471">
            <a:extLst xmlns:a="http://schemas.openxmlformats.org/drawingml/2006/main">
              <a:ext uri="{FF2B5EF4-FFF2-40B4-BE49-F238E27FC236}">
                <a16:creationId xmlns:a16="http://schemas.microsoft.com/office/drawing/2014/main" id="{4E2E3B5D-1DE0-438E-9CF5-336C4EFB9FCE}"/>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5927973" name="Rectangle: Rounded Corners 1689509712">
            <a:extLst xmlns:a="http://schemas.openxmlformats.org/drawingml/2006/main">
              <a:ext uri="{FF2B5EF4-FFF2-40B4-BE49-F238E27FC236}">
                <a16:creationId xmlns:a16="http://schemas.microsoft.com/office/drawing/2014/main" id="{8D2AAD75-5420-41A0-A083-D3AC5BB90E27}"/>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5042267" name="Rectangle: Rounded Corners 791720529">
            <a:extLst xmlns:a="http://schemas.openxmlformats.org/drawingml/2006/main">
              <a:ext uri="{FF2B5EF4-FFF2-40B4-BE49-F238E27FC236}">
                <a16:creationId xmlns:a16="http://schemas.microsoft.com/office/drawing/2014/main" id="{AC3C8CE7-B31B-4FAF-B73B-E7EA9C5CC54C}"/>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339157" name="Rectangle: Rounded Corners 105367441">
            <a:extLst xmlns:a="http://schemas.openxmlformats.org/drawingml/2006/main">
              <a:ext uri="{FF2B5EF4-FFF2-40B4-BE49-F238E27FC236}">
                <a16:creationId xmlns:a16="http://schemas.microsoft.com/office/drawing/2014/main" id="{C71790CC-CF4F-4F0C-8202-E454ABA096AA}"/>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084852" name="Rectangle: Rounded Corners 1563215529">
            <a:extLst xmlns:a="http://schemas.openxmlformats.org/drawingml/2006/main">
              <a:ext uri="{FF2B5EF4-FFF2-40B4-BE49-F238E27FC236}">
                <a16:creationId xmlns:a16="http://schemas.microsoft.com/office/drawing/2014/main" id="{DEE3BFA5-BF49-4B6F-97C2-B15A45DE87FE}"/>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4834064" name="Rectangle: Rounded Corners 315081294">
            <a:extLst xmlns:a="http://schemas.openxmlformats.org/drawingml/2006/main">
              <a:ext uri="{FF2B5EF4-FFF2-40B4-BE49-F238E27FC236}">
                <a16:creationId xmlns:a16="http://schemas.microsoft.com/office/drawing/2014/main" id="{6AB00052-33C1-4CDA-8E88-77794C9C21AF}"/>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32318" name="Rectangle: Rounded Corners 248452190">
            <a:extLst xmlns:a="http://schemas.openxmlformats.org/drawingml/2006/main">
              <a:ext uri="{FF2B5EF4-FFF2-40B4-BE49-F238E27FC236}">
                <a16:creationId xmlns:a16="http://schemas.microsoft.com/office/drawing/2014/main" id="{073AF85F-88EF-4E7B-A3D1-13923A732341}"/>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23481" name="Rectangle: Rounded Corners 1671279799">
            <a:extLst xmlns:a="http://schemas.openxmlformats.org/drawingml/2006/main">
              <a:ext uri="{FF2B5EF4-FFF2-40B4-BE49-F238E27FC236}">
                <a16:creationId xmlns:a16="http://schemas.microsoft.com/office/drawing/2014/main" id="{10960246-437D-470C-B738-3B3564CEA29C}"/>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60644" name="Rectangle: Rounded Corners 1239843558">
            <a:extLst xmlns:a="http://schemas.openxmlformats.org/drawingml/2006/main">
              <a:ext uri="{FF2B5EF4-FFF2-40B4-BE49-F238E27FC236}">
                <a16:creationId xmlns:a16="http://schemas.microsoft.com/office/drawing/2014/main" id="{614C66DB-0AFE-4073-846A-30A97BEFEBA0}"/>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31159" name="Rectangle: Rounded Corners 1474960510">
            <a:extLst xmlns:a="http://schemas.openxmlformats.org/drawingml/2006/main">
              <a:ext uri="{FF2B5EF4-FFF2-40B4-BE49-F238E27FC236}">
                <a16:creationId xmlns:a16="http://schemas.microsoft.com/office/drawing/2014/main" id="{C38A732F-80B5-4FA6-BB03-0BCF7C591A40}"/>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8251" name="Rectangle: Rounded Corners 1705162463">
            <a:extLst xmlns:a="http://schemas.openxmlformats.org/drawingml/2006/main">
              <a:ext uri="{FF2B5EF4-FFF2-40B4-BE49-F238E27FC236}">
                <a16:creationId xmlns:a16="http://schemas.microsoft.com/office/drawing/2014/main" id="{A9D159CD-B7B1-45BC-A0C0-A89034E5C69A}"/>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765806" name="Rectangle: Rounded Corners 7576924">
            <a:extLst xmlns:a="http://schemas.openxmlformats.org/drawingml/2006/main">
              <a:ext uri="{FF2B5EF4-FFF2-40B4-BE49-F238E27FC236}">
                <a16:creationId xmlns:a16="http://schemas.microsoft.com/office/drawing/2014/main" id="{53E00B21-15FA-4DB3-8702-B43653060E6F}"/>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730016" name="Rectangle: Rounded Corners 426996610">
            <a:extLst xmlns:a="http://schemas.openxmlformats.org/drawingml/2006/main">
              <a:ext uri="{FF2B5EF4-FFF2-40B4-BE49-F238E27FC236}">
                <a16:creationId xmlns:a16="http://schemas.microsoft.com/office/drawing/2014/main" id="{16323608-F9C8-4159-A3CE-B886413BA463}"/>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7496" name="Rectangle: Rounded Corners 4937970">
            <a:extLst xmlns:a="http://schemas.openxmlformats.org/drawingml/2006/main">
              <a:ext uri="{FF2B5EF4-FFF2-40B4-BE49-F238E27FC236}">
                <a16:creationId xmlns:a16="http://schemas.microsoft.com/office/drawing/2014/main" id="{FF66E521-851E-40B4-AB1F-0CE26DBE94B2}"/>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466431" name="Rectangle: Rounded Corners 318411884">
            <a:extLst xmlns:a="http://schemas.openxmlformats.org/drawingml/2006/main">
              <a:ext uri="{FF2B5EF4-FFF2-40B4-BE49-F238E27FC236}">
                <a16:creationId xmlns:a16="http://schemas.microsoft.com/office/drawing/2014/main" id="{6DCDE437-74FE-4EDC-88EF-51754108769F}"/>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501342" name="Rectangle: Rounded Corners 615608590">
            <a:extLst xmlns:a="http://schemas.openxmlformats.org/drawingml/2006/main">
              <a:ext uri="{FF2B5EF4-FFF2-40B4-BE49-F238E27FC236}">
                <a16:creationId xmlns:a16="http://schemas.microsoft.com/office/drawing/2014/main" id="{DCD74000-8EEC-46F5-882B-C9163E75A517}"/>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1692917" name="Rectangle: Rounded Corners 1731456271">
            <a:extLst xmlns:a="http://schemas.openxmlformats.org/drawingml/2006/main">
              <a:ext uri="{FF2B5EF4-FFF2-40B4-BE49-F238E27FC236}">
                <a16:creationId xmlns:a16="http://schemas.microsoft.com/office/drawing/2014/main" id="{FBEF5E61-D2A3-4E6B-9805-0845B19B249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318820" name="Rectangle: Rounded Corners 484935539">
            <a:extLst xmlns:a="http://schemas.openxmlformats.org/drawingml/2006/main">
              <a:ext uri="{FF2B5EF4-FFF2-40B4-BE49-F238E27FC236}">
                <a16:creationId xmlns:a16="http://schemas.microsoft.com/office/drawing/2014/main" id="{456721AE-443E-49C1-9773-65996EC96E56}"/>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103608" name="Rectangle: Rounded Corners 1134420310">
            <a:extLst xmlns:a="http://schemas.openxmlformats.org/drawingml/2006/main">
              <a:ext uri="{FF2B5EF4-FFF2-40B4-BE49-F238E27FC236}">
                <a16:creationId xmlns:a16="http://schemas.microsoft.com/office/drawing/2014/main" id="{A7CDCACA-B739-4599-839B-5F930E3D16A8}"/>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847035" name="Rectangle: Rounded Corners 1355285829">
            <a:extLst xmlns:a="http://schemas.openxmlformats.org/drawingml/2006/main">
              <a:ext uri="{FF2B5EF4-FFF2-40B4-BE49-F238E27FC236}">
                <a16:creationId xmlns:a16="http://schemas.microsoft.com/office/drawing/2014/main" id="{04C36869-2D38-4057-9695-CC76B9893B9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049982" name="Rectangle: Rounded Corners 1945716100">
            <a:extLst xmlns:a="http://schemas.openxmlformats.org/drawingml/2006/main">
              <a:ext uri="{FF2B5EF4-FFF2-40B4-BE49-F238E27FC236}">
                <a16:creationId xmlns:a16="http://schemas.microsoft.com/office/drawing/2014/main" id="{F02C8E5B-B385-468C-BEE3-20C7A71092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6978" name="Rectangle: Rounded Corners 903673204">
            <a:extLst xmlns:a="http://schemas.openxmlformats.org/drawingml/2006/main">
              <a:ext uri="{FF2B5EF4-FFF2-40B4-BE49-F238E27FC236}">
                <a16:creationId xmlns:a16="http://schemas.microsoft.com/office/drawing/2014/main" id="{DA0CD3B3-ED4C-4F7A-B161-42C022569AD9}"/>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5803968" name="Rectangle: Rounded Corners 41920753">
            <a:extLst xmlns:a="http://schemas.openxmlformats.org/drawingml/2006/main">
              <a:ext uri="{FF2B5EF4-FFF2-40B4-BE49-F238E27FC236}">
                <a16:creationId xmlns:a16="http://schemas.microsoft.com/office/drawing/2014/main" id="{EC603F1F-8FCD-4D3D-83EC-C217F65F36D8}"/>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6976800" name="Rectangle 1090731607">
            <a:extLst xmlns:a="http://schemas.openxmlformats.org/drawingml/2006/main">
              <a:ext uri="{FF2B5EF4-FFF2-40B4-BE49-F238E27FC236}">
                <a16:creationId xmlns:a16="http://schemas.microsoft.com/office/drawing/2014/main" id="{116E20C6-7CCF-4D16-9C36-DD0F1FD6158C}"/>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048932292" name="Rectangle 1864567656">
            <a:extLst xmlns:a="http://schemas.openxmlformats.org/drawingml/2006/main">
              <a:ext uri="{FF2B5EF4-FFF2-40B4-BE49-F238E27FC236}">
                <a16:creationId xmlns:a16="http://schemas.microsoft.com/office/drawing/2014/main" id="{3EB6D482-83F5-4AB0-9ED1-99560CAA18F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9916496" name="Rectangle 353583897">
            <a:extLst xmlns:a="http://schemas.openxmlformats.org/drawingml/2006/main">
              <a:ext uri="{FF2B5EF4-FFF2-40B4-BE49-F238E27FC236}">
                <a16:creationId xmlns:a16="http://schemas.microsoft.com/office/drawing/2014/main" id="{4FB7443B-1D6A-472E-9E37-C936BE939E6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45</a:t>
            </a:r>
          </a:p>
        </p:txBody>
      </p:sp>
    </p:spTree>
    <p:extLst>
      <p:ext uri="{BB962C8B-B14F-4D97-AF65-F5344CB8AC3E}">
        <p14:creationId xmlns:p14="http://schemas.microsoft.com/office/powerpoint/2010/main" val="2065723576"/>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4638627" name="Rectangle 352308475">
            <a:extLst xmlns:a="http://schemas.openxmlformats.org/drawingml/2006/main">
              <a:ext uri="{FF2B5EF4-FFF2-40B4-BE49-F238E27FC236}">
                <a16:creationId xmlns:a16="http://schemas.microsoft.com/office/drawing/2014/main" id="{A5F6750D-B445-42C0-A082-37D03209B0A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780850037" name="Rectangle 890164865">
            <a:extLst xmlns:a="http://schemas.openxmlformats.org/drawingml/2006/main">
              <a:ext uri="{FF2B5EF4-FFF2-40B4-BE49-F238E27FC236}">
                <a16:creationId xmlns:a16="http://schemas.microsoft.com/office/drawing/2014/main" id="{1C27B160-1B8E-4F0D-8467-4900825EB6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2141607488" name="Rectangle: Rounded Corners 1302761572">
            <a:extLst xmlns:a="http://schemas.openxmlformats.org/drawingml/2006/main">
              <a:ext uri="{FF2B5EF4-FFF2-40B4-BE49-F238E27FC236}">
                <a16:creationId xmlns:a16="http://schemas.microsoft.com/office/drawing/2014/main" id="{2FCA2657-8FD2-4001-8104-C3E6C0BB60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6598674" name="Rectangle: Rounded Corners 2031370086">
            <a:extLst xmlns:a="http://schemas.openxmlformats.org/drawingml/2006/main">
              <a:ext uri="{FF2B5EF4-FFF2-40B4-BE49-F238E27FC236}">
                <a16:creationId xmlns:a16="http://schemas.microsoft.com/office/drawing/2014/main" id="{12EBA57D-A02D-4AB7-BF0E-80E244B85F0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249690617" name="Rectangle 1726456331">
            <a:extLst xmlns:a="http://schemas.openxmlformats.org/drawingml/2006/main">
              <a:ext uri="{FF2B5EF4-FFF2-40B4-BE49-F238E27FC236}">
                <a16:creationId xmlns:a16="http://schemas.microsoft.com/office/drawing/2014/main" id="{ED84C055-9E22-4CB4-AF0F-1A19ED73C02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345542592" name="Rectangle: Rounded Corners 412394112">
            <a:extLst xmlns:a="http://schemas.openxmlformats.org/drawingml/2006/main">
              <a:ext uri="{FF2B5EF4-FFF2-40B4-BE49-F238E27FC236}">
                <a16:creationId xmlns:a16="http://schemas.microsoft.com/office/drawing/2014/main" id="{3FFFD9BF-B34C-4BC5-8B1B-B788D1C7E0F0}"/>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361987863" name="Rectangle 225213445">
            <a:extLst xmlns:a="http://schemas.openxmlformats.org/drawingml/2006/main">
              <a:ext uri="{FF2B5EF4-FFF2-40B4-BE49-F238E27FC236}">
                <a16:creationId xmlns:a16="http://schemas.microsoft.com/office/drawing/2014/main" id="{29C03132-B224-4A42-A0E4-BAEA277A5A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46</a:t>
            </a:r>
          </a:p>
        </p:txBody>
      </p:sp>
    </p:spTree>
    <p:extLst>
      <p:ext uri="{BB962C8B-B14F-4D97-AF65-F5344CB8AC3E}">
        <p14:creationId xmlns:p14="http://schemas.microsoft.com/office/powerpoint/2010/main" val="2086498481"/>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520908" name="Rectangle 935271156">
            <a:extLst xmlns:a="http://schemas.openxmlformats.org/drawingml/2006/main">
              <a:ext uri="{FF2B5EF4-FFF2-40B4-BE49-F238E27FC236}">
                <a16:creationId xmlns:a16="http://schemas.microsoft.com/office/drawing/2014/main" id="{D01B3603-6593-4C5F-B69E-B99DE167A5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089420547" name="Rectangle 251777344">
            <a:extLst xmlns:a="http://schemas.openxmlformats.org/drawingml/2006/main">
              <a:ext uri="{FF2B5EF4-FFF2-40B4-BE49-F238E27FC236}">
                <a16:creationId xmlns:a16="http://schemas.microsoft.com/office/drawing/2014/main" id="{ADA8056D-806B-4CDC-8658-2B44C048D2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974891106" name="Rectangle: Rounded Corners 1456392341">
            <a:extLst xmlns:a="http://schemas.openxmlformats.org/drawingml/2006/main">
              <a:ext uri="{FF2B5EF4-FFF2-40B4-BE49-F238E27FC236}">
                <a16:creationId xmlns:a16="http://schemas.microsoft.com/office/drawing/2014/main" id="{B4275589-B7C8-4D5E-9569-B113F0CAF8A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684811" name="Rectangle: Rounded Corners 1987074982">
            <a:extLst xmlns:a="http://schemas.openxmlformats.org/drawingml/2006/main">
              <a:ext uri="{FF2B5EF4-FFF2-40B4-BE49-F238E27FC236}">
                <a16:creationId xmlns:a16="http://schemas.microsoft.com/office/drawing/2014/main" id="{6C2D1A45-E695-4B28-8F82-4D6F1B53F21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134125" name="Rectangle 1286956634">
            <a:extLst xmlns:a="http://schemas.openxmlformats.org/drawingml/2006/main">
              <a:ext uri="{FF2B5EF4-FFF2-40B4-BE49-F238E27FC236}">
                <a16:creationId xmlns:a16="http://schemas.microsoft.com/office/drawing/2014/main" id="{0C521103-59DB-4514-A106-312766F2949A}"/>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449875619" name="Rectangle 399762638">
            <a:extLst xmlns:a="http://schemas.openxmlformats.org/drawingml/2006/main">
              <a:ext uri="{FF2B5EF4-FFF2-40B4-BE49-F238E27FC236}">
                <a16:creationId xmlns:a16="http://schemas.microsoft.com/office/drawing/2014/main" id="{176FA0D6-549C-4673-A5E6-13D01C06702B}"/>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718710925" name="Rectangle 1233632033">
            <a:extLst xmlns:a="http://schemas.openxmlformats.org/drawingml/2006/main">
              <a:ext uri="{FF2B5EF4-FFF2-40B4-BE49-F238E27FC236}">
                <a16:creationId xmlns:a16="http://schemas.microsoft.com/office/drawing/2014/main" id="{93EF518D-4D95-4136-970F-EB5AA66A5F0A}"/>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325842062" name="Rectangle 987778106">
            <a:extLst xmlns:a="http://schemas.openxmlformats.org/drawingml/2006/main">
              <a:ext uri="{FF2B5EF4-FFF2-40B4-BE49-F238E27FC236}">
                <a16:creationId xmlns:a16="http://schemas.microsoft.com/office/drawing/2014/main" id="{4D17439B-8407-4EC7-8CFD-6D9B397EC307}"/>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183445788" name="Rectangle 1495975732">
            <a:extLst xmlns:a="http://schemas.openxmlformats.org/drawingml/2006/main">
              <a:ext uri="{FF2B5EF4-FFF2-40B4-BE49-F238E27FC236}">
                <a16:creationId xmlns:a16="http://schemas.microsoft.com/office/drawing/2014/main" id="{3C358ABD-A324-4745-A6C0-10B6BE7677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47</a:t>
            </a:r>
          </a:p>
        </p:txBody>
      </p:sp>
      <p:pic>
        <p:nvPicPr>
          <p:cNvPr id="197489111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96082e055f14a38"/>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051649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04358824" name="Rectangle 1548456798">
            <a:extLst xmlns:a="http://schemas.openxmlformats.org/drawingml/2006/main">
              <a:ext uri="{FF2B5EF4-FFF2-40B4-BE49-F238E27FC236}">
                <a16:creationId xmlns:a16="http://schemas.microsoft.com/office/drawing/2014/main" id="{D9EB8389-C79C-4ABF-BE80-9B7CA26CE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9993063" name="Rectangle 1277068294">
            <a:extLst xmlns:a="http://schemas.openxmlformats.org/drawingml/2006/main">
              <a:ext uri="{FF2B5EF4-FFF2-40B4-BE49-F238E27FC236}">
                <a16:creationId xmlns:a16="http://schemas.microsoft.com/office/drawing/2014/main" id="{A488FA23-EE63-48F0-8A58-E557993AA5C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70683025" name="Rectangle: Rounded Corners 700677848">
            <a:extLst xmlns:a="http://schemas.openxmlformats.org/drawingml/2006/main">
              <a:ext uri="{FF2B5EF4-FFF2-40B4-BE49-F238E27FC236}">
                <a16:creationId xmlns:a16="http://schemas.microsoft.com/office/drawing/2014/main" id="{9F4E4605-3C9E-4563-8A48-E231C62FBE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1039" name="Rectangle: Rounded Corners 614717420">
            <a:extLst xmlns:a="http://schemas.openxmlformats.org/drawingml/2006/main">
              <a:ext uri="{FF2B5EF4-FFF2-40B4-BE49-F238E27FC236}">
                <a16:creationId xmlns:a16="http://schemas.microsoft.com/office/drawing/2014/main" id="{CE3C483D-7D09-4A4C-88B3-2076BB1382B5}"/>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472448450" name="Rectangle: Rounded Corners 1854427874">
            <a:extLst xmlns:a="http://schemas.openxmlformats.org/drawingml/2006/main">
              <a:ext uri="{FF2B5EF4-FFF2-40B4-BE49-F238E27FC236}">
                <a16:creationId xmlns:a16="http://schemas.microsoft.com/office/drawing/2014/main" id="{66E56C1B-D80E-4EA6-B203-7588602606A9}"/>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831337039" name="Rectangle: Rounded Corners 1506494527">
            <a:extLst xmlns:a="http://schemas.openxmlformats.org/drawingml/2006/main">
              <a:ext uri="{FF2B5EF4-FFF2-40B4-BE49-F238E27FC236}">
                <a16:creationId xmlns:a16="http://schemas.microsoft.com/office/drawing/2014/main" id="{47684A85-A45B-4BC0-B290-A1AFBEB07FED}"/>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37664716" name="Rectangle: Rounded Corners 310583424">
            <a:extLst xmlns:a="http://schemas.openxmlformats.org/drawingml/2006/main">
              <a:ext uri="{FF2B5EF4-FFF2-40B4-BE49-F238E27FC236}">
                <a16:creationId xmlns:a16="http://schemas.microsoft.com/office/drawing/2014/main" id="{DA190A9C-B934-4037-8F10-36B1550F3553}"/>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289842500" name="Rectangle: Rounded Corners 701546865">
            <a:extLst xmlns:a="http://schemas.openxmlformats.org/drawingml/2006/main">
              <a:ext uri="{FF2B5EF4-FFF2-40B4-BE49-F238E27FC236}">
                <a16:creationId xmlns:a16="http://schemas.microsoft.com/office/drawing/2014/main" id="{994AA05B-F665-47D0-BEE0-B3D2E8AAFAB5}"/>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01702580" name="Arrow: Right 622048333">
            <a:extLst xmlns:a="http://schemas.openxmlformats.org/drawingml/2006/main">
              <a:ext uri="{FF2B5EF4-FFF2-40B4-BE49-F238E27FC236}">
                <a16:creationId xmlns:a16="http://schemas.microsoft.com/office/drawing/2014/main" id="{6DA964EA-9E35-42B6-8C84-8A107DEA4FC4}"/>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5678999" name="Arrow: Right 476163819">
            <a:extLst xmlns:a="http://schemas.openxmlformats.org/drawingml/2006/main">
              <a:ext uri="{FF2B5EF4-FFF2-40B4-BE49-F238E27FC236}">
                <a16:creationId xmlns:a16="http://schemas.microsoft.com/office/drawing/2014/main" id="{B0DBE12B-2C63-47B4-9A00-46E44B6683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063706" name="Rectangle: Rounded Corners 1396234520">
            <a:extLst xmlns:a="http://schemas.openxmlformats.org/drawingml/2006/main">
              <a:ext uri="{FF2B5EF4-FFF2-40B4-BE49-F238E27FC236}">
                <a16:creationId xmlns:a16="http://schemas.microsoft.com/office/drawing/2014/main" id="{FD4B0302-48E1-4B82-9295-FCEA915E2518}"/>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142036442" name="Rectangle 1921889684">
            <a:extLst xmlns:a="http://schemas.openxmlformats.org/drawingml/2006/main">
              <a:ext uri="{FF2B5EF4-FFF2-40B4-BE49-F238E27FC236}">
                <a16:creationId xmlns:a16="http://schemas.microsoft.com/office/drawing/2014/main" id="{D183E5E8-1A9B-4FD8-941E-B865219467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48</a:t>
            </a:r>
          </a:p>
        </p:txBody>
      </p:sp>
    </p:spTree>
    <p:extLst>
      <p:ext uri="{BB962C8B-B14F-4D97-AF65-F5344CB8AC3E}">
        <p14:creationId xmlns:p14="http://schemas.microsoft.com/office/powerpoint/2010/main" val="14080842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9718615" name="Rectangle 7713821">
            <a:extLst xmlns:a="http://schemas.openxmlformats.org/drawingml/2006/main">
              <a:ext uri="{FF2B5EF4-FFF2-40B4-BE49-F238E27FC236}">
                <a16:creationId xmlns:a16="http://schemas.microsoft.com/office/drawing/2014/main" id="{17B362E9-B0DF-450F-B52A-6B3DBA0CD51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8128075" name="Rectangle 1381388514">
            <a:extLst xmlns:a="http://schemas.openxmlformats.org/drawingml/2006/main">
              <a:ext uri="{FF2B5EF4-FFF2-40B4-BE49-F238E27FC236}">
                <a16:creationId xmlns:a16="http://schemas.microsoft.com/office/drawing/2014/main" id="{28A9DA6D-E7F3-4DA8-B06F-B68A675F771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863426130" name="Rectangle: Rounded Corners 661849784">
            <a:extLst xmlns:a="http://schemas.openxmlformats.org/drawingml/2006/main">
              <a:ext uri="{FF2B5EF4-FFF2-40B4-BE49-F238E27FC236}">
                <a16:creationId xmlns:a16="http://schemas.microsoft.com/office/drawing/2014/main" id="{B43A264E-6F5C-4B65-9F5E-E91CD9E4CD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278220" name="Rectangle: Rounded Corners 1954931325">
            <a:extLst xmlns:a="http://schemas.openxmlformats.org/drawingml/2006/main">
              <a:ext uri="{FF2B5EF4-FFF2-40B4-BE49-F238E27FC236}">
                <a16:creationId xmlns:a16="http://schemas.microsoft.com/office/drawing/2014/main" id="{033F652C-E31D-4953-ADAE-2DDC0CBA4B66}"/>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41832292" name="Rectangle: Rounded Corners 1479007971">
            <a:extLst xmlns:a="http://schemas.openxmlformats.org/drawingml/2006/main">
              <a:ext uri="{FF2B5EF4-FFF2-40B4-BE49-F238E27FC236}">
                <a16:creationId xmlns:a16="http://schemas.microsoft.com/office/drawing/2014/main" id="{91DB2023-E0ED-4015-B793-125DA235B0A7}"/>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262817464" name="Rectangle: Rounded Corners 337911440">
            <a:extLst xmlns:a="http://schemas.openxmlformats.org/drawingml/2006/main">
              <a:ext uri="{FF2B5EF4-FFF2-40B4-BE49-F238E27FC236}">
                <a16:creationId xmlns:a16="http://schemas.microsoft.com/office/drawing/2014/main" id="{A8A104CB-1411-4F5D-A743-2F063E95972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879704093" name="Rectangle: Rounded Corners 812565267">
            <a:extLst xmlns:a="http://schemas.openxmlformats.org/drawingml/2006/main">
              <a:ext uri="{FF2B5EF4-FFF2-40B4-BE49-F238E27FC236}">
                <a16:creationId xmlns:a16="http://schemas.microsoft.com/office/drawing/2014/main" id="{871303A8-4924-4CCA-82F9-9BF59412562D}"/>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462242998" name="Rectangle: Rounded Corners 210839016">
            <a:extLst xmlns:a="http://schemas.openxmlformats.org/drawingml/2006/main">
              <a:ext uri="{FF2B5EF4-FFF2-40B4-BE49-F238E27FC236}">
                <a16:creationId xmlns:a16="http://schemas.microsoft.com/office/drawing/2014/main" id="{0CAB2E7B-6C78-422E-9971-6D0CA4235BF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92820276" name="Arrow: Right 923890290">
            <a:extLst xmlns:a="http://schemas.openxmlformats.org/drawingml/2006/main">
              <a:ext uri="{FF2B5EF4-FFF2-40B4-BE49-F238E27FC236}">
                <a16:creationId xmlns:a16="http://schemas.microsoft.com/office/drawing/2014/main" id="{F5747290-0207-4568-B9C3-97C5E69F44A3}"/>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404184" name="Rectangle: Rounded Corners 549922296">
            <a:extLst xmlns:a="http://schemas.openxmlformats.org/drawingml/2006/main">
              <a:ext uri="{FF2B5EF4-FFF2-40B4-BE49-F238E27FC236}">
                <a16:creationId xmlns:a16="http://schemas.microsoft.com/office/drawing/2014/main" id="{2853792C-8116-44D4-B2C7-2ED62B81CAFC}"/>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010683501" name="Rectangle 313069816">
            <a:extLst xmlns:a="http://schemas.openxmlformats.org/drawingml/2006/main">
              <a:ext uri="{FF2B5EF4-FFF2-40B4-BE49-F238E27FC236}">
                <a16:creationId xmlns:a16="http://schemas.microsoft.com/office/drawing/2014/main" id="{0EFFB7F3-33DA-4723-AA7A-01BF3D27561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2078040204" name="Rectangle 181180573">
            <a:extLst xmlns:a="http://schemas.openxmlformats.org/drawingml/2006/main">
              <a:ext uri="{FF2B5EF4-FFF2-40B4-BE49-F238E27FC236}">
                <a16:creationId xmlns:a16="http://schemas.microsoft.com/office/drawing/2014/main" id="{42AE7BC8-7A14-4AC0-ADDE-93B26CA440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49</a:t>
            </a:r>
          </a:p>
        </p:txBody>
      </p:sp>
    </p:spTree>
    <p:extLst>
      <p:ext uri="{BB962C8B-B14F-4D97-AF65-F5344CB8AC3E}">
        <p14:creationId xmlns:p14="http://schemas.microsoft.com/office/powerpoint/2010/main" val="1579811501"/>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1676303" name="Rectangle 106407163">
            <a:extLst xmlns:a="http://schemas.openxmlformats.org/drawingml/2006/main">
              <a:ext uri="{FF2B5EF4-FFF2-40B4-BE49-F238E27FC236}">
                <a16:creationId xmlns:a16="http://schemas.microsoft.com/office/drawing/2014/main" id="{0EC2434D-91F2-4E40-9027-02BCDC17E3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69589990" name="Rectangle 440135367">
            <a:extLst xmlns:a="http://schemas.openxmlformats.org/drawingml/2006/main">
              <a:ext uri="{FF2B5EF4-FFF2-40B4-BE49-F238E27FC236}">
                <a16:creationId xmlns:a16="http://schemas.microsoft.com/office/drawing/2014/main" id="{310AF9D1-EC57-47F0-B3F5-242AF075C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6567500" name="Rectangle: Rounded Corners 989138248">
            <a:extLst xmlns:a="http://schemas.openxmlformats.org/drawingml/2006/main">
              <a:ext uri="{FF2B5EF4-FFF2-40B4-BE49-F238E27FC236}">
                <a16:creationId xmlns:a16="http://schemas.microsoft.com/office/drawing/2014/main" id="{F2301F5D-36E2-4F4C-A37F-60AD45E2BF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4588244" name="Rectangle: Rounded Corners 1616044445">
            <a:extLst xmlns:a="http://schemas.openxmlformats.org/drawingml/2006/main">
              <a:ext uri="{FF2B5EF4-FFF2-40B4-BE49-F238E27FC236}">
                <a16:creationId xmlns:a16="http://schemas.microsoft.com/office/drawing/2014/main" id="{B47BF719-FB02-463B-BE9B-B0FB6F85BCC8}"/>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951464195" name="Arrow: Right 594282241">
            <a:extLst xmlns:a="http://schemas.openxmlformats.org/drawingml/2006/main">
              <a:ext uri="{FF2B5EF4-FFF2-40B4-BE49-F238E27FC236}">
                <a16:creationId xmlns:a16="http://schemas.microsoft.com/office/drawing/2014/main" id="{621A3CCB-84E7-4997-8CFE-9E3AC5A28B1B}"/>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191594784" name="Rectangle: Rounded Corners 733975538">
            <a:extLst xmlns:a="http://schemas.openxmlformats.org/drawingml/2006/main">
              <a:ext uri="{FF2B5EF4-FFF2-40B4-BE49-F238E27FC236}">
                <a16:creationId xmlns:a16="http://schemas.microsoft.com/office/drawing/2014/main" id="{4528E8FF-9804-42DE-BA59-E6C2CB25A0C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727665382" name="Arrow: Right 826463740">
            <a:extLst xmlns:a="http://schemas.openxmlformats.org/drawingml/2006/main">
              <a:ext uri="{FF2B5EF4-FFF2-40B4-BE49-F238E27FC236}">
                <a16:creationId xmlns:a16="http://schemas.microsoft.com/office/drawing/2014/main" id="{8D588941-6F4F-4B5B-8502-D626E6355506}"/>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2049213037" name="Rectangle: Rounded Corners 1611946980">
            <a:extLst xmlns:a="http://schemas.openxmlformats.org/drawingml/2006/main">
              <a:ext uri="{FF2B5EF4-FFF2-40B4-BE49-F238E27FC236}">
                <a16:creationId xmlns:a16="http://schemas.microsoft.com/office/drawing/2014/main" id="{7BD2F237-060F-48EC-8348-AEC25A125FF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2035620062" name="Arrow: Right 1141760594">
            <a:extLst xmlns:a="http://schemas.openxmlformats.org/drawingml/2006/main">
              <a:ext uri="{FF2B5EF4-FFF2-40B4-BE49-F238E27FC236}">
                <a16:creationId xmlns:a16="http://schemas.microsoft.com/office/drawing/2014/main" id="{511B63F1-FF8A-413A-9E2C-1B211EBDD5F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634879" name="Oval 546463300">
            <a:extLst xmlns:a="http://schemas.openxmlformats.org/drawingml/2006/main">
              <a:ext uri="{FF2B5EF4-FFF2-40B4-BE49-F238E27FC236}">
                <a16:creationId xmlns:a16="http://schemas.microsoft.com/office/drawing/2014/main" id="{6634C4BB-C80C-4A6E-A161-DC8CBE0F3DF8}"/>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078890435" name="Rectangle 1547793054">
            <a:extLst xmlns:a="http://schemas.openxmlformats.org/drawingml/2006/main">
              <a:ext uri="{FF2B5EF4-FFF2-40B4-BE49-F238E27FC236}">
                <a16:creationId xmlns:a16="http://schemas.microsoft.com/office/drawing/2014/main" id="{581B183A-E495-4989-85EC-E732750E8A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50</a:t>
            </a:r>
          </a:p>
        </p:txBody>
      </p:sp>
    </p:spTree>
    <p:extLst>
      <p:ext uri="{BB962C8B-B14F-4D97-AF65-F5344CB8AC3E}">
        <p14:creationId xmlns:p14="http://schemas.microsoft.com/office/powerpoint/2010/main" val="1095134253"/>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7291563" name="Rectangle 106407163">
            <a:extLst xmlns:a="http://schemas.openxmlformats.org/drawingml/2006/main">
              <a:ext uri="{FF2B5EF4-FFF2-40B4-BE49-F238E27FC236}">
                <a16:creationId xmlns:a16="http://schemas.microsoft.com/office/drawing/2014/main" id="{2DD38391-B581-4723-8BF8-CD7CE41989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92090703" name="Rectangle 440135367">
            <a:extLst xmlns:a="http://schemas.openxmlformats.org/drawingml/2006/main">
              <a:ext uri="{FF2B5EF4-FFF2-40B4-BE49-F238E27FC236}">
                <a16:creationId xmlns:a16="http://schemas.microsoft.com/office/drawing/2014/main" id="{F8F5BDB1-24B0-48F7-8C53-8E97D514C8C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79029912" name="Rectangle: Rounded Corners 989138248">
            <a:extLst xmlns:a="http://schemas.openxmlformats.org/drawingml/2006/main">
              <a:ext uri="{FF2B5EF4-FFF2-40B4-BE49-F238E27FC236}">
                <a16:creationId xmlns:a16="http://schemas.microsoft.com/office/drawing/2014/main" id="{39741B30-3DF4-4D5D-AFC0-73BFFB5A6D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712796" name="Rectangle 1547793054">
            <a:extLst xmlns:a="http://schemas.openxmlformats.org/drawingml/2006/main">
              <a:ext uri="{FF2B5EF4-FFF2-40B4-BE49-F238E27FC236}">
                <a16:creationId xmlns:a16="http://schemas.microsoft.com/office/drawing/2014/main" id="{3A25CC49-73F6-484E-8FF6-4D91E9B8C3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51</a:t>
            </a:r>
          </a:p>
        </p:txBody>
      </p:sp>
      <p:sp>
        <p:nvSpPr>
          <p:cNvPr id="118423866" name="model-group-label">
            <a:extLst xmlns:a="http://schemas.openxmlformats.org/drawingml/2006/main">
              <a:ext uri="{FF2B5EF4-FFF2-40B4-BE49-F238E27FC236}">
                <a16:creationId xmlns:a16="http://schemas.microsoft.com/office/drawing/2014/main" id="{A3B0B547-5C15-4BDF-A22E-BB932229B3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90485096" name="config-component">
            <a:extLst xmlns:a="http://schemas.openxmlformats.org/drawingml/2006/main">
              <a:ext uri="{FF2B5EF4-FFF2-40B4-BE49-F238E27FC236}">
                <a16:creationId xmlns:a16="http://schemas.microsoft.com/office/drawing/2014/main" id="{9CB9A064-0945-49BA-A4F3-1BC218FB6FB6}"/>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610123" name="config-label">
            <a:extLst xmlns:a="http://schemas.openxmlformats.org/drawingml/2006/main">
              <a:ext uri="{FF2B5EF4-FFF2-40B4-BE49-F238E27FC236}">
                <a16:creationId xmlns:a16="http://schemas.microsoft.com/office/drawing/2014/main" id="{1BCFE883-5553-49E7-A69B-DA3B04F5B56D}"/>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2317352" name="config-title">
            <a:extLst xmlns:a="http://schemas.openxmlformats.org/drawingml/2006/main">
              <a:ext uri="{FF2B5EF4-FFF2-40B4-BE49-F238E27FC236}">
                <a16:creationId xmlns:a16="http://schemas.microsoft.com/office/drawing/2014/main" id="{A4E606A5-0018-4320-9541-075981B794C0}"/>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572334808" name="config-detail">
            <a:extLst xmlns:a="http://schemas.openxmlformats.org/drawingml/2006/main">
              <a:ext uri="{FF2B5EF4-FFF2-40B4-BE49-F238E27FC236}">
                <a16:creationId xmlns:a16="http://schemas.microsoft.com/office/drawing/2014/main" id="{7A91AEF9-2B00-43CA-B7DC-6AB01BC0E72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814584326" name="model-plus">
            <a:extLst xmlns:a="http://schemas.openxmlformats.org/drawingml/2006/main">
              <a:ext uri="{FF2B5EF4-FFF2-40B4-BE49-F238E27FC236}">
                <a16:creationId xmlns:a16="http://schemas.microsoft.com/office/drawing/2014/main" id="{819414B6-42B9-415B-BB60-A69A6219FD59}"/>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5435317" name="checkpoint-component">
            <a:extLst xmlns:a="http://schemas.openxmlformats.org/drawingml/2006/main">
              <a:ext uri="{FF2B5EF4-FFF2-40B4-BE49-F238E27FC236}">
                <a16:creationId xmlns:a16="http://schemas.microsoft.com/office/drawing/2014/main" id="{0EB96044-D5B7-49EF-AF13-714DE1B0FFCB}"/>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71273" name="checkpoint-label">
            <a:extLst xmlns:a="http://schemas.openxmlformats.org/drawingml/2006/main">
              <a:ext uri="{FF2B5EF4-FFF2-40B4-BE49-F238E27FC236}">
                <a16:creationId xmlns:a16="http://schemas.microsoft.com/office/drawing/2014/main" id="{313D9C11-8449-413F-83BF-BA0BACF64544}"/>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72863512" name="checkpoint-title">
            <a:extLst xmlns:a="http://schemas.openxmlformats.org/drawingml/2006/main">
              <a:ext uri="{FF2B5EF4-FFF2-40B4-BE49-F238E27FC236}">
                <a16:creationId xmlns:a16="http://schemas.microsoft.com/office/drawing/2014/main" id="{D245DAF7-58A2-4B37-A859-A0975C22657F}"/>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33367476" name="checkpoint-detail">
            <a:extLst xmlns:a="http://schemas.openxmlformats.org/drawingml/2006/main">
              <a:ext uri="{FF2B5EF4-FFF2-40B4-BE49-F238E27FC236}">
                <a16:creationId xmlns:a16="http://schemas.microsoft.com/office/drawing/2014/main" id="{2204BE8B-E139-443C-B5D0-FFDCF4CE1999}"/>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350283749" name="tokenizer-plus">
            <a:extLst xmlns:a="http://schemas.openxmlformats.org/drawingml/2006/main">
              <a:ext uri="{FF2B5EF4-FFF2-40B4-BE49-F238E27FC236}">
                <a16:creationId xmlns:a16="http://schemas.microsoft.com/office/drawing/2014/main" id="{5CD27A79-EC7D-407A-9E57-1C8DA2653490}"/>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412428362" name="text ↔ ids-component">
            <a:extLst xmlns:a="http://schemas.openxmlformats.org/drawingml/2006/main">
              <a:ext uri="{FF2B5EF4-FFF2-40B4-BE49-F238E27FC236}">
                <a16:creationId xmlns:a16="http://schemas.microsoft.com/office/drawing/2014/main" id="{C56265CD-D0C3-4494-89D0-9DA7429F5DB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910381" name="text ↔ ids-label">
            <a:extLst xmlns:a="http://schemas.openxmlformats.org/drawingml/2006/main">
              <a:ext uri="{FF2B5EF4-FFF2-40B4-BE49-F238E27FC236}">
                <a16:creationId xmlns:a16="http://schemas.microsoft.com/office/drawing/2014/main" id="{8474BE2F-4E05-42B3-86E1-21AB780FA7E6}"/>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584404321" name="text ↔ ids-title">
            <a:extLst xmlns:a="http://schemas.openxmlformats.org/drawingml/2006/main">
              <a:ext uri="{FF2B5EF4-FFF2-40B4-BE49-F238E27FC236}">
                <a16:creationId xmlns:a16="http://schemas.microsoft.com/office/drawing/2014/main" id="{303C0961-C5DD-4920-ABF8-5C9C2D6BBE61}"/>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220238249" name="text ↔ ids-detail">
            <a:extLst xmlns:a="http://schemas.openxmlformats.org/drawingml/2006/main">
              <a:ext uri="{FF2B5EF4-FFF2-40B4-BE49-F238E27FC236}">
                <a16:creationId xmlns:a16="http://schemas.microsoft.com/office/drawing/2014/main" id="{B5B48ACB-8CD3-47ED-A6B3-8FFF559B18D5}"/>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748884149" name="matching-takeaway">
            <a:extLst xmlns:a="http://schemas.openxmlformats.org/drawingml/2006/main">
              <a:ext uri="{FF2B5EF4-FFF2-40B4-BE49-F238E27FC236}">
                <a16:creationId xmlns:a16="http://schemas.microsoft.com/office/drawing/2014/main" id="{19BFD85F-E547-4BB8-BF9C-1FEF0ADE9A6B}"/>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115504313"/>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0532450" name="Rectangle 965507380">
            <a:extLst xmlns:a="http://schemas.openxmlformats.org/drawingml/2006/main">
              <a:ext uri="{FF2B5EF4-FFF2-40B4-BE49-F238E27FC236}">
                <a16:creationId xmlns:a16="http://schemas.microsoft.com/office/drawing/2014/main" id="{21C484EA-BD7D-4068-91B9-D12D9A2C92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137057172" name="Rectangle 139921793">
            <a:extLst xmlns:a="http://schemas.openxmlformats.org/drawingml/2006/main">
              <a:ext uri="{FF2B5EF4-FFF2-40B4-BE49-F238E27FC236}">
                <a16:creationId xmlns:a16="http://schemas.microsoft.com/office/drawing/2014/main" id="{E4021220-7470-4708-9C0B-45165E30A2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213668523" name="Rectangle: Rounded Corners 1511732123">
            <a:extLst xmlns:a="http://schemas.openxmlformats.org/drawingml/2006/main">
              <a:ext uri="{FF2B5EF4-FFF2-40B4-BE49-F238E27FC236}">
                <a16:creationId xmlns:a16="http://schemas.microsoft.com/office/drawing/2014/main" id="{17B9678A-AFA1-4B65-B0A4-57DA5448B2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3640993" name="Rectangle: Rounded Corners 2034787168">
            <a:extLst xmlns:a="http://schemas.openxmlformats.org/drawingml/2006/main">
              <a:ext uri="{FF2B5EF4-FFF2-40B4-BE49-F238E27FC236}">
                <a16:creationId xmlns:a16="http://schemas.microsoft.com/office/drawing/2014/main" id="{2BD3127E-F652-4889-9D05-BCB8371F3AEA}"/>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435987359" name="Arrow: Right 1804858146">
            <a:extLst xmlns:a="http://schemas.openxmlformats.org/drawingml/2006/main">
              <a:ext uri="{FF2B5EF4-FFF2-40B4-BE49-F238E27FC236}">
                <a16:creationId xmlns:a16="http://schemas.microsoft.com/office/drawing/2014/main" id="{43875B63-82EC-4413-963D-6A0E5A52C16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5034470" name="Rectangle: Rounded Corners 2119234794">
            <a:extLst xmlns:a="http://schemas.openxmlformats.org/drawingml/2006/main">
              <a:ext uri="{FF2B5EF4-FFF2-40B4-BE49-F238E27FC236}">
                <a16:creationId xmlns:a16="http://schemas.microsoft.com/office/drawing/2014/main" id="{ED9B5D28-63D2-4C97-95AA-E0741B15EA8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837418122" name="Arrow: Right 1610655777">
            <a:extLst xmlns:a="http://schemas.openxmlformats.org/drawingml/2006/main">
              <a:ext uri="{FF2B5EF4-FFF2-40B4-BE49-F238E27FC236}">
                <a16:creationId xmlns:a16="http://schemas.microsoft.com/office/drawing/2014/main" id="{4AD8DCA9-3784-4EB7-AD7F-FA3CDE1ACB0D}"/>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6335478" name="Rectangle: Rounded Corners 67679862">
            <a:extLst xmlns:a="http://schemas.openxmlformats.org/drawingml/2006/main">
              <a:ext uri="{FF2B5EF4-FFF2-40B4-BE49-F238E27FC236}">
                <a16:creationId xmlns:a16="http://schemas.microsoft.com/office/drawing/2014/main" id="{111B9403-4521-40DE-81BF-7068E42833F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799363747" name="Straight Connector 1129615995">
            <a:extLst xmlns:a="http://schemas.openxmlformats.org/drawingml/2006/main">
              <a:ext uri="{FF2B5EF4-FFF2-40B4-BE49-F238E27FC236}">
                <a16:creationId xmlns:a16="http://schemas.microsoft.com/office/drawing/2014/main" id="{8E9AB8B7-DA17-462B-9FBF-3B2F81293800}"/>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2025009" name="Rectangle 701260999">
            <a:extLst xmlns:a="http://schemas.openxmlformats.org/drawingml/2006/main">
              <a:ext uri="{FF2B5EF4-FFF2-40B4-BE49-F238E27FC236}">
                <a16:creationId xmlns:a16="http://schemas.microsoft.com/office/drawing/2014/main" id="{C9A8E9FE-F2A7-4A19-B3F4-0E6BDDCE7E2E}"/>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914002320" name="Rectangle 567537238">
            <a:extLst xmlns:a="http://schemas.openxmlformats.org/drawingml/2006/main">
              <a:ext uri="{FF2B5EF4-FFF2-40B4-BE49-F238E27FC236}">
                <a16:creationId xmlns:a16="http://schemas.microsoft.com/office/drawing/2014/main" id="{D62AF492-355E-4E85-A889-FFB5CBA9986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52</a:t>
            </a:r>
          </a:p>
        </p:txBody>
      </p:sp>
    </p:spTree>
    <p:extLst>
      <p:ext uri="{BB962C8B-B14F-4D97-AF65-F5344CB8AC3E}">
        <p14:creationId xmlns:p14="http://schemas.microsoft.com/office/powerpoint/2010/main" val="64501972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967059" name="Rectangle 1814109763">
            <a:extLst xmlns:a="http://schemas.openxmlformats.org/drawingml/2006/main">
              <a:ext uri="{FF2B5EF4-FFF2-40B4-BE49-F238E27FC236}">
                <a16:creationId xmlns:a16="http://schemas.microsoft.com/office/drawing/2014/main" id="{932AEA80-82F0-433B-8BDB-0000B00CCB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799497512" name="Rectangle 2024296005">
            <a:extLst xmlns:a="http://schemas.openxmlformats.org/drawingml/2006/main">
              <a:ext uri="{FF2B5EF4-FFF2-40B4-BE49-F238E27FC236}">
                <a16:creationId xmlns:a16="http://schemas.microsoft.com/office/drawing/2014/main" id="{46B4F410-4BD5-4BA4-A858-DE818FC5F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369881508" name="Rectangle: Rounded Corners 520397166">
            <a:extLst xmlns:a="http://schemas.openxmlformats.org/drawingml/2006/main">
              <a:ext uri="{FF2B5EF4-FFF2-40B4-BE49-F238E27FC236}">
                <a16:creationId xmlns:a16="http://schemas.microsoft.com/office/drawing/2014/main" id="{C603F78D-85B0-43D1-B17B-9D16D5F6BF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751437" name="Rectangle 1861104430">
            <a:extLst xmlns:a="http://schemas.openxmlformats.org/drawingml/2006/main">
              <a:ext uri="{FF2B5EF4-FFF2-40B4-BE49-F238E27FC236}">
                <a16:creationId xmlns:a16="http://schemas.microsoft.com/office/drawing/2014/main" id="{02B7BA34-B689-456E-A55B-0AFED07208BA}"/>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001267744" name="Rectangle: Rounded Corners 1392389716">
            <a:extLst xmlns:a="http://schemas.openxmlformats.org/drawingml/2006/main">
              <a:ext uri="{FF2B5EF4-FFF2-40B4-BE49-F238E27FC236}">
                <a16:creationId xmlns:a16="http://schemas.microsoft.com/office/drawing/2014/main" id="{20637AC8-7037-44ED-B832-A55DDB8D697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662018" name="Rectangle: Rounded Corners 304746229">
            <a:extLst xmlns:a="http://schemas.openxmlformats.org/drawingml/2006/main">
              <a:ext uri="{FF2B5EF4-FFF2-40B4-BE49-F238E27FC236}">
                <a16:creationId xmlns:a16="http://schemas.microsoft.com/office/drawing/2014/main" id="{9D3F76F4-C0E3-4F16-BA67-8A4DB528E769}"/>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987705" name="Rectangle: Rounded Corners 1222174650">
            <a:extLst xmlns:a="http://schemas.openxmlformats.org/drawingml/2006/main">
              <a:ext uri="{FF2B5EF4-FFF2-40B4-BE49-F238E27FC236}">
                <a16:creationId xmlns:a16="http://schemas.microsoft.com/office/drawing/2014/main" id="{87E1F2B3-94B3-48D8-9FAF-642C90D08F3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15743" name="Rectangle: Rounded Corners 221083532">
            <a:extLst xmlns:a="http://schemas.openxmlformats.org/drawingml/2006/main">
              <a:ext uri="{FF2B5EF4-FFF2-40B4-BE49-F238E27FC236}">
                <a16:creationId xmlns:a16="http://schemas.microsoft.com/office/drawing/2014/main" id="{B94EB595-7200-4231-8F39-8BA9E9F75AC8}"/>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525762" name="Rectangle: Rounded Corners 1871169587">
            <a:extLst xmlns:a="http://schemas.openxmlformats.org/drawingml/2006/main">
              <a:ext uri="{FF2B5EF4-FFF2-40B4-BE49-F238E27FC236}">
                <a16:creationId xmlns:a16="http://schemas.microsoft.com/office/drawing/2014/main" id="{DC93B332-CFE4-41DF-88C8-DC18E9E206E3}"/>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376476" name="Rectangle 1899079274">
            <a:extLst xmlns:a="http://schemas.openxmlformats.org/drawingml/2006/main">
              <a:ext uri="{FF2B5EF4-FFF2-40B4-BE49-F238E27FC236}">
                <a16:creationId xmlns:a16="http://schemas.microsoft.com/office/drawing/2014/main" id="{2E17A084-D3CA-4D7F-A94A-130A146AB854}"/>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44149433" name="Rectangle: Rounded Corners 557756631">
            <a:extLst xmlns:a="http://schemas.openxmlformats.org/drawingml/2006/main">
              <a:ext uri="{FF2B5EF4-FFF2-40B4-BE49-F238E27FC236}">
                <a16:creationId xmlns:a16="http://schemas.microsoft.com/office/drawing/2014/main" id="{315E4805-AE8C-40FA-B6D2-C81F0E3620E9}"/>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3943931" name="Rectangle: Rounded Corners 421477788">
            <a:extLst xmlns:a="http://schemas.openxmlformats.org/drawingml/2006/main">
              <a:ext uri="{FF2B5EF4-FFF2-40B4-BE49-F238E27FC236}">
                <a16:creationId xmlns:a16="http://schemas.microsoft.com/office/drawing/2014/main" id="{B7185F57-2B99-4CBA-BCAD-D2D29A98912A}"/>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2568554" name="Rectangle: Rounded Corners 358930618">
            <a:extLst xmlns:a="http://schemas.openxmlformats.org/drawingml/2006/main">
              <a:ext uri="{FF2B5EF4-FFF2-40B4-BE49-F238E27FC236}">
                <a16:creationId xmlns:a16="http://schemas.microsoft.com/office/drawing/2014/main" id="{A10154A3-D442-4635-A3A4-1DC64F15D93F}"/>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152906" name="Rectangle: Rounded Corners 92675593">
            <a:extLst xmlns:a="http://schemas.openxmlformats.org/drawingml/2006/main">
              <a:ext uri="{FF2B5EF4-FFF2-40B4-BE49-F238E27FC236}">
                <a16:creationId xmlns:a16="http://schemas.microsoft.com/office/drawing/2014/main" id="{472D372C-ED25-4E73-9D7E-2B2844F329D7}"/>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894749" name="Rectangle: Rounded Corners 1199041677">
            <a:extLst xmlns:a="http://schemas.openxmlformats.org/drawingml/2006/main">
              <a:ext uri="{FF2B5EF4-FFF2-40B4-BE49-F238E27FC236}">
                <a16:creationId xmlns:a16="http://schemas.microsoft.com/office/drawing/2014/main" id="{EB422AF1-CA69-42E9-900F-255BC35BC94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8144819" name="Rectangle 35073005">
            <a:extLst xmlns:a="http://schemas.openxmlformats.org/drawingml/2006/main">
              <a:ext uri="{FF2B5EF4-FFF2-40B4-BE49-F238E27FC236}">
                <a16:creationId xmlns:a16="http://schemas.microsoft.com/office/drawing/2014/main" id="{7B477F78-6875-4807-B868-9BACBA7C8A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53</a:t>
            </a:r>
          </a:p>
        </p:txBody>
      </p:sp>
    </p:spTree>
    <p:extLst>
      <p:ext uri="{BB962C8B-B14F-4D97-AF65-F5344CB8AC3E}">
        <p14:creationId xmlns:p14="http://schemas.microsoft.com/office/powerpoint/2010/main" val="79077186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24012" name="Rectangle 642368024">
            <a:extLst xmlns:a="http://schemas.openxmlformats.org/drawingml/2006/main">
              <a:ext uri="{FF2B5EF4-FFF2-40B4-BE49-F238E27FC236}">
                <a16:creationId xmlns:a16="http://schemas.microsoft.com/office/drawing/2014/main" id="{1591812C-0C55-4952-A7ED-52C7740060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583798624" name="Rectangle 1340580572">
            <a:extLst xmlns:a="http://schemas.openxmlformats.org/drawingml/2006/main">
              <a:ext uri="{FF2B5EF4-FFF2-40B4-BE49-F238E27FC236}">
                <a16:creationId xmlns:a16="http://schemas.microsoft.com/office/drawing/2014/main" id="{27B3E314-DFDA-4B3F-914F-65B6166DDA0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57947946" name="Rectangle: Rounded Corners 1167098246">
            <a:extLst xmlns:a="http://schemas.openxmlformats.org/drawingml/2006/main">
              <a:ext uri="{FF2B5EF4-FFF2-40B4-BE49-F238E27FC236}">
                <a16:creationId xmlns:a16="http://schemas.microsoft.com/office/drawing/2014/main" id="{5481F7AA-2195-44E3-84D8-D2A85450541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2116654" name="Rectangle: Rounded Corners 391850247">
            <a:extLst xmlns:a="http://schemas.openxmlformats.org/drawingml/2006/main">
              <a:ext uri="{FF2B5EF4-FFF2-40B4-BE49-F238E27FC236}">
                <a16:creationId xmlns:a16="http://schemas.microsoft.com/office/drawing/2014/main" id="{982EC444-D872-40D1-9F75-DEFD0D179D9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63362" name="Rectangle 558602476">
            <a:extLst xmlns:a="http://schemas.openxmlformats.org/drawingml/2006/main">
              <a:ext uri="{FF2B5EF4-FFF2-40B4-BE49-F238E27FC236}">
                <a16:creationId xmlns:a16="http://schemas.microsoft.com/office/drawing/2014/main" id="{556A3271-8AD5-4D98-A6CB-FDF94EA82861}"/>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876319760" name="Rectangle 908481340">
            <a:extLst xmlns:a="http://schemas.openxmlformats.org/drawingml/2006/main">
              <a:ext uri="{FF2B5EF4-FFF2-40B4-BE49-F238E27FC236}">
                <a16:creationId xmlns:a16="http://schemas.microsoft.com/office/drawing/2014/main" id="{D95EA1F6-3E9B-4E2F-8237-363CA09FE9AC}"/>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787391958" name="Rectangle 803342785">
            <a:extLst xmlns:a="http://schemas.openxmlformats.org/drawingml/2006/main">
              <a:ext uri="{FF2B5EF4-FFF2-40B4-BE49-F238E27FC236}">
                <a16:creationId xmlns:a16="http://schemas.microsoft.com/office/drawing/2014/main" id="{5DE159CD-B227-465B-976F-698F6B6DD035}"/>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671227195" name="Rectangle: Rounded Corners 1990101030">
            <a:extLst xmlns:a="http://schemas.openxmlformats.org/drawingml/2006/main">
              <a:ext uri="{FF2B5EF4-FFF2-40B4-BE49-F238E27FC236}">
                <a16:creationId xmlns:a16="http://schemas.microsoft.com/office/drawing/2014/main" id="{076C6FB4-E2B0-485B-A617-6147041F40ED}"/>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30781" name="Rectangle 1511392786">
            <a:extLst xmlns:a="http://schemas.openxmlformats.org/drawingml/2006/main">
              <a:ext uri="{FF2B5EF4-FFF2-40B4-BE49-F238E27FC236}">
                <a16:creationId xmlns:a16="http://schemas.microsoft.com/office/drawing/2014/main" id="{4DFB3F50-0182-4366-894E-8028DFE20DE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45014258" name="Rectangle: Rounded Corners 768585734">
            <a:extLst xmlns:a="http://schemas.openxmlformats.org/drawingml/2006/main">
              <a:ext uri="{FF2B5EF4-FFF2-40B4-BE49-F238E27FC236}">
                <a16:creationId xmlns:a16="http://schemas.microsoft.com/office/drawing/2014/main" id="{E4C2A62B-04A4-45BE-ABC8-F6E811014D35}"/>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985134" name="Rectangle 734996419">
            <a:extLst xmlns:a="http://schemas.openxmlformats.org/drawingml/2006/main">
              <a:ext uri="{FF2B5EF4-FFF2-40B4-BE49-F238E27FC236}">
                <a16:creationId xmlns:a16="http://schemas.microsoft.com/office/drawing/2014/main" id="{41AFAC82-6836-4FCE-960F-85EDC29CF74F}"/>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4023280" name="Rectangle: Rounded Corners 904396018">
            <a:extLst xmlns:a="http://schemas.openxmlformats.org/drawingml/2006/main">
              <a:ext uri="{FF2B5EF4-FFF2-40B4-BE49-F238E27FC236}">
                <a16:creationId xmlns:a16="http://schemas.microsoft.com/office/drawing/2014/main" id="{87A251BB-1D8E-4B76-9500-6EF71E224214}"/>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263280" name="Rectangle 1723400869">
            <a:extLst xmlns:a="http://schemas.openxmlformats.org/drawingml/2006/main">
              <a:ext uri="{FF2B5EF4-FFF2-40B4-BE49-F238E27FC236}">
                <a16:creationId xmlns:a16="http://schemas.microsoft.com/office/drawing/2014/main" id="{7683A3DD-FF23-4E22-958A-D61E1B42BF7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41359818" name="Rectangle: Rounded Corners 1904735606">
            <a:extLst xmlns:a="http://schemas.openxmlformats.org/drawingml/2006/main">
              <a:ext uri="{FF2B5EF4-FFF2-40B4-BE49-F238E27FC236}">
                <a16:creationId xmlns:a16="http://schemas.microsoft.com/office/drawing/2014/main" id="{3AFA55A7-CF84-4976-8CA3-68146B269B6B}"/>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1828" name="Rectangle 1977779495">
            <a:extLst xmlns:a="http://schemas.openxmlformats.org/drawingml/2006/main">
              <a:ext uri="{FF2B5EF4-FFF2-40B4-BE49-F238E27FC236}">
                <a16:creationId xmlns:a16="http://schemas.microsoft.com/office/drawing/2014/main" id="{6D8204DC-8063-482A-A68A-2FFE2293D960}"/>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51767557" name="Rectangle: Rounded Corners 758909754">
            <a:extLst xmlns:a="http://schemas.openxmlformats.org/drawingml/2006/main">
              <a:ext uri="{FF2B5EF4-FFF2-40B4-BE49-F238E27FC236}">
                <a16:creationId xmlns:a16="http://schemas.microsoft.com/office/drawing/2014/main" id="{138878C5-AC5D-47BE-B65E-0E2CCC5E765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8503766" name="Rectangle 1103671468">
            <a:extLst xmlns:a="http://schemas.openxmlformats.org/drawingml/2006/main">
              <a:ext uri="{FF2B5EF4-FFF2-40B4-BE49-F238E27FC236}">
                <a16:creationId xmlns:a16="http://schemas.microsoft.com/office/drawing/2014/main" id="{875506EC-8BF4-4F75-9930-18D9AFB16856}"/>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2684442" name="Rectangle: Rounded Corners 1109785804">
            <a:extLst xmlns:a="http://schemas.openxmlformats.org/drawingml/2006/main">
              <a:ext uri="{FF2B5EF4-FFF2-40B4-BE49-F238E27FC236}">
                <a16:creationId xmlns:a16="http://schemas.microsoft.com/office/drawing/2014/main" id="{9CD60A8C-1295-42E8-9489-A6D01BDD895B}"/>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193303" name="Rectangle 87535763">
            <a:extLst xmlns:a="http://schemas.openxmlformats.org/drawingml/2006/main">
              <a:ext uri="{FF2B5EF4-FFF2-40B4-BE49-F238E27FC236}">
                <a16:creationId xmlns:a16="http://schemas.microsoft.com/office/drawing/2014/main" id="{CC831F91-F2F9-48F7-BB94-D7346A8D1AEC}"/>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3881794" name="Rectangle: Rounded Corners 395524451">
            <a:extLst xmlns:a="http://schemas.openxmlformats.org/drawingml/2006/main">
              <a:ext uri="{FF2B5EF4-FFF2-40B4-BE49-F238E27FC236}">
                <a16:creationId xmlns:a16="http://schemas.microsoft.com/office/drawing/2014/main" id="{F8FD630C-5217-4582-8848-35933720FE3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9237936" name="Rectangle 752117888">
            <a:extLst xmlns:a="http://schemas.openxmlformats.org/drawingml/2006/main">
              <a:ext uri="{FF2B5EF4-FFF2-40B4-BE49-F238E27FC236}">
                <a16:creationId xmlns:a16="http://schemas.microsoft.com/office/drawing/2014/main" id="{F8B3AC25-3389-4463-A16D-AFC9B27A58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53632216" name="Rectangle: Rounded Corners 1187034514">
            <a:extLst xmlns:a="http://schemas.openxmlformats.org/drawingml/2006/main">
              <a:ext uri="{FF2B5EF4-FFF2-40B4-BE49-F238E27FC236}">
                <a16:creationId xmlns:a16="http://schemas.microsoft.com/office/drawing/2014/main" id="{C62F0964-0842-4CD1-9300-E170D2F93BEC}"/>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882249" name="Rectangle 1239831952">
            <a:extLst xmlns:a="http://schemas.openxmlformats.org/drawingml/2006/main">
              <a:ext uri="{FF2B5EF4-FFF2-40B4-BE49-F238E27FC236}">
                <a16:creationId xmlns:a16="http://schemas.microsoft.com/office/drawing/2014/main" id="{0A820E3A-2DF1-47AD-8D96-782D1D84F8E8}"/>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494166063" name="Rectangle: Rounded Corners 1990686703">
            <a:extLst xmlns:a="http://schemas.openxmlformats.org/drawingml/2006/main">
              <a:ext uri="{FF2B5EF4-FFF2-40B4-BE49-F238E27FC236}">
                <a16:creationId xmlns:a16="http://schemas.microsoft.com/office/drawing/2014/main" id="{8DA009FE-C419-4313-AF51-BF6E27BCD32C}"/>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0425482" name="Rectangle 790741738">
            <a:extLst xmlns:a="http://schemas.openxmlformats.org/drawingml/2006/main">
              <a:ext uri="{FF2B5EF4-FFF2-40B4-BE49-F238E27FC236}">
                <a16:creationId xmlns:a16="http://schemas.microsoft.com/office/drawing/2014/main" id="{F54A435F-2212-4690-AAB3-E0C229EEB900}"/>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489167318" name="Rectangle 1344716697">
            <a:extLst xmlns:a="http://schemas.openxmlformats.org/drawingml/2006/main">
              <a:ext uri="{FF2B5EF4-FFF2-40B4-BE49-F238E27FC236}">
                <a16:creationId xmlns:a16="http://schemas.microsoft.com/office/drawing/2014/main" id="{27288434-E5A9-4B23-9334-AEC00AF3B55F}"/>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1837845001" name="Rectangle: Rounded Corners 505587208">
            <a:extLst xmlns:a="http://schemas.openxmlformats.org/drawingml/2006/main">
              <a:ext uri="{FF2B5EF4-FFF2-40B4-BE49-F238E27FC236}">
                <a16:creationId xmlns:a16="http://schemas.microsoft.com/office/drawing/2014/main" id="{46C8C350-5180-458C-9676-028BB02E0FF4}"/>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984876" name="Rectangle 1817540189">
            <a:extLst xmlns:a="http://schemas.openxmlformats.org/drawingml/2006/main">
              <a:ext uri="{FF2B5EF4-FFF2-40B4-BE49-F238E27FC236}">
                <a16:creationId xmlns:a16="http://schemas.microsoft.com/office/drawing/2014/main" id="{627717DB-C3BF-447B-B830-16E5A76080B8}"/>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809218337" name="Rectangle: Rounded Corners 1412774459">
            <a:extLst xmlns:a="http://schemas.openxmlformats.org/drawingml/2006/main">
              <a:ext uri="{FF2B5EF4-FFF2-40B4-BE49-F238E27FC236}">
                <a16:creationId xmlns:a16="http://schemas.microsoft.com/office/drawing/2014/main" id="{CDF28462-D7BC-4BF1-88E2-51809148C7C7}"/>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475863" name="Rectangle 842999192">
            <a:extLst xmlns:a="http://schemas.openxmlformats.org/drawingml/2006/main">
              <a:ext uri="{FF2B5EF4-FFF2-40B4-BE49-F238E27FC236}">
                <a16:creationId xmlns:a16="http://schemas.microsoft.com/office/drawing/2014/main" id="{2B3D6FA5-9010-4CBC-91B6-8ADCFE0234BB}"/>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35563773" name="Rectangle: Rounded Corners 1720875966">
            <a:extLst xmlns:a="http://schemas.openxmlformats.org/drawingml/2006/main">
              <a:ext uri="{FF2B5EF4-FFF2-40B4-BE49-F238E27FC236}">
                <a16:creationId xmlns:a16="http://schemas.microsoft.com/office/drawing/2014/main" id="{10766033-0F19-4B33-ACDD-E8F41324C06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815144" name="Rectangle 66502239">
            <a:extLst xmlns:a="http://schemas.openxmlformats.org/drawingml/2006/main">
              <a:ext uri="{FF2B5EF4-FFF2-40B4-BE49-F238E27FC236}">
                <a16:creationId xmlns:a16="http://schemas.microsoft.com/office/drawing/2014/main" id="{05ADF255-1B62-4B43-8649-0F2D509C7DCD}"/>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585973119" name="Rectangle: Rounded Corners 2118371450">
            <a:extLst xmlns:a="http://schemas.openxmlformats.org/drawingml/2006/main">
              <a:ext uri="{FF2B5EF4-FFF2-40B4-BE49-F238E27FC236}">
                <a16:creationId xmlns:a16="http://schemas.microsoft.com/office/drawing/2014/main" id="{5DBBFE91-352E-4EBE-886C-66081313A371}"/>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415735" name="Rectangle 1265886563">
            <a:extLst xmlns:a="http://schemas.openxmlformats.org/drawingml/2006/main">
              <a:ext uri="{FF2B5EF4-FFF2-40B4-BE49-F238E27FC236}">
                <a16:creationId xmlns:a16="http://schemas.microsoft.com/office/drawing/2014/main" id="{7A32AC7C-5F5F-4DB4-B9B4-296D4F59BDB2}"/>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037964860" name="Rectangle: Rounded Corners 2042608732">
            <a:extLst xmlns:a="http://schemas.openxmlformats.org/drawingml/2006/main">
              <a:ext uri="{FF2B5EF4-FFF2-40B4-BE49-F238E27FC236}">
                <a16:creationId xmlns:a16="http://schemas.microsoft.com/office/drawing/2014/main" id="{455EF3F9-4E3D-4A8E-B9FF-6B17B9AE3532}"/>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9889061" name="Rectangle 661207096">
            <a:extLst xmlns:a="http://schemas.openxmlformats.org/drawingml/2006/main">
              <a:ext uri="{FF2B5EF4-FFF2-40B4-BE49-F238E27FC236}">
                <a16:creationId xmlns:a16="http://schemas.microsoft.com/office/drawing/2014/main" id="{3DF568CD-DCDE-4CA7-B02F-E3FECAA99E6D}"/>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05757937" name="Rectangle: Rounded Corners 1098391783">
            <a:extLst xmlns:a="http://schemas.openxmlformats.org/drawingml/2006/main">
              <a:ext uri="{FF2B5EF4-FFF2-40B4-BE49-F238E27FC236}">
                <a16:creationId xmlns:a16="http://schemas.microsoft.com/office/drawing/2014/main" id="{A69963D3-9991-441C-97CF-9FC2FAC11690}"/>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430524" name="Rectangle 1867510340">
            <a:extLst xmlns:a="http://schemas.openxmlformats.org/drawingml/2006/main">
              <a:ext uri="{FF2B5EF4-FFF2-40B4-BE49-F238E27FC236}">
                <a16:creationId xmlns:a16="http://schemas.microsoft.com/office/drawing/2014/main" id="{55DD741F-98C1-440F-84F1-4279AF99FED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838256567" name="Rectangle 610821016">
            <a:extLst xmlns:a="http://schemas.openxmlformats.org/drawingml/2006/main">
              <a:ext uri="{FF2B5EF4-FFF2-40B4-BE49-F238E27FC236}">
                <a16:creationId xmlns:a16="http://schemas.microsoft.com/office/drawing/2014/main" id="{2DA8711F-137A-4F79-8AA6-CE53F64014F5}"/>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12736675" name="Rectangle: Rounded Corners 1846748793">
            <a:extLst xmlns:a="http://schemas.openxmlformats.org/drawingml/2006/main">
              <a:ext uri="{FF2B5EF4-FFF2-40B4-BE49-F238E27FC236}">
                <a16:creationId xmlns:a16="http://schemas.microsoft.com/office/drawing/2014/main" id="{678A419B-8EE3-4E00-9C93-35CA969F72BE}"/>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884551339" name="Rectangle 569626175">
            <a:extLst xmlns:a="http://schemas.openxmlformats.org/drawingml/2006/main">
              <a:ext uri="{FF2B5EF4-FFF2-40B4-BE49-F238E27FC236}">
                <a16:creationId xmlns:a16="http://schemas.microsoft.com/office/drawing/2014/main" id="{E254822B-9F2D-486C-9BB9-8FEC60647635}"/>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147014354" name="Rectangle: Rounded Corners 43298065">
            <a:extLst xmlns:a="http://schemas.openxmlformats.org/drawingml/2006/main">
              <a:ext uri="{FF2B5EF4-FFF2-40B4-BE49-F238E27FC236}">
                <a16:creationId xmlns:a16="http://schemas.microsoft.com/office/drawing/2014/main" id="{39ED02D2-41F9-45E5-A1F2-575948B803DF}"/>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478413043" name="Rectangle 114239354">
            <a:extLst xmlns:a="http://schemas.openxmlformats.org/drawingml/2006/main">
              <a:ext uri="{FF2B5EF4-FFF2-40B4-BE49-F238E27FC236}">
                <a16:creationId xmlns:a16="http://schemas.microsoft.com/office/drawing/2014/main" id="{81F52D31-5ED7-416E-8610-C8C495BBD747}"/>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492290052" name="Rectangle: Rounded Corners 1589723464">
            <a:extLst xmlns:a="http://schemas.openxmlformats.org/drawingml/2006/main">
              <a:ext uri="{FF2B5EF4-FFF2-40B4-BE49-F238E27FC236}">
                <a16:creationId xmlns:a16="http://schemas.microsoft.com/office/drawing/2014/main" id="{1D35E39E-6F06-4361-A46B-4306BE3C048B}"/>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014118451" name="Rectangle 127230098">
            <a:extLst xmlns:a="http://schemas.openxmlformats.org/drawingml/2006/main">
              <a:ext uri="{FF2B5EF4-FFF2-40B4-BE49-F238E27FC236}">
                <a16:creationId xmlns:a16="http://schemas.microsoft.com/office/drawing/2014/main" id="{142AFF2E-D623-4EA0-8BB2-FE9E71CCA105}"/>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519098558" name="Rectangle 760303360">
            <a:extLst xmlns:a="http://schemas.openxmlformats.org/drawingml/2006/main">
              <a:ext uri="{FF2B5EF4-FFF2-40B4-BE49-F238E27FC236}">
                <a16:creationId xmlns:a16="http://schemas.microsoft.com/office/drawing/2014/main" id="{FCB0B0F6-688D-49B6-9A40-A12CF4ADC8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54</a:t>
            </a:r>
          </a:p>
        </p:txBody>
      </p:sp>
      <p:pic>
        <p:nvPicPr>
          <p:cNvPr id="2141359866"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cb03e5dbfde648eb">
            <a:extLst>
              <a:ext uri="{96DAC541-7B7A-43D3-8B79-37D633B846F1}">
                <asvg:svgBlip xmlns:asvg="http://schemas.microsoft.com/office/drawing/2016/SVG/main" r:embed="R76df5fad88924b0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193179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595134" name="Rectangle 1109576543">
            <a:extLst xmlns:a="http://schemas.openxmlformats.org/drawingml/2006/main">
              <a:ext uri="{FF2B5EF4-FFF2-40B4-BE49-F238E27FC236}">
                <a16:creationId xmlns:a16="http://schemas.microsoft.com/office/drawing/2014/main" id="{CBEAF9B6-DB60-40F5-866A-52FA9EF8F6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2097944460" name="Rectangle 165357682">
            <a:extLst xmlns:a="http://schemas.openxmlformats.org/drawingml/2006/main">
              <a:ext uri="{FF2B5EF4-FFF2-40B4-BE49-F238E27FC236}">
                <a16:creationId xmlns:a16="http://schemas.microsoft.com/office/drawing/2014/main" id="{80C29397-9D25-4BB9-B8A0-64792E57F4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120181079" name="Rectangle: Rounded Corners 1373434995">
            <a:extLst xmlns:a="http://schemas.openxmlformats.org/drawingml/2006/main">
              <a:ext uri="{FF2B5EF4-FFF2-40B4-BE49-F238E27FC236}">
                <a16:creationId xmlns:a16="http://schemas.microsoft.com/office/drawing/2014/main" id="{BA3EB597-5D14-4341-A133-126C140DAC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056913" name="Straight Connector 247695513">
            <a:extLst xmlns:a="http://schemas.openxmlformats.org/drawingml/2006/main">
              <a:ext uri="{FF2B5EF4-FFF2-40B4-BE49-F238E27FC236}">
                <a16:creationId xmlns:a16="http://schemas.microsoft.com/office/drawing/2014/main" id="{3B9D64DE-C158-4F46-AC29-AC9D078057A7}"/>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159627" name="Oval 628746849">
            <a:extLst xmlns:a="http://schemas.openxmlformats.org/drawingml/2006/main">
              <a:ext uri="{FF2B5EF4-FFF2-40B4-BE49-F238E27FC236}">
                <a16:creationId xmlns:a16="http://schemas.microsoft.com/office/drawing/2014/main" id="{6ED83241-0962-4E2A-A9FA-4246B32C7DC6}"/>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92389909" name="Rectangle 1898660202">
            <a:extLst xmlns:a="http://schemas.openxmlformats.org/drawingml/2006/main">
              <a:ext uri="{FF2B5EF4-FFF2-40B4-BE49-F238E27FC236}">
                <a16:creationId xmlns:a16="http://schemas.microsoft.com/office/drawing/2014/main" id="{D53FE569-5988-491A-B51E-D14AF2DBFE0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970232535" name="Oval 901053968">
            <a:extLst xmlns:a="http://schemas.openxmlformats.org/drawingml/2006/main">
              <a:ext uri="{FF2B5EF4-FFF2-40B4-BE49-F238E27FC236}">
                <a16:creationId xmlns:a16="http://schemas.microsoft.com/office/drawing/2014/main" id="{4CDBDDC7-D7D5-4BD6-9771-EC76F570A2F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17217593" name="Rectangle 2049675483">
            <a:extLst xmlns:a="http://schemas.openxmlformats.org/drawingml/2006/main">
              <a:ext uri="{FF2B5EF4-FFF2-40B4-BE49-F238E27FC236}">
                <a16:creationId xmlns:a16="http://schemas.microsoft.com/office/drawing/2014/main" id="{14529D9D-77F0-4B91-B17D-D92ECC4633FA}"/>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591285216" name="Oval 80204406">
            <a:extLst xmlns:a="http://schemas.openxmlformats.org/drawingml/2006/main">
              <a:ext uri="{FF2B5EF4-FFF2-40B4-BE49-F238E27FC236}">
                <a16:creationId xmlns:a16="http://schemas.microsoft.com/office/drawing/2014/main" id="{CFB8F10C-8376-4684-8EE8-D66215CFA309}"/>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094167750" name="Rectangle 1419699716">
            <a:extLst xmlns:a="http://schemas.openxmlformats.org/drawingml/2006/main">
              <a:ext uri="{FF2B5EF4-FFF2-40B4-BE49-F238E27FC236}">
                <a16:creationId xmlns:a16="http://schemas.microsoft.com/office/drawing/2014/main" id="{75BF784F-6716-42E2-849E-07D054C0AC4D}"/>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72761277" name="Oval 1824188964">
            <a:extLst xmlns:a="http://schemas.openxmlformats.org/drawingml/2006/main">
              <a:ext uri="{FF2B5EF4-FFF2-40B4-BE49-F238E27FC236}">
                <a16:creationId xmlns:a16="http://schemas.microsoft.com/office/drawing/2014/main" id="{0120835A-E41A-4A66-ABAB-02FCF9FE0DDF}"/>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91897231" name="Rectangle 1161191516">
            <a:extLst xmlns:a="http://schemas.openxmlformats.org/drawingml/2006/main">
              <a:ext uri="{FF2B5EF4-FFF2-40B4-BE49-F238E27FC236}">
                <a16:creationId xmlns:a16="http://schemas.microsoft.com/office/drawing/2014/main" id="{322C1D76-16B9-4D9A-B993-3FBC41721154}"/>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25130608" name="Oval 506955708">
            <a:extLst xmlns:a="http://schemas.openxmlformats.org/drawingml/2006/main">
              <a:ext uri="{FF2B5EF4-FFF2-40B4-BE49-F238E27FC236}">
                <a16:creationId xmlns:a16="http://schemas.microsoft.com/office/drawing/2014/main" id="{5AEC061C-48F6-4CA3-9D87-BA29CA9ADE6A}"/>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88272820" name="Rectangle 1606354811">
            <a:extLst xmlns:a="http://schemas.openxmlformats.org/drawingml/2006/main">
              <a:ext uri="{FF2B5EF4-FFF2-40B4-BE49-F238E27FC236}">
                <a16:creationId xmlns:a16="http://schemas.microsoft.com/office/drawing/2014/main" id="{29172502-DFBC-40BA-8806-FE9256FC5550}"/>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628804055" name="Oval 759270822">
            <a:extLst xmlns:a="http://schemas.openxmlformats.org/drawingml/2006/main">
              <a:ext uri="{FF2B5EF4-FFF2-40B4-BE49-F238E27FC236}">
                <a16:creationId xmlns:a16="http://schemas.microsoft.com/office/drawing/2014/main" id="{F45ACC0B-794A-4C22-B6B2-DEF634A06802}"/>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53012874" name="Rectangle 2044500735">
            <a:extLst xmlns:a="http://schemas.openxmlformats.org/drawingml/2006/main">
              <a:ext uri="{FF2B5EF4-FFF2-40B4-BE49-F238E27FC236}">
                <a16:creationId xmlns:a16="http://schemas.microsoft.com/office/drawing/2014/main" id="{2306AFB1-9B75-4B32-904B-E223D31F759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738099830" name="Rectangle 421878984">
            <a:extLst xmlns:a="http://schemas.openxmlformats.org/drawingml/2006/main">
              <a:ext uri="{FF2B5EF4-FFF2-40B4-BE49-F238E27FC236}">
                <a16:creationId xmlns:a16="http://schemas.microsoft.com/office/drawing/2014/main" id="{3C54FD81-CFC2-40B5-83FA-CBAD20C6A529}"/>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767861507" name="Rectangle 865122751">
            <a:extLst xmlns:a="http://schemas.openxmlformats.org/drawingml/2006/main">
              <a:ext uri="{FF2B5EF4-FFF2-40B4-BE49-F238E27FC236}">
                <a16:creationId xmlns:a16="http://schemas.microsoft.com/office/drawing/2014/main" id="{00D4B28D-AD48-42DC-AC47-B9F823A7685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55</a:t>
            </a:r>
          </a:p>
        </p:txBody>
      </p:sp>
    </p:spTree>
    <p:extLst>
      <p:ext uri="{BB962C8B-B14F-4D97-AF65-F5344CB8AC3E}">
        <p14:creationId xmlns:p14="http://schemas.microsoft.com/office/powerpoint/2010/main" val="305838590"/>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8356541" name="Rectangle 720144411">
            <a:extLst xmlns:a="http://schemas.openxmlformats.org/drawingml/2006/main">
              <a:ext uri="{FF2B5EF4-FFF2-40B4-BE49-F238E27FC236}">
                <a16:creationId xmlns:a16="http://schemas.microsoft.com/office/drawing/2014/main" id="{CF34F8DD-E6FF-459A-8A02-6483F0528E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932771564" name="Rectangle 1225833152">
            <a:extLst xmlns:a="http://schemas.openxmlformats.org/drawingml/2006/main">
              <a:ext uri="{FF2B5EF4-FFF2-40B4-BE49-F238E27FC236}">
                <a16:creationId xmlns:a16="http://schemas.microsoft.com/office/drawing/2014/main" id="{2EFF9FAD-B716-48D0-924E-77B6684E7716}"/>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48420921" name="Rectangle: Rounded Corners 259784900">
            <a:extLst xmlns:a="http://schemas.openxmlformats.org/drawingml/2006/main">
              <a:ext uri="{FF2B5EF4-FFF2-40B4-BE49-F238E27FC236}">
                <a16:creationId xmlns:a16="http://schemas.microsoft.com/office/drawing/2014/main" id="{65CBF20C-595B-4F2F-81B7-26D654C37CA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95659" name="Rectangle: Rounded Corners 590363604">
            <a:extLst xmlns:a="http://schemas.openxmlformats.org/drawingml/2006/main">
              <a:ext uri="{FF2B5EF4-FFF2-40B4-BE49-F238E27FC236}">
                <a16:creationId xmlns:a16="http://schemas.microsoft.com/office/drawing/2014/main" id="{1C96840F-A6D3-430C-A82D-997DE61E4C8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38569929" name="Rectangle: Rounded Corners 646256513">
            <a:extLst xmlns:a="http://schemas.openxmlformats.org/drawingml/2006/main">
              <a:ext uri="{FF2B5EF4-FFF2-40B4-BE49-F238E27FC236}">
                <a16:creationId xmlns:a16="http://schemas.microsoft.com/office/drawing/2014/main" id="{E6FD7CF7-EA40-4BCA-B794-9200155CB4CB}"/>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740103315" name="Rectangle: Rounded Corners 904291872">
            <a:extLst xmlns:a="http://schemas.openxmlformats.org/drawingml/2006/main">
              <a:ext uri="{FF2B5EF4-FFF2-40B4-BE49-F238E27FC236}">
                <a16:creationId xmlns:a16="http://schemas.microsoft.com/office/drawing/2014/main" id="{94F15712-E66E-457F-90AF-ADE88450F2A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510629815" name="Rectangle: Rounded Corners 1609756684">
            <a:extLst xmlns:a="http://schemas.openxmlformats.org/drawingml/2006/main">
              <a:ext uri="{FF2B5EF4-FFF2-40B4-BE49-F238E27FC236}">
                <a16:creationId xmlns:a16="http://schemas.microsoft.com/office/drawing/2014/main" id="{F9BCF425-5A64-4F09-9FD1-8C4AEC3CBC70}"/>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84383173" name="Rectangle: Rounded Corners 855592258">
            <a:extLst xmlns:a="http://schemas.openxmlformats.org/drawingml/2006/main">
              <a:ext uri="{FF2B5EF4-FFF2-40B4-BE49-F238E27FC236}">
                <a16:creationId xmlns:a16="http://schemas.microsoft.com/office/drawing/2014/main" id="{42C44171-8902-4431-9540-2AF8256021F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27615209" name="Straight Connector 607889825">
            <a:extLst xmlns:a="http://schemas.openxmlformats.org/drawingml/2006/main">
              <a:ext uri="{FF2B5EF4-FFF2-40B4-BE49-F238E27FC236}">
                <a16:creationId xmlns:a16="http://schemas.microsoft.com/office/drawing/2014/main" id="{06D1A140-2D10-4E6D-AD3B-7A037BCCD9B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0019277" name="Rectangle 1601584250">
            <a:extLst xmlns:a="http://schemas.openxmlformats.org/drawingml/2006/main">
              <a:ext uri="{FF2B5EF4-FFF2-40B4-BE49-F238E27FC236}">
                <a16:creationId xmlns:a16="http://schemas.microsoft.com/office/drawing/2014/main" id="{F555A3D3-85B8-4829-9073-6266A67F456B}"/>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58999322" name="Rectangle 734795484">
            <a:extLst xmlns:a="http://schemas.openxmlformats.org/drawingml/2006/main">
              <a:ext uri="{FF2B5EF4-FFF2-40B4-BE49-F238E27FC236}">
                <a16:creationId xmlns:a16="http://schemas.microsoft.com/office/drawing/2014/main" id="{8C9C83EE-384B-48E5-BABA-21BAAD0DAE32}"/>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806094470" name="Rectangle 28239208">
            <a:extLst xmlns:a="http://schemas.openxmlformats.org/drawingml/2006/main">
              <a:ext uri="{FF2B5EF4-FFF2-40B4-BE49-F238E27FC236}">
                <a16:creationId xmlns:a16="http://schemas.microsoft.com/office/drawing/2014/main" id="{EC798AF3-B5FE-441A-AA80-E5205CE3EABE}"/>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46519928" name="Rectangle 1250386903">
            <a:extLst xmlns:a="http://schemas.openxmlformats.org/drawingml/2006/main">
              <a:ext uri="{FF2B5EF4-FFF2-40B4-BE49-F238E27FC236}">
                <a16:creationId xmlns:a16="http://schemas.microsoft.com/office/drawing/2014/main" id="{CB7A466C-6FC0-400A-84BD-269CE0B3366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56</a:t>
            </a:r>
          </a:p>
        </p:txBody>
      </p:sp>
    </p:spTree>
    <p:extLst>
      <p:ext uri="{BB962C8B-B14F-4D97-AF65-F5344CB8AC3E}">
        <p14:creationId xmlns:p14="http://schemas.microsoft.com/office/powerpoint/2010/main" val="210299144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8074828" name="Rectangle 1667135521">
            <a:extLst xmlns:a="http://schemas.openxmlformats.org/drawingml/2006/main">
              <a:ext uri="{FF2B5EF4-FFF2-40B4-BE49-F238E27FC236}">
                <a16:creationId xmlns:a16="http://schemas.microsoft.com/office/drawing/2014/main" id="{07F58F00-B6C2-4941-94AA-3229EB7FE6D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807178443" name="Rectangle 753528189">
            <a:extLst xmlns:a="http://schemas.openxmlformats.org/drawingml/2006/main">
              <a:ext uri="{FF2B5EF4-FFF2-40B4-BE49-F238E27FC236}">
                <a16:creationId xmlns:a16="http://schemas.microsoft.com/office/drawing/2014/main" id="{44C6265D-6BDE-4B87-8059-CAE1E6BC5AA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46800977" name="Rectangle: Rounded Corners 870951437">
            <a:extLst xmlns:a="http://schemas.openxmlformats.org/drawingml/2006/main">
              <a:ext uri="{FF2B5EF4-FFF2-40B4-BE49-F238E27FC236}">
                <a16:creationId xmlns:a16="http://schemas.microsoft.com/office/drawing/2014/main" id="{E0308062-16F2-4882-880F-2D58DFECD76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5371372" name="Rectangle: Rounded Corners 1803074334">
            <a:extLst xmlns:a="http://schemas.openxmlformats.org/drawingml/2006/main">
              <a:ext uri="{FF2B5EF4-FFF2-40B4-BE49-F238E27FC236}">
                <a16:creationId xmlns:a16="http://schemas.microsoft.com/office/drawing/2014/main" id="{95865579-C60F-47B1-88C7-2F6779C3089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11059927" name="Arrow: Right 2018184415">
            <a:extLst xmlns:a="http://schemas.openxmlformats.org/drawingml/2006/main">
              <a:ext uri="{FF2B5EF4-FFF2-40B4-BE49-F238E27FC236}">
                <a16:creationId xmlns:a16="http://schemas.microsoft.com/office/drawing/2014/main" id="{7A6BD73F-4792-4BB3-986E-F2E03C51C367}"/>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5096733" name="Rectangle: Rounded Corners 850855695">
            <a:extLst xmlns:a="http://schemas.openxmlformats.org/drawingml/2006/main">
              <a:ext uri="{FF2B5EF4-FFF2-40B4-BE49-F238E27FC236}">
                <a16:creationId xmlns:a16="http://schemas.microsoft.com/office/drawing/2014/main" id="{61870532-9816-4481-BC6D-7AEF2046F599}"/>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359029376" name="Arrow: Right 1111035308">
            <a:extLst xmlns:a="http://schemas.openxmlformats.org/drawingml/2006/main">
              <a:ext uri="{FF2B5EF4-FFF2-40B4-BE49-F238E27FC236}">
                <a16:creationId xmlns:a16="http://schemas.microsoft.com/office/drawing/2014/main" id="{4F1C492C-AEBA-4F14-A320-A45EB3C5E12F}"/>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6341931" name="Rectangle: Rounded Corners 360549355">
            <a:extLst xmlns:a="http://schemas.openxmlformats.org/drawingml/2006/main">
              <a:ext uri="{FF2B5EF4-FFF2-40B4-BE49-F238E27FC236}">
                <a16:creationId xmlns:a16="http://schemas.microsoft.com/office/drawing/2014/main" id="{741A88FA-DA4E-41D8-837F-88BEA275CC39}"/>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241151930" name="Arrow: Right 1294665978">
            <a:extLst xmlns:a="http://schemas.openxmlformats.org/drawingml/2006/main">
              <a:ext uri="{FF2B5EF4-FFF2-40B4-BE49-F238E27FC236}">
                <a16:creationId xmlns:a16="http://schemas.microsoft.com/office/drawing/2014/main" id="{56CF66BD-81A2-46E4-8AF5-45246B56C80E}"/>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81785" name="Rectangle: Rounded Corners 1581615348">
            <a:extLst xmlns:a="http://schemas.openxmlformats.org/drawingml/2006/main">
              <a:ext uri="{FF2B5EF4-FFF2-40B4-BE49-F238E27FC236}">
                <a16:creationId xmlns:a16="http://schemas.microsoft.com/office/drawing/2014/main" id="{6C707BA3-E0E9-47A5-B14D-3798252A7B7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702828695" name="Rectangle: Rounded Corners 143885393">
            <a:extLst xmlns:a="http://schemas.openxmlformats.org/drawingml/2006/main">
              <a:ext uri="{FF2B5EF4-FFF2-40B4-BE49-F238E27FC236}">
                <a16:creationId xmlns:a16="http://schemas.microsoft.com/office/drawing/2014/main" id="{DA7680DF-058F-45A2-A557-B9524C88076A}"/>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924373170" name="Rectangle 310012483">
            <a:extLst xmlns:a="http://schemas.openxmlformats.org/drawingml/2006/main">
              <a:ext uri="{FF2B5EF4-FFF2-40B4-BE49-F238E27FC236}">
                <a16:creationId xmlns:a16="http://schemas.microsoft.com/office/drawing/2014/main" id="{FA4A6C98-C0F8-4AE8-87AC-738346818A07}"/>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132085589" name="Rectangle 131870986">
            <a:extLst xmlns:a="http://schemas.openxmlformats.org/drawingml/2006/main">
              <a:ext uri="{FF2B5EF4-FFF2-40B4-BE49-F238E27FC236}">
                <a16:creationId xmlns:a16="http://schemas.microsoft.com/office/drawing/2014/main" id="{9BD349AC-D9CD-412C-A07A-0890F6350582}"/>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077003747" name="Rectangle 2042090532">
            <a:extLst xmlns:a="http://schemas.openxmlformats.org/drawingml/2006/main">
              <a:ext uri="{FF2B5EF4-FFF2-40B4-BE49-F238E27FC236}">
                <a16:creationId xmlns:a16="http://schemas.microsoft.com/office/drawing/2014/main" id="{4E06BA13-8E54-4960-875C-BE8F3E396B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57</a:t>
            </a:r>
          </a:p>
        </p:txBody>
      </p:sp>
    </p:spTree>
    <p:extLst>
      <p:ext uri="{BB962C8B-B14F-4D97-AF65-F5344CB8AC3E}">
        <p14:creationId xmlns:p14="http://schemas.microsoft.com/office/powerpoint/2010/main" val="68085595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587105" name="Rectangle 1747625471">
            <a:extLst xmlns:a="http://schemas.openxmlformats.org/drawingml/2006/main">
              <a:ext uri="{FF2B5EF4-FFF2-40B4-BE49-F238E27FC236}">
                <a16:creationId xmlns:a16="http://schemas.microsoft.com/office/drawing/2014/main" id="{20A6C4D1-5C9D-468B-B17B-5F087105CA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17965879" name="Rectangle 1692741899">
            <a:extLst xmlns:a="http://schemas.openxmlformats.org/drawingml/2006/main">
              <a:ext uri="{FF2B5EF4-FFF2-40B4-BE49-F238E27FC236}">
                <a16:creationId xmlns:a16="http://schemas.microsoft.com/office/drawing/2014/main" id="{9CD5B9B6-5923-4298-9AF4-81630C63FF84}"/>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429379265" name="Rectangle: Rounded Corners 258575892">
            <a:extLst xmlns:a="http://schemas.openxmlformats.org/drawingml/2006/main">
              <a:ext uri="{FF2B5EF4-FFF2-40B4-BE49-F238E27FC236}">
                <a16:creationId xmlns:a16="http://schemas.microsoft.com/office/drawing/2014/main" id="{DE28A899-4F8E-49E8-BA53-11F0755FA9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3955213" name="Rectangle: Rounded Corners 1069258196">
            <a:extLst xmlns:a="http://schemas.openxmlformats.org/drawingml/2006/main">
              <a:ext uri="{FF2B5EF4-FFF2-40B4-BE49-F238E27FC236}">
                <a16:creationId xmlns:a16="http://schemas.microsoft.com/office/drawing/2014/main" id="{C37EB930-D8E5-4BDE-B440-998148AC136A}"/>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30850058" name="Rectangle: Rounded Corners 1837153769">
            <a:extLst xmlns:a="http://schemas.openxmlformats.org/drawingml/2006/main">
              <a:ext uri="{FF2B5EF4-FFF2-40B4-BE49-F238E27FC236}">
                <a16:creationId xmlns:a16="http://schemas.microsoft.com/office/drawing/2014/main" id="{6A8642B7-A661-47CD-A5F3-1BDA7F0CF25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15418703" name="Rectangle: Rounded Corners 744058578">
            <a:extLst xmlns:a="http://schemas.openxmlformats.org/drawingml/2006/main">
              <a:ext uri="{FF2B5EF4-FFF2-40B4-BE49-F238E27FC236}">
                <a16:creationId xmlns:a16="http://schemas.microsoft.com/office/drawing/2014/main" id="{5B05248D-C4B9-4ACA-BD4C-7275925F9003}"/>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768933270" name="Rectangle 1294874812">
            <a:extLst xmlns:a="http://schemas.openxmlformats.org/drawingml/2006/main">
              <a:ext uri="{FF2B5EF4-FFF2-40B4-BE49-F238E27FC236}">
                <a16:creationId xmlns:a16="http://schemas.microsoft.com/office/drawing/2014/main" id="{BB445A70-D394-4C07-A82F-2320E229726F}"/>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524451029" name="Rectangle 1106276676">
            <a:extLst xmlns:a="http://schemas.openxmlformats.org/drawingml/2006/main">
              <a:ext uri="{FF2B5EF4-FFF2-40B4-BE49-F238E27FC236}">
                <a16:creationId xmlns:a16="http://schemas.microsoft.com/office/drawing/2014/main" id="{68BE9E92-029E-4E91-90D8-24D55FD5BEF1}"/>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341204654" name="Rectangle 1479918333">
            <a:extLst xmlns:a="http://schemas.openxmlformats.org/drawingml/2006/main">
              <a:ext uri="{FF2B5EF4-FFF2-40B4-BE49-F238E27FC236}">
                <a16:creationId xmlns:a16="http://schemas.microsoft.com/office/drawing/2014/main" id="{9BD23825-A966-4E0E-8F50-0C337CCC0A9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58</a:t>
            </a:r>
          </a:p>
        </p:txBody>
      </p:sp>
      <p:pic>
        <p:nvPicPr>
          <p:cNvPr id="20179658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b8d4aa4629924ac0"/>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617536481"/>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8329071" name="Rectangle 935271156">
            <a:extLst xmlns:a="http://schemas.openxmlformats.org/drawingml/2006/main">
              <a:ext uri="{FF2B5EF4-FFF2-40B4-BE49-F238E27FC236}">
                <a16:creationId xmlns:a16="http://schemas.microsoft.com/office/drawing/2014/main" id="{39758F70-81BB-4E6F-8494-F78F66AFFC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762498412" name="Rectangle 251777344">
            <a:extLst xmlns:a="http://schemas.openxmlformats.org/drawingml/2006/main">
              <a:ext uri="{FF2B5EF4-FFF2-40B4-BE49-F238E27FC236}">
                <a16:creationId xmlns:a16="http://schemas.microsoft.com/office/drawing/2014/main" id="{22652967-F53D-41E6-967E-13A0E033D4E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781464160" name="Rectangle: Rounded Corners 1456392341">
            <a:extLst xmlns:a="http://schemas.openxmlformats.org/drawingml/2006/main">
              <a:ext uri="{FF2B5EF4-FFF2-40B4-BE49-F238E27FC236}">
                <a16:creationId xmlns:a16="http://schemas.microsoft.com/office/drawing/2014/main" id="{FE1A118B-2366-47B5-96FA-85816BB9395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3414013" name="Rectangle 1495975732">
            <a:extLst xmlns:a="http://schemas.openxmlformats.org/drawingml/2006/main">
              <a:ext uri="{FF2B5EF4-FFF2-40B4-BE49-F238E27FC236}">
                <a16:creationId xmlns:a16="http://schemas.microsoft.com/office/drawing/2014/main" id="{C509DE88-CEA2-471C-90A5-98ECCDE210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59</a:t>
            </a:r>
          </a:p>
        </p:txBody>
      </p:sp>
      <p:pic>
        <p:nvPicPr>
          <p:cNvPr id="1865312452"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baaa8a989e924947"/>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865312446" name="diffusion-forward-label">
            <a:extLst xmlns:a="http://schemas.openxmlformats.org/drawingml/2006/main">
              <a:ext uri="{FF2B5EF4-FFF2-40B4-BE49-F238E27FC236}">
                <a16:creationId xmlns:a16="http://schemas.microsoft.com/office/drawing/2014/main" id="{2C20FD15-DB60-4EE2-ABCE-D3B04554FF26}"/>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729279693" name="diffusion-reverse-label">
            <a:extLst xmlns:a="http://schemas.openxmlformats.org/drawingml/2006/main">
              <a:ext uri="{FF2B5EF4-FFF2-40B4-BE49-F238E27FC236}">
                <a16:creationId xmlns:a16="http://schemas.microsoft.com/office/drawing/2014/main" id="{21FC4AF7-F4F6-449C-96EA-FA2AE0370DD6}"/>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3270992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8875207" name="Rectangle 550399601">
            <a:extLst xmlns:a="http://schemas.openxmlformats.org/drawingml/2006/main">
              <a:ext uri="{FF2B5EF4-FFF2-40B4-BE49-F238E27FC236}">
                <a16:creationId xmlns:a16="http://schemas.microsoft.com/office/drawing/2014/main" id="{158EBD24-86E2-48D2-9E3E-CDEA01C866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47776277" name="Rectangle 882538346">
            <a:extLst xmlns:a="http://schemas.openxmlformats.org/drawingml/2006/main">
              <a:ext uri="{FF2B5EF4-FFF2-40B4-BE49-F238E27FC236}">
                <a16:creationId xmlns:a16="http://schemas.microsoft.com/office/drawing/2014/main" id="{7B15FF29-7C56-495C-9DC0-E0EDA207168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784048905" name="Rectangle: Rounded Corners 1990867235">
            <a:extLst xmlns:a="http://schemas.openxmlformats.org/drawingml/2006/main">
              <a:ext uri="{FF2B5EF4-FFF2-40B4-BE49-F238E27FC236}">
                <a16:creationId xmlns:a16="http://schemas.microsoft.com/office/drawing/2014/main" id="{779B5980-8043-48F7-A551-FF907EB1025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5916927" name="Rectangle 9623160">
            <a:extLst xmlns:a="http://schemas.openxmlformats.org/drawingml/2006/main">
              <a:ext uri="{FF2B5EF4-FFF2-40B4-BE49-F238E27FC236}">
                <a16:creationId xmlns:a16="http://schemas.microsoft.com/office/drawing/2014/main" id="{50B00E2F-BE62-4C3A-AE4C-5F0627DA204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93354382" name="Rectangle: Rounded Corners 114855872">
            <a:extLst xmlns:a="http://schemas.openxmlformats.org/drawingml/2006/main">
              <a:ext uri="{FF2B5EF4-FFF2-40B4-BE49-F238E27FC236}">
                <a16:creationId xmlns:a16="http://schemas.microsoft.com/office/drawing/2014/main" id="{62D5C560-3C62-4938-AD31-D4D4F36E1F20}"/>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00994001" name="Rectangle: Rounded Corners 734158913">
            <a:extLst xmlns:a="http://schemas.openxmlformats.org/drawingml/2006/main">
              <a:ext uri="{FF2B5EF4-FFF2-40B4-BE49-F238E27FC236}">
                <a16:creationId xmlns:a16="http://schemas.microsoft.com/office/drawing/2014/main" id="{7913A8C3-9C5E-40CF-915E-A9463261A344}"/>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936507" name="Rectangle: Rounded Corners 1596678256">
            <a:extLst xmlns:a="http://schemas.openxmlformats.org/drawingml/2006/main">
              <a:ext uri="{FF2B5EF4-FFF2-40B4-BE49-F238E27FC236}">
                <a16:creationId xmlns:a16="http://schemas.microsoft.com/office/drawing/2014/main" id="{99AFC012-7FEC-40BF-89DE-360A6EF03773}"/>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82256904" name="Rectangle: Rounded Corners 2059288131">
            <a:extLst xmlns:a="http://schemas.openxmlformats.org/drawingml/2006/main">
              <a:ext uri="{FF2B5EF4-FFF2-40B4-BE49-F238E27FC236}">
                <a16:creationId xmlns:a16="http://schemas.microsoft.com/office/drawing/2014/main" id="{3845959A-9413-4396-B2E5-8D158C34FCD1}"/>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43659490" name="Rectangle: Rounded Corners 1010991302">
            <a:extLst xmlns:a="http://schemas.openxmlformats.org/drawingml/2006/main">
              <a:ext uri="{FF2B5EF4-FFF2-40B4-BE49-F238E27FC236}">
                <a16:creationId xmlns:a16="http://schemas.microsoft.com/office/drawing/2014/main" id="{42C9FFFF-E311-46E5-8EA8-300BAFE899E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18864787" name="Rectangle: Rounded Corners 1730168992">
            <a:extLst xmlns:a="http://schemas.openxmlformats.org/drawingml/2006/main">
              <a:ext uri="{FF2B5EF4-FFF2-40B4-BE49-F238E27FC236}">
                <a16:creationId xmlns:a16="http://schemas.microsoft.com/office/drawing/2014/main" id="{D86F4BC1-FD98-45D3-B154-046E6BD421BA}"/>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34385865" name="Straight Connector 427538637">
            <a:extLst xmlns:a="http://schemas.openxmlformats.org/drawingml/2006/main">
              <a:ext uri="{FF2B5EF4-FFF2-40B4-BE49-F238E27FC236}">
                <a16:creationId xmlns:a16="http://schemas.microsoft.com/office/drawing/2014/main" id="{DEFA1A7A-D272-4712-B79F-AA5F4433ACD2}"/>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7093278" name="Rectangle 317775176">
            <a:extLst xmlns:a="http://schemas.openxmlformats.org/drawingml/2006/main">
              <a:ext uri="{FF2B5EF4-FFF2-40B4-BE49-F238E27FC236}">
                <a16:creationId xmlns:a16="http://schemas.microsoft.com/office/drawing/2014/main" id="{806E8C28-5E6C-4C7D-9845-969FCFF19DE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736677143" name="Rectangle: Rounded Corners 947755655">
            <a:extLst xmlns:a="http://schemas.openxmlformats.org/drawingml/2006/main">
              <a:ext uri="{FF2B5EF4-FFF2-40B4-BE49-F238E27FC236}">
                <a16:creationId xmlns:a16="http://schemas.microsoft.com/office/drawing/2014/main" id="{BB62D354-1185-4344-BE4B-820EB5DBC3BE}"/>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31834659" name="Rectangle: Rounded Corners 1310797679">
            <a:extLst xmlns:a="http://schemas.openxmlformats.org/drawingml/2006/main">
              <a:ext uri="{FF2B5EF4-FFF2-40B4-BE49-F238E27FC236}">
                <a16:creationId xmlns:a16="http://schemas.microsoft.com/office/drawing/2014/main" id="{61785DD8-F9DB-46D5-9AA4-6510058657E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84242677" name="Rectangle: Rounded Corners 1996140323">
            <a:extLst xmlns:a="http://schemas.openxmlformats.org/drawingml/2006/main">
              <a:ext uri="{FF2B5EF4-FFF2-40B4-BE49-F238E27FC236}">
                <a16:creationId xmlns:a16="http://schemas.microsoft.com/office/drawing/2014/main" id="{30A3903A-BD44-466E-A90A-517C3FDC8604}"/>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04365426" name="Rectangle: Rounded Corners 242163070">
            <a:extLst xmlns:a="http://schemas.openxmlformats.org/drawingml/2006/main">
              <a:ext uri="{FF2B5EF4-FFF2-40B4-BE49-F238E27FC236}">
                <a16:creationId xmlns:a16="http://schemas.microsoft.com/office/drawing/2014/main" id="{B9127D7F-FD36-4E29-8308-EC15C9B0DAA9}"/>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23212430" name="Rectangle: Rounded Corners 787924439">
            <a:extLst xmlns:a="http://schemas.openxmlformats.org/drawingml/2006/main">
              <a:ext uri="{FF2B5EF4-FFF2-40B4-BE49-F238E27FC236}">
                <a16:creationId xmlns:a16="http://schemas.microsoft.com/office/drawing/2014/main" id="{60AE0548-C41A-46FB-A4D7-CD5C0365BF4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37728851" name="Rectangle: Rounded Corners 2036973233">
            <a:extLst xmlns:a="http://schemas.openxmlformats.org/drawingml/2006/main">
              <a:ext uri="{FF2B5EF4-FFF2-40B4-BE49-F238E27FC236}">
                <a16:creationId xmlns:a16="http://schemas.microsoft.com/office/drawing/2014/main" id="{5DD0297E-7756-4AE0-98E5-9AA4D2E7224B}"/>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807432887" name="Straight Connector 2017847098">
            <a:extLst xmlns:a="http://schemas.openxmlformats.org/drawingml/2006/main">
              <a:ext uri="{FF2B5EF4-FFF2-40B4-BE49-F238E27FC236}">
                <a16:creationId xmlns:a16="http://schemas.microsoft.com/office/drawing/2014/main" id="{280AFC79-1BDF-464E-AB9E-DE5157108B7D}"/>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1625" name="Rectangle 420069148">
            <a:extLst xmlns:a="http://schemas.openxmlformats.org/drawingml/2006/main">
              <a:ext uri="{FF2B5EF4-FFF2-40B4-BE49-F238E27FC236}">
                <a16:creationId xmlns:a16="http://schemas.microsoft.com/office/drawing/2014/main" id="{8C451DA8-8CF4-4EBE-A64F-B51CCE96420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43194393" name="Rectangle: Rounded Corners 1532010383">
            <a:extLst xmlns:a="http://schemas.openxmlformats.org/drawingml/2006/main">
              <a:ext uri="{FF2B5EF4-FFF2-40B4-BE49-F238E27FC236}">
                <a16:creationId xmlns:a16="http://schemas.microsoft.com/office/drawing/2014/main" id="{15054731-BAAD-44D7-AE5D-4C5942873BA6}"/>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6621002" name="Rectangle: Rounded Corners 1983276117">
            <a:extLst xmlns:a="http://schemas.openxmlformats.org/drawingml/2006/main">
              <a:ext uri="{FF2B5EF4-FFF2-40B4-BE49-F238E27FC236}">
                <a16:creationId xmlns:a16="http://schemas.microsoft.com/office/drawing/2014/main" id="{4CFCC2E6-6E0A-430A-925E-BB7A2A62784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879160914" name="Rectangle: Rounded Corners 1047163946">
            <a:extLst xmlns:a="http://schemas.openxmlformats.org/drawingml/2006/main">
              <a:ext uri="{FF2B5EF4-FFF2-40B4-BE49-F238E27FC236}">
                <a16:creationId xmlns:a16="http://schemas.microsoft.com/office/drawing/2014/main" id="{0E78E557-5C5A-4E96-9BD6-57B040165C3A}"/>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6694429" name="Rectangle: Rounded Corners 523171807">
            <a:extLst xmlns:a="http://schemas.openxmlformats.org/drawingml/2006/main">
              <a:ext uri="{FF2B5EF4-FFF2-40B4-BE49-F238E27FC236}">
                <a16:creationId xmlns:a16="http://schemas.microsoft.com/office/drawing/2014/main" id="{8F0B04FB-D532-4D64-84A4-66A1859FA84E}"/>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429799482" name="Rectangle: Rounded Corners 752356456">
            <a:extLst xmlns:a="http://schemas.openxmlformats.org/drawingml/2006/main">
              <a:ext uri="{FF2B5EF4-FFF2-40B4-BE49-F238E27FC236}">
                <a16:creationId xmlns:a16="http://schemas.microsoft.com/office/drawing/2014/main" id="{8D905495-60B3-4C49-AA9B-A5178A87C8FF}"/>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2887914" name="Rectangle: Rounded Corners 816374805">
            <a:extLst xmlns:a="http://schemas.openxmlformats.org/drawingml/2006/main">
              <a:ext uri="{FF2B5EF4-FFF2-40B4-BE49-F238E27FC236}">
                <a16:creationId xmlns:a16="http://schemas.microsoft.com/office/drawing/2014/main" id="{64C2964A-3D71-432C-847D-DEAA48E24D13}"/>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29678253" name="Straight Connector 1386166301">
            <a:extLst xmlns:a="http://schemas.openxmlformats.org/drawingml/2006/main">
              <a:ext uri="{FF2B5EF4-FFF2-40B4-BE49-F238E27FC236}">
                <a16:creationId xmlns:a16="http://schemas.microsoft.com/office/drawing/2014/main" id="{AA9D79A7-C5D8-4B16-9887-E1EC378F0A3A}"/>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89135" name="Rectangle 1180679312">
            <a:extLst xmlns:a="http://schemas.openxmlformats.org/drawingml/2006/main">
              <a:ext uri="{FF2B5EF4-FFF2-40B4-BE49-F238E27FC236}">
                <a16:creationId xmlns:a16="http://schemas.microsoft.com/office/drawing/2014/main" id="{1FCC6A97-38B7-4F2D-9306-5EA5D32E16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86829739" name="Rectangle: Rounded Corners 1119801345">
            <a:extLst xmlns:a="http://schemas.openxmlformats.org/drawingml/2006/main">
              <a:ext uri="{FF2B5EF4-FFF2-40B4-BE49-F238E27FC236}">
                <a16:creationId xmlns:a16="http://schemas.microsoft.com/office/drawing/2014/main" id="{82F5C68B-6BDF-43BF-9741-0A21C052493F}"/>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56467673" name="Rectangle: Rounded Corners 563472098">
            <a:extLst xmlns:a="http://schemas.openxmlformats.org/drawingml/2006/main">
              <a:ext uri="{FF2B5EF4-FFF2-40B4-BE49-F238E27FC236}">
                <a16:creationId xmlns:a16="http://schemas.microsoft.com/office/drawing/2014/main" id="{CE71490C-29B6-4A84-ABEC-5B4526050F2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9204301" name="Rectangle: Rounded Corners 1869507790">
            <a:extLst xmlns:a="http://schemas.openxmlformats.org/drawingml/2006/main">
              <a:ext uri="{FF2B5EF4-FFF2-40B4-BE49-F238E27FC236}">
                <a16:creationId xmlns:a16="http://schemas.microsoft.com/office/drawing/2014/main" id="{B8416637-7F94-4D42-A907-0A90CEE654EB}"/>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88212475" name="Rectangle: Rounded Corners 2113559938">
            <a:extLst xmlns:a="http://schemas.openxmlformats.org/drawingml/2006/main">
              <a:ext uri="{FF2B5EF4-FFF2-40B4-BE49-F238E27FC236}">
                <a16:creationId xmlns:a16="http://schemas.microsoft.com/office/drawing/2014/main" id="{3E3FCA6E-1BB8-4A60-A50F-6525C7C9F707}"/>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826780487" name="Rectangle: Rounded Corners 274418513">
            <a:extLst xmlns:a="http://schemas.openxmlformats.org/drawingml/2006/main">
              <a:ext uri="{FF2B5EF4-FFF2-40B4-BE49-F238E27FC236}">
                <a16:creationId xmlns:a16="http://schemas.microsoft.com/office/drawing/2014/main" id="{F8D66903-2F86-4F68-A511-BAA9909467BD}"/>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02083221" name="Rectangle: Rounded Corners 1941550636">
            <a:extLst xmlns:a="http://schemas.openxmlformats.org/drawingml/2006/main">
              <a:ext uri="{FF2B5EF4-FFF2-40B4-BE49-F238E27FC236}">
                <a16:creationId xmlns:a16="http://schemas.microsoft.com/office/drawing/2014/main" id="{41F9605F-C90C-4732-9489-08D8E83FF11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35668495" name="Rectangle 1798355039">
            <a:extLst xmlns:a="http://schemas.openxmlformats.org/drawingml/2006/main">
              <a:ext uri="{FF2B5EF4-FFF2-40B4-BE49-F238E27FC236}">
                <a16:creationId xmlns:a16="http://schemas.microsoft.com/office/drawing/2014/main" id="{0CB22F47-3531-45C7-B82F-2EBE54D66BF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2092707395" name="Rectangle 1161886986">
            <a:extLst xmlns:a="http://schemas.openxmlformats.org/drawingml/2006/main">
              <a:ext uri="{FF2B5EF4-FFF2-40B4-BE49-F238E27FC236}">
                <a16:creationId xmlns:a16="http://schemas.microsoft.com/office/drawing/2014/main" id="{3CBB3E7A-435F-436A-8BD9-9D30BD58F1B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60</a:t>
            </a:r>
          </a:p>
        </p:txBody>
      </p:sp>
      <p:sp>
        <p:nvSpPr>
          <p:cNvPr id="1619389317" name="mercury-example-divider">
            <a:extLst xmlns:a="http://schemas.openxmlformats.org/drawingml/2006/main">
              <a:ext uri="{FF2B5EF4-FFF2-40B4-BE49-F238E27FC236}">
                <a16:creationId xmlns:a16="http://schemas.microsoft.com/office/drawing/2014/main" id="{04878E55-9189-40A1-9F3B-C4973EA32432}"/>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37444" name="mercury-example-label">
            <a:extLst xmlns:a="http://schemas.openxmlformats.org/drawingml/2006/main">
              <a:ext uri="{FF2B5EF4-FFF2-40B4-BE49-F238E27FC236}">
                <a16:creationId xmlns:a16="http://schemas.microsoft.com/office/drawing/2014/main" id="{5A6458F5-E35E-4C2D-AE40-55CAB6AD197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839876815" name="mercury-2-link">
            <a:extLst xmlns:a="http://schemas.openxmlformats.org/drawingml/2006/main">
              <a:ext uri="{FF2B5EF4-FFF2-40B4-BE49-F238E27FC236}">
                <a16:creationId xmlns:a16="http://schemas.microsoft.com/office/drawing/2014/main" id="{7430B6ED-078B-4C12-BC85-E9C40720A0D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65ddf3377e654433"/>
              </a:rPr>
              <a:t>Transformer dLLM</a:t>
            </a:r>
          </a:p>
        </p:txBody>
      </p:sp>
      <p:sp>
        <p:nvSpPr>
          <p:cNvPr id="442196643" name="mercury-example-description">
            <a:extLst xmlns:a="http://schemas.openxmlformats.org/drawingml/2006/main">
              <a:ext uri="{FF2B5EF4-FFF2-40B4-BE49-F238E27FC236}">
                <a16:creationId xmlns:a16="http://schemas.microsoft.com/office/drawing/2014/main" id="{EA61218C-B0D4-4322-BE9D-A767C2AD293E}"/>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8405341" name="mercury-example-contrast">
            <a:extLst xmlns:a="http://schemas.openxmlformats.org/drawingml/2006/main">
              <a:ext uri="{FF2B5EF4-FFF2-40B4-BE49-F238E27FC236}">
                <a16:creationId xmlns:a16="http://schemas.microsoft.com/office/drawing/2014/main" id="{7A32E0A6-A5A1-4811-B9B4-EC762BDE4D63}"/>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67535564"/>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6769799" name="Rectangle 1487198538">
            <a:extLst xmlns:a="http://schemas.openxmlformats.org/drawingml/2006/main">
              <a:ext uri="{FF2B5EF4-FFF2-40B4-BE49-F238E27FC236}">
                <a16:creationId xmlns:a16="http://schemas.microsoft.com/office/drawing/2014/main" id="{EC3CBE0C-B4D1-4595-9797-44CC9EC017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636164297" name="Rectangle 1518038747">
            <a:extLst xmlns:a="http://schemas.openxmlformats.org/drawingml/2006/main">
              <a:ext uri="{FF2B5EF4-FFF2-40B4-BE49-F238E27FC236}">
                <a16:creationId xmlns:a16="http://schemas.microsoft.com/office/drawing/2014/main" id="{F3A234AA-CCEB-4258-A971-E8B3E5E00D3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7734672" name="Rectangle: Rounded Corners 1531743003">
            <a:extLst xmlns:a="http://schemas.openxmlformats.org/drawingml/2006/main">
              <a:ext uri="{FF2B5EF4-FFF2-40B4-BE49-F238E27FC236}">
                <a16:creationId xmlns:a16="http://schemas.microsoft.com/office/drawing/2014/main" id="{02F782CD-0A9C-4FF9-9590-705B9965FEC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755275" name="Rectangle: Rounded Corners 369702881">
            <a:extLst xmlns:a="http://schemas.openxmlformats.org/drawingml/2006/main">
              <a:ext uri="{FF2B5EF4-FFF2-40B4-BE49-F238E27FC236}">
                <a16:creationId xmlns:a16="http://schemas.microsoft.com/office/drawing/2014/main" id="{20B976F1-9681-48A6-AD99-05E120F1BCC5}"/>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55108506" name="Rectangle 1197178350">
            <a:extLst xmlns:a="http://schemas.openxmlformats.org/drawingml/2006/main">
              <a:ext uri="{FF2B5EF4-FFF2-40B4-BE49-F238E27FC236}">
                <a16:creationId xmlns:a16="http://schemas.microsoft.com/office/drawing/2014/main" id="{7AC54C91-1784-482F-8693-83A05C64545D}"/>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25384353" name="Rectangle: Rounded Corners 1914676260">
            <a:extLst xmlns:a="http://schemas.openxmlformats.org/drawingml/2006/main">
              <a:ext uri="{FF2B5EF4-FFF2-40B4-BE49-F238E27FC236}">
                <a16:creationId xmlns:a16="http://schemas.microsoft.com/office/drawing/2014/main" id="{E7308F1E-1D7C-4314-B5B5-556B779949F9}"/>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0500450" name="Rectangle: Rounded Corners 58582831">
            <a:extLst xmlns:a="http://schemas.openxmlformats.org/drawingml/2006/main">
              <a:ext uri="{FF2B5EF4-FFF2-40B4-BE49-F238E27FC236}">
                <a16:creationId xmlns:a16="http://schemas.microsoft.com/office/drawing/2014/main" id="{F21A111A-95C8-471D-9FF2-52D83FD15C18}"/>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34455673" name="Rectangle: Rounded Corners 1580617481">
            <a:extLst xmlns:a="http://schemas.openxmlformats.org/drawingml/2006/main">
              <a:ext uri="{FF2B5EF4-FFF2-40B4-BE49-F238E27FC236}">
                <a16:creationId xmlns:a16="http://schemas.microsoft.com/office/drawing/2014/main" id="{1FDF98D8-BC90-4873-B7B4-07ADEC1C9AA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391215288" name="Rectangle: Rounded Corners 1783142644">
            <a:extLst xmlns:a="http://schemas.openxmlformats.org/drawingml/2006/main">
              <a:ext uri="{FF2B5EF4-FFF2-40B4-BE49-F238E27FC236}">
                <a16:creationId xmlns:a16="http://schemas.microsoft.com/office/drawing/2014/main" id="{5AA0CDAE-7B52-45C5-9E5E-6F8A3A9A6E8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484530952" name="Rectangle 1697788859">
            <a:extLst xmlns:a="http://schemas.openxmlformats.org/drawingml/2006/main">
              <a:ext uri="{FF2B5EF4-FFF2-40B4-BE49-F238E27FC236}">
                <a16:creationId xmlns:a16="http://schemas.microsoft.com/office/drawing/2014/main" id="{2E570C10-E117-40ED-9EF6-33E2B48DF5F2}"/>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829670306" name="Rectangle: Rounded Corners 1686198037">
            <a:extLst xmlns:a="http://schemas.openxmlformats.org/drawingml/2006/main">
              <a:ext uri="{FF2B5EF4-FFF2-40B4-BE49-F238E27FC236}">
                <a16:creationId xmlns:a16="http://schemas.microsoft.com/office/drawing/2014/main" id="{CF63A909-06B9-48AB-B350-29D177F8AC5C}"/>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706616945" name="Rectangle 1556928439">
            <a:extLst xmlns:a="http://schemas.openxmlformats.org/drawingml/2006/main">
              <a:ext uri="{FF2B5EF4-FFF2-40B4-BE49-F238E27FC236}">
                <a16:creationId xmlns:a16="http://schemas.microsoft.com/office/drawing/2014/main" id="{8B44F2F3-CCD5-416A-B383-D40A4FF98C37}"/>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49297595" name="Straight Connector 170693198">
            <a:extLst xmlns:a="http://schemas.openxmlformats.org/drawingml/2006/main">
              <a:ext uri="{FF2B5EF4-FFF2-40B4-BE49-F238E27FC236}">
                <a16:creationId xmlns:a16="http://schemas.microsoft.com/office/drawing/2014/main" id="{9B87C8B3-D725-48CE-965F-9894129367E8}"/>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646913" name="Straight Connector 2021615088">
            <a:extLst xmlns:a="http://schemas.openxmlformats.org/drawingml/2006/main">
              <a:ext uri="{FF2B5EF4-FFF2-40B4-BE49-F238E27FC236}">
                <a16:creationId xmlns:a16="http://schemas.microsoft.com/office/drawing/2014/main" id="{E6C1B448-E20E-47F5-B112-4ACCF9562A74}"/>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4476404" name="Rectangle 1396476378">
            <a:extLst xmlns:a="http://schemas.openxmlformats.org/drawingml/2006/main">
              <a:ext uri="{FF2B5EF4-FFF2-40B4-BE49-F238E27FC236}">
                <a16:creationId xmlns:a16="http://schemas.microsoft.com/office/drawing/2014/main" id="{47E7E81E-BAA7-4DB4-B8DC-B3F784981413}"/>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180037576" name="Rectangle: Rounded Corners 910307424">
            <a:extLst xmlns:a="http://schemas.openxmlformats.org/drawingml/2006/main">
              <a:ext uri="{FF2B5EF4-FFF2-40B4-BE49-F238E27FC236}">
                <a16:creationId xmlns:a16="http://schemas.microsoft.com/office/drawing/2014/main" id="{8A3A4193-2B4B-4067-B896-E3BEF720A3C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50119923" name="Rectangle: Rounded Corners 760188915">
            <a:extLst xmlns:a="http://schemas.openxmlformats.org/drawingml/2006/main">
              <a:ext uri="{FF2B5EF4-FFF2-40B4-BE49-F238E27FC236}">
                <a16:creationId xmlns:a16="http://schemas.microsoft.com/office/drawing/2014/main" id="{29BA1F66-8CA3-4C76-B06A-66E8EBCC745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36080674" name="Rectangle: Rounded Corners 1604029254">
            <a:extLst xmlns:a="http://schemas.openxmlformats.org/drawingml/2006/main">
              <a:ext uri="{FF2B5EF4-FFF2-40B4-BE49-F238E27FC236}">
                <a16:creationId xmlns:a16="http://schemas.microsoft.com/office/drawing/2014/main" id="{2C94F926-9FB5-4044-B590-0131A658915D}"/>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20709491" name="Rectangle 583346847">
            <a:extLst xmlns:a="http://schemas.openxmlformats.org/drawingml/2006/main">
              <a:ext uri="{FF2B5EF4-FFF2-40B4-BE49-F238E27FC236}">
                <a16:creationId xmlns:a16="http://schemas.microsoft.com/office/drawing/2014/main" id="{4D2116A7-391B-4EA3-A7C3-C93BDC5FDB2E}"/>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967655916" name="Rectangle: Rounded Corners 5957980">
            <a:extLst xmlns:a="http://schemas.openxmlformats.org/drawingml/2006/main">
              <a:ext uri="{FF2B5EF4-FFF2-40B4-BE49-F238E27FC236}">
                <a16:creationId xmlns:a16="http://schemas.microsoft.com/office/drawing/2014/main" id="{F3A7A070-7EEF-4EE6-85A5-F8801BDE7A7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765463597" name="Rectangle: Rounded Corners 410294816">
            <a:extLst xmlns:a="http://schemas.openxmlformats.org/drawingml/2006/main">
              <a:ext uri="{FF2B5EF4-FFF2-40B4-BE49-F238E27FC236}">
                <a16:creationId xmlns:a16="http://schemas.microsoft.com/office/drawing/2014/main" id="{9E4A838C-E029-437F-8A02-6468F2518235}"/>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768842837" name="Straight Connector 1668590987">
            <a:extLst xmlns:a="http://schemas.openxmlformats.org/drawingml/2006/main">
              <a:ext uri="{FF2B5EF4-FFF2-40B4-BE49-F238E27FC236}">
                <a16:creationId xmlns:a16="http://schemas.microsoft.com/office/drawing/2014/main" id="{6E9C1F0F-13FC-45F4-ABD5-A6544C4817D0}"/>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836858" name="Rectangle 1956440405">
            <a:extLst xmlns:a="http://schemas.openxmlformats.org/drawingml/2006/main">
              <a:ext uri="{FF2B5EF4-FFF2-40B4-BE49-F238E27FC236}">
                <a16:creationId xmlns:a16="http://schemas.microsoft.com/office/drawing/2014/main" id="{2A132584-BDD7-4871-A135-7EA96BC9353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26481214" name="Rectangle 918919992">
            <a:extLst xmlns:a="http://schemas.openxmlformats.org/drawingml/2006/main">
              <a:ext uri="{FF2B5EF4-FFF2-40B4-BE49-F238E27FC236}">
                <a16:creationId xmlns:a16="http://schemas.microsoft.com/office/drawing/2014/main" id="{310698FE-9666-410F-9BC2-32CD861861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61</a:t>
            </a:r>
          </a:p>
        </p:txBody>
      </p:sp>
    </p:spTree>
    <p:extLst>
      <p:ext uri="{BB962C8B-B14F-4D97-AF65-F5344CB8AC3E}">
        <p14:creationId xmlns:p14="http://schemas.microsoft.com/office/powerpoint/2010/main" val="211070364"/>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6320938" name="Rectangle 1682307419">
            <a:extLst xmlns:a="http://schemas.openxmlformats.org/drawingml/2006/main">
              <a:ext uri="{FF2B5EF4-FFF2-40B4-BE49-F238E27FC236}">
                <a16:creationId xmlns:a16="http://schemas.microsoft.com/office/drawing/2014/main" id="{D381B4B8-D96C-4B06-A7AD-3F81DD2D5A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808695123" name="Rectangle 1048423222">
            <a:extLst xmlns:a="http://schemas.openxmlformats.org/drawingml/2006/main">
              <a:ext uri="{FF2B5EF4-FFF2-40B4-BE49-F238E27FC236}">
                <a16:creationId xmlns:a16="http://schemas.microsoft.com/office/drawing/2014/main" id="{79914505-B4C9-4719-801C-70DB1452FC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63250001" name="Rectangle 1821451500">
            <a:extLst xmlns:a="http://schemas.openxmlformats.org/drawingml/2006/main">
              <a:ext uri="{FF2B5EF4-FFF2-40B4-BE49-F238E27FC236}">
                <a16:creationId xmlns:a16="http://schemas.microsoft.com/office/drawing/2014/main" id="{613B64B7-2CC4-4B7D-9BD5-E268D7A94321}"/>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701880709" name="Rectangle: Rounded Corners 1912787708">
            <a:extLst xmlns:a="http://schemas.openxmlformats.org/drawingml/2006/main">
              <a:ext uri="{FF2B5EF4-FFF2-40B4-BE49-F238E27FC236}">
                <a16:creationId xmlns:a16="http://schemas.microsoft.com/office/drawing/2014/main" id="{5ABA70BD-130B-4F3E-B2A1-790445397ED9}"/>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4826373" name="Rectangle 698160899">
            <a:extLst xmlns:a="http://schemas.openxmlformats.org/drawingml/2006/main">
              <a:ext uri="{FF2B5EF4-FFF2-40B4-BE49-F238E27FC236}">
                <a16:creationId xmlns:a16="http://schemas.microsoft.com/office/drawing/2014/main" id="{31633E20-46BB-47D1-96BF-8B9E4D9A750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80253037" name="Straight Connector 820052219">
            <a:extLst xmlns:a="http://schemas.openxmlformats.org/drawingml/2006/main">
              <a:ext uri="{FF2B5EF4-FFF2-40B4-BE49-F238E27FC236}">
                <a16:creationId xmlns:a16="http://schemas.microsoft.com/office/drawing/2014/main" id="{59CAB8A3-3D5A-407E-B1F2-9C3866B28AF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37479" name="Rectangle: Rounded Corners 1977383084">
            <a:extLst xmlns:a="http://schemas.openxmlformats.org/drawingml/2006/main">
              <a:ext uri="{FF2B5EF4-FFF2-40B4-BE49-F238E27FC236}">
                <a16:creationId xmlns:a16="http://schemas.microsoft.com/office/drawing/2014/main" id="{B2DB39B0-C5F3-4F3F-991C-B749D9E4DD91}"/>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735256" name="Rectangle: Rounded Corners 1598161198">
            <a:extLst xmlns:a="http://schemas.openxmlformats.org/drawingml/2006/main">
              <a:ext uri="{FF2B5EF4-FFF2-40B4-BE49-F238E27FC236}">
                <a16:creationId xmlns:a16="http://schemas.microsoft.com/office/drawing/2014/main" id="{86205EBE-2FC2-4858-B3A5-6FBE706D666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433634" name="Rectangle: Rounded Corners 1558195880">
            <a:extLst xmlns:a="http://schemas.openxmlformats.org/drawingml/2006/main">
              <a:ext uri="{FF2B5EF4-FFF2-40B4-BE49-F238E27FC236}">
                <a16:creationId xmlns:a16="http://schemas.microsoft.com/office/drawing/2014/main" id="{FF0E0834-C720-4494-9F32-ED70DCC92DBD}"/>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6248468" name="Rectangle: Rounded Corners 521701979">
            <a:extLst xmlns:a="http://schemas.openxmlformats.org/drawingml/2006/main">
              <a:ext uri="{FF2B5EF4-FFF2-40B4-BE49-F238E27FC236}">
                <a16:creationId xmlns:a16="http://schemas.microsoft.com/office/drawing/2014/main" id="{37CCB5EB-6589-4AE1-B0BA-49E5DCE9774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2039466" name="Rectangle: Rounded Corners 1995606132">
            <a:extLst xmlns:a="http://schemas.openxmlformats.org/drawingml/2006/main">
              <a:ext uri="{FF2B5EF4-FFF2-40B4-BE49-F238E27FC236}">
                <a16:creationId xmlns:a16="http://schemas.microsoft.com/office/drawing/2014/main" id="{2A03F9D5-F273-4C48-88D7-F5B7C46B45C1}"/>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389105" name="Rectangle 1524836487">
            <a:extLst xmlns:a="http://schemas.openxmlformats.org/drawingml/2006/main">
              <a:ext uri="{FF2B5EF4-FFF2-40B4-BE49-F238E27FC236}">
                <a16:creationId xmlns:a16="http://schemas.microsoft.com/office/drawing/2014/main" id="{E2AC9F6A-4158-40D4-8268-55CFEB26F0EC}"/>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077483648" name="Rectangle 2124862657">
            <a:extLst xmlns:a="http://schemas.openxmlformats.org/drawingml/2006/main">
              <a:ext uri="{FF2B5EF4-FFF2-40B4-BE49-F238E27FC236}">
                <a16:creationId xmlns:a16="http://schemas.microsoft.com/office/drawing/2014/main" id="{5CA77DCB-9F4E-42A1-B763-CD40F06BCB1F}"/>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989908534" name="Rectangle 8219971">
            <a:extLst xmlns:a="http://schemas.openxmlformats.org/drawingml/2006/main">
              <a:ext uri="{FF2B5EF4-FFF2-40B4-BE49-F238E27FC236}">
                <a16:creationId xmlns:a16="http://schemas.microsoft.com/office/drawing/2014/main" id="{ECE26F22-B86A-4F8D-BCC7-D8AD1A79C035}"/>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2126954" name="Rectangle: Rounded Corners 1401385986">
            <a:extLst xmlns:a="http://schemas.openxmlformats.org/drawingml/2006/main">
              <a:ext uri="{FF2B5EF4-FFF2-40B4-BE49-F238E27FC236}">
                <a16:creationId xmlns:a16="http://schemas.microsoft.com/office/drawing/2014/main" id="{467B7DF8-F9EB-4380-BAC6-1A1B53113258}"/>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919432" name="Oval 2082712540">
            <a:extLst xmlns:a="http://schemas.openxmlformats.org/drawingml/2006/main">
              <a:ext uri="{FF2B5EF4-FFF2-40B4-BE49-F238E27FC236}">
                <a16:creationId xmlns:a16="http://schemas.microsoft.com/office/drawing/2014/main" id="{64841705-F7A5-4AD4-8080-762089420769}"/>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6907677" name="Oval 1800286295">
            <a:extLst xmlns:a="http://schemas.openxmlformats.org/drawingml/2006/main">
              <a:ext uri="{FF2B5EF4-FFF2-40B4-BE49-F238E27FC236}">
                <a16:creationId xmlns:a16="http://schemas.microsoft.com/office/drawing/2014/main" id="{000F3B64-D020-406F-B64C-DAC9E4CBB232}"/>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71548" name="Straight Connector 1377652961">
            <a:extLst xmlns:a="http://schemas.openxmlformats.org/drawingml/2006/main">
              <a:ext uri="{FF2B5EF4-FFF2-40B4-BE49-F238E27FC236}">
                <a16:creationId xmlns:a16="http://schemas.microsoft.com/office/drawing/2014/main" id="{ADD7EE5A-F5C9-406C-B6D2-51E3E4DFC2C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15530" name="Oval 1129487082">
            <a:extLst xmlns:a="http://schemas.openxmlformats.org/drawingml/2006/main">
              <a:ext uri="{FF2B5EF4-FFF2-40B4-BE49-F238E27FC236}">
                <a16:creationId xmlns:a16="http://schemas.microsoft.com/office/drawing/2014/main" id="{D8432FB2-16BD-4F5B-98EB-7A8B9D5692AE}"/>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891356" name="Straight Connector 1835573147">
            <a:extLst xmlns:a="http://schemas.openxmlformats.org/drawingml/2006/main">
              <a:ext uri="{FF2B5EF4-FFF2-40B4-BE49-F238E27FC236}">
                <a16:creationId xmlns:a16="http://schemas.microsoft.com/office/drawing/2014/main" id="{68D5D481-CE67-486E-A600-A2B7726DE67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64054" name="Oval 1354002711">
            <a:extLst xmlns:a="http://schemas.openxmlformats.org/drawingml/2006/main">
              <a:ext uri="{FF2B5EF4-FFF2-40B4-BE49-F238E27FC236}">
                <a16:creationId xmlns:a16="http://schemas.microsoft.com/office/drawing/2014/main" id="{029B5716-D1F6-4CCD-8713-BE2053F6AD07}"/>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69812" name="Straight Connector 1642711494">
            <a:extLst xmlns:a="http://schemas.openxmlformats.org/drawingml/2006/main">
              <a:ext uri="{FF2B5EF4-FFF2-40B4-BE49-F238E27FC236}">
                <a16:creationId xmlns:a16="http://schemas.microsoft.com/office/drawing/2014/main" id="{2404B886-EF2C-42A2-87B2-52248196F8D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142825" name="Oval 1162477815">
            <a:extLst xmlns:a="http://schemas.openxmlformats.org/drawingml/2006/main">
              <a:ext uri="{FF2B5EF4-FFF2-40B4-BE49-F238E27FC236}">
                <a16:creationId xmlns:a16="http://schemas.microsoft.com/office/drawing/2014/main" id="{DB664C4F-1442-4BF5-9B86-26DB5F2A2678}"/>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1897137" name="Straight Connector 754093467">
            <a:extLst xmlns:a="http://schemas.openxmlformats.org/drawingml/2006/main">
              <a:ext uri="{FF2B5EF4-FFF2-40B4-BE49-F238E27FC236}">
                <a16:creationId xmlns:a16="http://schemas.microsoft.com/office/drawing/2014/main" id="{54E20D43-F3CC-4E1E-B256-A76048C368AF}"/>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0208172" name="Oval 926903494">
            <a:extLst xmlns:a="http://schemas.openxmlformats.org/drawingml/2006/main">
              <a:ext uri="{FF2B5EF4-FFF2-40B4-BE49-F238E27FC236}">
                <a16:creationId xmlns:a16="http://schemas.microsoft.com/office/drawing/2014/main" id="{851E0FE1-D346-4A57-9079-0C54CBBF5859}"/>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54709" name="Straight Connector 1314704656">
            <a:extLst xmlns:a="http://schemas.openxmlformats.org/drawingml/2006/main">
              <a:ext uri="{FF2B5EF4-FFF2-40B4-BE49-F238E27FC236}">
                <a16:creationId xmlns:a16="http://schemas.microsoft.com/office/drawing/2014/main" id="{214D2A9F-691D-4FEB-981D-B38A5E4786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628752" name="Oval 297993689">
            <a:extLst xmlns:a="http://schemas.openxmlformats.org/drawingml/2006/main">
              <a:ext uri="{FF2B5EF4-FFF2-40B4-BE49-F238E27FC236}">
                <a16:creationId xmlns:a16="http://schemas.microsoft.com/office/drawing/2014/main" id="{5A1BBFF2-CCBD-43BE-8CC1-F4282A18D8F3}"/>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2441271" name="Straight Connector 1869335124">
            <a:extLst xmlns:a="http://schemas.openxmlformats.org/drawingml/2006/main">
              <a:ext uri="{FF2B5EF4-FFF2-40B4-BE49-F238E27FC236}">
                <a16:creationId xmlns:a16="http://schemas.microsoft.com/office/drawing/2014/main" id="{4AD2E151-F706-4C9A-8D02-4DEC0335568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2412011" name="Rectangle 1902597770">
            <a:extLst xmlns:a="http://schemas.openxmlformats.org/drawingml/2006/main">
              <a:ext uri="{FF2B5EF4-FFF2-40B4-BE49-F238E27FC236}">
                <a16:creationId xmlns:a16="http://schemas.microsoft.com/office/drawing/2014/main" id="{2ED35D39-2FE1-47BF-A8B1-E8A9ABBAF6D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14458202" name="Rectangle 1200483564">
            <a:extLst xmlns:a="http://schemas.openxmlformats.org/drawingml/2006/main">
              <a:ext uri="{FF2B5EF4-FFF2-40B4-BE49-F238E27FC236}">
                <a16:creationId xmlns:a16="http://schemas.microsoft.com/office/drawing/2014/main" id="{4FD7E2BF-5889-40EB-85A3-99D6EA89FCD3}"/>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466168090" name="Rectangle 713949086">
            <a:extLst xmlns:a="http://schemas.openxmlformats.org/drawingml/2006/main">
              <a:ext uri="{FF2B5EF4-FFF2-40B4-BE49-F238E27FC236}">
                <a16:creationId xmlns:a16="http://schemas.microsoft.com/office/drawing/2014/main" id="{F895EEAE-42BB-4597-96F5-DCBB71AA317A}"/>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2122402695" name="Rectangle: Rounded Corners 731916211">
            <a:extLst xmlns:a="http://schemas.openxmlformats.org/drawingml/2006/main">
              <a:ext uri="{FF2B5EF4-FFF2-40B4-BE49-F238E27FC236}">
                <a16:creationId xmlns:a16="http://schemas.microsoft.com/office/drawing/2014/main" id="{4CDC1BCA-3583-4BA0-8A5A-F471A265F958}"/>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983977" name="Oval 1174154410">
            <a:extLst xmlns:a="http://schemas.openxmlformats.org/drawingml/2006/main">
              <a:ext uri="{FF2B5EF4-FFF2-40B4-BE49-F238E27FC236}">
                <a16:creationId xmlns:a16="http://schemas.microsoft.com/office/drawing/2014/main" id="{D7FF5ECB-7560-451C-BAFB-7E3584210DA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868244" name="Oval 125293162">
            <a:extLst xmlns:a="http://schemas.openxmlformats.org/drawingml/2006/main">
              <a:ext uri="{FF2B5EF4-FFF2-40B4-BE49-F238E27FC236}">
                <a16:creationId xmlns:a16="http://schemas.microsoft.com/office/drawing/2014/main" id="{DD5EAA64-0C46-4E67-B471-62499E5AAD5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910283" name="Oval 1712601375">
            <a:extLst xmlns:a="http://schemas.openxmlformats.org/drawingml/2006/main">
              <a:ext uri="{FF2B5EF4-FFF2-40B4-BE49-F238E27FC236}">
                <a16:creationId xmlns:a16="http://schemas.microsoft.com/office/drawing/2014/main" id="{147EF40C-F308-4FD0-B5FD-DFD8AE7C11AF}"/>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833608" name="Straight Connector 361292721">
            <a:extLst xmlns:a="http://schemas.openxmlformats.org/drawingml/2006/main">
              <a:ext uri="{FF2B5EF4-FFF2-40B4-BE49-F238E27FC236}">
                <a16:creationId xmlns:a16="http://schemas.microsoft.com/office/drawing/2014/main" id="{58845DEE-D34A-48DA-BDE0-FA973F6E264E}"/>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50398" name="Straight Connector 1216392229">
            <a:extLst xmlns:a="http://schemas.openxmlformats.org/drawingml/2006/main">
              <a:ext uri="{FF2B5EF4-FFF2-40B4-BE49-F238E27FC236}">
                <a16:creationId xmlns:a16="http://schemas.microsoft.com/office/drawing/2014/main" id="{17351AD1-1F92-426D-B8CC-71AE53B2649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0476254" name="Rectangle 1760216901">
            <a:extLst xmlns:a="http://schemas.openxmlformats.org/drawingml/2006/main">
              <a:ext uri="{FF2B5EF4-FFF2-40B4-BE49-F238E27FC236}">
                <a16:creationId xmlns:a16="http://schemas.microsoft.com/office/drawing/2014/main" id="{1D3F5E21-9BE8-44A9-B149-40B41C9758DB}"/>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203305034" name="Rectangle 1432423854">
            <a:extLst xmlns:a="http://schemas.openxmlformats.org/drawingml/2006/main">
              <a:ext uri="{FF2B5EF4-FFF2-40B4-BE49-F238E27FC236}">
                <a16:creationId xmlns:a16="http://schemas.microsoft.com/office/drawing/2014/main" id="{4614CE6C-A720-4646-A98E-8CC449C76826}"/>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2110850349" name="Rectangle 1426602610">
            <a:extLst xmlns:a="http://schemas.openxmlformats.org/drawingml/2006/main">
              <a:ext uri="{FF2B5EF4-FFF2-40B4-BE49-F238E27FC236}">
                <a16:creationId xmlns:a16="http://schemas.microsoft.com/office/drawing/2014/main" id="{D5A84AA9-3101-46EE-9E4D-75CFC36986C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003117450" name="Rectangle: Rounded Corners 1132936319">
            <a:extLst xmlns:a="http://schemas.openxmlformats.org/drawingml/2006/main">
              <a:ext uri="{FF2B5EF4-FFF2-40B4-BE49-F238E27FC236}">
                <a16:creationId xmlns:a16="http://schemas.microsoft.com/office/drawing/2014/main" id="{F346FEA2-8FC0-44C7-A5C0-EF263A65C9E1}"/>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5474476" name="Oval 848102302">
            <a:extLst xmlns:a="http://schemas.openxmlformats.org/drawingml/2006/main">
              <a:ext uri="{FF2B5EF4-FFF2-40B4-BE49-F238E27FC236}">
                <a16:creationId xmlns:a16="http://schemas.microsoft.com/office/drawing/2014/main" id="{7E7AE27F-ED42-472A-912E-54C3B41F6C6E}"/>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293650" name="Straight Connector 2140277386">
            <a:extLst xmlns:a="http://schemas.openxmlformats.org/drawingml/2006/main">
              <a:ext uri="{FF2B5EF4-FFF2-40B4-BE49-F238E27FC236}">
                <a16:creationId xmlns:a16="http://schemas.microsoft.com/office/drawing/2014/main" id="{09C9BC47-9FA9-480C-9466-98520AE69143}"/>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852804" name="Straight Connector 546058830">
            <a:extLst xmlns:a="http://schemas.openxmlformats.org/drawingml/2006/main">
              <a:ext uri="{FF2B5EF4-FFF2-40B4-BE49-F238E27FC236}">
                <a16:creationId xmlns:a16="http://schemas.microsoft.com/office/drawing/2014/main" id="{C8EF7F60-4604-4624-8D0D-1A850D55F35D}"/>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047246" name="Straight Connector 634911421">
            <a:extLst xmlns:a="http://schemas.openxmlformats.org/drawingml/2006/main">
              <a:ext uri="{FF2B5EF4-FFF2-40B4-BE49-F238E27FC236}">
                <a16:creationId xmlns:a16="http://schemas.microsoft.com/office/drawing/2014/main" id="{09B932D1-9FCC-40CB-A2D4-F7B036C9EA67}"/>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122065" name="Rectangle 253059330">
            <a:extLst xmlns:a="http://schemas.openxmlformats.org/drawingml/2006/main">
              <a:ext uri="{FF2B5EF4-FFF2-40B4-BE49-F238E27FC236}">
                <a16:creationId xmlns:a16="http://schemas.microsoft.com/office/drawing/2014/main" id="{3A2B8CC5-9A29-42AE-B40C-9A5DBF3DA438}"/>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395858337" name="Rectangle 1961211258">
            <a:extLst xmlns:a="http://schemas.openxmlformats.org/drawingml/2006/main">
              <a:ext uri="{FF2B5EF4-FFF2-40B4-BE49-F238E27FC236}">
                <a16:creationId xmlns:a16="http://schemas.microsoft.com/office/drawing/2014/main" id="{EA91D9A1-E7C2-4205-97CC-80FDC5B35486}"/>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548191798" name="Rectangle 902052220">
            <a:extLst xmlns:a="http://schemas.openxmlformats.org/drawingml/2006/main">
              <a:ext uri="{FF2B5EF4-FFF2-40B4-BE49-F238E27FC236}">
                <a16:creationId xmlns:a16="http://schemas.microsoft.com/office/drawing/2014/main" id="{06278D79-BE6C-43AC-8401-FBE682D731E1}"/>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479329714" name="Rectangle 110604859">
            <a:extLst xmlns:a="http://schemas.openxmlformats.org/drawingml/2006/main">
              <a:ext uri="{FF2B5EF4-FFF2-40B4-BE49-F238E27FC236}">
                <a16:creationId xmlns:a16="http://schemas.microsoft.com/office/drawing/2014/main" id="{705C0A39-8580-460B-8A84-4D9A4F5B09D4}"/>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4509736" name="Rectangle 1570659082">
            <a:extLst xmlns:a="http://schemas.openxmlformats.org/drawingml/2006/main">
              <a:ext uri="{FF2B5EF4-FFF2-40B4-BE49-F238E27FC236}">
                <a16:creationId xmlns:a16="http://schemas.microsoft.com/office/drawing/2014/main" id="{7BCC0C10-106A-418E-848B-C004160F4E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62</a:t>
            </a:r>
          </a:p>
        </p:txBody>
      </p:sp>
    </p:spTree>
    <p:extLst>
      <p:ext uri="{BB962C8B-B14F-4D97-AF65-F5344CB8AC3E}">
        <p14:creationId xmlns:p14="http://schemas.microsoft.com/office/powerpoint/2010/main" val="1367179264"/>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977591" name="Rectangle 1748329787">
            <a:extLst xmlns:a="http://schemas.openxmlformats.org/drawingml/2006/main">
              <a:ext uri="{FF2B5EF4-FFF2-40B4-BE49-F238E27FC236}">
                <a16:creationId xmlns:a16="http://schemas.microsoft.com/office/drawing/2014/main" id="{E2900F8E-DEA4-4D22-9B6D-F9642F5DFA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059617199" name="Rectangle 1611343531">
            <a:extLst xmlns:a="http://schemas.openxmlformats.org/drawingml/2006/main">
              <a:ext uri="{FF2B5EF4-FFF2-40B4-BE49-F238E27FC236}">
                <a16:creationId xmlns:a16="http://schemas.microsoft.com/office/drawing/2014/main" id="{51854909-77C8-444A-A003-39B34B40823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58414026" name="Rectangle: Rounded Corners 1015940866">
            <a:extLst xmlns:a="http://schemas.openxmlformats.org/drawingml/2006/main">
              <a:ext uri="{FF2B5EF4-FFF2-40B4-BE49-F238E27FC236}">
                <a16:creationId xmlns:a16="http://schemas.microsoft.com/office/drawing/2014/main" id="{ABF0422E-983A-4D21-986B-506FCAE9EBC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870492" name="Rectangle: Rounded Corners 1808652943">
            <a:extLst xmlns:a="http://schemas.openxmlformats.org/drawingml/2006/main">
              <a:ext uri="{FF2B5EF4-FFF2-40B4-BE49-F238E27FC236}">
                <a16:creationId xmlns:a16="http://schemas.microsoft.com/office/drawing/2014/main" id="{44FFF660-D57A-47D2-8C97-630647C81324}"/>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957009" name="Rectangle: Rounded Corners 1081078089">
            <a:extLst xmlns:a="http://schemas.openxmlformats.org/drawingml/2006/main">
              <a:ext uri="{FF2B5EF4-FFF2-40B4-BE49-F238E27FC236}">
                <a16:creationId xmlns:a16="http://schemas.microsoft.com/office/drawing/2014/main" id="{0CD11D08-D754-4FD5-9706-46A43B97FC73}"/>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0288342" name="Rectangle: Rounded Corners 492680344">
            <a:extLst xmlns:a="http://schemas.openxmlformats.org/drawingml/2006/main">
              <a:ext uri="{FF2B5EF4-FFF2-40B4-BE49-F238E27FC236}">
                <a16:creationId xmlns:a16="http://schemas.microsoft.com/office/drawing/2014/main" id="{F415BE66-0DC2-4CDD-8B1F-D5C94CE49E1F}"/>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1803010" name="Rectangle: Rounded Corners 1482722514">
            <a:extLst xmlns:a="http://schemas.openxmlformats.org/drawingml/2006/main">
              <a:ext uri="{FF2B5EF4-FFF2-40B4-BE49-F238E27FC236}">
                <a16:creationId xmlns:a16="http://schemas.microsoft.com/office/drawing/2014/main" id="{605EAD23-BA12-49DD-82DD-7A91C36A8583}"/>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564933" name="Rectangle: Rounded Corners 121026446">
            <a:extLst xmlns:a="http://schemas.openxmlformats.org/drawingml/2006/main">
              <a:ext uri="{FF2B5EF4-FFF2-40B4-BE49-F238E27FC236}">
                <a16:creationId xmlns:a16="http://schemas.microsoft.com/office/drawing/2014/main" id="{C508C118-223D-4467-82E6-2907A2751C4A}"/>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5866799" name="Rectangle 163980103">
            <a:extLst xmlns:a="http://schemas.openxmlformats.org/drawingml/2006/main">
              <a:ext uri="{FF2B5EF4-FFF2-40B4-BE49-F238E27FC236}">
                <a16:creationId xmlns:a16="http://schemas.microsoft.com/office/drawing/2014/main" id="{6ABDB18A-DC8F-4D3E-9520-5B8138F5D7FE}"/>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769794760" name="Rectangle 693850306">
            <a:extLst xmlns:a="http://schemas.openxmlformats.org/drawingml/2006/main">
              <a:ext uri="{FF2B5EF4-FFF2-40B4-BE49-F238E27FC236}">
                <a16:creationId xmlns:a16="http://schemas.microsoft.com/office/drawing/2014/main" id="{8D9FBDCE-074A-4C1A-B7C5-B623D86683A2}"/>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995235269" name="Straight Connector 1622472842">
            <a:extLst xmlns:a="http://schemas.openxmlformats.org/drawingml/2006/main">
              <a:ext uri="{FF2B5EF4-FFF2-40B4-BE49-F238E27FC236}">
                <a16:creationId xmlns:a16="http://schemas.microsoft.com/office/drawing/2014/main" id="{EF275F72-9B15-464D-82DC-B3449CC256A8}"/>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4353689" name="Rectangle: Rounded Corners 1311020404">
            <a:extLst xmlns:a="http://schemas.openxmlformats.org/drawingml/2006/main">
              <a:ext uri="{FF2B5EF4-FFF2-40B4-BE49-F238E27FC236}">
                <a16:creationId xmlns:a16="http://schemas.microsoft.com/office/drawing/2014/main" id="{6DBB7A0B-C3C6-413B-A103-DC08DFD5D051}"/>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823427356" name="Rectangle 481459380">
            <a:extLst xmlns:a="http://schemas.openxmlformats.org/drawingml/2006/main">
              <a:ext uri="{FF2B5EF4-FFF2-40B4-BE49-F238E27FC236}">
                <a16:creationId xmlns:a16="http://schemas.microsoft.com/office/drawing/2014/main" id="{41CBF467-EFD2-4E0F-B5F1-A9897C0E7A13}"/>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115465787" name="Rectangle: Rounded Corners 1942037177">
            <a:extLst xmlns:a="http://schemas.openxmlformats.org/drawingml/2006/main">
              <a:ext uri="{FF2B5EF4-FFF2-40B4-BE49-F238E27FC236}">
                <a16:creationId xmlns:a16="http://schemas.microsoft.com/office/drawing/2014/main" id="{33C05F83-FB53-4FF3-BC5F-2D09CFA32F03}"/>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1258339187" name="Rectangle: Rounded Corners 75602190">
            <a:extLst xmlns:a="http://schemas.openxmlformats.org/drawingml/2006/main">
              <a:ext uri="{FF2B5EF4-FFF2-40B4-BE49-F238E27FC236}">
                <a16:creationId xmlns:a16="http://schemas.microsoft.com/office/drawing/2014/main" id="{78979B38-0959-42E3-B056-03556C69B0F0}"/>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656602677" name="Rectangle: Rounded Corners 1789658254">
            <a:extLst xmlns:a="http://schemas.openxmlformats.org/drawingml/2006/main">
              <a:ext uri="{FF2B5EF4-FFF2-40B4-BE49-F238E27FC236}">
                <a16:creationId xmlns:a16="http://schemas.microsoft.com/office/drawing/2014/main" id="{B1327B58-3341-4D88-B627-AB9C1688F71A}"/>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356010474" name="Rectangle: Rounded Corners 1953288476">
            <a:extLst xmlns:a="http://schemas.openxmlformats.org/drawingml/2006/main">
              <a:ext uri="{FF2B5EF4-FFF2-40B4-BE49-F238E27FC236}">
                <a16:creationId xmlns:a16="http://schemas.microsoft.com/office/drawing/2014/main" id="{329BE9FD-71CA-4DA5-AA2C-9B2A99BC44BC}"/>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09799354" name="Straight Connector 319643796">
            <a:extLst xmlns:a="http://schemas.openxmlformats.org/drawingml/2006/main">
              <a:ext uri="{FF2B5EF4-FFF2-40B4-BE49-F238E27FC236}">
                <a16:creationId xmlns:a16="http://schemas.microsoft.com/office/drawing/2014/main" id="{506AB6CB-1316-416F-A74C-A6F499077D5B}"/>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8071246" name="Rectangle: Rounded Corners 647942513">
            <a:extLst xmlns:a="http://schemas.openxmlformats.org/drawingml/2006/main">
              <a:ext uri="{FF2B5EF4-FFF2-40B4-BE49-F238E27FC236}">
                <a16:creationId xmlns:a16="http://schemas.microsoft.com/office/drawing/2014/main" id="{F9EE533A-75CE-4B41-AAB5-FD518A5BC406}"/>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060411" name="Rectangle: Rounded Corners 636131648">
            <a:extLst xmlns:a="http://schemas.openxmlformats.org/drawingml/2006/main">
              <a:ext uri="{FF2B5EF4-FFF2-40B4-BE49-F238E27FC236}">
                <a16:creationId xmlns:a16="http://schemas.microsoft.com/office/drawing/2014/main" id="{DF260313-BC40-4668-AF5F-4995BD7EA42E}"/>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947932" name="Rectangle: Rounded Corners 261513705">
            <a:extLst xmlns:a="http://schemas.openxmlformats.org/drawingml/2006/main">
              <a:ext uri="{FF2B5EF4-FFF2-40B4-BE49-F238E27FC236}">
                <a16:creationId xmlns:a16="http://schemas.microsoft.com/office/drawing/2014/main" id="{C5E6B4E7-1477-4B69-9A55-6D2B0AB8B9B7}"/>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12701" name="Rectangle 1466779702">
            <a:extLst xmlns:a="http://schemas.openxmlformats.org/drawingml/2006/main">
              <a:ext uri="{FF2B5EF4-FFF2-40B4-BE49-F238E27FC236}">
                <a16:creationId xmlns:a16="http://schemas.microsoft.com/office/drawing/2014/main" id="{AD1E6BBE-D905-4D23-9E12-BFDE25F52CAE}"/>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863602522" name="Rectangle 2140567318">
            <a:extLst xmlns:a="http://schemas.openxmlformats.org/drawingml/2006/main">
              <a:ext uri="{FF2B5EF4-FFF2-40B4-BE49-F238E27FC236}">
                <a16:creationId xmlns:a16="http://schemas.microsoft.com/office/drawing/2014/main" id="{767F3AE6-0B92-4E08-9F86-A7C1640CF7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982207127" name="Rectangle 800090932">
            <a:extLst xmlns:a="http://schemas.openxmlformats.org/drawingml/2006/main">
              <a:ext uri="{FF2B5EF4-FFF2-40B4-BE49-F238E27FC236}">
                <a16:creationId xmlns:a16="http://schemas.microsoft.com/office/drawing/2014/main" id="{65BFEF65-55E3-4BD4-B36B-D4EF8B6D07E9}"/>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069094033" name="Oval 663275864">
            <a:extLst xmlns:a="http://schemas.openxmlformats.org/drawingml/2006/main">
              <a:ext uri="{FF2B5EF4-FFF2-40B4-BE49-F238E27FC236}">
                <a16:creationId xmlns:a16="http://schemas.microsoft.com/office/drawing/2014/main" id="{BFF95FB9-F7CE-41E6-9F5F-588AA5997464}"/>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396726" name="Oval 302896655">
            <a:extLst xmlns:a="http://schemas.openxmlformats.org/drawingml/2006/main">
              <a:ext uri="{FF2B5EF4-FFF2-40B4-BE49-F238E27FC236}">
                <a16:creationId xmlns:a16="http://schemas.microsoft.com/office/drawing/2014/main" id="{CA92EC8A-04B8-4AC8-A00C-07537B7C5B57}"/>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232147" name="Oval 1173073258">
            <a:extLst xmlns:a="http://schemas.openxmlformats.org/drawingml/2006/main">
              <a:ext uri="{FF2B5EF4-FFF2-40B4-BE49-F238E27FC236}">
                <a16:creationId xmlns:a16="http://schemas.microsoft.com/office/drawing/2014/main" id="{EFFC4B22-5810-4A3C-8E71-FF82D4DC9EA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0459355" name="Rectangle 1351287707">
            <a:extLst xmlns:a="http://schemas.openxmlformats.org/drawingml/2006/main">
              <a:ext uri="{FF2B5EF4-FFF2-40B4-BE49-F238E27FC236}">
                <a16:creationId xmlns:a16="http://schemas.microsoft.com/office/drawing/2014/main" id="{095F748B-4DB2-4990-A73B-F52654966B0C}"/>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528820634" name="Rectangle 1523385386">
            <a:extLst xmlns:a="http://schemas.openxmlformats.org/drawingml/2006/main">
              <a:ext uri="{FF2B5EF4-FFF2-40B4-BE49-F238E27FC236}">
                <a16:creationId xmlns:a16="http://schemas.microsoft.com/office/drawing/2014/main" id="{E2236633-D784-4CAB-90B9-4123A15966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63</a:t>
            </a:r>
          </a:p>
        </p:txBody>
      </p:sp>
    </p:spTree>
    <p:extLst>
      <p:ext uri="{BB962C8B-B14F-4D97-AF65-F5344CB8AC3E}">
        <p14:creationId xmlns:p14="http://schemas.microsoft.com/office/powerpoint/2010/main" val="46298100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2026-07-27T11:12:39.3140000Z</dcterms:created>
  <dcterms:modified xsi:type="dcterms:W3CDTF">2026-07-27T11:12:39.3140000Z</dcterms:modified>
</coreProperties>
</file>