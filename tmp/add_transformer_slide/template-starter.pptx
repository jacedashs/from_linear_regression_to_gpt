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4a4ed55834452b" /><Relationship Type="http://schemas.openxmlformats.org/officeDocument/2006/relationships/extended-properties" Target="/docProps/app.xml" Id="R6718b322c7174f44" /><Relationship Type="http://schemas.openxmlformats.org/officeDocument/2006/relationships/officeDocument" Target="/ppt/presentation.xml" Id="Rf1ffb1d7377d4c1b" /></Relationships>
</file>

<file path=ppt/presentation.xml><?xml version="1.0" encoding="utf-8"?>
<p:presentation xmlns:p="http://schemas.openxmlformats.org/presentationml/2006/main">
  <p:sldMasterIdLst>
    <p:sldMasterId xmlns:r="http://schemas.openxmlformats.org/officeDocument/2006/relationships" id="2147483648" r:id="R490ad58f231c4264"/>
  </p:sldMasterIdLst>
  <p:notesMasterIdLst>
    <p:notesMasterId xmlns:r="http://schemas.openxmlformats.org/officeDocument/2006/relationships" r:id="R79f00b50322a464f"/>
  </p:notesMasterIdLst>
  <p:sldIdLst>
    <p:sldId xmlns:r="http://schemas.openxmlformats.org/officeDocument/2006/relationships" id="256" r:id="R08d3d67909fe4363"/>
    <p:sldId xmlns:r="http://schemas.openxmlformats.org/officeDocument/2006/relationships" id="257" r:id="Rc9009dfb1ae34732"/>
    <p:sldId xmlns:r="http://schemas.openxmlformats.org/officeDocument/2006/relationships" id="258" r:id="R9854f3bff067487b"/>
    <p:sldId xmlns:r="http://schemas.openxmlformats.org/officeDocument/2006/relationships" id="259" r:id="R2da1abd225e14ee2"/>
    <p:sldId xmlns:r="http://schemas.openxmlformats.org/officeDocument/2006/relationships" id="260" r:id="R2664009781f54b87"/>
    <p:sldId xmlns:r="http://schemas.openxmlformats.org/officeDocument/2006/relationships" id="261" r:id="R21603451be754509"/>
    <p:sldId xmlns:r="http://schemas.openxmlformats.org/officeDocument/2006/relationships" id="262" r:id="R921da5376f7d4085"/>
    <p:sldId xmlns:r="http://schemas.openxmlformats.org/officeDocument/2006/relationships" id="263" r:id="R40006c80298a426f"/>
    <p:sldId xmlns:r="http://schemas.openxmlformats.org/officeDocument/2006/relationships" id="264" r:id="Rf18b63d77c974b2c"/>
    <p:sldId xmlns:r="http://schemas.openxmlformats.org/officeDocument/2006/relationships" id="265" r:id="R6683fddb36f3446e"/>
    <p:sldId xmlns:r="http://schemas.openxmlformats.org/officeDocument/2006/relationships" id="266" r:id="R3c79429cacd94b49"/>
    <p:sldId xmlns:r="http://schemas.openxmlformats.org/officeDocument/2006/relationships" id="267" r:id="Rf1a6163225cf44df"/>
    <p:sldId xmlns:r="http://schemas.openxmlformats.org/officeDocument/2006/relationships" id="268" r:id="Re1c6fc2b14124ea7"/>
    <p:sldId xmlns:r="http://schemas.openxmlformats.org/officeDocument/2006/relationships" id="269" r:id="R0dc11bc4cded4981"/>
    <p:sldId xmlns:r="http://schemas.openxmlformats.org/officeDocument/2006/relationships" id="270" r:id="R8860a6342d7244ae"/>
    <p:sldId xmlns:r="http://schemas.openxmlformats.org/officeDocument/2006/relationships" id="271" r:id="R9c39456c7f0f4f55"/>
    <p:sldId xmlns:r="http://schemas.openxmlformats.org/officeDocument/2006/relationships" id="272" r:id="Rc934eb84d73645cc"/>
    <p:sldId xmlns:r="http://schemas.openxmlformats.org/officeDocument/2006/relationships" id="273" r:id="Rf7d7f14376bb4b5a"/>
    <p:sldId xmlns:r="http://schemas.openxmlformats.org/officeDocument/2006/relationships" id="274" r:id="R17b5dfbb3fee4351"/>
    <p:sldId xmlns:r="http://schemas.openxmlformats.org/officeDocument/2006/relationships" id="275" r:id="Ra0e04657d5e94a4f"/>
    <p:sldId xmlns:r="http://schemas.openxmlformats.org/officeDocument/2006/relationships" id="276" r:id="Re0c6b2374dda485e"/>
    <p:sldId xmlns:r="http://schemas.openxmlformats.org/officeDocument/2006/relationships" id="277" r:id="R2440f9be1b5f429a"/>
    <p:sldId xmlns:r="http://schemas.openxmlformats.org/officeDocument/2006/relationships" id="278" r:id="R22bf81399da349ef"/>
    <p:sldId xmlns:r="http://schemas.openxmlformats.org/officeDocument/2006/relationships" id="279" r:id="R42a11b3dd7d7473b"/>
    <p:sldId xmlns:r="http://schemas.openxmlformats.org/officeDocument/2006/relationships" id="280" r:id="R254d5bba53e7468e"/>
    <p:sldId xmlns:r="http://schemas.openxmlformats.org/officeDocument/2006/relationships" id="281" r:id="R62025455baf1474e"/>
    <p:sldId xmlns:r="http://schemas.openxmlformats.org/officeDocument/2006/relationships" id="282" r:id="R4db07b1fe3bb4796"/>
    <p:sldId xmlns:r="http://schemas.openxmlformats.org/officeDocument/2006/relationships" id="283" r:id="R8080c3ef79e6466a"/>
    <p:sldId xmlns:r="http://schemas.openxmlformats.org/officeDocument/2006/relationships" id="284" r:id="Rf54d201e67bd473e"/>
    <p:sldId xmlns:r="http://schemas.openxmlformats.org/officeDocument/2006/relationships" id="285" r:id="R3aa1032aa25f47fd"/>
    <p:sldId xmlns:r="http://schemas.openxmlformats.org/officeDocument/2006/relationships" id="286" r:id="Rfe73691e46ec4f18"/>
    <p:sldId xmlns:r="http://schemas.openxmlformats.org/officeDocument/2006/relationships" id="287" r:id="Rdf4a7a49df9044e8"/>
    <p:sldId xmlns:r="http://schemas.openxmlformats.org/officeDocument/2006/relationships" id="288" r:id="R9d43bdd32c3341bc"/>
    <p:sldId xmlns:r="http://schemas.openxmlformats.org/officeDocument/2006/relationships" id="289" r:id="R0b364fb922a94ff9"/>
    <p:sldId xmlns:r="http://schemas.openxmlformats.org/officeDocument/2006/relationships" id="290" r:id="R1e86bf21d76a4142"/>
    <p:sldId xmlns:r="http://schemas.openxmlformats.org/officeDocument/2006/relationships" id="291" r:id="R7621759692474b0d"/>
    <p:sldId xmlns:r="http://schemas.openxmlformats.org/officeDocument/2006/relationships" id="292" r:id="R914678c5d81e429d"/>
    <p:sldId xmlns:r="http://schemas.openxmlformats.org/officeDocument/2006/relationships" id="293" r:id="R2f474ce666624d7c"/>
    <p:sldId xmlns:r="http://schemas.openxmlformats.org/officeDocument/2006/relationships" id="294" r:id="R1e0f79ae60644f20"/>
    <p:sldId xmlns:r="http://schemas.openxmlformats.org/officeDocument/2006/relationships" id="295" r:id="R3c3862538b644c07"/>
    <p:sldId xmlns:r="http://schemas.openxmlformats.org/officeDocument/2006/relationships" id="296" r:id="Rb668ee8cb458444a"/>
    <p:sldId xmlns:r="http://schemas.openxmlformats.org/officeDocument/2006/relationships" id="297" r:id="R7820a4ad6c24439b"/>
    <p:sldId xmlns:r="http://schemas.openxmlformats.org/officeDocument/2006/relationships" id="298" r:id="R22c7cb0143ed48c1"/>
    <p:sldId xmlns:r="http://schemas.openxmlformats.org/officeDocument/2006/relationships" id="299" r:id="Rf9d29c8ddb4444bb"/>
    <p:sldId xmlns:r="http://schemas.openxmlformats.org/officeDocument/2006/relationships" id="300" r:id="R3028076d72414589"/>
    <p:sldId xmlns:r="http://schemas.openxmlformats.org/officeDocument/2006/relationships" id="301" r:id="R3e9d23187fce4ab6"/>
    <p:sldId xmlns:r="http://schemas.openxmlformats.org/officeDocument/2006/relationships" id="302" r:id="R1bff5ece76ca407a"/>
    <p:sldId xmlns:r="http://schemas.openxmlformats.org/officeDocument/2006/relationships" id="303" r:id="Rae843fed26484d45"/>
    <p:sldId xmlns:r="http://schemas.openxmlformats.org/officeDocument/2006/relationships" id="304" r:id="Rc33dcc400c3f416d"/>
    <p:sldId xmlns:r="http://schemas.openxmlformats.org/officeDocument/2006/relationships" id="305" r:id="R87bc03819e8c4f12"/>
    <p:sldId xmlns:r="http://schemas.openxmlformats.org/officeDocument/2006/relationships" id="306" r:id="R0a18df49278d4698"/>
    <p:sldId xmlns:r="http://schemas.openxmlformats.org/officeDocument/2006/relationships" id="307" r:id="R5f414340ce7c4cdc"/>
    <p:sldId xmlns:r="http://schemas.openxmlformats.org/officeDocument/2006/relationships" id="308" r:id="R5fdeb40884884a5b"/>
    <p:sldId xmlns:r="http://schemas.openxmlformats.org/officeDocument/2006/relationships" id="309" r:id="R6c63dbd843774c63"/>
    <p:sldId xmlns:r="http://schemas.openxmlformats.org/officeDocument/2006/relationships" id="310" r:id="R4f086318b6c04080"/>
    <p:sldId xmlns:r="http://schemas.openxmlformats.org/officeDocument/2006/relationships" id="311" r:id="R43cca0d19d6e47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11c124d99c4c81" /><Relationship Type="http://schemas.openxmlformats.org/officeDocument/2006/relationships/slideMaster" Target="/ppt/slideMasters/slideMaster1.xml" Id="R490ad58f231c4264" /><Relationship Type="http://schemas.openxmlformats.org/officeDocument/2006/relationships/notesMaster" Target="/ppt/notesMasters/notesMaster1.xml" Id="R79f00b50322a464f" /><Relationship Type="http://schemas.openxmlformats.org/officeDocument/2006/relationships/presProps" Target="/ppt/presProps.xml" Id="R7d9a8f01135d4e21" /><Relationship Type="http://schemas.openxmlformats.org/officeDocument/2006/relationships/tableStyles" Target="/ppt/tableStyles.xml" Id="R1a1f0f4ab95449ed" /><Relationship Type="http://schemas.openxmlformats.org/officeDocument/2006/relationships/slide" Target="/ppt/slides/slide1.xml" Id="R08d3d67909fe4363" /><Relationship Type="http://schemas.openxmlformats.org/officeDocument/2006/relationships/slide" Target="/ppt/slides/slide2.xml" Id="Rc9009dfb1ae34732" /><Relationship Type="http://schemas.openxmlformats.org/officeDocument/2006/relationships/slide" Target="/ppt/slides/slide3.xml" Id="R9854f3bff067487b" /><Relationship Type="http://schemas.openxmlformats.org/officeDocument/2006/relationships/slide" Target="/ppt/slides/slide4.xml" Id="R2da1abd225e14ee2" /><Relationship Type="http://schemas.openxmlformats.org/officeDocument/2006/relationships/slide" Target="/ppt/slides/slide5.xml" Id="R2664009781f54b87" /><Relationship Type="http://schemas.openxmlformats.org/officeDocument/2006/relationships/slide" Target="/ppt/slides/slide6.xml" Id="R21603451be754509" /><Relationship Type="http://schemas.openxmlformats.org/officeDocument/2006/relationships/slide" Target="/ppt/slides/slide7.xml" Id="R921da5376f7d4085" /><Relationship Type="http://schemas.openxmlformats.org/officeDocument/2006/relationships/slide" Target="/ppt/slides/slide8.xml" Id="R40006c80298a426f" /><Relationship Type="http://schemas.openxmlformats.org/officeDocument/2006/relationships/slide" Target="/ppt/slides/slide9.xml" Id="Rf18b63d77c974b2c" /><Relationship Type="http://schemas.openxmlformats.org/officeDocument/2006/relationships/slide" Target="/ppt/slides/slide10.xml" Id="R6683fddb36f3446e" /><Relationship Type="http://schemas.openxmlformats.org/officeDocument/2006/relationships/slide" Target="/ppt/slides/slide11.xml" Id="R3c79429cacd94b49" /><Relationship Type="http://schemas.openxmlformats.org/officeDocument/2006/relationships/slide" Target="/ppt/slides/slide12.xml" Id="Rf1a6163225cf44df" /><Relationship Type="http://schemas.openxmlformats.org/officeDocument/2006/relationships/slide" Target="/ppt/slides/slide13.xml" Id="Re1c6fc2b14124ea7" /><Relationship Type="http://schemas.openxmlformats.org/officeDocument/2006/relationships/slide" Target="/ppt/slides/slide14.xml" Id="R0dc11bc4cded4981" /><Relationship Type="http://schemas.openxmlformats.org/officeDocument/2006/relationships/slide" Target="/ppt/slides/slide15.xml" Id="R8860a6342d7244ae" /><Relationship Type="http://schemas.openxmlformats.org/officeDocument/2006/relationships/slide" Target="/ppt/slides/slide16.xml" Id="R9c39456c7f0f4f55" /><Relationship Type="http://schemas.openxmlformats.org/officeDocument/2006/relationships/slide" Target="/ppt/slides/slide17.xml" Id="Rc934eb84d73645cc" /><Relationship Type="http://schemas.openxmlformats.org/officeDocument/2006/relationships/slide" Target="/ppt/slides/slide18.xml" Id="Rf7d7f14376bb4b5a" /><Relationship Type="http://schemas.openxmlformats.org/officeDocument/2006/relationships/slide" Target="/ppt/slides/slide19.xml" Id="R17b5dfbb3fee4351" /><Relationship Type="http://schemas.openxmlformats.org/officeDocument/2006/relationships/slide" Target="/ppt/slides/slide20.xml" Id="Ra0e04657d5e94a4f" /><Relationship Type="http://schemas.openxmlformats.org/officeDocument/2006/relationships/slide" Target="/ppt/slides/slide21.xml" Id="Re0c6b2374dda485e" /><Relationship Type="http://schemas.openxmlformats.org/officeDocument/2006/relationships/slide" Target="/ppt/slides/slide22.xml" Id="R2440f9be1b5f429a" /><Relationship Type="http://schemas.openxmlformats.org/officeDocument/2006/relationships/slide" Target="/ppt/slides/slide23.xml" Id="R22bf81399da349ef" /><Relationship Type="http://schemas.openxmlformats.org/officeDocument/2006/relationships/slide" Target="/ppt/slides/slide24.xml" Id="R42a11b3dd7d7473b" /><Relationship Type="http://schemas.openxmlformats.org/officeDocument/2006/relationships/slide" Target="/ppt/slides/slide25.xml" Id="R254d5bba53e7468e" /><Relationship Type="http://schemas.openxmlformats.org/officeDocument/2006/relationships/slide" Target="/ppt/slides/slide26.xml" Id="R62025455baf1474e" /><Relationship Type="http://schemas.openxmlformats.org/officeDocument/2006/relationships/slide" Target="/ppt/slides/slide27.xml" Id="R4db07b1fe3bb4796" /><Relationship Type="http://schemas.openxmlformats.org/officeDocument/2006/relationships/slide" Target="/ppt/slides/slide28.xml" Id="R8080c3ef79e6466a" /><Relationship Type="http://schemas.openxmlformats.org/officeDocument/2006/relationships/slide" Target="/ppt/slides/slide29.xml" Id="Rf54d201e67bd473e" /><Relationship Type="http://schemas.openxmlformats.org/officeDocument/2006/relationships/slide" Target="/ppt/slides/slide30.xml" Id="R3aa1032aa25f47fd" /><Relationship Type="http://schemas.openxmlformats.org/officeDocument/2006/relationships/slide" Target="/ppt/slides/slide31.xml" Id="Rfe73691e46ec4f18" /><Relationship Type="http://schemas.openxmlformats.org/officeDocument/2006/relationships/slide" Target="/ppt/slides/slide32.xml" Id="Rdf4a7a49df9044e8" /><Relationship Type="http://schemas.openxmlformats.org/officeDocument/2006/relationships/slide" Target="/ppt/slides/slide33.xml" Id="R9d43bdd32c3341bc" /><Relationship Type="http://schemas.openxmlformats.org/officeDocument/2006/relationships/slide" Target="/ppt/slides/slide34.xml" Id="R0b364fb922a94ff9" /><Relationship Type="http://schemas.openxmlformats.org/officeDocument/2006/relationships/slide" Target="/ppt/slides/slide35.xml" Id="R1e86bf21d76a4142" /><Relationship Type="http://schemas.openxmlformats.org/officeDocument/2006/relationships/slide" Target="/ppt/slides/slide36.xml" Id="R7621759692474b0d" /><Relationship Type="http://schemas.openxmlformats.org/officeDocument/2006/relationships/slide" Target="/ppt/slides/slide37.xml" Id="R914678c5d81e429d" /><Relationship Type="http://schemas.openxmlformats.org/officeDocument/2006/relationships/slide" Target="/ppt/slides/slide38.xml" Id="R2f474ce666624d7c" /><Relationship Type="http://schemas.openxmlformats.org/officeDocument/2006/relationships/slide" Target="/ppt/slides/slide39.xml" Id="R1e0f79ae60644f20" /><Relationship Type="http://schemas.openxmlformats.org/officeDocument/2006/relationships/slide" Target="/ppt/slides/slide40.xml" Id="R3c3862538b644c07" /><Relationship Type="http://schemas.openxmlformats.org/officeDocument/2006/relationships/slide" Target="/ppt/slides/slide41.xml" Id="Rb668ee8cb458444a" /><Relationship Type="http://schemas.openxmlformats.org/officeDocument/2006/relationships/slide" Target="/ppt/slides/slide42.xml" Id="R7820a4ad6c24439b" /><Relationship Type="http://schemas.openxmlformats.org/officeDocument/2006/relationships/slide" Target="/ppt/slides/slide43.xml" Id="R22c7cb0143ed48c1" /><Relationship Type="http://schemas.openxmlformats.org/officeDocument/2006/relationships/slide" Target="/ppt/slides/slide44.xml" Id="Rf9d29c8ddb4444bb" /><Relationship Type="http://schemas.openxmlformats.org/officeDocument/2006/relationships/slide" Target="/ppt/slides/slide45.xml" Id="R3028076d72414589" /><Relationship Type="http://schemas.openxmlformats.org/officeDocument/2006/relationships/slide" Target="/ppt/slides/slide46.xml" Id="R3e9d23187fce4ab6" /><Relationship Type="http://schemas.openxmlformats.org/officeDocument/2006/relationships/slide" Target="/ppt/slides/slide47.xml" Id="R1bff5ece76ca407a" /><Relationship Type="http://schemas.openxmlformats.org/officeDocument/2006/relationships/slide" Target="/ppt/slides/slide48.xml" Id="Rae843fed26484d45" /><Relationship Type="http://schemas.openxmlformats.org/officeDocument/2006/relationships/slide" Target="/ppt/slides/slide49.xml" Id="Rc33dcc400c3f416d" /><Relationship Type="http://schemas.openxmlformats.org/officeDocument/2006/relationships/slide" Target="/ppt/slides/slide50.xml" Id="R87bc03819e8c4f12" /><Relationship Type="http://schemas.openxmlformats.org/officeDocument/2006/relationships/slide" Target="/ppt/slides/slide51.xml" Id="R0a18df49278d4698" /><Relationship Type="http://schemas.openxmlformats.org/officeDocument/2006/relationships/slide" Target="/ppt/slides/slide52.xml" Id="R5f414340ce7c4cdc" /><Relationship Type="http://schemas.openxmlformats.org/officeDocument/2006/relationships/slide" Target="/ppt/slides/slide53.xml" Id="R5fdeb40884884a5b" /><Relationship Type="http://schemas.openxmlformats.org/officeDocument/2006/relationships/slide" Target="/ppt/slides/slide54.xml" Id="R6c63dbd843774c63" /><Relationship Type="http://schemas.openxmlformats.org/officeDocument/2006/relationships/slide" Target="/ppt/slides/slide55.xml" Id="R4f086318b6c04080" /><Relationship Type="http://schemas.openxmlformats.org/officeDocument/2006/relationships/slide" Target="/ppt/slides/slide56.xml" Id="R43cca0d19d6e47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237180717f4d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45f898096d42a3" /><Relationship Type="http://schemas.openxmlformats.org/officeDocument/2006/relationships/notesMaster" Target="/ppt/notesMasters/notesMaster1.xml" Id="R1178df7169a54d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83a9854de245f0" /><Relationship Type="http://schemas.openxmlformats.org/officeDocument/2006/relationships/notesMaster" Target="/ppt/notesMasters/notesMaster1.xml" Id="Rde6dcb0e025c42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864e9bcfc84610" /><Relationship Type="http://schemas.openxmlformats.org/officeDocument/2006/relationships/notesMaster" Target="/ppt/notesMasters/notesMaster1.xml" Id="R017a24c75d1e4e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e2794d8d84587" /><Relationship Type="http://schemas.openxmlformats.org/officeDocument/2006/relationships/notesMaster" Target="/ppt/notesMasters/notesMaster1.xml" Id="Rbd3324abb83047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0951752ccf458e" /><Relationship Type="http://schemas.openxmlformats.org/officeDocument/2006/relationships/notesMaster" Target="/ppt/notesMasters/notesMaster1.xml" Id="R5175fd756a1842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7923666d4049f5" /><Relationship Type="http://schemas.openxmlformats.org/officeDocument/2006/relationships/notesMaster" Target="/ppt/notesMasters/notesMaster1.xml" Id="Rebb65afd01454d1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eb5dee7d704167" /><Relationship Type="http://schemas.openxmlformats.org/officeDocument/2006/relationships/notesMaster" Target="/ppt/notesMasters/notesMaster1.xml" Id="R24f841341de44a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6203df5c244c30" /><Relationship Type="http://schemas.openxmlformats.org/officeDocument/2006/relationships/notesMaster" Target="/ppt/notesMasters/notesMaster1.xml" Id="Ra689b6ba54d043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f57deea7864a42" /><Relationship Type="http://schemas.openxmlformats.org/officeDocument/2006/relationships/notesMaster" Target="/ppt/notesMasters/notesMaster1.xml" Id="R53b417ab68d843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134b33c74946a3" /><Relationship Type="http://schemas.openxmlformats.org/officeDocument/2006/relationships/notesMaster" Target="/ppt/notesMasters/notesMaster1.xml" Id="Rd38bb2def3da41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46d6052ab3440b" /><Relationship Type="http://schemas.openxmlformats.org/officeDocument/2006/relationships/notesMaster" Target="/ppt/notesMasters/notesMaster1.xml" Id="R05ce4f6367444f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0f9e0ae8264762" /><Relationship Type="http://schemas.openxmlformats.org/officeDocument/2006/relationships/notesMaster" Target="/ppt/notesMasters/notesMaster1.xml" Id="R3f7af46841a04dc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4c2a42eca041a5" /><Relationship Type="http://schemas.openxmlformats.org/officeDocument/2006/relationships/notesMaster" Target="/ppt/notesMasters/notesMaster1.xml" Id="Rd305c5c507ea48e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349fc3744c4692" /><Relationship Type="http://schemas.openxmlformats.org/officeDocument/2006/relationships/notesMaster" Target="/ppt/notesMasters/notesMaster1.xml" Id="R2ef83d32f1db4e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d9ab166ceec4ab2" /><Relationship Type="http://schemas.openxmlformats.org/officeDocument/2006/relationships/notesMaster" Target="/ppt/notesMasters/notesMaster1.xml" Id="Re30e9a5c401a4e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9913a8d485432c" /><Relationship Type="http://schemas.openxmlformats.org/officeDocument/2006/relationships/notesMaster" Target="/ppt/notesMasters/notesMaster1.xml" Id="Rad6fb612d14f48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efa06a404a4c95" /><Relationship Type="http://schemas.openxmlformats.org/officeDocument/2006/relationships/notesMaster" Target="/ppt/notesMasters/notesMaster1.xml" Id="R447c194b3ac745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12336de7084c4b" /><Relationship Type="http://schemas.openxmlformats.org/officeDocument/2006/relationships/notesMaster" Target="/ppt/notesMasters/notesMaster1.xml" Id="R93199e94193e4b5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a5e811265704166" /><Relationship Type="http://schemas.openxmlformats.org/officeDocument/2006/relationships/notesMaster" Target="/ppt/notesMasters/notesMaster1.xml" Id="R1c034b4b82fd42b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7a6b453a7a54d2a" /><Relationship Type="http://schemas.openxmlformats.org/officeDocument/2006/relationships/notesMaster" Target="/ppt/notesMasters/notesMaster1.xml" Id="R0e9d9dec754e4fe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28da82fe5b4a3c" /><Relationship Type="http://schemas.openxmlformats.org/officeDocument/2006/relationships/notesMaster" Target="/ppt/notesMasters/notesMaster1.xml" Id="R64703e4078274e8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34cd3a7c1a41dc" /><Relationship Type="http://schemas.openxmlformats.org/officeDocument/2006/relationships/notesMaster" Target="/ppt/notesMasters/notesMaster1.xml" Id="Rcfc29dd87fb349c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930ab16e0fe40b0" /><Relationship Type="http://schemas.openxmlformats.org/officeDocument/2006/relationships/notesMaster" Target="/ppt/notesMasters/notesMaster1.xml" Id="Re54003545581417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a898ee95564144" /><Relationship Type="http://schemas.openxmlformats.org/officeDocument/2006/relationships/notesMaster" Target="/ppt/notesMasters/notesMaster1.xml" Id="R9995c05e8c2b4b6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a9afcfd46f0444f" /><Relationship Type="http://schemas.openxmlformats.org/officeDocument/2006/relationships/notesMaster" Target="/ppt/notesMasters/notesMaster1.xml" Id="Rd419bce2eb7f49b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9c77a29877c4383" /><Relationship Type="http://schemas.openxmlformats.org/officeDocument/2006/relationships/notesMaster" Target="/ppt/notesMasters/notesMaster1.xml" Id="R58e686f14bf149e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dc78fce0274bd3" /><Relationship Type="http://schemas.openxmlformats.org/officeDocument/2006/relationships/notesMaster" Target="/ppt/notesMasters/notesMaster1.xml" Id="R316973fb42a341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f0e04e872314620" /><Relationship Type="http://schemas.openxmlformats.org/officeDocument/2006/relationships/notesMaster" Target="/ppt/notesMasters/notesMaster1.xml" Id="R3ca9a705cc2941e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dbf68ba7fe14ec2" /><Relationship Type="http://schemas.openxmlformats.org/officeDocument/2006/relationships/notesMaster" Target="/ppt/notesMasters/notesMaster1.xml" Id="Rdc3e53f404b4466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53f493e4a284cea" /><Relationship Type="http://schemas.openxmlformats.org/officeDocument/2006/relationships/notesMaster" Target="/ppt/notesMasters/notesMaster1.xml" Id="R4279c088d3a246b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d535d08b8844624" /><Relationship Type="http://schemas.openxmlformats.org/officeDocument/2006/relationships/notesMaster" Target="/ppt/notesMasters/notesMaster1.xml" Id="R3dd65ee3974546a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df8f23854f84dad" /><Relationship Type="http://schemas.openxmlformats.org/officeDocument/2006/relationships/notesMaster" Target="/ppt/notesMasters/notesMaster1.xml" Id="R445cf25c7d3f469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502e0a0a23240a7" /><Relationship Type="http://schemas.openxmlformats.org/officeDocument/2006/relationships/notesMaster" Target="/ppt/notesMasters/notesMaster1.xml" Id="R771e6f6a075e45f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a964a401ed641f6" /><Relationship Type="http://schemas.openxmlformats.org/officeDocument/2006/relationships/notesMaster" Target="/ppt/notesMasters/notesMaster1.xml" Id="R90a4da5416514d3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5a958bc2374879" /><Relationship Type="http://schemas.openxmlformats.org/officeDocument/2006/relationships/notesMaster" Target="/ppt/notesMasters/notesMaster1.xml" Id="R26ee935cb2c1415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a457560d4324bed" /><Relationship Type="http://schemas.openxmlformats.org/officeDocument/2006/relationships/notesMaster" Target="/ppt/notesMasters/notesMaster1.xml" Id="R3e23c1cb25f846c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8e8b657614496e" /><Relationship Type="http://schemas.openxmlformats.org/officeDocument/2006/relationships/notesMaster" Target="/ppt/notesMasters/notesMaster1.xml" Id="R04c26870f96440d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f6d9de6fc9b46f9" /><Relationship Type="http://schemas.openxmlformats.org/officeDocument/2006/relationships/notesMaster" Target="/ppt/notesMasters/notesMaster1.xml" Id="Rf984861dc61641e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62ad658661945ad" /><Relationship Type="http://schemas.openxmlformats.org/officeDocument/2006/relationships/notesMaster" Target="/ppt/notesMasters/notesMaster1.xml" Id="R13bc5c144d6745b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709bba3c13a40cf" /><Relationship Type="http://schemas.openxmlformats.org/officeDocument/2006/relationships/notesMaster" Target="/ppt/notesMasters/notesMaster1.xml" Id="Re05fd5090137477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eeef03624ce42b7" /><Relationship Type="http://schemas.openxmlformats.org/officeDocument/2006/relationships/notesMaster" Target="/ppt/notesMasters/notesMaster1.xml" Id="Rf2e52b74fa5346a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23ea610ad9f4748" /><Relationship Type="http://schemas.openxmlformats.org/officeDocument/2006/relationships/notesMaster" Target="/ppt/notesMasters/notesMaster1.xml" Id="R1cea606a8dd04a3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284d983e6a64890" /><Relationship Type="http://schemas.openxmlformats.org/officeDocument/2006/relationships/notesMaster" Target="/ppt/notesMasters/notesMaster1.xml" Id="R61b9cdf5c3e144c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e9b9ae7d614d3a" /><Relationship Type="http://schemas.openxmlformats.org/officeDocument/2006/relationships/notesMaster" Target="/ppt/notesMasters/notesMaster1.xml" Id="Rd3855a07b8654e3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5b1433eea7d4da6" /><Relationship Type="http://schemas.openxmlformats.org/officeDocument/2006/relationships/notesMaster" Target="/ppt/notesMasters/notesMaster1.xml" Id="R7fbc0be8be574ee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8cd0fa3172344f3" /><Relationship Type="http://schemas.openxmlformats.org/officeDocument/2006/relationships/notesMaster" Target="/ppt/notesMasters/notesMaster1.xml" Id="R7fdd59448ddd4cd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2fcbea5c6264ede" /><Relationship Type="http://schemas.openxmlformats.org/officeDocument/2006/relationships/notesMaster" Target="/ppt/notesMasters/notesMaster1.xml" Id="R28e4af0fc0e247b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26456ef35444624" /><Relationship Type="http://schemas.openxmlformats.org/officeDocument/2006/relationships/notesMaster" Target="/ppt/notesMasters/notesMaster1.xml" Id="R6879ba292e3f4e2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a3e591c7ed94a4e" /><Relationship Type="http://schemas.openxmlformats.org/officeDocument/2006/relationships/notesMaster" Target="/ppt/notesMasters/notesMaster1.xml" Id="R36d710d282ea4aa5"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89b635c139d4b3b" /><Relationship Type="http://schemas.openxmlformats.org/officeDocument/2006/relationships/notesMaster" Target="/ppt/notesMasters/notesMaster1.xml" Id="R7abde481e33342a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d48da9122474269" /><Relationship Type="http://schemas.openxmlformats.org/officeDocument/2006/relationships/notesMaster" Target="/ppt/notesMasters/notesMaster1.xml" Id="Rf30b065e926545e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3652564d788476b" /><Relationship Type="http://schemas.openxmlformats.org/officeDocument/2006/relationships/notesMaster" Target="/ppt/notesMasters/notesMaster1.xml" Id="Rd7455180e09e423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783df5ba1d2433e" /><Relationship Type="http://schemas.openxmlformats.org/officeDocument/2006/relationships/notesMaster" Target="/ppt/notesMasters/notesMaster1.xml" Id="R73d608e220ed404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cb117fe04634f21" /><Relationship Type="http://schemas.openxmlformats.org/officeDocument/2006/relationships/notesMaster" Target="/ppt/notesMasters/notesMaster1.xml" Id="Rc5cda9bf41f6461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67c080ceca44868" /><Relationship Type="http://schemas.openxmlformats.org/officeDocument/2006/relationships/notesMaster" Target="/ppt/notesMasters/notesMaster1.xml" Id="Rfd309e9940ab42b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9b5d5846a624ea6" /><Relationship Type="http://schemas.openxmlformats.org/officeDocument/2006/relationships/notesMaster" Target="/ppt/notesMasters/notesMaster1.xml" Id="R6e8e4067151940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Geva et al., 2021, 'Transformer Feed-Forward Layers Are Key-Value Memories', arXiv:2012.14913, https://arxiv.org/abs/2012.14913</a:t>
            </a:r>
          </a:p>
          <a:p xmlns:a="http://schemas.openxmlformats.org/drawingml/2006/main">
            <a:pPr>
              <a:buNone/>
            </a:pPr>
            <a:r>
              <a:t>Ndubuaku et al., 2026, 'A Controlled Study of Attention-Only Transformers', arXiv:2607.18363v1, https://arxiv.org/html/2607.18363v1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Discrete Diffusion in Large Language and Multimodal Models: https://arxiv.org/abs/2506.13759</a:t>
            </a:r>
          </a:p>
          <a:p xmlns:a="http://schemas.openxmlformats.org/drawingml/2006/main">
            <a:pPr>
              <a:buNone/>
            </a:pPr>
            <a:r>
              <a:t>Large Language Diffusion Models / LLaDA: https://arxiv.org/abs/2502.09992</a:t>
            </a:r>
          </a:p>
          <a:p xmlns:a="http://schemas.openxmlformats.org/drawingml/2006/main">
            <a:pPr>
              <a:buNone/>
            </a:pPr>
            <a:r>
              <a:t>Simple and Effective Masked Diffusion Language Models: https://arxiv.org/abs/2406.07524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Fast Inference from Transformers via Speculative Decoding: https://arxiv.org/abs/2211.17192</a:t>
            </a:r>
          </a:p>
          <a:p xmlns:a="http://schemas.openxmlformats.org/drawingml/2006/main">
            <a:pPr>
              <a:buNone/>
            </a:pPr>
            <a:r>
              <a:t>Google Research, Looking back at speculative decoding: https://research.google/blog/looking-back-at-speculative-decoding/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1f670cf58d495f" /></Relationships>
</file>

<file path=ppt/slideLayouts/slideLayout1.xml><?xml version="1.0" encoding="utf-8"?>
<p:sldLayout xmlns:p="http://schemas.openxmlformats.org/presentationml/2006/main" showMasterSp="1" showMasterPhAnim="0" matchingName="" type="title" preserve="0"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8a1e74dfe14147" /><Relationship Type="http://schemas.openxmlformats.org/officeDocument/2006/relationships/slideLayout" Target="/ppt/slideLayouts/slideLayout1.xml" Id="Ra4e74a4bc1fc49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e74a4bc1fc49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acb6ca30674722" /><Relationship Type="http://schemas.openxmlformats.org/officeDocument/2006/relationships/notesSlide" Target="/ppt/notesSlides/notesSlide1.xml" Id="Re623d896c77d40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84674d977b4494" /><Relationship Type="http://schemas.openxmlformats.org/officeDocument/2006/relationships/image" Target="/ppt/media/image.png" Id="Ra4ffc0fe16f642d0" /><Relationship Type="http://schemas.openxmlformats.org/officeDocument/2006/relationships/notesSlide" Target="/ppt/notesSlides/notesSlide2.xml" Id="R2b5a049c6fdd4f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0669c585fc4000" /><Relationship Type="http://schemas.openxmlformats.org/officeDocument/2006/relationships/image" Target="/ppt/media/image2.png" Id="Rf18d96b18ab74990" /><Relationship Type="http://schemas.openxmlformats.org/officeDocument/2006/relationships/notesSlide" Target="/ppt/notesSlides/notesSlide3.xml" Id="R19b31d9aecd845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18f336e7cc4dff" /><Relationship Type="http://schemas.openxmlformats.org/officeDocument/2006/relationships/image" Target="/ppt/media/image3.png" Id="R1e9d383885a148c5" /><Relationship Type="http://schemas.openxmlformats.org/officeDocument/2006/relationships/notesSlide" Target="/ppt/notesSlides/notesSlide4.xml" Id="Rabd2306144444d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bf051a079a441ef" /><Relationship Type="http://schemas.openxmlformats.org/officeDocument/2006/relationships/notesSlide" Target="/ppt/notesSlides/notesSlide5.xml" Id="R90a25f1d96e94a7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08124e94044717" /><Relationship Type="http://schemas.openxmlformats.org/officeDocument/2006/relationships/image" Target="/ppt/media/image.svg" Id="Rc85d4d900b684efd" /><Relationship Type="http://schemas.openxmlformats.org/officeDocument/2006/relationships/image" Target="/ppt/media/image.png" Id="Rb4456260ed7e4cbb" /><Relationship Type="http://schemas.openxmlformats.org/officeDocument/2006/relationships/notesSlide" Target="/ppt/notesSlides/notesSlide6.xml" Id="Rd43a5ccc0ba64d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4c7b291dae946d0" /><Relationship Type="http://schemas.openxmlformats.org/officeDocument/2006/relationships/image" Target="/ppt/media/image2.svg" Id="R6343724a33924e1b" /><Relationship Type="http://schemas.openxmlformats.org/officeDocument/2006/relationships/image" Target="/ppt/media/image2.png" Id="Rf824368ed1d442c7" /><Relationship Type="http://schemas.openxmlformats.org/officeDocument/2006/relationships/notesSlide" Target="/ppt/notesSlides/notesSlide7.xml" Id="Ra7b8ae5338d244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7a93d6959d4595" /><Relationship Type="http://schemas.openxmlformats.org/officeDocument/2006/relationships/notesSlide" Target="/ppt/notesSlides/notesSlide8.xml" Id="R824aaff5bbad43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e05637c96b64454" /><Relationship Type="http://schemas.openxmlformats.org/officeDocument/2006/relationships/image" Target="/ppt/media/image3.svg" Id="R4a2261989be645c5" /><Relationship Type="http://schemas.openxmlformats.org/officeDocument/2006/relationships/image" Target="/ppt/media/image3.png" Id="Rb474ff3dc66e4604" /><Relationship Type="http://schemas.openxmlformats.org/officeDocument/2006/relationships/notesSlide" Target="/ppt/notesSlides/notesSlide9.xml" Id="Raa0dbcd50e6c47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0c9f625fdf4866" /><Relationship Type="http://schemas.openxmlformats.org/officeDocument/2006/relationships/image" Target="/ppt/media/image4.png" Id="R5d583514e56d4621" /><Relationship Type="http://schemas.openxmlformats.org/officeDocument/2006/relationships/notesSlide" Target="/ppt/notesSlides/notesSlide10.xml" Id="Rd4233399d3dc42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06909138b549d6" /><Relationship Type="http://schemas.openxmlformats.org/officeDocument/2006/relationships/image" Target="/ppt/media/image5.png" Id="R82da6e92bf13440c" /><Relationship Type="http://schemas.openxmlformats.org/officeDocument/2006/relationships/image" Target="/ppt/media/image4.svg" Id="Re1f4a34daba1458f" /><Relationship Type="http://schemas.openxmlformats.org/officeDocument/2006/relationships/image" Target="/ppt/media/image4.png" Id="Rae1c4e66d883425d" /><Relationship Type="http://schemas.openxmlformats.org/officeDocument/2006/relationships/notesSlide" Target="/ppt/notesSlides/notesSlide11.xml" Id="R4bc78657aed04a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4863570127484c" /><Relationship Type="http://schemas.openxmlformats.org/officeDocument/2006/relationships/image" Target="/ppt/media/image5.svg" Id="R6c8e31c31ec3422f" /><Relationship Type="http://schemas.openxmlformats.org/officeDocument/2006/relationships/image" Target="/ppt/media/image5.png" Id="R4dd875235dca44f8" /><Relationship Type="http://schemas.openxmlformats.org/officeDocument/2006/relationships/notesSlide" Target="/ppt/notesSlides/notesSlide12.xml" Id="R566d0f32162f46a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dfcb98bc6e437b" /><Relationship Type="http://schemas.openxmlformats.org/officeDocument/2006/relationships/image" Target="/ppt/media/image6.png" Id="R8705a96d01d04114" /><Relationship Type="http://schemas.openxmlformats.org/officeDocument/2006/relationships/image" Target="/ppt/media/image6.svg" Id="R81022c7df38f4b13" /><Relationship Type="http://schemas.openxmlformats.org/officeDocument/2006/relationships/image" Target="/ppt/media/image7.png" Id="R34858880e76a4c5e" /><Relationship Type="http://schemas.openxmlformats.org/officeDocument/2006/relationships/image" Target="/ppt/media/image7.svg" Id="Rf641f8ab7ed54ea5" /><Relationship Type="http://schemas.openxmlformats.org/officeDocument/2006/relationships/notesSlide" Target="/ppt/notesSlides/notesSlide13.xml" Id="Re7e3eea7cd61432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aa6d156f184015" /><Relationship Type="http://schemas.openxmlformats.org/officeDocument/2006/relationships/image" Target="/ppt/media/image8.png" Id="R6acbd51d1a4244fc" /><Relationship Type="http://schemas.openxmlformats.org/officeDocument/2006/relationships/image" Target="/ppt/media/image8.svg" Id="R1324fa4efa6b4469" /><Relationship Type="http://schemas.openxmlformats.org/officeDocument/2006/relationships/notesSlide" Target="/ppt/notesSlides/notesSlide14.xml" Id="Rd076e995135d49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9d7f3e5622c46c8" /><Relationship Type="http://schemas.openxmlformats.org/officeDocument/2006/relationships/image" Target="/ppt/media/image9.png" Id="R1049a8011dcb4121" /><Relationship Type="http://schemas.openxmlformats.org/officeDocument/2006/relationships/image" Target="/ppt/media/image9.svg" Id="R91211e80b3bc4c31" /><Relationship Type="http://schemas.openxmlformats.org/officeDocument/2006/relationships/notesSlide" Target="/ppt/notesSlides/notesSlide15.xml" Id="Refd251249f9141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a6519451ec84f60" /><Relationship Type="http://schemas.openxmlformats.org/officeDocument/2006/relationships/notesSlide" Target="/ppt/notesSlides/notesSlide16.xml" Id="Ra7f43561381044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8b8a54ce504571" /><Relationship Type="http://schemas.openxmlformats.org/officeDocument/2006/relationships/notesSlide" Target="/ppt/notesSlides/notesSlide17.xml" Id="R74239512216546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922ec4af2244535" /><Relationship Type="http://schemas.openxmlformats.org/officeDocument/2006/relationships/notesSlide" Target="/ppt/notesSlides/notesSlide18.xml" Id="Rbf387c86d6c0432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ed1ffaa6acb4213" /><Relationship Type="http://schemas.openxmlformats.org/officeDocument/2006/relationships/image" Target="/ppt/media/image10.png" Id="Rf42b47e2962d4a1d" /><Relationship Type="http://schemas.openxmlformats.org/officeDocument/2006/relationships/notesSlide" Target="/ppt/notesSlides/notesSlide19.xml" Id="R0178b2e9619f4a1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18fe8d19ad34c72" /><Relationship Type="http://schemas.openxmlformats.org/officeDocument/2006/relationships/notesSlide" Target="/ppt/notesSlides/notesSlide20.xml" Id="R2a9baf72f95d489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663d13f6f440a6" /><Relationship Type="http://schemas.openxmlformats.org/officeDocument/2006/relationships/notesSlide" Target="/ppt/notesSlides/notesSlide21.xml" Id="R5fc86f0d3454436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7bdf91c0bf64442" /><Relationship Type="http://schemas.openxmlformats.org/officeDocument/2006/relationships/notesSlide" Target="/ppt/notesSlides/notesSlide22.xml" Id="Rc6cad47148ff4cf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7c4ce50f7df4a26" /><Relationship Type="http://schemas.openxmlformats.org/officeDocument/2006/relationships/notesSlide" Target="/ppt/notesSlides/notesSlide23.xml" Id="R71eb97ce829a490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e777ea40122468b" /><Relationship Type="http://schemas.openxmlformats.org/officeDocument/2006/relationships/notesSlide" Target="/ppt/notesSlides/notesSlide24.xml" Id="Rea526729f3e240a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1ac297fa29a45d3" /><Relationship Type="http://schemas.openxmlformats.org/officeDocument/2006/relationships/notesSlide" Target="/ppt/notesSlides/notesSlide25.xml" Id="R72359d7e34614c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2dfd300d1ca4b41" /><Relationship Type="http://schemas.openxmlformats.org/officeDocument/2006/relationships/notesSlide" Target="/ppt/notesSlides/notesSlide26.xml" Id="R335a9d1dc03f46b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810860dd36e4def" /><Relationship Type="http://schemas.openxmlformats.org/officeDocument/2006/relationships/image" Target="/ppt/media/image11.png" Id="R481da468efde41ec" /><Relationship Type="http://schemas.openxmlformats.org/officeDocument/2006/relationships/notesSlide" Target="/ppt/notesSlides/notesSlide27.xml" Id="R86bfce8bf40e421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4e5e5df66b44022" /><Relationship Type="http://schemas.openxmlformats.org/officeDocument/2006/relationships/image" Target="/ppt/media/image12.png" Id="R3174c2d604ed42b5" /><Relationship Type="http://schemas.openxmlformats.org/officeDocument/2006/relationships/notesSlide" Target="/ppt/notesSlides/notesSlide28.xml" Id="Rdaf13fb54cc240d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99661571e5845ba" /><Relationship Type="http://schemas.openxmlformats.org/officeDocument/2006/relationships/notesSlide" Target="/ppt/notesSlides/notesSlide29.xml" Id="R230862e7b2b74e2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bbd3175fa41445d" /><Relationship Type="http://schemas.openxmlformats.org/officeDocument/2006/relationships/notesSlide" Target="/ppt/notesSlides/notesSlide30.xml" Id="Rb5154e964b004fa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fc7ff8c4be24ed6" /><Relationship Type="http://schemas.openxmlformats.org/officeDocument/2006/relationships/notesSlide" Target="/ppt/notesSlides/notesSlide31.xml" Id="R970d3f99a1a3487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e0fcc7bea014de9" /><Relationship Type="http://schemas.openxmlformats.org/officeDocument/2006/relationships/notesSlide" Target="/ppt/notesSlides/notesSlide32.xml" Id="Rc53c459e07ef49f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9bf5fa73db240b7" /><Relationship Type="http://schemas.openxmlformats.org/officeDocument/2006/relationships/notesSlide" Target="/ppt/notesSlides/notesSlide33.xml" Id="Rfd362418570e445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f6777d4a18b48b6" /><Relationship Type="http://schemas.openxmlformats.org/officeDocument/2006/relationships/notesSlide" Target="/ppt/notesSlides/notesSlide34.xml" Id="Rac84d60c0f8e482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87411d77f1d4cc1" /><Relationship Type="http://schemas.openxmlformats.org/officeDocument/2006/relationships/notesSlide" Target="/ppt/notesSlides/notesSlide35.xml" Id="R2dce19257ae941e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2612f827f3140a4" /><Relationship Type="http://schemas.openxmlformats.org/officeDocument/2006/relationships/notesSlide" Target="/ppt/notesSlides/notesSlide36.xml" Id="R39616ea1274941d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e46c3d13ecb4f70" /><Relationship Type="http://schemas.openxmlformats.org/officeDocument/2006/relationships/image" Target="/ppt/media/image6.png" Id="R01098674dd524aa3" /><Relationship Type="http://schemas.openxmlformats.org/officeDocument/2006/relationships/image" Target="/ppt/media/image6.svg" Id="R176b890671fc4d4f" /><Relationship Type="http://schemas.openxmlformats.org/officeDocument/2006/relationships/image" Target="/ppt/media/image7.png" Id="R4d679818948c4c6c" /><Relationship Type="http://schemas.openxmlformats.org/officeDocument/2006/relationships/image" Target="/ppt/media/image7.svg" Id="Re65953b7777b4725" /><Relationship Type="http://schemas.openxmlformats.org/officeDocument/2006/relationships/notesSlide" Target="/ppt/notesSlides/notesSlide37.xml" Id="R227b5a7e1ae94ae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6104c660d1f4cfd" /><Relationship Type="http://schemas.openxmlformats.org/officeDocument/2006/relationships/notesSlide" Target="/ppt/notesSlides/notesSlide38.xml" Id="Rdcccfee5c3de41e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e15b19274684fdc" /><Relationship Type="http://schemas.openxmlformats.org/officeDocument/2006/relationships/notesSlide" Target="/ppt/notesSlides/notesSlide39.xml" Id="R110f186a75e646d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d1cf693213c4df3" /><Relationship Type="http://schemas.openxmlformats.org/officeDocument/2006/relationships/notesSlide" Target="/ppt/notesSlides/notesSlide40.xml" Id="R5c13fb7af10c42f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d96ecf8f4c74adb" /><Relationship Type="http://schemas.openxmlformats.org/officeDocument/2006/relationships/notesSlide" Target="/ppt/notesSlides/notesSlide41.xml" Id="Rab6c0d4214584f9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d0dc8a040094754" /><Relationship Type="http://schemas.openxmlformats.org/officeDocument/2006/relationships/notesSlide" Target="/ppt/notesSlides/notesSlide42.xml" Id="R77acfa2693ef4a1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b03504cd7d24174" /><Relationship Type="http://schemas.openxmlformats.org/officeDocument/2006/relationships/notesSlide" Target="/ppt/notesSlides/notesSlide43.xml" Id="Reda5867e607f433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802fd53ee7e4ee5" /><Relationship Type="http://schemas.openxmlformats.org/officeDocument/2006/relationships/notesSlide" Target="/ppt/notesSlides/notesSlide44.xml" Id="R72c1fbde631f4a1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ee13e34ac8144dc" /><Relationship Type="http://schemas.openxmlformats.org/officeDocument/2006/relationships/notesSlide" Target="/ppt/notesSlides/notesSlide45.xml" Id="Rbecd5491ad3948c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7c739a8a64e4eac" /><Relationship Type="http://schemas.openxmlformats.org/officeDocument/2006/relationships/notesSlide" Target="/ppt/notesSlides/notesSlide46.xml" Id="R038b0a08ac8e42d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0b5eb58b1bb424a" /><Relationship Type="http://schemas.openxmlformats.org/officeDocument/2006/relationships/notesSlide" Target="/ppt/notesSlides/notesSlide47.xml" Id="R4af40b790d4d4fe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2b49e198dc54cbf" /><Relationship Type="http://schemas.openxmlformats.org/officeDocument/2006/relationships/image" Target="/ppt/media/image10.svg" Id="Rc036949078d546bb" /><Relationship Type="http://schemas.openxmlformats.org/officeDocument/2006/relationships/image" Target="/ppt/media/image10.png" Id="R46e7dece78c84b26" /><Relationship Type="http://schemas.openxmlformats.org/officeDocument/2006/relationships/notesSlide" Target="/ppt/notesSlides/notesSlide48.xml" Id="Ree5e6acea3bf419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2927d00477a4639" /><Relationship Type="http://schemas.openxmlformats.org/officeDocument/2006/relationships/notesSlide" Target="/ppt/notesSlides/notesSlide49.xml" Id="R88c535950f7c4d9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8bcbd8d956d34724" /><Relationship Type="http://schemas.openxmlformats.org/officeDocument/2006/relationships/notesSlide" Target="/ppt/notesSlides/notesSlide50.xml" Id="Rd529f27588e548d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cd03ee6cae046f8" /><Relationship Type="http://schemas.openxmlformats.org/officeDocument/2006/relationships/notesSlide" Target="/ppt/notesSlides/notesSlide51.xml" Id="R8f1932aedc314e1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8477f2e15c14534" /><Relationship Type="http://schemas.openxmlformats.org/officeDocument/2006/relationships/notesSlide" Target="/ppt/notesSlides/notesSlide52.xml" Id="R803b6800ab08455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28a168f68f54257" /><Relationship Type="http://schemas.openxmlformats.org/officeDocument/2006/relationships/notesSlide" Target="/ppt/notesSlides/notesSlide53.xml" Id="Rd2d0ed0243984ff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65cd1c4da85047ba" /><Relationship Type="http://schemas.openxmlformats.org/officeDocument/2006/relationships/notesSlide" Target="/ppt/notesSlides/notesSlide54.xml" Id="R6955193d3fcc423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b6bfb593c4345c5" /><Relationship Type="http://schemas.openxmlformats.org/officeDocument/2006/relationships/notesSlide" Target="/ppt/notesSlides/notesSlide55.xml" Id="Rf7fb205703534a2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99f8e1ecc8a4b81" /><Relationship Type="http://schemas.openxmlformats.org/officeDocument/2006/relationships/notesSlide" Target="/ppt/notesSlides/notesSlide56.xml" Id="Rc95ba225eb734e8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sp>
      <p:sp>
        <p:nvSpPr>
          <p:cNvPr id="453704307" name="">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sp>
      <p:sp>
        <p:nvSpPr>
          <p:cNvPr id="1383570776" name="">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2-21</a:t>
            </a:r>
          </a:p>
        </p:txBody>
      </p:sp>
      <p:sp>
        <p:nvSpPr>
          <p:cNvPr id="517207119" name="">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22-28</a:t>
            </a:r>
          </a:p>
        </p:txBody>
      </p:sp>
      <p:sp>
        <p:nvSpPr>
          <p:cNvPr id="1011337881" name="">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29-36</a:t>
            </a:r>
          </a:p>
        </p:txBody>
      </p:sp>
      <p:sp>
        <p:nvSpPr>
          <p:cNvPr id="1242283890" name="">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37-40</a:t>
            </a:r>
          </a:p>
        </p:txBody>
      </p:sp>
      <p:sp>
        <p:nvSpPr>
          <p:cNvPr id="886147112" name="">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41-55</a:t>
            </a:r>
          </a:p>
        </p:txBody>
      </p:sp>
      <p:sp>
        <p:nvSpPr>
          <p:cNvPr id="612628766" name="">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why attention made GPT possible</a:t>
            </a:r>
          </a:p>
        </p:txBody>
      </p:sp>
      <p:sp>
        <p:nvSpPr>
          <p:cNvPr id="1343619987" name="">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7688688" name=""/>
          <p:cNvPicPr>
            <a:picLocks xmlns:a="http://schemas.openxmlformats.org/drawingml/2006/main" noChangeAspect="1"/>
          </p:cNvPicPr>
          <p:nvPr/>
        </p:nvPicPr>
        <p:blipFill rotWithShape="1">
          <a:blip xmlns:r="http://schemas.openxmlformats.org/officeDocument/2006/relationships" xmlns:a="http://schemas.openxmlformats.org/drawingml/2006/main" r:embed="Ra4ffc0fe16f642d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1902173" name="">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898681239" name="">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308551118" name="">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22530922" name="">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902723884" name="">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7498951" name="">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59963358" name="">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86469559" name="">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145200306" name="">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46813434" name="">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2137688683" name="">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696285494" name="">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sp>
      <p:sp>
        <p:nvSpPr>
          <p:cNvPr id="1445698390" name="">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06024004" name="">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
        <p:nvSpPr>
          <p:cNvPr id="523934701" name="">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Tree>
    <p:extLst>
      <p:ext uri="{BB962C8B-B14F-4D97-AF65-F5344CB8AC3E}">
        <p14:creationId xmlns:p14="http://schemas.microsoft.com/office/powerpoint/2010/main" val="1616670336"/>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39346077" name=""/>
          <p:cNvPicPr>
            <a:picLocks xmlns:a="http://schemas.openxmlformats.org/drawingml/2006/main" noChangeAspect="1"/>
          </p:cNvPicPr>
          <p:nvPr/>
        </p:nvPicPr>
        <p:blipFill rotWithShape="1">
          <a:blip xmlns:r="http://schemas.openxmlformats.org/officeDocument/2006/relationships" xmlns:a="http://schemas.openxmlformats.org/drawingml/2006/main" r:embed="Rf18d96b18ab7499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31783795" name="">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519439691" name="">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723606973" name="">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295429067" name="">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8682069" name="">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139346072" name="">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2066189597" name="">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72593583" name="">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34232464" name="">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75049892" name="">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072269509" name="">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82061215" name="">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sp>
      <p:sp>
        <p:nvSpPr>
          <p:cNvPr id="1509233171" name="">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5713910" name="">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980599752"/>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2108938200" name=""/>
          <p:cNvPicPr>
            <a:picLocks xmlns:a="http://schemas.openxmlformats.org/drawingml/2006/main" noChangeAspect="1"/>
          </p:cNvPicPr>
          <p:nvPr/>
        </p:nvPicPr>
        <p:blipFill rotWithShape="1">
          <a:blip xmlns:r="http://schemas.openxmlformats.org/officeDocument/2006/relationships" xmlns:a="http://schemas.openxmlformats.org/drawingml/2006/main" r:embed="R1e9d383885a148c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52169603" name="">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7000958" name="">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583075003" name="">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37929436" name="">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2108938195" name="">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89038475" name="">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344103134" name="">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6319934" name="">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7503669" name="">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98652274" name="">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635056807" name="">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900162546" name="">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781560172" name="">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75462252" name="">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151612478"/>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6707614" name="">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73988393" name="">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04586366" name="">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32749498" name="">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2073900985" name="">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25225898" name="">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93992284" name="">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602577505" name="">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71923821" name="">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53025885" name="">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468286776" name="">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303532534" name="">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98580290" name="">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47856203" name="">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515170769" name="">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758272405" name="">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539647181" name="">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82130370" name="">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347626964" name="">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34367547" name="">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sp>
    </p:spTree>
    <p:extLst>
      <p:ext uri="{BB962C8B-B14F-4D97-AF65-F5344CB8AC3E}">
        <p14:creationId xmlns:p14="http://schemas.microsoft.com/office/powerpoint/2010/main" val="44288737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37688958" name="">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2007704338" name="">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5599506" name="">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15448563" name="">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03472678" name="">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674269757" name="">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3294810" name="">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33278307" name="">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80799254" name="">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834346435" name="">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58427811" name="">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580509646" name="">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2736302" name="">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777734923" name="">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3252182" name="">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2038153" name="">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81702023" name="">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4012885" name="">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991339260" name="">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31926645" name="">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pic>
        <p:nvPicPr>
          <p:cNvPr id="2031926677" name=""/>
          <p:cNvPicPr>
            <a:picLocks xmlns:a="http://schemas.openxmlformats.org/drawingml/2006/main" noChangeAspect="1"/>
          </p:cNvPicPr>
          <p:nvPr/>
        </p:nvPicPr>
        <p:blipFill rotWithShape="1">
          <a:blip xmlns:r="http://schemas.openxmlformats.org/officeDocument/2006/relationships" xmlns:a="http://schemas.openxmlformats.org/drawingml/2006/main" r:embed="Rb4456260ed7e4cbb">
            <a:extLst>
              <a:ext uri="{96DAC541-7B7A-43D3-8B79-37D633B846F1}">
                <asvg:svgBlip xmlns:asvg="http://schemas.microsoft.com/office/drawing/2016/SVG/main" r:embed="Rc85d4d900b684efd"/>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68719097" name="">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324465774" name="">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910257485" name="">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53346287" name="">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618228279" name="">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89599103" name="">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457916703" name="">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250923538" name="">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579714092" name="">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88193175" name="">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075857353" name="">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260739157" name="">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72597424" name="">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11162584" name="">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418592259" name="">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391215338" name="">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707420592" name="">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24466290" name="">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167646444" name="">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sp>
      <p:sp>
        <p:nvSpPr>
          <p:cNvPr id="1367024098" name="">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pic>
        <p:nvPicPr>
          <p:cNvPr id="2096192662" name=""/>
          <p:cNvPicPr>
            <a:picLocks xmlns:a="http://schemas.openxmlformats.org/drawingml/2006/main" noChangeAspect="1"/>
          </p:cNvPicPr>
          <p:nvPr/>
        </p:nvPicPr>
        <p:blipFill rotWithShape="1">
          <a:blip xmlns:r="http://schemas.openxmlformats.org/officeDocument/2006/relationships" xmlns:a="http://schemas.openxmlformats.org/drawingml/2006/main" r:embed="Rf824368ed1d442c7">
            <a:extLst>
              <a:ext uri="{96DAC541-7B7A-43D3-8B79-37D633B846F1}">
                <asvg:svgBlip xmlns:asvg="http://schemas.microsoft.com/office/drawing/2016/SVG/main" r:embed="R6343724a33924e1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842656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050748595" name="">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sp>
      <p:sp>
        <p:nvSpPr>
          <p:cNvPr id="1752567776" name="">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391317271" name="">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65170773" name="">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sp>
      <p:sp>
        <p:nvSpPr>
          <p:cNvPr id="1638876600" name="">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95109746" name="">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256120153" name="">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sp>
      <p:sp>
        <p:nvSpPr>
          <p:cNvPr id="2086773710" name="">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50430571" name="">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50138994" name="">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35810552" name="">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00880980" name="">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289445840"/>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56722813" name="">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42243680" name="">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sp>
      <p:sp>
        <p:nvSpPr>
          <p:cNvPr id="944728693" name="">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92924598" name="">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897545628" name="">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sp>
      <p:pic>
        <p:nvPicPr>
          <p:cNvPr id="2106832542" name=""/>
          <p:cNvPicPr>
            <a:picLocks xmlns:a="http://schemas.openxmlformats.org/drawingml/2006/main" noChangeAspect="1"/>
          </p:cNvPicPr>
          <p:nvPr/>
        </p:nvPicPr>
        <p:blipFill rotWithShape="1">
          <a:blip xmlns:r="http://schemas.openxmlformats.org/officeDocument/2006/relationships" xmlns:a="http://schemas.openxmlformats.org/drawingml/2006/main" r:embed="Rb474ff3dc66e4604">
            <a:extLst>
              <a:ext uri="{96DAC541-7B7A-43D3-8B79-37D633B846F1}">
                <asvg:svgBlip xmlns:asvg="http://schemas.microsoft.com/office/drawing/2016/SVG/main" r:embed="R4a2261989be645c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856458313" name=""/>
          <p:cNvPicPr>
            <a:picLocks xmlns:a="http://schemas.openxmlformats.org/drawingml/2006/main" noChangeAspect="1"/>
          </p:cNvPicPr>
          <p:nvPr/>
        </p:nvPicPr>
        <p:blipFill rotWithShape="1">
          <a:blip xmlns:r="http://schemas.openxmlformats.org/officeDocument/2006/relationships" xmlns:a="http://schemas.openxmlformats.org/drawingml/2006/main" r:embed="R5d583514e56d4621"/>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Tree>
    <p:extLst>
      <p:ext uri="{BB962C8B-B14F-4D97-AF65-F5344CB8AC3E}">
        <p14:creationId xmlns:p14="http://schemas.microsoft.com/office/powerpoint/2010/main" val="1231659528"/>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22458407" name=""/>
          <p:cNvPicPr>
            <a:picLocks xmlns:a="http://schemas.openxmlformats.org/drawingml/2006/main" noChangeAspect="1"/>
          </p:cNvPicPr>
          <p:nvPr/>
        </p:nvPicPr>
        <p:blipFill rotWithShape="1">
          <a:blip xmlns:r="http://schemas.openxmlformats.org/officeDocument/2006/relationships" xmlns:a="http://schemas.openxmlformats.org/drawingml/2006/main" r:embed="R82da6e92bf13440c"/>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768100699" name="">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922458401" name="">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772079833" name="">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H="0"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sp>
      <p:sp>
        <p:nvSpPr>
          <p:cNvPr id="1493081964" name="">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125848368" name="">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431459788" name="">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
        <p:nvSpPr>
          <p:cNvPr id="1489075410" name="">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H="0"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768615075" name="">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H="0"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pic>
        <p:nvPicPr>
          <p:cNvPr id="1922458421" name=""/>
          <p:cNvPicPr>
            <a:picLocks xmlns:a="http://schemas.openxmlformats.org/drawingml/2006/main" noChangeAspect="1"/>
          </p:cNvPicPr>
          <p:nvPr/>
        </p:nvPicPr>
        <p:blipFill rotWithShape="1">
          <a:blip xmlns:r="http://schemas.openxmlformats.org/officeDocument/2006/relationships" xmlns:a="http://schemas.openxmlformats.org/drawingml/2006/main" r:embed="Rae1c4e66d883425d">
            <a:extLst>
              <a:ext uri="{96DAC541-7B7A-43D3-8B79-37D633B846F1}">
                <asvg:svgBlip xmlns:asvg="http://schemas.microsoft.com/office/drawing/2016/SVG/main" r:embed="Re1f4a34daba1458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3979158" name="">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27639123" name="">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466830899" name="">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147861545" name="">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453648763" name="">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1758550889" name="">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781569674" name="">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pic>
        <p:nvPicPr>
          <p:cNvPr id="1905296006" name=""/>
          <p:cNvPicPr>
            <a:picLocks xmlns:a="http://schemas.openxmlformats.org/drawingml/2006/main" noChangeAspect="1"/>
          </p:cNvPicPr>
          <p:nvPr/>
        </p:nvPicPr>
        <p:blipFill rotWithShape="1">
          <a:blip xmlns:r="http://schemas.openxmlformats.org/officeDocument/2006/relationships" xmlns:a="http://schemas.openxmlformats.org/drawingml/2006/main" r:embed="R4dd875235dca44f8">
            <a:extLst>
              <a:ext uri="{96DAC541-7B7A-43D3-8B79-37D633B846F1}">
                <asvg:svgBlip xmlns:asvg="http://schemas.microsoft.com/office/drawing/2016/SVG/main" r:embed="R6c8e31c31ec3422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8705a96d01d04114">
            <a:extLst>
              <a:ext uri="{96DAC541-7B7A-43D3-8B79-37D633B846F1}">
                <asvg:svgBlip xmlns:asvg="http://schemas.microsoft.com/office/drawing/2016/SVG/main" r:embed="R81022c7df38f4b13"/>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34858880e76a4c5e">
            <a:extLst>
              <a:ext uri="{96DAC541-7B7A-43D3-8B79-37D633B846F1}">
                <asvg:svgBlip xmlns:asvg="http://schemas.microsoft.com/office/drawing/2016/SVG/main" r:embed="Rf641f8ab7ed54ea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pic>
        <p:nvPicPr>
          <p:cNvPr id="1957330897" name=""/>
          <p:cNvPicPr>
            <a:picLocks xmlns:a="http://schemas.openxmlformats.org/drawingml/2006/main" noChangeAspect="1"/>
          </p:cNvPicPr>
          <p:nvPr/>
        </p:nvPicPr>
        <p:blipFill rotWithShape="1">
          <a:blip xmlns:r="http://schemas.openxmlformats.org/officeDocument/2006/relationships" xmlns:a="http://schemas.openxmlformats.org/drawingml/2006/main" r:embed="R6acbd51d1a4244f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076861611" name="">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618224150" name="">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324772" name="">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474916118" name="">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sp>
      <p:sp>
        <p:nvSpPr>
          <p:cNvPr id="1335518816" name="">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4476750" y="29527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7239000" y="40005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pic>
        <p:nvPicPr>
          <p:cNvPr id="1957330909" name=""/>
          <p:cNvPicPr>
            <a:picLocks xmlns:a="http://schemas.openxmlformats.org/drawingml/2006/main" noChangeAspect="1"/>
          </p:cNvPicPr>
          <p:nvPr/>
        </p:nvPicPr>
        <p:blipFill>
          <a:blip xmlns:r="http://schemas.openxmlformats.org/officeDocument/2006/relationships" xmlns:a="http://schemas.openxmlformats.org/drawingml/2006/main" r:embed="R6acbd51d1a4244fc">
            <a:extLst>
              <a:ext uri="{96DAC541-7B7A-43D3-8B79-37D633B846F1}">
                <asvg:svgBlip xmlns:asvg="http://schemas.microsoft.com/office/drawing/2016/SVG/main" r:embed="R1324fa4efa6b446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3172435" name="">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36248176" name="">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98425089" name="">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6802491" name="">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70986400" name="">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030273749" name=""/>
          <p:cNvPicPr>
            <a:picLocks xmlns:a="http://schemas.openxmlformats.org/drawingml/2006/main" noChangeAspect="1"/>
          </p:cNvPicPr>
          <p:nvPr/>
        </p:nvPicPr>
        <p:blipFill>
          <a:blip xmlns:r="http://schemas.openxmlformats.org/officeDocument/2006/relationships" xmlns:a="http://schemas.openxmlformats.org/drawingml/2006/main" r:embed="R1049a8011dcb4121">
            <a:extLst>
              <a:ext uri="{96DAC541-7B7A-43D3-8B79-37D633B846F1}">
                <asvg:svgBlip xmlns:asvg="http://schemas.microsoft.com/office/drawing/2016/SVG/main" r:embed="R91211e80b3bc4c31"/>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5830070" name="">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452150448" name="">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659401502" name="">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5312810" name="">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825399563" name="">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40932631" name="">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492072" name="">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671063485" name="">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403415365" name="">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20162865" name="">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273965733" name="">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997345787" name="">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sp>
      <p:sp>
        <p:nvSpPr>
          <p:cNvPr id="1860215716" name="">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6647181" name="">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791552307" name="">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084589956" name="">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776304204" name="">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376179568" name="">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139234869" name="">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41367546" name="">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8548040" name="">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895708786" name="">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880226908" name="">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2137418370" name="">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053205" name="">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939440644" name="">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1522633996" name="">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sp>
      <p:sp>
        <p:nvSpPr>
          <p:cNvPr id="541274213" name="">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072463859" name="">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45922740" name="">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3271563" name="">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549215513" name="">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44461918" name="">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4278905" name="">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9519881" name="">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327524538" name="">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25063416" name="">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87962698" name="">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617106716" name="">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217876156" name="">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973209119" name="">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292029274" name="">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630725396" name="">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409978097" name="">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784116433" name="">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20917595" name="">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1352837899" name="">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sp>
      <p:sp>
        <p:nvSpPr>
          <p:cNvPr id="511812882" name="">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167305593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2794978" name="">
            <a:extLst xmlns:a="http://schemas.openxmlformats.org/drawingml/2006/main">
              <a:ext uri="{FF2B5EF4-FFF2-40B4-BE49-F238E27FC236}">
                <a16:creationId xmlns:a16="http://schemas.microsoft.com/office/drawing/2014/main" id="{BF7328BF-ED2C-432B-8B31-FB13969BB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16799355" name="">
            <a:extLst xmlns:a="http://schemas.openxmlformats.org/drawingml/2006/main">
              <a:ext uri="{FF2B5EF4-FFF2-40B4-BE49-F238E27FC236}">
                <a16:creationId xmlns:a16="http://schemas.microsoft.com/office/drawing/2014/main" id="{FF3AF5BC-538E-47D5-9395-27CD8DE80E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neuron is a tiny calculator</a:t>
            </a:r>
          </a:p>
        </p:txBody>
      </p:sp>
      <p:sp>
        <p:nvSpPr>
          <p:cNvPr id="37188915" name="">
            <a:extLst xmlns:a="http://schemas.openxmlformats.org/drawingml/2006/main">
              <a:ext uri="{FF2B5EF4-FFF2-40B4-BE49-F238E27FC236}">
                <a16:creationId xmlns:a16="http://schemas.microsoft.com/office/drawing/2014/main" id="{06C99113-503D-4917-8B18-73655B4E597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92873312" name="">
            <a:extLst xmlns:a="http://schemas.openxmlformats.org/drawingml/2006/main">
              <a:ext uri="{FF2B5EF4-FFF2-40B4-BE49-F238E27FC236}">
                <a16:creationId xmlns:a16="http://schemas.microsoft.com/office/drawing/2014/main" id="{A759BE25-0F4E-4455-9438-3D0569490E74}"/>
              </a:ext>
            </a:extLst>
          </p:cNvPr>
          <p:cNvSpPr>
            <a:spLocks xmlns:a="http://schemas.openxmlformats.org/drawingml/2006/main" noGrp="1"/>
          </p:cNvSpPr>
          <p:nvPr/>
        </p:nvSpPr>
        <p:spPr>
          <a:xfrm xmlns:a="http://schemas.openxmlformats.org/drawingml/2006/main">
            <a:off x="1866900" y="2152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x1</a:t>
            </a:r>
          </a:p>
        </p:txBody>
      </p:sp>
      <p:sp>
        <p:nvSpPr>
          <p:cNvPr id="1797194109" name="">
            <a:extLst xmlns:a="http://schemas.openxmlformats.org/drawingml/2006/main">
              <a:ext uri="{FF2B5EF4-FFF2-40B4-BE49-F238E27FC236}">
                <a16:creationId xmlns:a16="http://schemas.microsoft.com/office/drawing/2014/main" id="{C0125F2C-BB71-44E4-8F94-380274FBE12C}"/>
              </a:ext>
            </a:extLst>
          </p:cNvPr>
          <p:cNvSpPr>
            <a:spLocks xmlns:a="http://schemas.openxmlformats.org/drawingml/2006/main" noGrp="1"/>
          </p:cNvSpPr>
          <p:nvPr/>
        </p:nvSpPr>
        <p:spPr>
          <a:xfrm xmlns:a="http://schemas.openxmlformats.org/drawingml/2006/main">
            <a:off x="2524125" y="24765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2417402" name="">
            <a:extLst xmlns:a="http://schemas.openxmlformats.org/drawingml/2006/main">
              <a:ext uri="{FF2B5EF4-FFF2-40B4-BE49-F238E27FC236}">
                <a16:creationId xmlns:a16="http://schemas.microsoft.com/office/drawing/2014/main" id="{35A2BCDA-FC1B-4C2C-85A3-F2E98DF24D6E}"/>
              </a:ext>
            </a:extLst>
          </p:cNvPr>
          <p:cNvSpPr>
            <a:spLocks xmlns:a="http://schemas.openxmlformats.org/drawingml/2006/main" noGrp="1"/>
          </p:cNvSpPr>
          <p:nvPr/>
        </p:nvSpPr>
        <p:spPr>
          <a:xfrm xmlns:a="http://schemas.openxmlformats.org/drawingml/2006/main">
            <a:off x="3381375" y="224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w1</a:t>
            </a:r>
          </a:p>
        </p:txBody>
      </p:sp>
      <p:sp>
        <p:nvSpPr>
          <p:cNvPr id="1168657456" name="">
            <a:extLst xmlns:a="http://schemas.openxmlformats.org/drawingml/2006/main">
              <a:ext uri="{FF2B5EF4-FFF2-40B4-BE49-F238E27FC236}">
                <a16:creationId xmlns:a16="http://schemas.microsoft.com/office/drawing/2014/main" id="{ED68BCEC-489C-44E0-BA66-F95AF4DC3415}"/>
              </a:ext>
            </a:extLst>
          </p:cNvPr>
          <p:cNvSpPr>
            <a:spLocks xmlns:a="http://schemas.openxmlformats.org/drawingml/2006/main" noGrp="1"/>
          </p:cNvSpPr>
          <p:nvPr/>
        </p:nvSpPr>
        <p:spPr>
          <a:xfrm xmlns:a="http://schemas.openxmlformats.org/drawingml/2006/main">
            <a:off x="1866900" y="31051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x2</a:t>
            </a:r>
          </a:p>
        </p:txBody>
      </p:sp>
      <p:sp>
        <p:nvSpPr>
          <p:cNvPr id="924600820" name="">
            <a:extLst xmlns:a="http://schemas.openxmlformats.org/drawingml/2006/main">
              <a:ext uri="{FF2B5EF4-FFF2-40B4-BE49-F238E27FC236}">
                <a16:creationId xmlns:a16="http://schemas.microsoft.com/office/drawing/2014/main" id="{418FE044-D252-4FFE-8486-76A4829B3386}"/>
              </a:ext>
            </a:extLst>
          </p:cNvPr>
          <p:cNvSpPr>
            <a:spLocks xmlns:a="http://schemas.openxmlformats.org/drawingml/2006/main" noGrp="1"/>
          </p:cNvSpPr>
          <p:nvPr/>
        </p:nvSpPr>
        <p:spPr>
          <a:xfrm xmlns:a="http://schemas.openxmlformats.org/drawingml/2006/main">
            <a:off x="2524125" y="3429000"/>
            <a:ext cx="26670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167578859" name="">
            <a:extLst xmlns:a="http://schemas.openxmlformats.org/drawingml/2006/main">
              <a:ext uri="{FF2B5EF4-FFF2-40B4-BE49-F238E27FC236}">
                <a16:creationId xmlns:a16="http://schemas.microsoft.com/office/drawing/2014/main" id="{A206BFC1-12BB-4158-9409-23132E6430C3}"/>
              </a:ext>
            </a:extLst>
          </p:cNvPr>
          <p:cNvSpPr>
            <a:spLocks xmlns:a="http://schemas.openxmlformats.org/drawingml/2006/main" noGrp="1"/>
          </p:cNvSpPr>
          <p:nvPr/>
        </p:nvSpPr>
        <p:spPr>
          <a:xfrm xmlns:a="http://schemas.openxmlformats.org/drawingml/2006/main">
            <a:off x="3381375" y="32004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w2</a:t>
            </a:r>
          </a:p>
        </p:txBody>
      </p:sp>
      <p:sp>
        <p:nvSpPr>
          <p:cNvPr id="435668246" name="">
            <a:extLst xmlns:a="http://schemas.openxmlformats.org/drawingml/2006/main">
              <a:ext uri="{FF2B5EF4-FFF2-40B4-BE49-F238E27FC236}">
                <a16:creationId xmlns:a16="http://schemas.microsoft.com/office/drawing/2014/main" id="{2CD5A1D5-72F7-45CF-B349-1D8401A0C11D}"/>
              </a:ext>
            </a:extLst>
          </p:cNvPr>
          <p:cNvSpPr>
            <a:spLocks xmlns:a="http://schemas.openxmlformats.org/drawingml/2006/main" noGrp="1"/>
          </p:cNvSpPr>
          <p:nvPr/>
        </p:nvSpPr>
        <p:spPr>
          <a:xfrm xmlns:a="http://schemas.openxmlformats.org/drawingml/2006/main">
            <a:off x="1866900" y="4057650"/>
            <a:ext cx="647700" cy="647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x3</a:t>
            </a:r>
          </a:p>
        </p:txBody>
      </p:sp>
      <p:sp>
        <p:nvSpPr>
          <p:cNvPr id="231409220" name="">
            <a:extLst xmlns:a="http://schemas.openxmlformats.org/drawingml/2006/main">
              <a:ext uri="{FF2B5EF4-FFF2-40B4-BE49-F238E27FC236}">
                <a16:creationId xmlns:a16="http://schemas.microsoft.com/office/drawing/2014/main" id="{2ACF0519-F056-41BB-A7D4-A4020377E389}"/>
              </a:ext>
            </a:extLst>
          </p:cNvPr>
          <p:cNvSpPr>
            <a:spLocks xmlns:a="http://schemas.openxmlformats.org/drawingml/2006/main" noGrp="1"/>
          </p:cNvSpPr>
          <p:nvPr/>
        </p:nvSpPr>
        <p:spPr>
          <a:xfrm xmlns:a="http://schemas.openxmlformats.org/drawingml/2006/main">
            <a:off x="2524125" y="3429000"/>
            <a:ext cx="2667000" cy="9525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4827986" name="">
            <a:extLst xmlns:a="http://schemas.openxmlformats.org/drawingml/2006/main">
              <a:ext uri="{FF2B5EF4-FFF2-40B4-BE49-F238E27FC236}">
                <a16:creationId xmlns:a16="http://schemas.microsoft.com/office/drawing/2014/main" id="{A3FA2100-02C0-49C7-97C9-B56CBB175AB3}"/>
              </a:ext>
            </a:extLst>
          </p:cNvPr>
          <p:cNvSpPr>
            <a:spLocks xmlns:a="http://schemas.openxmlformats.org/drawingml/2006/main" noGrp="1"/>
          </p:cNvSpPr>
          <p:nvPr/>
        </p:nvSpPr>
        <p:spPr>
          <a:xfrm xmlns:a="http://schemas.openxmlformats.org/drawingml/2006/main">
            <a:off x="3381375" y="4152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w3</a:t>
            </a:r>
          </a:p>
        </p:txBody>
      </p:sp>
      <p:sp>
        <p:nvSpPr>
          <p:cNvPr id="1572993834" name="">
            <a:extLst xmlns:a="http://schemas.openxmlformats.org/drawingml/2006/main">
              <a:ext uri="{FF2B5EF4-FFF2-40B4-BE49-F238E27FC236}">
                <a16:creationId xmlns:a16="http://schemas.microsoft.com/office/drawing/2014/main" id="{72B6DEE1-215C-45F3-9696-4A7B26A1DEF9}"/>
              </a:ext>
            </a:extLst>
          </p:cNvPr>
          <p:cNvSpPr>
            <a:spLocks xmlns:a="http://schemas.openxmlformats.org/drawingml/2006/main" noGrp="1"/>
          </p:cNvSpPr>
          <p:nvPr/>
        </p:nvSpPr>
        <p:spPr>
          <a:xfrm xmlns:a="http://schemas.openxmlformats.org/drawingml/2006/main">
            <a:off x="504825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sum</a:t>
            </a:r>
          </a:p>
        </p:txBody>
      </p:sp>
      <p:sp>
        <p:nvSpPr>
          <p:cNvPr id="1639036693" name="">
            <a:extLst xmlns:a="http://schemas.openxmlformats.org/drawingml/2006/main">
              <a:ext uri="{FF2B5EF4-FFF2-40B4-BE49-F238E27FC236}">
                <a16:creationId xmlns:a16="http://schemas.microsoft.com/office/drawing/2014/main" id="{494A9E46-E91D-436A-A837-4A0764D9BA53}"/>
              </a:ext>
            </a:extLst>
          </p:cNvPr>
          <p:cNvSpPr>
            <a:spLocks xmlns:a="http://schemas.openxmlformats.org/drawingml/2006/main" noGrp="1"/>
          </p:cNvSpPr>
          <p:nvPr/>
        </p:nvSpPr>
        <p:spPr>
          <a:xfrm xmlns:a="http://schemas.openxmlformats.org/drawingml/2006/main">
            <a:off x="6572250" y="3219449"/>
            <a:ext cx="1143000" cy="4191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f</a:t>
            </a:r>
          </a:p>
        </p:txBody>
      </p:sp>
      <p:sp>
        <p:nvSpPr>
          <p:cNvPr id="890415303" name="">
            <a:extLst xmlns:a="http://schemas.openxmlformats.org/drawingml/2006/main">
              <a:ext uri="{FF2B5EF4-FFF2-40B4-BE49-F238E27FC236}">
                <a16:creationId xmlns:a16="http://schemas.microsoft.com/office/drawing/2014/main" id="{DE1B6420-9479-4D8E-8178-119BBB2F2F3A}"/>
              </a:ext>
            </a:extLst>
          </p:cNvPr>
          <p:cNvSpPr>
            <a:spLocks xmlns:a="http://schemas.openxmlformats.org/drawingml/2006/main" noGrp="1"/>
          </p:cNvSpPr>
          <p:nvPr/>
        </p:nvSpPr>
        <p:spPr>
          <a:xfrm xmlns:a="http://schemas.openxmlformats.org/drawingml/2006/main">
            <a:off x="8020050"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output</a:t>
            </a:r>
          </a:p>
        </p:txBody>
      </p:sp>
      <p:sp>
        <p:nvSpPr>
          <p:cNvPr id="889951819" name="">
            <a:extLst xmlns:a="http://schemas.openxmlformats.org/drawingml/2006/main">
              <a:ext uri="{FF2B5EF4-FFF2-40B4-BE49-F238E27FC236}">
                <a16:creationId xmlns:a16="http://schemas.microsoft.com/office/drawing/2014/main" id="{B1810CAC-5CBF-4A42-83A6-DD760204C5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17</a:t>
            </a:r>
          </a:p>
        </p:txBody>
      </p:sp>
    </p:spTree>
    <p:extLst>
      <p:ext uri="{BB962C8B-B14F-4D97-AF65-F5344CB8AC3E}">
        <p14:creationId xmlns:p14="http://schemas.microsoft.com/office/powerpoint/2010/main" val="53122695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Depth</a:t>
            </a:r>
          </a:p>
        </p:txBody>
      </p:sp>
      <p:sp>
        <p:nvSpPr>
          <p:cNvPr id="504424574" name="">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network stacks many neurons</a:t>
            </a:r>
          </a:p>
        </p:txBody>
      </p:sp>
      <p:sp>
        <p:nvSpPr>
          <p:cNvPr id="8473208" name="">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13827264" name="">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324013537" name="">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149235492" name="">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sp>
      <p:sp>
        <p:nvSpPr>
          <p:cNvPr id="1750953690" name="">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513393047" name="">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496081327" name="">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953579844" name="">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268581153" name="">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782461719" name="">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638488984" name="">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18913498" name="">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92287630" name="">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10545747" name="">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923839339" name="">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452248782" name="">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sp>
      <p:sp>
        <p:nvSpPr>
          <p:cNvPr id="2036757280" name="">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18</a:t>
            </a:r>
          </a:p>
        </p:txBody>
      </p:sp>
      <p:cxnSp>
        <p:nvCxnSpPr>
          <p:cNvPr id="2036757865" name=""/>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66" name=""/>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67" name=""/>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68" name=""/>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69" name=""/>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0" name=""/>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1" name=""/>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2" name=""/>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3" name=""/>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4" name=""/>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5" name=""/>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6" name=""/>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7" name=""/>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8" name=""/>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79" name=""/>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0" name=""/>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1" name=""/>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2" name=""/>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3" name=""/>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4" name=""/>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5" name=""/>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6" name=""/>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7" name=""/>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8" name=""/>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89" name=""/>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0" name=""/>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1" name=""/>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2" name=""/>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3" name=""/>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4" name=""/>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5" name=""/>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6" name=""/>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7" name=""/>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8" name=""/>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899" name=""/>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0" name=""/>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1" name=""/>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2" name=""/>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3" name=""/>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4" name=""/>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5" name=""/>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6" name=""/>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7" name=""/>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8" name=""/>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09" name=""/>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10" name=""/>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11" name=""/>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12" name=""/>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13" name=""/>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7914" name=""/>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19</a:t>
            </a:r>
          </a:p>
        </p:txBody>
      </p:sp>
      <p:pic>
        <p:nvPicPr>
          <p:cNvPr id="1495975739" name=""/>
          <p:cNvPicPr>
            <a:picLocks xmlns:a="http://schemas.openxmlformats.org/drawingml/2006/main" noChangeAspect="1"/>
          </p:cNvPicPr>
          <p:nvPr/>
        </p:nvPicPr>
        <p:blipFill>
          <a:blip xmlns:r="http://schemas.openxmlformats.org/officeDocument/2006/relationships" xmlns:a="http://schemas.openxmlformats.org/drawingml/2006/main" r:embed="Rf42b47e2962d4a1d"/>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7806763" name="">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785835782" name="">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89529181" name="">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31720124" name="">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39340521" name="">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357252726" name="">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785836936" name="">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915421948" name="">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sp>
      <p:sp>
        <p:nvSpPr>
          <p:cNvPr id="1920294035" name="">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20</a:t>
            </a:r>
          </a:p>
        </p:txBody>
      </p:sp>
    </p:spTree>
    <p:extLst>
      <p:ext uri="{BB962C8B-B14F-4D97-AF65-F5344CB8AC3E}">
        <p14:creationId xmlns:p14="http://schemas.microsoft.com/office/powerpoint/2010/main" val="135468991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25871867" name="">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341999000" name="">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54648644" name="">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015649990" name="">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286149261" name="">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41664996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7413914" name="">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479447592" name="">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2028005841" name="">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882830142" name="">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60243027" name="">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sp>
      <p:sp>
        <p:nvSpPr>
          <p:cNvPr id="1134928051" name="">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sp>
      <p:sp>
        <p:nvSpPr>
          <p:cNvPr id="1354337604" name="">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390093606"/>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1469828" name="">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1034434" name="">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53006747" name="">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709600282" name="">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948343371" name="">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876813263" name="">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888296366" name="">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1076600516" name="">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sp>
      <p:sp>
        <p:nvSpPr>
          <p:cNvPr id="40298215" name="">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sp>
      <p:sp>
        <p:nvSpPr>
          <p:cNvPr id="251020530" name="">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8640527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7263550" name="">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117170220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80614388" name="">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38775389" name="">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064614973" name="">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139349876" name="">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635700101" name="">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999883121" name="">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232593897" name="">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558237289" name="">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63983196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60434668" name="">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sp>
      <p:sp>
        <p:nvSpPr>
          <p:cNvPr id="1613721531" name="">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1579085890" name="">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sp>
      <p:sp>
        <p:nvSpPr>
          <p:cNvPr id="2077149346" name="">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872952086" name="">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20816397" name="">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677953629" name="">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792512940" name="">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sp>
      <p:sp>
        <p:nvSpPr>
          <p:cNvPr id="1915767504" name="">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260106200"/>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481da468efde41ec"/>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pic>
        <p:nvPicPr>
          <p:cNvPr id="2132047711" name=""/>
          <p:cNvPicPr>
            <a:picLocks xmlns:a="http://schemas.openxmlformats.org/drawingml/2006/main" noChangeAspect="1"/>
          </p:cNvPicPr>
          <p:nvPr/>
        </p:nvPicPr>
        <p:blipFill>
          <a:blip xmlns:r="http://schemas.openxmlformats.org/officeDocument/2006/relationships" xmlns:a="http://schemas.openxmlformats.org/drawingml/2006/main" r:embed="R3174c2d604ed42b5"/>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378451327" name="">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366393266" name="">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682316422" name="">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432998769" name="">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sp>
      <p:sp>
        <p:nvSpPr>
          <p:cNvPr id="2040235338" name="">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984515109"/>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915562436" name="">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717836351"/>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Scores come from dot products</a:t>
            </a:r>
          </a:p>
        </p:txBody>
      </p:sp>
      <p:sp>
        <p:nvSpPr>
          <p:cNvPr id="1012080299" name="">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68010826" name="">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dot</a:t>
            </a:r>
          </a:p>
        </p:txBody>
      </p:sp>
      <p:sp>
        <p:nvSpPr>
          <p:cNvPr id="462313762" name="">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825339526" name="">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330424871" name="">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894137062" name="">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402898929" name="">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1777770756" name="">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relevance</a:t>
            </a:r>
          </a:p>
        </p:txBody>
      </p:sp>
      <p:sp>
        <p:nvSpPr>
          <p:cNvPr id="664374674" name="">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202936571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Softmax makes weights</a:t>
            </a:r>
          </a:p>
        </p:txBody>
      </p:sp>
      <p:sp>
        <p:nvSpPr>
          <p:cNvPr id="464705819" name="">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141548240" name="">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98832920" name="">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769908898" name="">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sp>
      <p:sp>
        <p:nvSpPr>
          <p:cNvPr id="1914348487" name="">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678518740" name="">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2119966247" name="">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softmax</a:t>
            </a:r>
          </a:p>
        </p:txBody>
      </p:sp>
      <p:sp>
        <p:nvSpPr>
          <p:cNvPr id="211572739" name="">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sp>
      <p:sp>
        <p:nvSpPr>
          <p:cNvPr id="1030269240" name="">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42494707" name="">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sp>
      <p:sp>
        <p:nvSpPr>
          <p:cNvPr id="1203968869" name="">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666818067" name="">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sp>
      <p:sp>
        <p:nvSpPr>
          <p:cNvPr id="1940968765" name="">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raw scores</a:t>
            </a:r>
          </a:p>
        </p:txBody>
      </p:sp>
      <p:sp>
        <p:nvSpPr>
          <p:cNvPr id="1848061420" name="">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weights sum to 1</a:t>
            </a:r>
          </a:p>
        </p:txBody>
      </p:sp>
      <p:sp>
        <p:nvSpPr>
          <p:cNvPr id="2016234215" name="">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spTree>
    <p:extLst>
      <p:ext uri="{BB962C8B-B14F-4D97-AF65-F5344CB8AC3E}">
        <p14:creationId xmlns:p14="http://schemas.microsoft.com/office/powerpoint/2010/main" val="990315218"/>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099418885" name="">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spTree>
    <p:extLst>
      <p:ext uri="{BB962C8B-B14F-4D97-AF65-F5344CB8AC3E}">
        <p14:creationId xmlns:p14="http://schemas.microsoft.com/office/powerpoint/2010/main" val="176073685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32534858" name="">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390803705" name="">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83356269" name="">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491113419" name="">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895177638" name="">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98279709" name="">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39583843" name="">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10730710" name="">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521066156" name="">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16407276" name="">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18150277" name="">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99927861" name="">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350622296" name="">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691065" name="">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45050029" name="">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969983035" name="">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452016391" name="">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200418005" name="">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516866412" name="">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51999136" name="">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86571185" name="">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602661194" name="">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2078817606" name="">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37467792" name="">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sp>
      <p:sp>
        <p:nvSpPr>
          <p:cNvPr id="118172493" name="">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53308264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33773316" name="">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sp>
      <p:sp>
        <p:nvSpPr>
          <p:cNvPr id="1564947675" name="">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995560162" name="">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sp>
      <p:sp>
        <p:nvSpPr>
          <p:cNvPr id="1698038426" name="">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sp>
      <p:sp>
        <p:nvSpPr>
          <p:cNvPr id="1609830999" name="">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713490367" name="">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1540777177" name="">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sp>
      <p:sp>
        <p:nvSpPr>
          <p:cNvPr id="1911549705" name="">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791936672" name="">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sp>
      <p:sp>
        <p:nvSpPr>
          <p:cNvPr id="109414287" name="">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sp>
      <p:sp>
        <p:nvSpPr>
          <p:cNvPr id="858706387" name="">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428863683" name="">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sp>
      <p:sp>
        <p:nvSpPr>
          <p:cNvPr id="1133392473" name="">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31229900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437710828" name="">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206576533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615225221" name="">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sp>
      <p:sp>
        <p:nvSpPr>
          <p:cNvPr id="1286956635" name="">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598323691" name="">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sp>
      <p:sp>
        <p:nvSpPr>
          <p:cNvPr id="1233632034" name="">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sp>
      <p:sp>
        <p:nvSpPr>
          <p:cNvPr id="103022140" name="">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sp>
      <p:sp>
        <p:nvSpPr>
          <p:cNvPr id="1601714726" name="">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2132047725" name=""/>
          <p:cNvPicPr>
            <a:picLocks xmlns:a="http://schemas.openxmlformats.org/drawingml/2006/main" noChangeAspect="1"/>
          </p:cNvPicPr>
          <p:nvPr/>
        </p:nvPicPr>
        <p:blipFill>
          <a:blip xmlns:r="http://schemas.openxmlformats.org/officeDocument/2006/relationships" xmlns:a="http://schemas.openxmlformats.org/drawingml/2006/main" r:embed="R01098674dd524aa3">
            <a:extLst>
              <a:ext uri="{96DAC541-7B7A-43D3-8B79-37D633B846F1}">
                <asvg:svgBlip xmlns:asvg="http://schemas.microsoft.com/office/drawing/2016/SVG/main" r:embed="R176b890671fc4d4f"/>
              </a:ext>
            </a:extLst>
          </a:blip>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
          <p:cNvPicPr>
            <a:picLocks xmlns:a="http://schemas.openxmlformats.org/drawingml/2006/main" noChangeAspect="1"/>
          </p:cNvPicPr>
          <p:nvPr/>
        </p:nvPicPr>
        <p:blipFill>
          <a:blip xmlns:r="http://schemas.openxmlformats.org/officeDocument/2006/relationships" xmlns:a="http://schemas.openxmlformats.org/drawingml/2006/main" r:embed="R4d679818948c4c6c">
            <a:extLst>
              <a:ext uri="{96DAC541-7B7A-43D3-8B79-37D633B846F1}">
                <asvg:svgBlip xmlns:asvg="http://schemas.microsoft.com/office/drawing/2016/SVG/main" r:embed="Re65953b7777b472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704183003" name="">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0744927" name="">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81772781" name="">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07733504" name="">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45862281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257118694" name="">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67787382" name="">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1584152699"/>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10502303" name="">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66762974" name="">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460632182" name="">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5856487" name="">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061757067" name="">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69118890" name="">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238188301" name="">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049301057" name="">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82082345" name="">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172922272" name="">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603029257" name="">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879817440" name="">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875542065" name="">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51908472" name="">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89509713" name="">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791720530" name="">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05367442" name="">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563215530" name="">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315081295" name="">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248452191" name="">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671279800" name="">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239843559" name="">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474960511" name="">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1705162464" name="">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7576925" name="">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26996611" name="">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937971" name="">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318411885" name="">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615608591" name="">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731456272" name="">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sp>
      <p:sp>
        <p:nvSpPr>
          <p:cNvPr id="484935540" name="">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134420311" name="">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355285830" name="">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945716101" name="">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903673205" name="">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41920754" name="">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sp>
      <p:sp>
        <p:nvSpPr>
          <p:cNvPr id="1090731608" name="">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13975143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1370087" name="">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171357872"/>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614717421" name="">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476163820" name="">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396234521" name="">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806896858"/>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954931326" name="">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9922297" name="">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545776099"/>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616044446" name="">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546463301" name="">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372569667"/>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547793055" name="">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034787169" name="">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2119234795" name="">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67679863" name="">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sp>
      <p:sp>
        <p:nvSpPr>
          <p:cNvPr id="701261000" name="">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444992567"/>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61104431" name="">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sp>
      <p:sp>
        <p:nvSpPr>
          <p:cNvPr id="304746230" name="">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sp>
      <p:sp>
        <p:nvSpPr>
          <p:cNvPr id="1222174651" name="">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sp>
      <p:sp>
        <p:nvSpPr>
          <p:cNvPr id="221083533" name="">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sp>
      <p:sp>
        <p:nvSpPr>
          <p:cNvPr id="1871169588" name="">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sp>
      <p:sp>
        <p:nvSpPr>
          <p:cNvPr id="1899079275" name="">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421477789" name="">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8930619" name="">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92675594" name="">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1199041678" name="">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sp>
      <p:sp>
        <p:nvSpPr>
          <p:cNvPr id="35073006" name="">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48994860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91850248" name="">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558602477" name="">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11392787" name="">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734996420" name="">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723400870" name="">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77779496" name="">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103671469" name="">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87535764" name="">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752117889" name="">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sp>
      <p:sp>
        <p:nvSpPr>
          <p:cNvPr id="1239831953" name="">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sp>
      <p:sp>
        <p:nvSpPr>
          <p:cNvPr id="790741739" name="">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1817540190" name="">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842999193" name="">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sp>
      <p:sp>
        <p:nvSpPr>
          <p:cNvPr id="66502240" name="">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sp>
      <p:sp>
        <p:nvSpPr>
          <p:cNvPr id="1265886564" name="">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661207097" name="">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sp>
      <p:sp>
        <p:nvSpPr>
          <p:cNvPr id="1867510341" name="">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pic>
        <p:nvPicPr>
          <p:cNvPr id="2118371499" name=""/>
          <p:cNvPicPr>
            <a:picLocks xmlns:a="http://schemas.openxmlformats.org/drawingml/2006/main" noChangeAspect="1"/>
          </p:cNvPicPr>
          <p:nvPr/>
        </p:nvPicPr>
        <p:blipFill>
          <a:blip xmlns:r="http://schemas.openxmlformats.org/officeDocument/2006/relationships" xmlns:a="http://schemas.openxmlformats.org/drawingml/2006/main" r:embed="R46e7dece78c84b26">
            <a:extLst>
              <a:ext uri="{96DAC541-7B7A-43D3-8B79-37D633B846F1}">
                <asvg:svgBlip xmlns:asvg="http://schemas.microsoft.com/office/drawing/2016/SVG/main" r:embed="Rc036949078d546b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247695514" name="">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628746850" name="">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813735675"/>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590363605" name="">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601584251" name="">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884948398"/>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sp>
      <p:sp>
        <p:nvSpPr>
          <p:cNvPr id="1803074335" name="">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850855696" name="">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360549356" name="">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sp>
      <p:sp>
        <p:nvSpPr>
          <p:cNvPr id="1581615349" name="">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68666786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FFN helps, but the full reason is not settled</a:t>
            </a:r>
          </a:p>
        </p:txBody>
      </p:sp>
      <p:sp>
        <p:nvSpPr>
          <p:cNvPr id="258575893" name="">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66835795" name="">
            <a:extLst xmlns:a="http://schemas.openxmlformats.org/drawingml/2006/main">
              <a:ext uri="{FF2B5EF4-FFF2-40B4-BE49-F238E27FC236}">
                <a16:creationId xmlns:a16="http://schemas.microsoft.com/office/drawing/2014/main" id="{853BEDB9-649B-4EEE-AC6A-7D3315115E8F}"/>
              </a:ext>
            </a:extLst>
          </p:cNvPr>
          <p:cNvSpPr>
            <a:spLocks xmlns:a="http://schemas.openxmlformats.org/drawingml/2006/main" noGrp="1"/>
          </p:cNvSpPr>
          <p:nvPr/>
        </p:nvSpPr>
        <p:spPr>
          <a:xfrm xmlns:a="http://schemas.openxmlformats.org/drawingml/2006/main">
            <a:off x="1285875" y="2952750"/>
            <a:ext cx="1619250" cy="742950"/>
          </a:xfrm>
          <a:prstGeom xmlns:a="http://schemas.openxmlformats.org/drawingml/2006/main" prst="roundRect">
            <a:avLst>
              <a:gd name="adj" fmla="val 1538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attention</a:t>
            </a:r>
          </a:p>
        </p:txBody>
      </p:sp>
      <p:sp>
        <p:nvSpPr>
          <p:cNvPr id="1735354039" name="">
            <a:extLst xmlns:a="http://schemas.openxmlformats.org/drawingml/2006/main">
              <a:ext uri="{FF2B5EF4-FFF2-40B4-BE49-F238E27FC236}">
                <a16:creationId xmlns:a16="http://schemas.microsoft.com/office/drawing/2014/main" id="{0724D511-6FF3-4674-961A-181F34B88D3F}"/>
              </a:ext>
            </a:extLst>
          </p:cNvPr>
          <p:cNvSpPr>
            <a:spLocks xmlns:a="http://schemas.openxmlformats.org/drawingml/2006/main" noGrp="1"/>
          </p:cNvSpPr>
          <p:nvPr/>
        </p:nvSpPr>
        <p:spPr>
          <a:xfrm xmlns:a="http://schemas.openxmlformats.org/drawingml/2006/main">
            <a:off x="314325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mix</a:t>
            </a:r>
          </a:p>
        </p:txBody>
      </p:sp>
      <p:sp>
        <p:nvSpPr>
          <p:cNvPr id="2066902203" name="">
            <a:extLst xmlns:a="http://schemas.openxmlformats.org/drawingml/2006/main">
              <a:ext uri="{FF2B5EF4-FFF2-40B4-BE49-F238E27FC236}">
                <a16:creationId xmlns:a16="http://schemas.microsoft.com/office/drawing/2014/main" id="{A12C777B-F7D9-4F25-AAC9-D225AB64F317}"/>
              </a:ext>
            </a:extLst>
          </p:cNvPr>
          <p:cNvSpPr>
            <a:spLocks xmlns:a="http://schemas.openxmlformats.org/drawingml/2006/main" noGrp="1"/>
          </p:cNvSpPr>
          <p:nvPr/>
        </p:nvSpPr>
        <p:spPr>
          <a:xfrm xmlns:a="http://schemas.openxmlformats.org/drawingml/2006/main">
            <a:off x="4429125" y="2714625"/>
            <a:ext cx="1809750" cy="1219200"/>
          </a:xfrm>
          <a:prstGeom xmlns:a="http://schemas.openxmlformats.org/drawingml/2006/main" prst="roundRect">
            <a:avLst>
              <a:gd name="adj" fmla="val 9375"/>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F97316"/>
                </a:solidFill>
              </a:defRPr>
            </a:pPr>
            <a:r>
              <a:rPr sz="2850" b="1">
                <a:solidFill>
                  <a:srgbClr val="F97316"/>
                </a:solidFill>
              </a:rPr>
              <a:t>FFN</a:t>
            </a:r>
          </a:p>
        </p:txBody>
      </p:sp>
      <p:sp>
        <p:nvSpPr>
          <p:cNvPr id="1680256151" name="">
            <a:extLst xmlns:a="http://schemas.openxmlformats.org/drawingml/2006/main">
              <a:ext uri="{FF2B5EF4-FFF2-40B4-BE49-F238E27FC236}">
                <a16:creationId xmlns:a16="http://schemas.microsoft.com/office/drawing/2014/main" id="{B93AE542-8BE4-4016-8C82-124F3714E319}"/>
              </a:ext>
            </a:extLst>
          </p:cNvPr>
          <p:cNvSpPr>
            <a:spLocks xmlns:a="http://schemas.openxmlformats.org/drawingml/2006/main" noGrp="1"/>
          </p:cNvSpPr>
          <p:nvPr/>
        </p:nvSpPr>
        <p:spPr>
          <a:xfrm xmlns:a="http://schemas.openxmlformats.org/drawingml/2006/main">
            <a:off x="6477000" y="3124200"/>
            <a:ext cx="1047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transform</a:t>
            </a:r>
          </a:p>
        </p:txBody>
      </p:sp>
      <p:sp>
        <p:nvSpPr>
          <p:cNvPr id="1012692986" name="">
            <a:extLst xmlns:a="http://schemas.openxmlformats.org/drawingml/2006/main">
              <a:ext uri="{FF2B5EF4-FFF2-40B4-BE49-F238E27FC236}">
                <a16:creationId xmlns:a16="http://schemas.microsoft.com/office/drawing/2014/main" id="{C1CCEA06-6E90-4F61-9E23-12E5CA23ECA0}"/>
              </a:ext>
            </a:extLst>
          </p:cNvPr>
          <p:cNvSpPr>
            <a:spLocks xmlns:a="http://schemas.openxmlformats.org/drawingml/2006/main" noGrp="1"/>
          </p:cNvSpPr>
          <p:nvPr/>
        </p:nvSpPr>
        <p:spPr>
          <a:xfrm xmlns:a="http://schemas.openxmlformats.org/drawingml/2006/main">
            <a:off x="7762875" y="2952750"/>
            <a:ext cx="1619250" cy="7429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features</a:t>
            </a:r>
          </a:p>
        </p:txBody>
      </p:sp>
      <p:sp>
        <p:nvSpPr>
          <p:cNvPr id="1069258197" name="">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66687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nonlinear feature transform</a:t>
            </a:r>
          </a:p>
        </p:txBody>
      </p:sp>
      <p:sp>
        <p:nvSpPr>
          <p:cNvPr id="1837153770" name="">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4810125" y="4476750"/>
            <a:ext cx="2619375"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key-value memory evidence</a:t>
            </a:r>
          </a:p>
        </p:txBody>
      </p:sp>
      <p:sp>
        <p:nvSpPr>
          <p:cNvPr id="744058579" name="">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7953375" y="4476750"/>
            <a:ext cx="2619375"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not a single settled cause</a:t>
            </a:r>
          </a:p>
        </p:txBody>
      </p:sp>
      <p:sp>
        <p:nvSpPr>
          <p:cNvPr id="1294874813" name="">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2095500" y="1809750"/>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Known: FFNs store and combine useful patterns.</a:t>
            </a:r>
          </a:p>
        </p:txBody>
      </p:sp>
      <p:sp>
        <p:nvSpPr>
          <p:cNvPr id="1106276677" name="">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619250" y="55245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defRPr>
            </a:pPr>
            <a:r>
              <a:rPr sz="1900" b="1">
                <a:solidFill>
                  <a:srgbClr val="EF4444"/>
                </a:solidFill>
              </a:rPr>
              <a:t>Open question: how much is form, capacity, or compute efficiency?</a:t>
            </a:r>
          </a:p>
        </p:txBody>
      </p:sp>
      <p:sp>
        <p:nvSpPr>
          <p:cNvPr id="1479918334" name="">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1017838657"/>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Diffusion language models (dLLMs) denoise tokens</a:t>
            </a:r>
          </a:p>
        </p:txBody>
      </p:sp>
      <p:sp>
        <p:nvSpPr>
          <p:cNvPr id="1990867236" name="">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9623161" name="">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317775177" name="">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420069149" name="">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80679313" name="">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38981274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drafts, then verifies</a:t>
            </a:r>
          </a:p>
        </p:txBody>
      </p:sp>
      <p:sp>
        <p:nvSpPr>
          <p:cNvPr id="1531743004" name="">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369702882" name="">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small draft model</a:t>
            </a:r>
          </a:p>
        </p:txBody>
      </p:sp>
      <p:sp>
        <p:nvSpPr>
          <p:cNvPr id="1197178351" name="">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candidate tokens</a:t>
            </a:r>
          </a:p>
        </p:txBody>
      </p:sp>
      <p:sp>
        <p:nvSpPr>
          <p:cNvPr id="1686198038" name="">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large target model</a:t>
            </a:r>
          </a:p>
        </p:txBody>
      </p:sp>
      <p:sp>
        <p:nvSpPr>
          <p:cNvPr id="1556928440" name="">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parallel check</a:t>
            </a:r>
          </a:p>
        </p:txBody>
      </p:sp>
      <p:sp>
        <p:nvSpPr>
          <p:cNvPr id="170693199" name="">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2021615089" name="">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96476379" name="">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 prefix</a:t>
            </a:r>
          </a:p>
        </p:txBody>
      </p:sp>
      <p:sp>
        <p:nvSpPr>
          <p:cNvPr id="910307425" name="">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reject / resample</a:t>
            </a:r>
          </a:p>
        </p:txBody>
      </p:sp>
      <p:sp>
        <p:nvSpPr>
          <p:cNvPr id="5957981" name="">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sp>
      <p:sp>
        <p:nvSpPr>
          <p:cNvPr id="1956440406" name="">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3562350" y="542925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same target behavior, fewer serial waits</a:t>
            </a:r>
          </a:p>
        </p:txBody>
      </p:sp>
      <p:sp>
        <p:nvSpPr>
          <p:cNvPr id="918919993" name="">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715632642"/>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698160900" name="">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sp>
      <p:sp>
        <p:nvSpPr>
          <p:cNvPr id="1977383085" name="">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598161199" name="">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58195881" name="">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521701980" name="">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995606133" name="">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524836488" name="">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2082712541" name="">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sp>
      <p:sp>
        <p:nvSpPr>
          <p:cNvPr id="1800286296" name="">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377652962" name="">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129487083" name="">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sp>
      <p:sp>
        <p:nvSpPr>
          <p:cNvPr id="1835573148" name="">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sp>
      <p:sp>
        <p:nvSpPr>
          <p:cNvPr id="1354002712" name="">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642711495" name="">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162477816" name="">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754093468" name="">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926903495" name="">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314704657" name="">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297993690" name="">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sp>
      <p:sp>
        <p:nvSpPr>
          <p:cNvPr id="1869335125" name="">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sp>
      <p:sp>
        <p:nvSpPr>
          <p:cNvPr id="1902597771" name="">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1174154411" name="">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25293163" name="">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1712601376" name="">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sp>
      <p:sp>
        <p:nvSpPr>
          <p:cNvPr id="361292722" name="">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216392230" name="">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sp>
      <p:sp>
        <p:nvSpPr>
          <p:cNvPr id="1760216902" name="">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sp>
      <p:sp>
        <p:nvSpPr>
          <p:cNvPr id="848102303" name="">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sp>
      <p:sp>
        <p:nvSpPr>
          <p:cNvPr id="2140277387" name="">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546058831" name="">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sp>
      <p:sp>
        <p:nvSpPr>
          <p:cNvPr id="634911422" name="">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sp>
      <p:sp>
        <p:nvSpPr>
          <p:cNvPr id="253059331" name="">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spTree>
    <p:extLst>
      <p:ext uri="{BB962C8B-B14F-4D97-AF65-F5344CB8AC3E}">
        <p14:creationId xmlns:p14="http://schemas.microsoft.com/office/powerpoint/2010/main" val="209328064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sp>
      <p:sp>
        <p:nvSpPr>
          <p:cNvPr id="1808652944" name="">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081078090" name="">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492680345" name="">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482722515" name="">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121026447" name="">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sp>
      <p:sp>
        <p:nvSpPr>
          <p:cNvPr id="163980104" name="">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11020405" name="">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47942514" name="">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636131649" name="">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sp>
      <p:sp>
        <p:nvSpPr>
          <p:cNvPr id="261513706" name="">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sp>
      <p:sp>
        <p:nvSpPr>
          <p:cNvPr id="1466779703" name="">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302896656" name="">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173073259" name="">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sp>
      <p:sp>
        <p:nvSpPr>
          <p:cNvPr id="1351287708" name="">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2026-07-27T03:41:52.6630000Z</dcterms:created>
  <dcterms:modified xsi:type="dcterms:W3CDTF">2026-07-27T03:41:52.6640000Z</dcterms:modified>
</coreProperties>
</file>