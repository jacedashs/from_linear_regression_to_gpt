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65883926f94aa2" /><Relationship Type="http://schemas.openxmlformats.org/officeDocument/2006/relationships/extended-properties" Target="/docProps/app.xml" Id="Rdea1ff00e55348d9" /><Relationship Type="http://schemas.openxmlformats.org/officeDocument/2006/relationships/officeDocument" Target="/ppt/presentation.xml" Id="Rb6e372b00ca747d3" /></Relationships>
</file>

<file path=ppt/presentation.xml><?xml version="1.0" encoding="utf-8"?>
<p:presentation xmlns:p="http://schemas.openxmlformats.org/presentationml/2006/main">
  <p:sldMasterIdLst>
    <p:sldMasterId xmlns:r="http://schemas.openxmlformats.org/officeDocument/2006/relationships" id="2147483648" r:id="R59c3cf2d464d44a5"/>
  </p:sldMasterIdLst>
  <p:notesMasterIdLst>
    <p:notesMasterId xmlns:r="http://schemas.openxmlformats.org/officeDocument/2006/relationships" r:id="R92d7c3515b1f4cc3"/>
  </p:notesMasterIdLst>
  <p:sldIdLst>
    <p:sldId xmlns:r="http://schemas.openxmlformats.org/officeDocument/2006/relationships" id="256" r:id="R1894d221c0274406"/>
    <p:sldId xmlns:r="http://schemas.openxmlformats.org/officeDocument/2006/relationships" id="257" r:id="Rd7236da3be9546bc"/>
    <p:sldId xmlns:r="http://schemas.openxmlformats.org/officeDocument/2006/relationships" id="258" r:id="R4130b7794cd348a7"/>
    <p:sldId xmlns:r="http://schemas.openxmlformats.org/officeDocument/2006/relationships" id="259" r:id="R9e1a1151beac4d98"/>
    <p:sldId xmlns:r="http://schemas.openxmlformats.org/officeDocument/2006/relationships" id="260" r:id="Rd4366e82446b4a1b"/>
    <p:sldId xmlns:r="http://schemas.openxmlformats.org/officeDocument/2006/relationships" id="261" r:id="R193cad34561e4448"/>
    <p:sldId xmlns:r="http://schemas.openxmlformats.org/officeDocument/2006/relationships" id="262" r:id="R222e7ed2a1ba4068"/>
    <p:sldId xmlns:r="http://schemas.openxmlformats.org/officeDocument/2006/relationships" id="263" r:id="Rd91a55fed1284264"/>
    <p:sldId xmlns:r="http://schemas.openxmlformats.org/officeDocument/2006/relationships" id="264" r:id="Rdbbec6bd271941a9"/>
    <p:sldId xmlns:r="http://schemas.openxmlformats.org/officeDocument/2006/relationships" id="265" r:id="Rec8c050df85a47a4"/>
    <p:sldId xmlns:r="http://schemas.openxmlformats.org/officeDocument/2006/relationships" id="266" r:id="Rac16f0b6122c42b6"/>
    <p:sldId xmlns:r="http://schemas.openxmlformats.org/officeDocument/2006/relationships" id="267" r:id="Rf51e9da92c624876"/>
    <p:sldId xmlns:r="http://schemas.openxmlformats.org/officeDocument/2006/relationships" id="268" r:id="R5744f0bbee2547ef"/>
    <p:sldId xmlns:r="http://schemas.openxmlformats.org/officeDocument/2006/relationships" id="269" r:id="Rc8d52eda01ae4de6"/>
    <p:sldId xmlns:r="http://schemas.openxmlformats.org/officeDocument/2006/relationships" id="270" r:id="R6db161412e0a45ce"/>
    <p:sldId xmlns:r="http://schemas.openxmlformats.org/officeDocument/2006/relationships" id="271" r:id="Rcb85c4ad3f9b4a19"/>
    <p:sldId xmlns:r="http://schemas.openxmlformats.org/officeDocument/2006/relationships" id="272" r:id="Re7034ad7922942e1"/>
    <p:sldId xmlns:r="http://schemas.openxmlformats.org/officeDocument/2006/relationships" id="273" r:id="Rdd2deb4acfab4a67"/>
    <p:sldId xmlns:r="http://schemas.openxmlformats.org/officeDocument/2006/relationships" id="274" r:id="Rd03a04e1bf594732"/>
    <p:sldId xmlns:r="http://schemas.openxmlformats.org/officeDocument/2006/relationships" id="275" r:id="Rc2c028d77445487b"/>
    <p:sldId xmlns:r="http://schemas.openxmlformats.org/officeDocument/2006/relationships" id="276" r:id="R58688de3ce1a485c"/>
    <p:sldId xmlns:r="http://schemas.openxmlformats.org/officeDocument/2006/relationships" id="277" r:id="R6d6305909dc944b5"/>
    <p:sldId xmlns:r="http://schemas.openxmlformats.org/officeDocument/2006/relationships" id="278" r:id="R28d5d0e8fde34a19"/>
    <p:sldId xmlns:r="http://schemas.openxmlformats.org/officeDocument/2006/relationships" id="279" r:id="Rac7705c02f254d7d"/>
    <p:sldId xmlns:r="http://schemas.openxmlformats.org/officeDocument/2006/relationships" id="280" r:id="R46108b11ea5e49e3"/>
    <p:sldId xmlns:r="http://schemas.openxmlformats.org/officeDocument/2006/relationships" id="281" r:id="R36148f0743714376"/>
    <p:sldId xmlns:r="http://schemas.openxmlformats.org/officeDocument/2006/relationships" id="282" r:id="R37093b3de8d14b2d"/>
    <p:sldId xmlns:r="http://schemas.openxmlformats.org/officeDocument/2006/relationships" id="283" r:id="R0a2513964b0d4b7a"/>
    <p:sldId xmlns:r="http://schemas.openxmlformats.org/officeDocument/2006/relationships" id="284" r:id="R69dacb554ee344b3"/>
    <p:sldId xmlns:r="http://schemas.openxmlformats.org/officeDocument/2006/relationships" id="285" r:id="Raa3a95f17e1b4e1a"/>
    <p:sldId xmlns:r="http://schemas.openxmlformats.org/officeDocument/2006/relationships" id="286" r:id="R73888057fae1430b"/>
    <p:sldId xmlns:r="http://schemas.openxmlformats.org/officeDocument/2006/relationships" id="287" r:id="R3e799fc658f9498b"/>
    <p:sldId xmlns:r="http://schemas.openxmlformats.org/officeDocument/2006/relationships" id="288" r:id="Rd372ee736c174f64"/>
    <p:sldId xmlns:r="http://schemas.openxmlformats.org/officeDocument/2006/relationships" id="289" r:id="Re4f8d9f6da6b487f"/>
    <p:sldId xmlns:r="http://schemas.openxmlformats.org/officeDocument/2006/relationships" id="290" r:id="R1e0dcc33b72040cd"/>
    <p:sldId xmlns:r="http://schemas.openxmlformats.org/officeDocument/2006/relationships" id="291" r:id="Rfb3853ac826f4c1c"/>
    <p:sldId xmlns:r="http://schemas.openxmlformats.org/officeDocument/2006/relationships" id="292" r:id="R1079ecec43a14623"/>
    <p:sldId xmlns:r="http://schemas.openxmlformats.org/officeDocument/2006/relationships" id="293" r:id="R5a9f61b7b3d4415f"/>
    <p:sldId xmlns:r="http://schemas.openxmlformats.org/officeDocument/2006/relationships" id="294" r:id="Rb71ab86705f049d6"/>
    <p:sldId xmlns:r="http://schemas.openxmlformats.org/officeDocument/2006/relationships" id="295" r:id="Racc48e27b89240ca"/>
    <p:sldId xmlns:r="http://schemas.openxmlformats.org/officeDocument/2006/relationships" id="296" r:id="R9d96991dc1ae417b"/>
    <p:sldId xmlns:r="http://schemas.openxmlformats.org/officeDocument/2006/relationships" id="297" r:id="R35d8c9cdb4934bd0"/>
    <p:sldId xmlns:r="http://schemas.openxmlformats.org/officeDocument/2006/relationships" id="298" r:id="R1c9747f9d54b4894"/>
    <p:sldId xmlns:r="http://schemas.openxmlformats.org/officeDocument/2006/relationships" id="299" r:id="Rd28c0aa0d9bb4ecc"/>
    <p:sldId xmlns:r="http://schemas.openxmlformats.org/officeDocument/2006/relationships" id="300" r:id="R1282c42c0168475e"/>
    <p:sldId xmlns:r="http://schemas.openxmlformats.org/officeDocument/2006/relationships" id="301" r:id="Rcb006320fc964b25"/>
    <p:sldId xmlns:r="http://schemas.openxmlformats.org/officeDocument/2006/relationships" id="302" r:id="R77ce55ab305a41a2"/>
    <p:sldId xmlns:r="http://schemas.openxmlformats.org/officeDocument/2006/relationships" id="303" r:id="Rb5ebdd8d4f9747ed"/>
    <p:sldId xmlns:r="http://schemas.openxmlformats.org/officeDocument/2006/relationships" id="304" r:id="R89fb3dc7171a453f"/>
    <p:sldId xmlns:r="http://schemas.openxmlformats.org/officeDocument/2006/relationships" id="305" r:id="Ra8231df4f8d249be"/>
    <p:sldId xmlns:r="http://schemas.openxmlformats.org/officeDocument/2006/relationships" id="306" r:id="R2a589be700a94055"/>
    <p:sldId xmlns:r="http://schemas.openxmlformats.org/officeDocument/2006/relationships" id="307" r:id="R59bb8896ac894574"/>
    <p:sldId xmlns:r="http://schemas.openxmlformats.org/officeDocument/2006/relationships" id="308" r:id="R6214f71abc774d8b"/>
    <p:sldId xmlns:r="http://schemas.openxmlformats.org/officeDocument/2006/relationships" id="309" r:id="Rb7fd7c891c624621"/>
    <p:sldId xmlns:r="http://schemas.openxmlformats.org/officeDocument/2006/relationships" id="310" r:id="R9dcebb8a2a964e7b"/>
    <p:sldId xmlns:r="http://schemas.openxmlformats.org/officeDocument/2006/relationships" id="311" r:id="R4ad54cb1a0814334"/>
    <p:sldId xmlns:r="http://schemas.openxmlformats.org/officeDocument/2006/relationships" id="312" r:id="R5efa11a1655e46f9"/>
    <p:sldId xmlns:r="http://schemas.openxmlformats.org/officeDocument/2006/relationships" id="313" r:id="Rd9022666ed5a4ae4"/>
    <p:sldId xmlns:r="http://schemas.openxmlformats.org/officeDocument/2006/relationships" id="314" r:id="Rd4bc35e6e7054110"/>
    <p:sldId xmlns:r="http://schemas.openxmlformats.org/officeDocument/2006/relationships" id="315" r:id="R91861f15ca2845d2"/>
    <p:sldId xmlns:r="http://schemas.openxmlformats.org/officeDocument/2006/relationships" id="316" r:id="R4e51fa53318a4a7c"/>
    <p:sldId xmlns:r="http://schemas.openxmlformats.org/officeDocument/2006/relationships" id="317" r:id="R8cdaa5c65d7746d2"/>
    <p:sldId xmlns:r="http://schemas.openxmlformats.org/officeDocument/2006/relationships" id="318" r:id="R80efb53e1b524935"/>
    <p:sldId xmlns:r="http://schemas.openxmlformats.org/officeDocument/2006/relationships" id="319" r:id="R6226da3217724634"/>
    <p:sldId xmlns:r="http://schemas.openxmlformats.org/officeDocument/2006/relationships" id="320" r:id="Rd78c86e2f08447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8d4f68f3ec9449c" /><Relationship Type="http://schemas.openxmlformats.org/officeDocument/2006/relationships/slideMaster" Target="/ppt/slideMasters/slideMaster1.xml" Id="R59c3cf2d464d44a5" /><Relationship Type="http://schemas.openxmlformats.org/officeDocument/2006/relationships/notesMaster" Target="/ppt/notesMasters/notesMaster1.xml" Id="R92d7c3515b1f4cc3" /><Relationship Type="http://schemas.openxmlformats.org/officeDocument/2006/relationships/presProps" Target="/ppt/presProps.xml" Id="R86e6c6b28ce64450" /><Relationship Type="http://schemas.openxmlformats.org/officeDocument/2006/relationships/viewProps" Target="/ppt/viewProps.xml" Id="R6d96921304db4eb0" /><Relationship Type="http://schemas.openxmlformats.org/officeDocument/2006/relationships/tableStyles" Target="/ppt/tableStyles.xml" Id="R363febd8431e49d5" /><Relationship Type="http://schemas.openxmlformats.org/officeDocument/2006/relationships/slide" Target="/ppt/slides/slide1.xml" Id="R1894d221c0274406" /><Relationship Type="http://schemas.openxmlformats.org/officeDocument/2006/relationships/slide" Target="/ppt/slides/slide2.xml" Id="Rd7236da3be9546bc" /><Relationship Type="http://schemas.openxmlformats.org/officeDocument/2006/relationships/slide" Target="/ppt/slides/slide3.xml" Id="R4130b7794cd348a7" /><Relationship Type="http://schemas.openxmlformats.org/officeDocument/2006/relationships/slide" Target="/ppt/slides/slide4.xml" Id="R9e1a1151beac4d98" /><Relationship Type="http://schemas.openxmlformats.org/officeDocument/2006/relationships/slide" Target="/ppt/slides/slide5.xml" Id="Rd4366e82446b4a1b" /><Relationship Type="http://schemas.openxmlformats.org/officeDocument/2006/relationships/slide" Target="/ppt/slides/slide6.xml" Id="R193cad34561e4448" /><Relationship Type="http://schemas.openxmlformats.org/officeDocument/2006/relationships/slide" Target="/ppt/slides/slide7.xml" Id="R222e7ed2a1ba4068" /><Relationship Type="http://schemas.openxmlformats.org/officeDocument/2006/relationships/slide" Target="/ppt/slides/slide8.xml" Id="Rd91a55fed1284264" /><Relationship Type="http://schemas.openxmlformats.org/officeDocument/2006/relationships/slide" Target="/ppt/slides/slide9.xml" Id="Rdbbec6bd271941a9" /><Relationship Type="http://schemas.openxmlformats.org/officeDocument/2006/relationships/slide" Target="/ppt/slides/slide10.xml" Id="Rec8c050df85a47a4" /><Relationship Type="http://schemas.openxmlformats.org/officeDocument/2006/relationships/slide" Target="/ppt/slides/slide11.xml" Id="Rac16f0b6122c42b6" /><Relationship Type="http://schemas.openxmlformats.org/officeDocument/2006/relationships/slide" Target="/ppt/slides/slide12.xml" Id="Rf51e9da92c624876" /><Relationship Type="http://schemas.openxmlformats.org/officeDocument/2006/relationships/slide" Target="/ppt/slides/slide13.xml" Id="R5744f0bbee2547ef" /><Relationship Type="http://schemas.openxmlformats.org/officeDocument/2006/relationships/slide" Target="/ppt/slides/slide14.xml" Id="Rc8d52eda01ae4de6" /><Relationship Type="http://schemas.openxmlformats.org/officeDocument/2006/relationships/slide" Target="/ppt/slides/slide15.xml" Id="R6db161412e0a45ce" /><Relationship Type="http://schemas.openxmlformats.org/officeDocument/2006/relationships/slide" Target="/ppt/slides/slide16.xml" Id="Rcb85c4ad3f9b4a19" /><Relationship Type="http://schemas.openxmlformats.org/officeDocument/2006/relationships/slide" Target="/ppt/slides/slide17.xml" Id="Re7034ad7922942e1" /><Relationship Type="http://schemas.openxmlformats.org/officeDocument/2006/relationships/slide" Target="/ppt/slides/slide18.xml" Id="Rdd2deb4acfab4a67" /><Relationship Type="http://schemas.openxmlformats.org/officeDocument/2006/relationships/slide" Target="/ppt/slides/slide19.xml" Id="Rd03a04e1bf594732" /><Relationship Type="http://schemas.openxmlformats.org/officeDocument/2006/relationships/slide" Target="/ppt/slides/slide20.xml" Id="Rc2c028d77445487b" /><Relationship Type="http://schemas.openxmlformats.org/officeDocument/2006/relationships/slide" Target="/ppt/slides/slide21.xml" Id="R58688de3ce1a485c" /><Relationship Type="http://schemas.openxmlformats.org/officeDocument/2006/relationships/slide" Target="/ppt/slides/slide22.xml" Id="R6d6305909dc944b5" /><Relationship Type="http://schemas.openxmlformats.org/officeDocument/2006/relationships/slide" Target="/ppt/slides/slide23.xml" Id="R28d5d0e8fde34a19" /><Relationship Type="http://schemas.openxmlformats.org/officeDocument/2006/relationships/slide" Target="/ppt/slides/slide24.xml" Id="Rac7705c02f254d7d" /><Relationship Type="http://schemas.openxmlformats.org/officeDocument/2006/relationships/slide" Target="/ppt/slides/slide25.xml" Id="R46108b11ea5e49e3" /><Relationship Type="http://schemas.openxmlformats.org/officeDocument/2006/relationships/slide" Target="/ppt/slides/slide26.xml" Id="R36148f0743714376" /><Relationship Type="http://schemas.openxmlformats.org/officeDocument/2006/relationships/slide" Target="/ppt/slides/slide27.xml" Id="R37093b3de8d14b2d" /><Relationship Type="http://schemas.openxmlformats.org/officeDocument/2006/relationships/slide" Target="/ppt/slides/slide28.xml" Id="R0a2513964b0d4b7a" /><Relationship Type="http://schemas.openxmlformats.org/officeDocument/2006/relationships/slide" Target="/ppt/slides/slide29.xml" Id="R69dacb554ee344b3" /><Relationship Type="http://schemas.openxmlformats.org/officeDocument/2006/relationships/slide" Target="/ppt/slides/slide30.xml" Id="Raa3a95f17e1b4e1a" /><Relationship Type="http://schemas.openxmlformats.org/officeDocument/2006/relationships/slide" Target="/ppt/slides/slide31.xml" Id="R73888057fae1430b" /><Relationship Type="http://schemas.openxmlformats.org/officeDocument/2006/relationships/slide" Target="/ppt/slides/slide32.xml" Id="R3e799fc658f9498b" /><Relationship Type="http://schemas.openxmlformats.org/officeDocument/2006/relationships/slide" Target="/ppt/slides/slide33.xml" Id="Rd372ee736c174f64" /><Relationship Type="http://schemas.openxmlformats.org/officeDocument/2006/relationships/slide" Target="/ppt/slides/slide34.xml" Id="Re4f8d9f6da6b487f" /><Relationship Type="http://schemas.openxmlformats.org/officeDocument/2006/relationships/slide" Target="/ppt/slides/slide35.xml" Id="R1e0dcc33b72040cd" /><Relationship Type="http://schemas.openxmlformats.org/officeDocument/2006/relationships/slide" Target="/ppt/slides/slide36.xml" Id="Rfb3853ac826f4c1c" /><Relationship Type="http://schemas.openxmlformats.org/officeDocument/2006/relationships/slide" Target="/ppt/slides/slide37.xml" Id="R1079ecec43a14623" /><Relationship Type="http://schemas.openxmlformats.org/officeDocument/2006/relationships/slide" Target="/ppt/slides/slide38.xml" Id="R5a9f61b7b3d4415f" /><Relationship Type="http://schemas.openxmlformats.org/officeDocument/2006/relationships/slide" Target="/ppt/slides/slide39.xml" Id="Rb71ab86705f049d6" /><Relationship Type="http://schemas.openxmlformats.org/officeDocument/2006/relationships/slide" Target="/ppt/slides/slide40.xml" Id="Racc48e27b89240ca" /><Relationship Type="http://schemas.openxmlformats.org/officeDocument/2006/relationships/slide" Target="/ppt/slides/slide41.xml" Id="R9d96991dc1ae417b" /><Relationship Type="http://schemas.openxmlformats.org/officeDocument/2006/relationships/slide" Target="/ppt/slides/slide42.xml" Id="R35d8c9cdb4934bd0" /><Relationship Type="http://schemas.openxmlformats.org/officeDocument/2006/relationships/slide" Target="/ppt/slides/slide43.xml" Id="R1c9747f9d54b4894" /><Relationship Type="http://schemas.openxmlformats.org/officeDocument/2006/relationships/slide" Target="/ppt/slides/slide44.xml" Id="Rd28c0aa0d9bb4ecc" /><Relationship Type="http://schemas.openxmlformats.org/officeDocument/2006/relationships/slide" Target="/ppt/slides/slide45.xml" Id="R1282c42c0168475e" /><Relationship Type="http://schemas.openxmlformats.org/officeDocument/2006/relationships/slide" Target="/ppt/slides/slide46.xml" Id="Rcb006320fc964b25" /><Relationship Type="http://schemas.openxmlformats.org/officeDocument/2006/relationships/slide" Target="/ppt/slides/slide47.xml" Id="R77ce55ab305a41a2" /><Relationship Type="http://schemas.openxmlformats.org/officeDocument/2006/relationships/slide" Target="/ppt/slides/slide48.xml" Id="Rb5ebdd8d4f9747ed" /><Relationship Type="http://schemas.openxmlformats.org/officeDocument/2006/relationships/slide" Target="/ppt/slides/slide49.xml" Id="R89fb3dc7171a453f" /><Relationship Type="http://schemas.openxmlformats.org/officeDocument/2006/relationships/slide" Target="/ppt/slides/slide50.xml" Id="Ra8231df4f8d249be" /><Relationship Type="http://schemas.openxmlformats.org/officeDocument/2006/relationships/slide" Target="/ppt/slides/slide51.xml" Id="R2a589be700a94055" /><Relationship Type="http://schemas.openxmlformats.org/officeDocument/2006/relationships/slide" Target="/ppt/slides/slide52.xml" Id="R59bb8896ac894574" /><Relationship Type="http://schemas.openxmlformats.org/officeDocument/2006/relationships/slide" Target="/ppt/slides/slide53.xml" Id="R6214f71abc774d8b" /><Relationship Type="http://schemas.openxmlformats.org/officeDocument/2006/relationships/slide" Target="/ppt/slides/slide54.xml" Id="Rb7fd7c891c624621" /><Relationship Type="http://schemas.openxmlformats.org/officeDocument/2006/relationships/slide" Target="/ppt/slides/slide55.xml" Id="R9dcebb8a2a964e7b" /><Relationship Type="http://schemas.openxmlformats.org/officeDocument/2006/relationships/slide" Target="/ppt/slides/slide56.xml" Id="R4ad54cb1a0814334" /><Relationship Type="http://schemas.openxmlformats.org/officeDocument/2006/relationships/slide" Target="/ppt/slides/slide57.xml" Id="R5efa11a1655e46f9" /><Relationship Type="http://schemas.openxmlformats.org/officeDocument/2006/relationships/slide" Target="/ppt/slides/slide58.xml" Id="Rd9022666ed5a4ae4" /><Relationship Type="http://schemas.openxmlformats.org/officeDocument/2006/relationships/slide" Target="/ppt/slides/slide59.xml" Id="Rd4bc35e6e7054110" /><Relationship Type="http://schemas.openxmlformats.org/officeDocument/2006/relationships/slide" Target="/ppt/slides/slide60.xml" Id="R91861f15ca2845d2" /><Relationship Type="http://schemas.openxmlformats.org/officeDocument/2006/relationships/slide" Target="/ppt/slides/slide61.xml" Id="R4e51fa53318a4a7c" /><Relationship Type="http://schemas.openxmlformats.org/officeDocument/2006/relationships/slide" Target="/ppt/slides/slide62.xml" Id="R8cdaa5c65d7746d2" /><Relationship Type="http://schemas.openxmlformats.org/officeDocument/2006/relationships/slide" Target="/ppt/slides/slide63.xml" Id="R80efb53e1b524935" /><Relationship Type="http://schemas.openxmlformats.org/officeDocument/2006/relationships/slide" Target="/ppt/slides/slide64.xml" Id="R6226da3217724634" /><Relationship Type="http://schemas.openxmlformats.org/officeDocument/2006/relationships/slide" Target="/ppt/slides/slide65.xml" Id="Rd78c86e2f08447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6f5105eaab40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0173ceafb94796" /><Relationship Type="http://schemas.openxmlformats.org/officeDocument/2006/relationships/notesMaster" Target="/ppt/notesMasters/notesMaster1.xml" Id="Ra9695c6effbe40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970cecf11b473c" /><Relationship Type="http://schemas.openxmlformats.org/officeDocument/2006/relationships/notesMaster" Target="/ppt/notesMasters/notesMaster1.xml" Id="R3ee7839bff0f46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97c8fdcd8e42aa" /><Relationship Type="http://schemas.openxmlformats.org/officeDocument/2006/relationships/notesMaster" Target="/ppt/notesMasters/notesMaster1.xml" Id="R91bc4d8d55804a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5953f02c924fad" /><Relationship Type="http://schemas.openxmlformats.org/officeDocument/2006/relationships/notesMaster" Target="/ppt/notesMasters/notesMaster1.xml" Id="Rd3d6e31ae3d645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d9d23799244bfe" /><Relationship Type="http://schemas.openxmlformats.org/officeDocument/2006/relationships/notesMaster" Target="/ppt/notesMasters/notesMaster1.xml" Id="R07ed95a8244b43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00edeab83e41f2" /><Relationship Type="http://schemas.openxmlformats.org/officeDocument/2006/relationships/notesMaster" Target="/ppt/notesMasters/notesMaster1.xml" Id="Rec623d8aa7c346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0efa364a574c60" /><Relationship Type="http://schemas.openxmlformats.org/officeDocument/2006/relationships/notesMaster" Target="/ppt/notesMasters/notesMaster1.xml" Id="Rc0d56df4ffd047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dd5dcde73554876" /><Relationship Type="http://schemas.openxmlformats.org/officeDocument/2006/relationships/notesMaster" Target="/ppt/notesMasters/notesMaster1.xml" Id="R7b543ba1e60a40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79fa30755054673" /><Relationship Type="http://schemas.openxmlformats.org/officeDocument/2006/relationships/notesMaster" Target="/ppt/notesMasters/notesMaster1.xml" Id="R3e7a5c83136442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c1bc8604904a42" /><Relationship Type="http://schemas.openxmlformats.org/officeDocument/2006/relationships/notesMaster" Target="/ppt/notesMasters/notesMaster1.xml" Id="R010cc41390ad41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4e46d6769045b0" /><Relationship Type="http://schemas.openxmlformats.org/officeDocument/2006/relationships/notesMaster" Target="/ppt/notesMasters/notesMaster1.xml" Id="Rd4a29c56ee8543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4928d87a454895" /><Relationship Type="http://schemas.openxmlformats.org/officeDocument/2006/relationships/notesMaster" Target="/ppt/notesMasters/notesMaster1.xml" Id="Ra64dc7afb0334a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df2d448abd412f" /><Relationship Type="http://schemas.openxmlformats.org/officeDocument/2006/relationships/notesMaster" Target="/ppt/notesMasters/notesMaster1.xml" Id="Rb8bef98b97fb4f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a4137487cd424c" /><Relationship Type="http://schemas.openxmlformats.org/officeDocument/2006/relationships/notesMaster" Target="/ppt/notesMasters/notesMaster1.xml" Id="R1bcf9a6968d147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91c5709fb84812" /><Relationship Type="http://schemas.openxmlformats.org/officeDocument/2006/relationships/notesMaster" Target="/ppt/notesMasters/notesMaster1.xml" Id="Rd05d483d18194d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3e37dab7d37439d" /><Relationship Type="http://schemas.openxmlformats.org/officeDocument/2006/relationships/notesMaster" Target="/ppt/notesMasters/notesMaster1.xml" Id="Re644138db4174a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c3ea5920944f8e" /><Relationship Type="http://schemas.openxmlformats.org/officeDocument/2006/relationships/notesMaster" Target="/ppt/notesMasters/notesMaster1.xml" Id="Rca31b8858c2a43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cf8b289da84a3d" /><Relationship Type="http://schemas.openxmlformats.org/officeDocument/2006/relationships/notesMaster" Target="/ppt/notesMasters/notesMaster1.xml" Id="R2654e8be1cdc46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c9946a165f496e" /><Relationship Type="http://schemas.openxmlformats.org/officeDocument/2006/relationships/notesMaster" Target="/ppt/notesMasters/notesMaster1.xml" Id="R553f432c7ebf49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e55bd4fcca4e23" /><Relationship Type="http://schemas.openxmlformats.org/officeDocument/2006/relationships/notesMaster" Target="/ppt/notesMasters/notesMaster1.xml" Id="Rcccce8d6c6ce4ee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e021c5a1bf4fce" /><Relationship Type="http://schemas.openxmlformats.org/officeDocument/2006/relationships/notesMaster" Target="/ppt/notesMasters/notesMaster1.xml" Id="R8933013252174f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cec078a4da14196" /><Relationship Type="http://schemas.openxmlformats.org/officeDocument/2006/relationships/notesMaster" Target="/ppt/notesMasters/notesMaster1.xml" Id="R7712e7f1ae294f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46368ceb61745bd" /><Relationship Type="http://schemas.openxmlformats.org/officeDocument/2006/relationships/notesMaster" Target="/ppt/notesMasters/notesMaster1.xml" Id="Re059a7dfda5f479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e959bb369c412f" /><Relationship Type="http://schemas.openxmlformats.org/officeDocument/2006/relationships/notesMaster" Target="/ppt/notesMasters/notesMaster1.xml" Id="Re5ad039354264d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53de806ba74188" /><Relationship Type="http://schemas.openxmlformats.org/officeDocument/2006/relationships/notesMaster" Target="/ppt/notesMasters/notesMaster1.xml" Id="R6c4f42a52ba345c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99554beae24847" /><Relationship Type="http://schemas.openxmlformats.org/officeDocument/2006/relationships/notesMaster" Target="/ppt/notesMasters/notesMaster1.xml" Id="R90cc70c4643147b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4a4218ad2a40d5" /><Relationship Type="http://schemas.openxmlformats.org/officeDocument/2006/relationships/notesMaster" Target="/ppt/notesMasters/notesMaster1.xml" Id="R25c819086f5c400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571d97b6994afa" /><Relationship Type="http://schemas.openxmlformats.org/officeDocument/2006/relationships/notesMaster" Target="/ppt/notesMasters/notesMaster1.xml" Id="R28d286a28d504d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cdcdb6d9b3b4e6b" /><Relationship Type="http://schemas.openxmlformats.org/officeDocument/2006/relationships/notesMaster" Target="/ppt/notesMasters/notesMaster1.xml" Id="R9614148007924e8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a2d9a872c542d0" /><Relationship Type="http://schemas.openxmlformats.org/officeDocument/2006/relationships/notesMaster" Target="/ppt/notesMasters/notesMaster1.xml" Id="Rc3a004201507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57c4cf11f2d45f6" /><Relationship Type="http://schemas.openxmlformats.org/officeDocument/2006/relationships/notesMaster" Target="/ppt/notesMasters/notesMaster1.xml" Id="R7471acf08f6c459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2b2d073500f4f31" /><Relationship Type="http://schemas.openxmlformats.org/officeDocument/2006/relationships/notesMaster" Target="/ppt/notesMasters/notesMaster1.xml" Id="Rb305b162a6ea496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bdc5df5dace411d" /><Relationship Type="http://schemas.openxmlformats.org/officeDocument/2006/relationships/notesMaster" Target="/ppt/notesMasters/notesMaster1.xml" Id="R48fc05fae58949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e6e74f9b444391" /><Relationship Type="http://schemas.openxmlformats.org/officeDocument/2006/relationships/notesMaster" Target="/ppt/notesMasters/notesMaster1.xml" Id="Rdc3d7f1026f74ab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9fa36aed6954270" /><Relationship Type="http://schemas.openxmlformats.org/officeDocument/2006/relationships/notesMaster" Target="/ppt/notesMasters/notesMaster1.xml" Id="R1825ca0fe811454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4f83bc3007b47e3" /><Relationship Type="http://schemas.openxmlformats.org/officeDocument/2006/relationships/notesMaster" Target="/ppt/notesMasters/notesMaster1.xml" Id="Rf12ddd03a92145f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a2c529e5a6a4cce" /><Relationship Type="http://schemas.openxmlformats.org/officeDocument/2006/relationships/notesMaster" Target="/ppt/notesMasters/notesMaster1.xml" Id="Re3f8e745c2814a8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af97d7918fe4605" /><Relationship Type="http://schemas.openxmlformats.org/officeDocument/2006/relationships/notesMaster" Target="/ppt/notesMasters/notesMaster1.xml" Id="R00aa230517d3407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80d2bce8b5d458c" /><Relationship Type="http://schemas.openxmlformats.org/officeDocument/2006/relationships/notesMaster" Target="/ppt/notesMasters/notesMaster1.xml" Id="Rdb1b51613694400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8070cb22cb643ef" /><Relationship Type="http://schemas.openxmlformats.org/officeDocument/2006/relationships/notesMaster" Target="/ppt/notesMasters/notesMaster1.xml" Id="Rb1009fd74ff8497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ba412319f434ef7" /><Relationship Type="http://schemas.openxmlformats.org/officeDocument/2006/relationships/notesMaster" Target="/ppt/notesMasters/notesMaster1.xml" Id="R575ddec8db26401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4f300b40e204f13" /><Relationship Type="http://schemas.openxmlformats.org/officeDocument/2006/relationships/notesMaster" Target="/ppt/notesMasters/notesMaster1.xml" Id="Ra2588a2a679e415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d20e268fdda4a9c" /><Relationship Type="http://schemas.openxmlformats.org/officeDocument/2006/relationships/notesMaster" Target="/ppt/notesMasters/notesMaster1.xml" Id="R5faa6577cca147d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f3ff02469c8466d" /><Relationship Type="http://schemas.openxmlformats.org/officeDocument/2006/relationships/notesMaster" Target="/ppt/notesMasters/notesMaster1.xml" Id="R7d64c968a31742f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c7662825d634715" /><Relationship Type="http://schemas.openxmlformats.org/officeDocument/2006/relationships/notesMaster" Target="/ppt/notesMasters/notesMaster1.xml" Id="R3405b939c393466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0e30520dba3459a" /><Relationship Type="http://schemas.openxmlformats.org/officeDocument/2006/relationships/notesMaster" Target="/ppt/notesMasters/notesMaster1.xml" Id="R34849b3135b4483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ab089d900d148e2" /><Relationship Type="http://schemas.openxmlformats.org/officeDocument/2006/relationships/notesMaster" Target="/ppt/notesMasters/notesMaster1.xml" Id="R9adc2ae2dc4b40f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d7a76a1fc4a4863" /><Relationship Type="http://schemas.openxmlformats.org/officeDocument/2006/relationships/notesMaster" Target="/ppt/notesMasters/notesMaster1.xml" Id="Ra4199da035364dd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7f6ff0b695a4f21" /><Relationship Type="http://schemas.openxmlformats.org/officeDocument/2006/relationships/notesMaster" Target="/ppt/notesMasters/notesMaster1.xml" Id="R8d2b593d86e946c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63237e886fc42a4" /><Relationship Type="http://schemas.openxmlformats.org/officeDocument/2006/relationships/notesMaster" Target="/ppt/notesMasters/notesMaster1.xml" Id="R9582cb156321459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d57ede7ce724ab2" /><Relationship Type="http://schemas.openxmlformats.org/officeDocument/2006/relationships/notesMaster" Target="/ppt/notesMasters/notesMaster1.xml" Id="R1d96df39188a494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e7b3284c043414b" /><Relationship Type="http://schemas.openxmlformats.org/officeDocument/2006/relationships/notesMaster" Target="/ppt/notesMasters/notesMaster1.xml" Id="R3cc5ae2988bc4de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c3d3840916d43d0" /><Relationship Type="http://schemas.openxmlformats.org/officeDocument/2006/relationships/notesMaster" Target="/ppt/notesMasters/notesMaster1.xml" Id="R8a9d665cd09441d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8d79173d5b44896" /><Relationship Type="http://schemas.openxmlformats.org/officeDocument/2006/relationships/notesMaster" Target="/ppt/notesMasters/notesMaster1.xml" Id="Rf5d5c220a3694ba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4978c1711fc4ca5" /><Relationship Type="http://schemas.openxmlformats.org/officeDocument/2006/relationships/notesMaster" Target="/ppt/notesMasters/notesMaster1.xml" Id="R4a42e307f876471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7ed0ec46bab4ffa" /><Relationship Type="http://schemas.openxmlformats.org/officeDocument/2006/relationships/notesMaster" Target="/ppt/notesMasters/notesMaster1.xml" Id="R4db7149230ff49d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1c80de4e0bb4142" /><Relationship Type="http://schemas.openxmlformats.org/officeDocument/2006/relationships/notesMaster" Target="/ppt/notesMasters/notesMaster1.xml" Id="R24f27b0de06e49d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dee6414faf947c8" /><Relationship Type="http://schemas.openxmlformats.org/officeDocument/2006/relationships/notesMaster" Target="/ppt/notesMasters/notesMaster1.xml" Id="R4608bfe967cd447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e56c62a99044da5" /><Relationship Type="http://schemas.openxmlformats.org/officeDocument/2006/relationships/notesMaster" Target="/ppt/notesMasters/notesMaster1.xml" Id="R67f2567ab834405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00003f97e5d842b9" /><Relationship Type="http://schemas.openxmlformats.org/officeDocument/2006/relationships/notesMaster" Target="/ppt/notesMasters/notesMaster1.xml" Id="R044f958c7cba4fa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f3d847233794473" /><Relationship Type="http://schemas.openxmlformats.org/officeDocument/2006/relationships/notesMaster" Target="/ppt/notesMasters/notesMaster1.xml" Id="Rcf98f51f076f4d1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46ca4a7522044a7" /><Relationship Type="http://schemas.openxmlformats.org/officeDocument/2006/relationships/notesMaster" Target="/ppt/notesMasters/notesMaster1.xml" Id="Rca79202fec3e4d6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eeefabb465a46af" /><Relationship Type="http://schemas.openxmlformats.org/officeDocument/2006/relationships/notesMaster" Target="/ppt/notesMasters/notesMaster1.xml" Id="R1af4d203469a4b1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1390c05a61c4676" /><Relationship Type="http://schemas.openxmlformats.org/officeDocument/2006/relationships/notesMaster" Target="/ppt/notesMasters/notesMaster1.xml" Id="Rfc340353347a4f4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4c5dc155e6d4aa9" /><Relationship Type="http://schemas.openxmlformats.org/officeDocument/2006/relationships/notesMaster" Target="/ppt/notesMasters/notesMaster1.xml" Id="Ra982cbec8e4848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651723291f464e" /><Relationship Type="http://schemas.openxmlformats.org/officeDocument/2006/relationships/image" Target="/ppt/media/image.png" Id="Rfa86deb56391497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3ecbeb4bc148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15939c899840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1db2a6903e5403e" /><Relationship Type="http://schemas.openxmlformats.org/officeDocument/2006/relationships/image" Target="/ppt/media/image.png" Id="R5b63763e717c4e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6ed493b4384d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90858e44b14d2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2651f5af1f246d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9c0915d8b654844" /><Relationship Type="http://schemas.openxmlformats.org/officeDocument/2006/relationships/image" Target="/ppt/media/image.png" Id="Rbf9d5cf7f42a43f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0a7fc9730aa479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ee669a13e1f4c6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b81ceb35b2a462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a21d4a1f8284c56"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fa86deb563914977">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5b63763e717c4e75">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bf9d5cf7f42a43ff">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745be4eea1480c" /><Relationship Type="http://schemas.openxmlformats.org/officeDocument/2006/relationships/slideLayout" Target="/ppt/slideLayouts/slideLayout1.xml" Id="R1ff60a28f8304b7e" /><Relationship Type="http://schemas.openxmlformats.org/officeDocument/2006/relationships/slideLayout" Target="/ppt/slideLayouts/slideLayout2.xml" Id="Rb279aa7b0d1e43fd" /><Relationship Type="http://schemas.openxmlformats.org/officeDocument/2006/relationships/slideLayout" Target="/ppt/slideLayouts/slideLayout3.xml" Id="R911028ded80640e7" /><Relationship Type="http://schemas.openxmlformats.org/officeDocument/2006/relationships/slideLayout" Target="/ppt/slideLayouts/slideLayout4.xml" Id="R5b4747a312a74320" /><Relationship Type="http://schemas.openxmlformats.org/officeDocument/2006/relationships/slideLayout" Target="/ppt/slideLayouts/slideLayout5.xml" Id="Re85847e7a6334e02" /><Relationship Type="http://schemas.openxmlformats.org/officeDocument/2006/relationships/slideLayout" Target="/ppt/slideLayouts/slideLayout6.xml" Id="R8161be4d9dce488e" /><Relationship Type="http://schemas.openxmlformats.org/officeDocument/2006/relationships/slideLayout" Target="/ppt/slideLayouts/slideLayout7.xml" Id="R04b74c58f1c24a25" /><Relationship Type="http://schemas.openxmlformats.org/officeDocument/2006/relationships/slideLayout" Target="/ppt/slideLayouts/slideLayout8.xml" Id="R878d55eb7be14355" /><Relationship Type="http://schemas.openxmlformats.org/officeDocument/2006/relationships/slideLayout" Target="/ppt/slideLayouts/slideLayout9.xml" Id="R55e1d83155f2450b" /><Relationship Type="http://schemas.openxmlformats.org/officeDocument/2006/relationships/slideLayout" Target="/ppt/slideLayouts/slideLayout10.xml" Id="Rcc2efcf8637f4919" /><Relationship Type="http://schemas.openxmlformats.org/officeDocument/2006/relationships/slideLayout" Target="/ppt/slideLayouts/slideLayout11.xml" Id="R58aef809a9bb4f08" /><Relationship Type="http://schemas.openxmlformats.org/officeDocument/2006/relationships/slideLayout" Target="/ppt/slideLayouts/slideLayout12.xml" Id="Rf7aedd490ccd46e3"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f60a28f8304b7e"/>
    <p:sldLayoutId xmlns:r="http://schemas.openxmlformats.org/officeDocument/2006/relationships" id="2147483650" r:id="Rb279aa7b0d1e43fd"/>
    <p:sldLayoutId xmlns:r="http://schemas.openxmlformats.org/officeDocument/2006/relationships" id="2147483651" r:id="R911028ded80640e7"/>
    <p:sldLayoutId xmlns:r="http://schemas.openxmlformats.org/officeDocument/2006/relationships" id="2147483652" r:id="R5b4747a312a74320"/>
    <p:sldLayoutId xmlns:r="http://schemas.openxmlformats.org/officeDocument/2006/relationships" id="2147483653" r:id="Re85847e7a6334e02"/>
    <p:sldLayoutId xmlns:r="http://schemas.openxmlformats.org/officeDocument/2006/relationships" id="2147483654" r:id="R8161be4d9dce488e"/>
    <p:sldLayoutId xmlns:r="http://schemas.openxmlformats.org/officeDocument/2006/relationships" id="2147483655" r:id="R04b74c58f1c24a25"/>
    <p:sldLayoutId xmlns:r="http://schemas.openxmlformats.org/officeDocument/2006/relationships" id="2147483656" r:id="R878d55eb7be14355"/>
    <p:sldLayoutId xmlns:r="http://schemas.openxmlformats.org/officeDocument/2006/relationships" id="2147483657" r:id="R55e1d83155f2450b"/>
    <p:sldLayoutId xmlns:r="http://schemas.openxmlformats.org/officeDocument/2006/relationships" id="2147483658" r:id="Rcc2efcf8637f4919"/>
    <p:sldLayoutId xmlns:r="http://schemas.openxmlformats.org/officeDocument/2006/relationships" id="2147483659" r:id="R58aef809a9bb4f08"/>
    <p:sldLayoutId xmlns:r="http://schemas.openxmlformats.org/officeDocument/2006/relationships" id="2147483660" r:id="Rf7aedd490ccd46e3"/>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b4b27df1184da8" /><Relationship Type="http://schemas.openxmlformats.org/officeDocument/2006/relationships/notesSlide" Target="/ppt/notesSlides/notesSlide1.xml" Id="R76fb4cd590644b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90b455b5d44a4b" /><Relationship Type="http://schemas.openxmlformats.org/officeDocument/2006/relationships/image" Target="/ppt/media/image.jpeg" Id="R32c4b3eca6084542" /><Relationship Type="http://schemas.openxmlformats.org/officeDocument/2006/relationships/notesSlide" Target="/ppt/notesSlides/notesSlide2.xml" Id="R0b9083f634b24b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12c57362fe411b" /><Relationship Type="http://schemas.openxmlformats.org/officeDocument/2006/relationships/image" Target="/ppt/media/image2.png" Id="R92a893ba8abd42c6" /><Relationship Type="http://schemas.openxmlformats.org/officeDocument/2006/relationships/notesSlide" Target="/ppt/notesSlides/notesSlide3.xml" Id="R5780b02f7d0540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1545fea5d34d70" /><Relationship Type="http://schemas.openxmlformats.org/officeDocument/2006/relationships/image" Target="/ppt/media/image2.png" Id="Rf353b51fbfea48b8" /><Relationship Type="http://schemas.openxmlformats.org/officeDocument/2006/relationships/notesSlide" Target="/ppt/notesSlides/notesSlide4.xml" Id="R7b6e60bc649d48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2474fda37f4f2e" /><Relationship Type="http://schemas.openxmlformats.org/officeDocument/2006/relationships/image" Target="/ppt/media/image2.png" Id="R0242942715b64e36" /><Relationship Type="http://schemas.openxmlformats.org/officeDocument/2006/relationships/notesSlide" Target="/ppt/notesSlides/notesSlide5.xml" Id="R25b5fca779fe4e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ef38ab898b4025" /><Relationship Type="http://schemas.openxmlformats.org/officeDocument/2006/relationships/notesSlide" Target="/ppt/notesSlides/notesSlide6.xml" Id="Rac74e895f5a34f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5175ca0dba4a8a" /><Relationship Type="http://schemas.openxmlformats.org/officeDocument/2006/relationships/image" Target="/ppt/media/image.svg" Id="R7cb565a751204203" /><Relationship Type="http://schemas.openxmlformats.org/officeDocument/2006/relationships/image" Target="/ppt/media/image.jpeg" Id="R11738f49eb2d493c" /><Relationship Type="http://schemas.openxmlformats.org/officeDocument/2006/relationships/notesSlide" Target="/ppt/notesSlides/notesSlide7.xml" Id="R61fc2ff236ee48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c0bf197305434f" /><Relationship Type="http://schemas.openxmlformats.org/officeDocument/2006/relationships/image" Target="/ppt/media/image2.jpeg" Id="R214a0aa961f54df8" /><Relationship Type="http://schemas.openxmlformats.org/officeDocument/2006/relationships/image" Target="/ppt/media/image2.svg" Id="R76583b8ffa6b4ea7" /><Relationship Type="http://schemas.openxmlformats.org/officeDocument/2006/relationships/notesSlide" Target="/ppt/notesSlides/notesSlide8.xml" Id="Rf098f567b5cd4f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5fb5d4d4e94d5e" /><Relationship Type="http://schemas.openxmlformats.org/officeDocument/2006/relationships/notesSlide" Target="/ppt/notesSlides/notesSlide9.xml" Id="R7e09f83731db47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6e5419ab4447b3" /><Relationship Type="http://schemas.openxmlformats.org/officeDocument/2006/relationships/image" Target="/ppt/media/image3.png" Id="Rfe091ed39a214b78" /><Relationship Type="http://schemas.openxmlformats.org/officeDocument/2006/relationships/image" Target="/ppt/media/image3.svg" Id="R25736239d98d40e2" /><Relationship Type="http://schemas.openxmlformats.org/officeDocument/2006/relationships/notesSlide" Target="/ppt/notesSlides/notesSlide10.xml" Id="Rb48106e3907b4f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fc8fa3b8724971" /><Relationship Type="http://schemas.openxmlformats.org/officeDocument/2006/relationships/image" Target="/ppt/media/image4.png" Id="Rf051637beb654b10" /><Relationship Type="http://schemas.openxmlformats.org/officeDocument/2006/relationships/notesSlide" Target="/ppt/notesSlides/notesSlide11.xml" Id="R63652e0d405a47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60f1892bf246c3" /><Relationship Type="http://schemas.openxmlformats.org/officeDocument/2006/relationships/image" Target="/ppt/media/image5.png" Id="Ra937eeb3191f402f" /><Relationship Type="http://schemas.openxmlformats.org/officeDocument/2006/relationships/image" Target="/ppt/media/image6.png" Id="R4e9ae54925f5475e" /><Relationship Type="http://schemas.openxmlformats.org/officeDocument/2006/relationships/image" Target="/ppt/media/image4.svg" Id="Ra7cdda9f0e934f98" /><Relationship Type="http://schemas.openxmlformats.org/officeDocument/2006/relationships/notesSlide" Target="/ppt/notesSlides/notesSlide12.xml" Id="Rf7fb03f5856c47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9acae86916490a" /><Relationship Type="http://schemas.openxmlformats.org/officeDocument/2006/relationships/image" Target="/ppt/media/image7.png" Id="Rca3a6d315b604e87" /><Relationship Type="http://schemas.openxmlformats.org/officeDocument/2006/relationships/notesSlide" Target="/ppt/notesSlides/notesSlide13.xml" Id="R33cb2249b49346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8f706436164b11" /><Relationship Type="http://schemas.openxmlformats.org/officeDocument/2006/relationships/image" Target="/ppt/media/image8.png" Id="R952f64cf66af4fbf" /><Relationship Type="http://schemas.openxmlformats.org/officeDocument/2006/relationships/notesSlide" Target="/ppt/notesSlides/notesSlide14.xml" Id="R45fed93d875648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1f8e9df4304f10" /><Relationship Type="http://schemas.openxmlformats.org/officeDocument/2006/relationships/image" Target="/ppt/media/image9.png" Id="Re66f7926b6994a25" /><Relationship Type="http://schemas.openxmlformats.org/officeDocument/2006/relationships/image" Target="/ppt/media/image10.png" Id="Rd2e0b081a1f94fd3" /><Relationship Type="http://schemas.openxmlformats.org/officeDocument/2006/relationships/image" Target="/ppt/media/image5.svg" Id="R7f3ebf798bf34b04" /><Relationship Type="http://schemas.openxmlformats.org/officeDocument/2006/relationships/notesSlide" Target="/ppt/notesSlides/notesSlide15.xml" Id="R90abf3e1df3149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2bfc829b994d15" /><Relationship Type="http://schemas.openxmlformats.org/officeDocument/2006/relationships/notesSlide" Target="/ppt/notesSlides/notesSlide16.xml" Id="Rbc10b98bbfb547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a59bc7167a41b4" /><Relationship Type="http://schemas.openxmlformats.org/officeDocument/2006/relationships/notesSlide" Target="/ppt/notesSlides/notesSlide17.xml" Id="R1d2606bae43c4d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5bf8a1c356a4d34" /><Relationship Type="http://schemas.openxmlformats.org/officeDocument/2006/relationships/notesSlide" Target="/ppt/notesSlides/notesSlide18.xml" Id="Rbc418082bcdd408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84659254ced4afc" /><Relationship Type="http://schemas.openxmlformats.org/officeDocument/2006/relationships/image" Target="/ppt/media/image11.png" Id="R7ed4079447de49c6" /><Relationship Type="http://schemas.openxmlformats.org/officeDocument/2006/relationships/notesSlide" Target="/ppt/notesSlides/notesSlide19.xml" Id="R9bd7a76fd23644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969cf25915e43ee" /><Relationship Type="http://schemas.openxmlformats.org/officeDocument/2006/relationships/notesSlide" Target="/ppt/notesSlides/notesSlide20.xml" Id="R015267eec98840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8bd11859b304920" /><Relationship Type="http://schemas.openxmlformats.org/officeDocument/2006/relationships/image" Target="/ppt/media/image6.svg" Id="R11e7a1bc31b04b46" /><Relationship Type="http://schemas.openxmlformats.org/officeDocument/2006/relationships/image" Target="/ppt/media/image4.png" Id="R576c34a5d5454df1" /><Relationship Type="http://schemas.openxmlformats.org/officeDocument/2006/relationships/notesSlide" Target="/ppt/notesSlides/notesSlide21.xml" Id="Ra3bbc1cc2e3b421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24558faf8e94323" /><Relationship Type="http://schemas.openxmlformats.org/officeDocument/2006/relationships/notesSlide" Target="/ppt/notesSlides/notesSlide22.xml" Id="Rd82ff80327d644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a1d79e706a44543" /><Relationship Type="http://schemas.openxmlformats.org/officeDocument/2006/relationships/notesSlide" Target="/ppt/notesSlides/notesSlide23.xml" Id="R2f338bb8128f4c2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ce09203af4f4166" /><Relationship Type="http://schemas.openxmlformats.org/officeDocument/2006/relationships/notesSlide" Target="/ppt/notesSlides/notesSlide24.xml" Id="R378c4cedf89f44f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d025ffdfe5f4562" /><Relationship Type="http://schemas.openxmlformats.org/officeDocument/2006/relationships/notesSlide" Target="/ppt/notesSlides/notesSlide25.xml" Id="Ra14bb195240c4a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d9d0ade8e0b417b" /><Relationship Type="http://schemas.openxmlformats.org/officeDocument/2006/relationships/image" Target="/ppt/media/image12.png" Id="R418531553a16499c" /><Relationship Type="http://schemas.openxmlformats.org/officeDocument/2006/relationships/notesSlide" Target="/ppt/notesSlides/notesSlide26.xml" Id="R2d8d890bea3740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45fc2d7782c4776" /><Relationship Type="http://schemas.openxmlformats.org/officeDocument/2006/relationships/notesSlide" Target="/ppt/notesSlides/notesSlide27.xml" Id="R8865e6d1ad584aa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4912b21b5b3423b" /><Relationship Type="http://schemas.openxmlformats.org/officeDocument/2006/relationships/notesSlide" Target="/ppt/notesSlides/notesSlide28.xml" Id="R35f2e367cf4f4b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0d5286740e14250" /><Relationship Type="http://schemas.openxmlformats.org/officeDocument/2006/relationships/notesSlide" Target="/ppt/notesSlides/notesSlide29.xml" Id="Rf39386ee02a0465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126df22d08b4bbd" /><Relationship Type="http://schemas.openxmlformats.org/officeDocument/2006/relationships/notesSlide" Target="/ppt/notesSlides/notesSlide30.xml" Id="R4af9669f92554a2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13a3321683346dc" /><Relationship Type="http://schemas.openxmlformats.org/officeDocument/2006/relationships/notesSlide" Target="/ppt/notesSlides/notesSlide31.xml" Id="R79935a8807f940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b2103c1a82d4514" /><Relationship Type="http://schemas.openxmlformats.org/officeDocument/2006/relationships/notesSlide" Target="/ppt/notesSlides/notesSlide32.xml" Id="R164723c9df11482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a592093ea474d82" /><Relationship Type="http://schemas.openxmlformats.org/officeDocument/2006/relationships/notesSlide" Target="/ppt/notesSlides/notesSlide33.xml" Id="R3ca7a69b0506417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540e0f7871748f0" /><Relationship Type="http://schemas.openxmlformats.org/officeDocument/2006/relationships/image" Target="/ppt/media/image13.png" Id="R335a97b125a74593" /><Relationship Type="http://schemas.openxmlformats.org/officeDocument/2006/relationships/notesSlide" Target="/ppt/notesSlides/notesSlide34.xml" Id="Rfd0ae643e904414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a38f68681694f55" /><Relationship Type="http://schemas.openxmlformats.org/officeDocument/2006/relationships/image" Target="/ppt/media/image14.png" Id="Rd0bec2d90d744264" /><Relationship Type="http://schemas.openxmlformats.org/officeDocument/2006/relationships/notesSlide" Target="/ppt/notesSlides/notesSlide35.xml" Id="Raa1005b9d2054b6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a8a69c40b2a45fa" /><Relationship Type="http://schemas.openxmlformats.org/officeDocument/2006/relationships/notesSlide" Target="/ppt/notesSlides/notesSlide36.xml" Id="Reeffe8a32bb740a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4be17e0e4bf46ac" /><Relationship Type="http://schemas.openxmlformats.org/officeDocument/2006/relationships/notesSlide" Target="/ppt/notesSlides/notesSlide37.xml" Id="R2acfa039ecce4c2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537697e082d473b" /><Relationship Type="http://schemas.openxmlformats.org/officeDocument/2006/relationships/notesSlide" Target="/ppt/notesSlides/notesSlide38.xml" Id="R2b677f0810bd43d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ba97f123f334440" /><Relationship Type="http://schemas.openxmlformats.org/officeDocument/2006/relationships/notesSlide" Target="/ppt/notesSlides/notesSlide39.xml" Id="R6d62ab1dc4104f2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9be713e515a4c13" /><Relationship Type="http://schemas.openxmlformats.org/officeDocument/2006/relationships/notesSlide" Target="/ppt/notesSlides/notesSlide40.xml" Id="R304d3f78608946d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782b8503ca340cb" /><Relationship Type="http://schemas.openxmlformats.org/officeDocument/2006/relationships/notesSlide" Target="/ppt/notesSlides/notesSlide41.xml" Id="Rcd280cad0c23451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391e67549cc48a7" /><Relationship Type="http://schemas.openxmlformats.org/officeDocument/2006/relationships/notesSlide" Target="/ppt/notesSlides/notesSlide42.xml" Id="R54b97652b1b1440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869addaf4e54788" /><Relationship Type="http://schemas.openxmlformats.org/officeDocument/2006/relationships/notesSlide" Target="/ppt/notesSlides/notesSlide43.xml" Id="Ra1c03a179a314d4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77bcb931c754163" /><Relationship Type="http://schemas.openxmlformats.org/officeDocument/2006/relationships/image" Target="/ppt/media/image15.png" Id="Rb22b2ff837aa4e6e" /><Relationship Type="http://schemas.openxmlformats.org/officeDocument/2006/relationships/notesSlide" Target="/ppt/notesSlides/notesSlide44.xml" Id="Recea2a1749104bc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1e237d16aabd445a" /><Relationship Type="http://schemas.openxmlformats.org/officeDocument/2006/relationships/notesSlide" Target="/ppt/notesSlides/notesSlide45.xml" Id="Re420f3d7d4a1408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6babf1600014695" /><Relationship Type="http://schemas.openxmlformats.org/officeDocument/2006/relationships/notesSlide" Target="/ppt/notesSlides/notesSlide46.xml" Id="R55132dd8646c43f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22eff1ac7444b01" /><Relationship Type="http://schemas.openxmlformats.org/officeDocument/2006/relationships/notesSlide" Target="/ppt/notesSlides/notesSlide47.xml" Id="R3121fac240934b5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6acf53d66514f8c" /><Relationship Type="http://schemas.openxmlformats.org/officeDocument/2006/relationships/notesSlide" Target="/ppt/notesSlides/notesSlide48.xml" Id="Rf5568a0f82ee483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7191c3188c14976" /><Relationship Type="http://schemas.openxmlformats.org/officeDocument/2006/relationships/image" Target="/ppt/media/image2.jpeg" Id="R0f020cfafbfb41a2" /><Relationship Type="http://schemas.openxmlformats.org/officeDocument/2006/relationships/notesSlide" Target="/ppt/notesSlides/notesSlide49.xml" Id="Rc44e7d7f0378487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7b7ad294bb14f37" /><Relationship Type="http://schemas.openxmlformats.org/officeDocument/2006/relationships/notesSlide" Target="/ppt/notesSlides/notesSlide50.xml" Id="Rdac3dc0903e7424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c9b9470170f4102" /><Relationship Type="http://schemas.openxmlformats.org/officeDocument/2006/relationships/notesSlide" Target="/ppt/notesSlides/notesSlide51.xml" Id="R420f014f6dc34f3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5b94fa398cf4d36" /><Relationship Type="http://schemas.openxmlformats.org/officeDocument/2006/relationships/notesSlide" Target="/ppt/notesSlides/notesSlide52.xml" Id="Rdd10bf00e142495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ace7a5959e8491b" /><Relationship Type="http://schemas.openxmlformats.org/officeDocument/2006/relationships/notesSlide" Target="/ppt/notesSlides/notesSlide53.xml" Id="R566e40221943474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2d1dc7a1cf5413d" /><Relationship Type="http://schemas.openxmlformats.org/officeDocument/2006/relationships/notesSlide" Target="/ppt/notesSlides/notesSlide54.xml" Id="Rdf5496defcb74d6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44c71f8e4e104869" /><Relationship Type="http://schemas.openxmlformats.org/officeDocument/2006/relationships/notesSlide" Target="/ppt/notesSlides/notesSlide55.xml" Id="R286fd3b51af94eb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0acdd5a3f6f48ef" /><Relationship Type="http://schemas.openxmlformats.org/officeDocument/2006/relationships/image" Target="/ppt/media/image7.svg" Id="R1dc75aa55b574cc9" /><Relationship Type="http://schemas.openxmlformats.org/officeDocument/2006/relationships/image" Target="/ppt/media/image5.png" Id="Rba714dd5aa8d496d" /><Relationship Type="http://schemas.openxmlformats.org/officeDocument/2006/relationships/notesSlide" Target="/ppt/notesSlides/notesSlide56.xml" Id="Rb6b357dd79bc411c"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5d7f65ab9e64fa5" /><Relationship Type="http://schemas.openxmlformats.org/officeDocument/2006/relationships/notesSlide" Target="/ppt/notesSlides/notesSlide57.xml" Id="R43b01ff3982f411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d1f7157ddf247f1" /><Relationship Type="http://schemas.openxmlformats.org/officeDocument/2006/relationships/notesSlide" Target="/ppt/notesSlides/notesSlide58.xml" Id="R12547edf6dbc472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9d9a32f86c8444f" /><Relationship Type="http://schemas.openxmlformats.org/officeDocument/2006/relationships/notesSlide" Target="/ppt/notesSlides/notesSlide59.xml" Id="Rc9f0189d04214c3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dd44e561dcf41c6" /><Relationship Type="http://schemas.openxmlformats.org/officeDocument/2006/relationships/image" Target="/ppt/media/image16.png" Id="R9a515159a9334ee5" /><Relationship Type="http://schemas.openxmlformats.org/officeDocument/2006/relationships/notesSlide" Target="/ppt/notesSlides/notesSlide60.xml" Id="Rd96ea011de66461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aa9aeea16a34c95" /><Relationship Type="http://schemas.openxmlformats.org/officeDocument/2006/relationships/image" Target="/ppt/media/image12.png" Id="R4747ccbee8484e0b" /><Relationship Type="http://schemas.openxmlformats.org/officeDocument/2006/relationships/notesSlide" Target="/ppt/notesSlides/notesSlide61.xml" Id="R8ad1ca122be648d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9029f05a6e224f50" /><Relationship Type="http://schemas.openxmlformats.org/officeDocument/2006/relationships/hyperlink" Target="https://www.inceptionlabs.ai/blog/introducing-mercury-2" TargetMode="External" Id="R542413ca5bcf47fe" /><Relationship Type="http://schemas.openxmlformats.org/officeDocument/2006/relationships/notesSlide" Target="/ppt/notesSlides/notesSlide62.xml" Id="Rb1aea859f92d4b0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403c96c13084c4a" /><Relationship Type="http://schemas.openxmlformats.org/officeDocument/2006/relationships/notesSlide" Target="/ppt/notesSlides/notesSlide63.xml" Id="Rf56f6cb977734fd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0a944765436f4fa8" /><Relationship Type="http://schemas.openxmlformats.org/officeDocument/2006/relationships/notesSlide" Target="/ppt/notesSlides/notesSlide64.xml" Id="R02c2608c995d4bd6"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08a96843df524818" /><Relationship Type="http://schemas.openxmlformats.org/officeDocument/2006/relationships/notesSlide" Target="/ppt/notesSlides/notesSlide65.xml" Id="Reaba82187ae747db"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2c4b3eca6084542"/>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92a893ba8abd42c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f353b51fbfea48b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0242942715b64e3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11738f49eb2d493c">
            <a:extLst>
              <a:ext uri="{96DAC541-7B7A-43D3-8B79-37D633B846F1}">
                <asvg:svgBlip xmlns:asvg="http://schemas.microsoft.com/office/drawing/2016/SVG/main" r:embed="R7cb565a751204203"/>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214a0aa961f54df8">
            <a:extLst>
              <a:ext uri="{96DAC541-7B7A-43D3-8B79-37D633B846F1}">
                <asvg:svgBlip xmlns:asvg="http://schemas.microsoft.com/office/drawing/2016/SVG/main" r:embed="R76583b8ffa6b4ea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fe091ed39a214b78">
            <a:extLst>
              <a:ext uri="{96DAC541-7B7A-43D3-8B79-37D633B846F1}">
                <asvg:svgBlip xmlns:asvg="http://schemas.microsoft.com/office/drawing/2016/SVG/main" r:embed="R25736239d98d40e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f051637beb654b10"/>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a937eeb3191f402f"/>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4e9ae54925f5475e">
            <a:extLst>
              <a:ext uri="{96DAC541-7B7A-43D3-8B79-37D633B846F1}">
                <asvg:svgBlip xmlns:asvg="http://schemas.microsoft.com/office/drawing/2016/SVG/main" r:embed="Ra7cdda9f0e934f9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ca3a6d315b604e8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952f64cf66af4fbf"/>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e66f7926b6994a25"/>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d2e0b081a1f94fd3">
            <a:extLst>
              <a:ext uri="{96DAC541-7B7A-43D3-8B79-37D633B846F1}">
                <asvg:svgBlip xmlns:asvg="http://schemas.microsoft.com/office/drawing/2016/SVG/main" r:embed="R7f3ebf798bf34b0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7860"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1"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2"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3"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4"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5"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6"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7"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8"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69"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0"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1"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2"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3"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4"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5"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6"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7"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8"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79"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0"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1"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2"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3"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4"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5"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6"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7"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8"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89"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0"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1"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2"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3"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4"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5"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6"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7"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8"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899"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0"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1"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2"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3"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4"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5"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6"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7"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8"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09"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5219395" name="">
            <a:extLst xmlns:a="http://schemas.openxmlformats.org/drawingml/2006/main">
              <a:ext uri="{FF2B5EF4-FFF2-40B4-BE49-F238E27FC236}">
                <a16:creationId xmlns:a16="http://schemas.microsoft.com/office/drawing/2014/main" id="{1363B859-3A10-47AC-B2EB-31F7BB05DC20}"/>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42709543" name="">
            <a:extLst xmlns:a="http://schemas.openxmlformats.org/drawingml/2006/main">
              <a:ext uri="{FF2B5EF4-FFF2-40B4-BE49-F238E27FC236}">
                <a16:creationId xmlns:a16="http://schemas.microsoft.com/office/drawing/2014/main" id="{D534FE3B-B9AA-46C3-A603-4B86344F0B77}"/>
              </a:ext>
            </a:extLst>
          </p:cNvPr>
          <p:cNvSpPr>
            <a:spLocks xmlns:a="http://schemas.openxmlformats.org/drawingml/2006/main" noGrp="1"/>
          </p:cNvSpPr>
          <p:nvPr/>
        </p:nvSpPr>
        <p:spPr>
          <a:xfrm xmlns:a="http://schemas.openxmlformats.org/drawingml/2006/main">
            <a:off x="609599" y="590548"/>
            <a:ext cx="102870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233996981" name="">
            <a:extLst xmlns:a="http://schemas.openxmlformats.org/drawingml/2006/main">
              <a:ext uri="{FF2B5EF4-FFF2-40B4-BE49-F238E27FC236}">
                <a16:creationId xmlns:a16="http://schemas.microsoft.com/office/drawing/2014/main" id="{AF39F53A-8ADC-44D8-BAC4-FB9D7FB9AFBB}"/>
              </a:ext>
            </a:extLst>
          </p:cNvPr>
          <p:cNvSpPr>
            <a:spLocks xmlns:a="http://schemas.openxmlformats.org/drawingml/2006/main" noGrp="1"/>
          </p:cNvSpPr>
          <p:nvPr/>
        </p:nvSpPr>
        <p:spPr>
          <a:xfrm xmlns:a="http://schemas.openxmlformats.org/drawingml/2006/main">
            <a:off x="609599" y="1352549"/>
            <a:ext cx="10972800" cy="4762499"/>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964095945" name="">
            <a:extLst xmlns:a="http://schemas.openxmlformats.org/drawingml/2006/main">
              <a:ext uri="{FF2B5EF4-FFF2-40B4-BE49-F238E27FC236}">
                <a16:creationId xmlns:a16="http://schemas.microsoft.com/office/drawing/2014/main" id="{2797A5D5-9C4D-46DD-A65F-75618783A85B}"/>
              </a:ext>
            </a:extLst>
          </p:cNvPr>
          <p:cNvSpPr>
            <a:spLocks xmlns:a="http://schemas.openxmlformats.org/drawingml/2006/main" noGrp="1"/>
          </p:cNvSpPr>
          <p:nvPr/>
        </p:nvSpPr>
        <p:spPr>
          <a:xfrm xmlns:a="http://schemas.openxmlformats.org/drawingml/2006/main">
            <a:off x="1571625" y="2047874"/>
            <a:ext cx="3190874" cy="619124"/>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779770581" name="">
            <a:extLst xmlns:a="http://schemas.openxmlformats.org/drawingml/2006/main">
              <a:ext uri="{FF2B5EF4-FFF2-40B4-BE49-F238E27FC236}">
                <a16:creationId xmlns:a16="http://schemas.microsoft.com/office/drawing/2014/main" id="{B0992ED4-5F9C-47C7-B65D-0B4349999188}"/>
              </a:ext>
            </a:extLst>
          </p:cNvPr>
          <p:cNvSpPr>
            <a:spLocks xmlns:a="http://schemas.openxmlformats.org/drawingml/2006/main" noGrp="1"/>
          </p:cNvSpPr>
          <p:nvPr/>
        </p:nvSpPr>
        <p:spPr>
          <a:xfrm xmlns:a="http://schemas.openxmlformats.org/drawingml/2006/main">
            <a:off x="1143000" y="2952749"/>
            <a:ext cx="4048124" cy="704849"/>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426779259" name="">
            <a:extLst xmlns:a="http://schemas.openxmlformats.org/drawingml/2006/main">
              <a:ext uri="{FF2B5EF4-FFF2-40B4-BE49-F238E27FC236}">
                <a16:creationId xmlns:a16="http://schemas.microsoft.com/office/drawing/2014/main" id="{F71A804F-0D03-4CBD-858E-C9B46D2B6BF0}"/>
              </a:ext>
            </a:extLst>
          </p:cNvPr>
          <p:cNvSpPr>
            <a:spLocks xmlns:a="http://schemas.openxmlformats.org/drawingml/2006/main" noGrp="1"/>
          </p:cNvSpPr>
          <p:nvPr/>
        </p:nvSpPr>
        <p:spPr>
          <a:xfrm xmlns:a="http://schemas.openxmlformats.org/drawingml/2006/main">
            <a:off x="1381124" y="3952874"/>
            <a:ext cx="3571875" cy="3238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1844496370" name="">
            <a:extLst xmlns:a="http://schemas.openxmlformats.org/drawingml/2006/main">
              <a:ext uri="{FF2B5EF4-FFF2-40B4-BE49-F238E27FC236}">
                <a16:creationId xmlns:a16="http://schemas.microsoft.com/office/drawing/2014/main" id="{1FFC1E2C-535B-47F2-9A11-4086B53BC04C}"/>
              </a:ext>
            </a:extLst>
          </p:cNvPr>
          <p:cNvSpPr>
            <a:spLocks xmlns:a="http://schemas.openxmlformats.org/drawingml/2006/main" noGrp="1"/>
          </p:cNvSpPr>
          <p:nvPr/>
        </p:nvSpPr>
        <p:spPr>
          <a:xfrm xmlns:a="http://schemas.openxmlformats.org/drawingml/2006/main">
            <a:off x="5429250" y="3181349"/>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a:t>
            </a:r>
          </a:p>
        </p:txBody>
      </p:sp>
      <p:sp>
        <p:nvSpPr>
          <p:cNvPr id="1676066595" name="">
            <a:extLst xmlns:a="http://schemas.openxmlformats.org/drawingml/2006/main">
              <a:ext uri="{FF2B5EF4-FFF2-40B4-BE49-F238E27FC236}">
                <a16:creationId xmlns:a16="http://schemas.microsoft.com/office/drawing/2014/main" id="{8A542FE6-0035-4639-93D0-02470E418ECD}"/>
              </a:ext>
            </a:extLst>
          </p:cNvPr>
          <p:cNvSpPr>
            <a:spLocks xmlns:a="http://schemas.openxmlformats.org/drawingml/2006/main" noGrp="1"/>
          </p:cNvSpPr>
          <p:nvPr/>
        </p:nvSpPr>
        <p:spPr>
          <a:xfrm xmlns:a="http://schemas.openxmlformats.org/drawingml/2006/main">
            <a:off x="6953249" y="2047874"/>
            <a:ext cx="3476624" cy="619124"/>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1411919324" name="">
            <a:extLst xmlns:a="http://schemas.openxmlformats.org/drawingml/2006/main">
              <a:ext uri="{FF2B5EF4-FFF2-40B4-BE49-F238E27FC236}">
                <a16:creationId xmlns:a16="http://schemas.microsoft.com/office/drawing/2014/main" id="{2889DB6A-CF47-4900-BAF8-CA886082F35A}"/>
              </a:ext>
            </a:extLst>
          </p:cNvPr>
          <p:cNvSpPr>
            <a:spLocks xmlns:a="http://schemas.openxmlformats.org/drawingml/2006/main" noGrp="1"/>
          </p:cNvSpPr>
          <p:nvPr/>
        </p:nvSpPr>
        <p:spPr>
          <a:xfrm xmlns:a="http://schemas.openxmlformats.org/drawingml/2006/main">
            <a:off x="7524749" y="2952749"/>
            <a:ext cx="2333624" cy="704849"/>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σ(wx + b)</a:t>
            </a:r>
          </a:p>
        </p:txBody>
      </p:sp>
      <p:sp>
        <p:nvSpPr>
          <p:cNvPr id="1997359551" name="">
            <a:extLst xmlns:a="http://schemas.openxmlformats.org/drawingml/2006/main">
              <a:ext uri="{FF2B5EF4-FFF2-40B4-BE49-F238E27FC236}">
                <a16:creationId xmlns:a16="http://schemas.microsoft.com/office/drawing/2014/main" id="{A7FF150A-6F93-42CE-A54C-6902EB27B756}"/>
              </a:ext>
            </a:extLst>
          </p:cNvPr>
          <p:cNvSpPr>
            <a:spLocks xmlns:a="http://schemas.openxmlformats.org/drawingml/2006/main" noGrp="1"/>
          </p:cNvSpPr>
          <p:nvPr/>
        </p:nvSpPr>
        <p:spPr>
          <a:xfrm xmlns:a="http://schemas.openxmlformats.org/drawingml/2006/main">
            <a:off x="7048500" y="3905249"/>
            <a:ext cx="3286125"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231157249" name="">
            <a:extLst xmlns:a="http://schemas.openxmlformats.org/drawingml/2006/main">
              <a:ext uri="{FF2B5EF4-FFF2-40B4-BE49-F238E27FC236}">
                <a16:creationId xmlns:a16="http://schemas.microsoft.com/office/drawing/2014/main" id="{00943C86-F08C-40E7-BC68-294F0AFC82F2}"/>
              </a:ext>
            </a:extLst>
          </p:cNvPr>
          <p:cNvSpPr>
            <a:spLocks xmlns:a="http://schemas.openxmlformats.org/drawingml/2006/main" noGrp="1"/>
          </p:cNvSpPr>
          <p:nvPr/>
        </p:nvSpPr>
        <p:spPr>
          <a:xfrm xmlns:a="http://schemas.openxmlformats.org/drawingml/2006/main">
            <a:off x="1619249" y="5191124"/>
            <a:ext cx="8953499"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
        <p:nvSpPr>
          <p:cNvPr id="642335681" name="">
            <a:extLst xmlns:a="http://schemas.openxmlformats.org/drawingml/2006/main">
              <a:ext uri="{FF2B5EF4-FFF2-40B4-BE49-F238E27FC236}">
                <a16:creationId xmlns:a16="http://schemas.microsoft.com/office/drawing/2014/main" id="{07990E30-936A-4830-8497-01153CEB47D4}"/>
              </a:ext>
            </a:extLst>
          </p:cNvPr>
          <p:cNvSpPr>
            <a:spLocks xmlns:a="http://schemas.openxmlformats.org/drawingml/2006/main" noGrp="1"/>
          </p:cNvSpPr>
          <p:nvPr/>
        </p:nvSpPr>
        <p:spPr>
          <a:xfrm xmlns:a="http://schemas.openxmlformats.org/drawingml/2006/main">
            <a:off x="7286625" y="4667249"/>
            <a:ext cx="2762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7ed4079447de49c6"/>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7702102" name="Rectangle 1153616344">
            <a:extLst xmlns:a="http://schemas.openxmlformats.org/drawingml/2006/main">
              <a:ext uri="{FF2B5EF4-FFF2-40B4-BE49-F238E27FC236}">
                <a16:creationId xmlns:a16="http://schemas.microsoft.com/office/drawing/2014/main" id="{C473809B-CBE3-4431-B18C-B643F781E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86802203" name="Rectangle 900783331">
            <a:extLst xmlns:a="http://schemas.openxmlformats.org/drawingml/2006/main">
              <a:ext uri="{FF2B5EF4-FFF2-40B4-BE49-F238E27FC236}">
                <a16:creationId xmlns:a16="http://schemas.microsoft.com/office/drawing/2014/main" id="{F6263830-76D5-4343-9FBA-8308C58A2AA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816599741" name="Rectangle: Rounded Corners 1696408858">
            <a:extLst xmlns:a="http://schemas.openxmlformats.org/drawingml/2006/main">
              <a:ext uri="{FF2B5EF4-FFF2-40B4-BE49-F238E27FC236}">
                <a16:creationId xmlns:a16="http://schemas.microsoft.com/office/drawing/2014/main" id="{E645468C-5C4B-45EE-87AD-CF9FF45207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103448" name="Rectangle: Rounded Corners 1953172434">
            <a:extLst xmlns:a="http://schemas.openxmlformats.org/drawingml/2006/main">
              <a:ext uri="{FF2B5EF4-FFF2-40B4-BE49-F238E27FC236}">
                <a16:creationId xmlns:a16="http://schemas.microsoft.com/office/drawing/2014/main" id="{6CAA2627-142A-4B27-885F-808951867FEC}"/>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894845624" name="Arrow: Right 1189177997">
            <a:extLst xmlns:a="http://schemas.openxmlformats.org/drawingml/2006/main">
              <a:ext uri="{FF2B5EF4-FFF2-40B4-BE49-F238E27FC236}">
                <a16:creationId xmlns:a16="http://schemas.microsoft.com/office/drawing/2014/main" id="{B97B713B-A214-494E-A6A0-7F62C4DC82EA}"/>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382306" name="Rectangle: Rounded Corners 1336248175">
            <a:extLst xmlns:a="http://schemas.openxmlformats.org/drawingml/2006/main">
              <a:ext uri="{FF2B5EF4-FFF2-40B4-BE49-F238E27FC236}">
                <a16:creationId xmlns:a16="http://schemas.microsoft.com/office/drawing/2014/main" id="{C96E4304-3438-4255-8077-1F182FC6A5CA}"/>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353779835" name="Arrow: Right 191949401">
            <a:extLst xmlns:a="http://schemas.openxmlformats.org/drawingml/2006/main">
              <a:ext uri="{FF2B5EF4-FFF2-40B4-BE49-F238E27FC236}">
                <a16:creationId xmlns:a16="http://schemas.microsoft.com/office/drawing/2014/main" id="{D845D8F3-F4FC-4EB0-90B3-49C1C222878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383744" name="Rectangle: Rounded Corners 698425088">
            <a:extLst xmlns:a="http://schemas.openxmlformats.org/drawingml/2006/main">
              <a:ext uri="{FF2B5EF4-FFF2-40B4-BE49-F238E27FC236}">
                <a16:creationId xmlns:a16="http://schemas.microsoft.com/office/drawing/2014/main" id="{AC6D9FF6-F10C-4AB9-B9BD-AA71059A6DE4}"/>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38626343" name="Arrow: Right 1313016723">
            <a:extLst xmlns:a="http://schemas.openxmlformats.org/drawingml/2006/main">
              <a:ext uri="{FF2B5EF4-FFF2-40B4-BE49-F238E27FC236}">
                <a16:creationId xmlns:a16="http://schemas.microsoft.com/office/drawing/2014/main" id="{B8606E0E-D0A8-4658-B9DD-9BF08EFA04EC}"/>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132400" name="Rectangle: Rounded Corners 146802490">
            <a:extLst xmlns:a="http://schemas.openxmlformats.org/drawingml/2006/main">
              <a:ext uri="{FF2B5EF4-FFF2-40B4-BE49-F238E27FC236}">
                <a16:creationId xmlns:a16="http://schemas.microsoft.com/office/drawing/2014/main" id="{AEE4F8F4-AB58-4A37-8E78-792B8FE485AF}"/>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251857258" name="Rectangle 1675037776">
            <a:extLst xmlns:a="http://schemas.openxmlformats.org/drawingml/2006/main">
              <a:ext uri="{FF2B5EF4-FFF2-40B4-BE49-F238E27FC236}">
                <a16:creationId xmlns:a16="http://schemas.microsoft.com/office/drawing/2014/main" id="{A7E0370C-C418-4DBF-8918-F45B031161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828525629" name="Rectangle 1953172435">
            <a:extLst xmlns:a="http://schemas.openxmlformats.org/drawingml/2006/main">
              <a:ext uri="{FF2B5EF4-FFF2-40B4-BE49-F238E27FC236}">
                <a16:creationId xmlns:a16="http://schemas.microsoft.com/office/drawing/2014/main" id="{EDF65571-918E-40C9-9851-27B964AB4B81}"/>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994377683" name="Rectangle 1953172436">
            <a:extLst xmlns:a="http://schemas.openxmlformats.org/drawingml/2006/main">
              <a:ext uri="{FF2B5EF4-FFF2-40B4-BE49-F238E27FC236}">
                <a16:creationId xmlns:a16="http://schemas.microsoft.com/office/drawing/2014/main" id="{B9810CEA-2233-494C-861F-F2974D1F0330}"/>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288114148" name="Rectangle 1953172437">
            <a:extLst xmlns:a="http://schemas.openxmlformats.org/drawingml/2006/main">
              <a:ext uri="{FF2B5EF4-FFF2-40B4-BE49-F238E27FC236}">
                <a16:creationId xmlns:a16="http://schemas.microsoft.com/office/drawing/2014/main" id="{199F40BF-23DB-4253-BAF4-6CA2FFE99424}"/>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492504741" name="Rectangle 1953172438">
            <a:extLst xmlns:a="http://schemas.openxmlformats.org/drawingml/2006/main">
              <a:ext uri="{FF2B5EF4-FFF2-40B4-BE49-F238E27FC236}">
                <a16:creationId xmlns:a16="http://schemas.microsoft.com/office/drawing/2014/main" id="{B0E69D63-9E26-4F99-BFD3-0CCC7EA1A2C9}"/>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205240780" name="Rectangle 1953172439">
            <a:extLst xmlns:a="http://schemas.openxmlformats.org/drawingml/2006/main">
              <a:ext uri="{FF2B5EF4-FFF2-40B4-BE49-F238E27FC236}">
                <a16:creationId xmlns:a16="http://schemas.microsoft.com/office/drawing/2014/main" id="{4F81EE20-D4C5-4ABB-BB36-75A069A6E2BE}"/>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603296918" name="Rectangle 1953172440">
            <a:extLst xmlns:a="http://schemas.openxmlformats.org/drawingml/2006/main">
              <a:ext uri="{FF2B5EF4-FFF2-40B4-BE49-F238E27FC236}">
                <a16:creationId xmlns:a16="http://schemas.microsoft.com/office/drawing/2014/main" id="{09496AC0-029F-4E02-9DE7-8F569782159D}"/>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576c34a5d5454df1">
            <a:extLst>
              <a:ext uri="{96DAC541-7B7A-43D3-8B79-37D633B846F1}">
                <asvg:svgBlip xmlns:asvg="http://schemas.microsoft.com/office/drawing/2016/SVG/main" r:embed="R11e7a1bc31b04b46"/>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3690760" name="Rectangle 935271156">
            <a:extLst xmlns:a="http://schemas.openxmlformats.org/drawingml/2006/main">
              <a:ext uri="{FF2B5EF4-FFF2-40B4-BE49-F238E27FC236}">
                <a16:creationId xmlns:a16="http://schemas.microsoft.com/office/drawing/2014/main" id="{450605EB-6E49-4BB2-8F2D-006456CC4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751431366" name="Rectangle 251777344">
            <a:extLst xmlns:a="http://schemas.openxmlformats.org/drawingml/2006/main">
              <a:ext uri="{FF2B5EF4-FFF2-40B4-BE49-F238E27FC236}">
                <a16:creationId xmlns:a16="http://schemas.microsoft.com/office/drawing/2014/main" id="{6B04187D-310B-4616-9331-5CDF828539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677663444" name="Rectangle: Rounded Corners 1456392341">
            <a:extLst xmlns:a="http://schemas.openxmlformats.org/drawingml/2006/main">
              <a:ext uri="{FF2B5EF4-FFF2-40B4-BE49-F238E27FC236}">
                <a16:creationId xmlns:a16="http://schemas.microsoft.com/office/drawing/2014/main" id="{A1AE1E60-2605-4A0B-843C-A8D703E480C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4972319" name="Rectangle 1495975732">
            <a:extLst xmlns:a="http://schemas.openxmlformats.org/drawingml/2006/main">
              <a:ext uri="{FF2B5EF4-FFF2-40B4-BE49-F238E27FC236}">
                <a16:creationId xmlns:a16="http://schemas.microsoft.com/office/drawing/2014/main" id="{3062248D-6194-49AF-836D-B3CE154C5F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pic>
        <p:nvPicPr>
          <p:cNvPr id="1677663450"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418531553a16499c"/>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335a97b125a74593"/>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d0bec2d90d744264"/>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b22b2ff837aa4e6e"/>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f020cfafbfb41a2"/>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ba714dd5aa8d496d">
            <a:extLst>
              <a:ext uri="{96DAC541-7B7A-43D3-8B79-37D633B846F1}">
                <asvg:svgBlip xmlns:asvg="http://schemas.microsoft.com/office/drawing/2016/SVG/main" r:embed="R1dc75aa55b574cc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a515159a9334ee5"/>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4747ccbee8484e0b"/>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542413ca5bcf47fe"/>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2026-07-27T11:24:50.5140000Z</dcterms:created>
  <dcterms:modified xsi:type="dcterms:W3CDTF">2026-07-27T11:24:50.5140000Z</dcterms:modified>
</coreProperties>
</file>