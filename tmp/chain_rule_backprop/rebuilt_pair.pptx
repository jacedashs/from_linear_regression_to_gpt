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d405c6491f403e" /><Relationship Type="http://schemas.openxmlformats.org/officeDocument/2006/relationships/extended-properties" Target="/docProps/app.xml" Id="Rf9a8640631054562" /><Relationship Type="http://schemas.openxmlformats.org/officeDocument/2006/relationships/officeDocument" Target="/ppt/presentation.xml" Id="R3d16237b63d74b5a" /></Relationships>
</file>

<file path=ppt/presentation.xml><?xml version="1.0" encoding="utf-8"?>
<p:presentation xmlns:p="http://schemas.openxmlformats.org/presentationml/2006/main">
  <p:sldMasterIdLst>
    <p:sldMasterId xmlns:r="http://schemas.openxmlformats.org/officeDocument/2006/relationships" id="2147483648" r:id="R8b3e3fee26b846b9"/>
  </p:sldMasterIdLst>
  <p:notesMasterIdLst>
    <p:notesMasterId xmlns:r="http://schemas.openxmlformats.org/officeDocument/2006/relationships" r:id="R941127c4eaaa45ce"/>
  </p:notesMasterIdLst>
  <p:sldIdLst>
    <p:sldId xmlns:r="http://schemas.openxmlformats.org/officeDocument/2006/relationships" id="256" r:id="R923e96fcb1a14cf4"/>
    <p:sldId xmlns:r="http://schemas.openxmlformats.org/officeDocument/2006/relationships" id="257" r:id="Rda160fcb9d1549be"/>
    <p:sldId xmlns:r="http://schemas.openxmlformats.org/officeDocument/2006/relationships" id="258" r:id="Rfec467fda0b64156"/>
    <p:sldId xmlns:r="http://schemas.openxmlformats.org/officeDocument/2006/relationships" id="259" r:id="Rd07f3ba4954640d7"/>
    <p:sldId xmlns:r="http://schemas.openxmlformats.org/officeDocument/2006/relationships" id="260" r:id="R5246c89e99084058"/>
    <p:sldId xmlns:r="http://schemas.openxmlformats.org/officeDocument/2006/relationships" id="261" r:id="R7a4e7320b0604cfa"/>
    <p:sldId xmlns:r="http://schemas.openxmlformats.org/officeDocument/2006/relationships" id="262" r:id="R2768b16084784995"/>
    <p:sldId xmlns:r="http://schemas.openxmlformats.org/officeDocument/2006/relationships" id="263" r:id="R959a26cd76ca4444"/>
    <p:sldId xmlns:r="http://schemas.openxmlformats.org/officeDocument/2006/relationships" id="264" r:id="Ref3bf92e81614e4d"/>
    <p:sldId xmlns:r="http://schemas.openxmlformats.org/officeDocument/2006/relationships" id="265" r:id="R3b4c471f469b461e"/>
    <p:sldId xmlns:r="http://schemas.openxmlformats.org/officeDocument/2006/relationships" id="266" r:id="R3493867e81b64390"/>
    <p:sldId xmlns:r="http://schemas.openxmlformats.org/officeDocument/2006/relationships" id="267" r:id="R9c9ecdba782c48f3"/>
    <p:sldId xmlns:r="http://schemas.openxmlformats.org/officeDocument/2006/relationships" id="268" r:id="R7c767b5106014fb0"/>
    <p:sldId xmlns:r="http://schemas.openxmlformats.org/officeDocument/2006/relationships" id="269" r:id="R5b0a8f89b133465e"/>
    <p:sldId xmlns:r="http://schemas.openxmlformats.org/officeDocument/2006/relationships" id="270" r:id="R5a29e2fdf0a24ae6"/>
    <p:sldId xmlns:r="http://schemas.openxmlformats.org/officeDocument/2006/relationships" id="271" r:id="R999bc56b8f2f493f"/>
    <p:sldId xmlns:r="http://schemas.openxmlformats.org/officeDocument/2006/relationships" id="272" r:id="R793379ed4af6457d"/>
    <p:sldId xmlns:r="http://schemas.openxmlformats.org/officeDocument/2006/relationships" id="273" r:id="R0eae3d2950434756"/>
    <p:sldId xmlns:r="http://schemas.openxmlformats.org/officeDocument/2006/relationships" id="274" r:id="Ra65f4ac0ffcd46f8"/>
    <p:sldId xmlns:r="http://schemas.openxmlformats.org/officeDocument/2006/relationships" id="275" r:id="Rddca9cd918224f83"/>
    <p:sldId xmlns:r="http://schemas.openxmlformats.org/officeDocument/2006/relationships" id="276" r:id="R568c3c20f3d843ff"/>
    <p:sldId xmlns:r="http://schemas.openxmlformats.org/officeDocument/2006/relationships" id="277" r:id="Rbef8eb5e4e2d4ff8"/>
    <p:sldId xmlns:r="http://schemas.openxmlformats.org/officeDocument/2006/relationships" id="278" r:id="R0df9bf4016674cfd"/>
    <p:sldId xmlns:r="http://schemas.openxmlformats.org/officeDocument/2006/relationships" id="279" r:id="R578249c3f6a74422"/>
    <p:sldId xmlns:r="http://schemas.openxmlformats.org/officeDocument/2006/relationships" id="280" r:id="Rd2f6958822b84d59"/>
    <p:sldId xmlns:r="http://schemas.openxmlformats.org/officeDocument/2006/relationships" id="281" r:id="Rfc051fa9149f4eec"/>
    <p:sldId xmlns:r="http://schemas.openxmlformats.org/officeDocument/2006/relationships" id="282" r:id="R3850d61cddab41cb"/>
    <p:sldId xmlns:r="http://schemas.openxmlformats.org/officeDocument/2006/relationships" id="283" r:id="R152bbe8a5e0c47c4"/>
    <p:sldId xmlns:r="http://schemas.openxmlformats.org/officeDocument/2006/relationships" id="284" r:id="R76686bd2fa674623"/>
    <p:sldId xmlns:r="http://schemas.openxmlformats.org/officeDocument/2006/relationships" id="285" r:id="R79846c829b614d4e"/>
    <p:sldId xmlns:r="http://schemas.openxmlformats.org/officeDocument/2006/relationships" id="286" r:id="R64067ddebc424f7f"/>
    <p:sldId xmlns:r="http://schemas.openxmlformats.org/officeDocument/2006/relationships" id="287" r:id="R0ca1d854b8934f2d"/>
    <p:sldId xmlns:r="http://schemas.openxmlformats.org/officeDocument/2006/relationships" id="288" r:id="R102010113b0a4d75"/>
    <p:sldId xmlns:r="http://schemas.openxmlformats.org/officeDocument/2006/relationships" id="289" r:id="Reaa9921d13e5402c"/>
    <p:sldId xmlns:r="http://schemas.openxmlformats.org/officeDocument/2006/relationships" id="290" r:id="R451f836fa17c42c5"/>
    <p:sldId xmlns:r="http://schemas.openxmlformats.org/officeDocument/2006/relationships" id="291" r:id="R8ddff37f7c0f4155"/>
    <p:sldId xmlns:r="http://schemas.openxmlformats.org/officeDocument/2006/relationships" id="292" r:id="Rb2137d0cbc654474"/>
    <p:sldId xmlns:r="http://schemas.openxmlformats.org/officeDocument/2006/relationships" id="293" r:id="R1cd4a452e049467f"/>
    <p:sldId xmlns:r="http://schemas.openxmlformats.org/officeDocument/2006/relationships" id="294" r:id="R0006996944234d53"/>
    <p:sldId xmlns:r="http://schemas.openxmlformats.org/officeDocument/2006/relationships" id="295" r:id="R76fcd595e5d94d5d"/>
    <p:sldId xmlns:r="http://schemas.openxmlformats.org/officeDocument/2006/relationships" id="296" r:id="Rf7a39adee14c44e3"/>
    <p:sldId xmlns:r="http://schemas.openxmlformats.org/officeDocument/2006/relationships" id="297" r:id="Rf6e4b5e34b044fa2"/>
    <p:sldId xmlns:r="http://schemas.openxmlformats.org/officeDocument/2006/relationships" id="298" r:id="R4abc2d7d89ab40a2"/>
    <p:sldId xmlns:r="http://schemas.openxmlformats.org/officeDocument/2006/relationships" id="299" r:id="R69c454e7a3fe41b8"/>
    <p:sldId xmlns:r="http://schemas.openxmlformats.org/officeDocument/2006/relationships" id="300" r:id="Ra1c3349692194d0d"/>
    <p:sldId xmlns:r="http://schemas.openxmlformats.org/officeDocument/2006/relationships" id="301" r:id="Rafa74a36f817497f"/>
    <p:sldId xmlns:r="http://schemas.openxmlformats.org/officeDocument/2006/relationships" id="302" r:id="Ra9308ff540584782"/>
    <p:sldId xmlns:r="http://schemas.openxmlformats.org/officeDocument/2006/relationships" id="303" r:id="R58db95ccc77e47a8"/>
    <p:sldId xmlns:r="http://schemas.openxmlformats.org/officeDocument/2006/relationships" id="304" r:id="R5931d0bd4500470f"/>
    <p:sldId xmlns:r="http://schemas.openxmlformats.org/officeDocument/2006/relationships" id="305" r:id="R55b43f724b6c43cc"/>
    <p:sldId xmlns:r="http://schemas.openxmlformats.org/officeDocument/2006/relationships" id="306" r:id="Rfbd3aa9c18df44f6"/>
    <p:sldId xmlns:r="http://schemas.openxmlformats.org/officeDocument/2006/relationships" id="307" r:id="R52d53d20501c4009"/>
    <p:sldId xmlns:r="http://schemas.openxmlformats.org/officeDocument/2006/relationships" id="308" r:id="R6e25e5120e8c44ce"/>
    <p:sldId xmlns:r="http://schemas.openxmlformats.org/officeDocument/2006/relationships" id="309" r:id="R7bddb2eb78954242"/>
    <p:sldId xmlns:r="http://schemas.openxmlformats.org/officeDocument/2006/relationships" id="310" r:id="R0ec16ff3c04a47b8"/>
    <p:sldId xmlns:r="http://schemas.openxmlformats.org/officeDocument/2006/relationships" id="311" r:id="Rc7fcf001d57e4c31"/>
    <p:sldId xmlns:r="http://schemas.openxmlformats.org/officeDocument/2006/relationships" id="312" r:id="R8875b9cf050d44cb"/>
    <p:sldId xmlns:r="http://schemas.openxmlformats.org/officeDocument/2006/relationships" id="313" r:id="Re7375fdef07047bf"/>
    <p:sldId xmlns:r="http://schemas.openxmlformats.org/officeDocument/2006/relationships" id="314" r:id="R9b39f28d66cb418d"/>
    <p:sldId xmlns:r="http://schemas.openxmlformats.org/officeDocument/2006/relationships" id="315" r:id="Rf0db2b1b1b9a4cf2"/>
    <p:sldId xmlns:r="http://schemas.openxmlformats.org/officeDocument/2006/relationships" id="316" r:id="Rf64a115c7b8e4031"/>
    <p:sldId xmlns:r="http://schemas.openxmlformats.org/officeDocument/2006/relationships" id="317" r:id="R532782ea91dd45a6"/>
    <p:sldId xmlns:r="http://schemas.openxmlformats.org/officeDocument/2006/relationships" id="318" r:id="R48e72e45ef8b4b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54d7bcd20074d22" /><Relationship Type="http://schemas.openxmlformats.org/officeDocument/2006/relationships/slideMaster" Target="/ppt/slideMasters/slideMaster1.xml" Id="R8b3e3fee26b846b9" /><Relationship Type="http://schemas.openxmlformats.org/officeDocument/2006/relationships/notesMaster" Target="/ppt/notesMasters/notesMaster1.xml" Id="R941127c4eaaa45ce" /><Relationship Type="http://schemas.openxmlformats.org/officeDocument/2006/relationships/presProps" Target="/ppt/presProps.xml" Id="Rc0eefb64ced24c35" /><Relationship Type="http://schemas.openxmlformats.org/officeDocument/2006/relationships/viewProps" Target="/ppt/viewProps.xml" Id="R091d8ba2f947403b" /><Relationship Type="http://schemas.openxmlformats.org/officeDocument/2006/relationships/tableStyles" Target="/ppt/tableStyles.xml" Id="R8273a4998ad141a0" /><Relationship Type="http://schemas.openxmlformats.org/officeDocument/2006/relationships/slide" Target="/ppt/slides/slide1.xml" Id="R923e96fcb1a14cf4" /><Relationship Type="http://schemas.openxmlformats.org/officeDocument/2006/relationships/slide" Target="/ppt/slides/slide2.xml" Id="Rda160fcb9d1549be" /><Relationship Type="http://schemas.openxmlformats.org/officeDocument/2006/relationships/slide" Target="/ppt/slides/slide3.xml" Id="Rfec467fda0b64156" /><Relationship Type="http://schemas.openxmlformats.org/officeDocument/2006/relationships/slide" Target="/ppt/slides/slide4.xml" Id="Rd07f3ba4954640d7" /><Relationship Type="http://schemas.openxmlformats.org/officeDocument/2006/relationships/slide" Target="/ppt/slides/slide5.xml" Id="R5246c89e99084058" /><Relationship Type="http://schemas.openxmlformats.org/officeDocument/2006/relationships/slide" Target="/ppt/slides/slide6.xml" Id="R7a4e7320b0604cfa" /><Relationship Type="http://schemas.openxmlformats.org/officeDocument/2006/relationships/slide" Target="/ppt/slides/slide7.xml" Id="R2768b16084784995" /><Relationship Type="http://schemas.openxmlformats.org/officeDocument/2006/relationships/slide" Target="/ppt/slides/slide8.xml" Id="R959a26cd76ca4444" /><Relationship Type="http://schemas.openxmlformats.org/officeDocument/2006/relationships/slide" Target="/ppt/slides/slide9.xml" Id="Ref3bf92e81614e4d" /><Relationship Type="http://schemas.openxmlformats.org/officeDocument/2006/relationships/slide" Target="/ppt/slides/slide10.xml" Id="R3b4c471f469b461e" /><Relationship Type="http://schemas.openxmlformats.org/officeDocument/2006/relationships/slide" Target="/ppt/slides/slide11.xml" Id="R3493867e81b64390" /><Relationship Type="http://schemas.openxmlformats.org/officeDocument/2006/relationships/slide" Target="/ppt/slides/slide12.xml" Id="R9c9ecdba782c48f3" /><Relationship Type="http://schemas.openxmlformats.org/officeDocument/2006/relationships/slide" Target="/ppt/slides/slide13.xml" Id="R7c767b5106014fb0" /><Relationship Type="http://schemas.openxmlformats.org/officeDocument/2006/relationships/slide" Target="/ppt/slides/slide14.xml" Id="R5b0a8f89b133465e" /><Relationship Type="http://schemas.openxmlformats.org/officeDocument/2006/relationships/slide" Target="/ppt/slides/slide15.xml" Id="R5a29e2fdf0a24ae6" /><Relationship Type="http://schemas.openxmlformats.org/officeDocument/2006/relationships/slide" Target="/ppt/slides/slide16.xml" Id="R999bc56b8f2f493f" /><Relationship Type="http://schemas.openxmlformats.org/officeDocument/2006/relationships/slide" Target="/ppt/slides/slide17.xml" Id="R793379ed4af6457d" /><Relationship Type="http://schemas.openxmlformats.org/officeDocument/2006/relationships/slide" Target="/ppt/slides/slide18.xml" Id="R0eae3d2950434756" /><Relationship Type="http://schemas.openxmlformats.org/officeDocument/2006/relationships/slide" Target="/ppt/slides/slide19.xml" Id="Ra65f4ac0ffcd46f8" /><Relationship Type="http://schemas.openxmlformats.org/officeDocument/2006/relationships/slide" Target="/ppt/slides/slide20.xml" Id="Rddca9cd918224f83" /><Relationship Type="http://schemas.openxmlformats.org/officeDocument/2006/relationships/slide" Target="/ppt/slides/slide21.xml" Id="R568c3c20f3d843ff" /><Relationship Type="http://schemas.openxmlformats.org/officeDocument/2006/relationships/slide" Target="/ppt/slides/slide22.xml" Id="Rbef8eb5e4e2d4ff8" /><Relationship Type="http://schemas.openxmlformats.org/officeDocument/2006/relationships/slide" Target="/ppt/slides/slide23.xml" Id="R0df9bf4016674cfd" /><Relationship Type="http://schemas.openxmlformats.org/officeDocument/2006/relationships/slide" Target="/ppt/slides/slide24.xml" Id="R578249c3f6a74422" /><Relationship Type="http://schemas.openxmlformats.org/officeDocument/2006/relationships/slide" Target="/ppt/slides/slide25.xml" Id="Rd2f6958822b84d59" /><Relationship Type="http://schemas.openxmlformats.org/officeDocument/2006/relationships/slide" Target="/ppt/slides/slide26.xml" Id="Rfc051fa9149f4eec" /><Relationship Type="http://schemas.openxmlformats.org/officeDocument/2006/relationships/slide" Target="/ppt/slides/slide27.xml" Id="R3850d61cddab41cb" /><Relationship Type="http://schemas.openxmlformats.org/officeDocument/2006/relationships/slide" Target="/ppt/slides/slide28.xml" Id="R152bbe8a5e0c47c4" /><Relationship Type="http://schemas.openxmlformats.org/officeDocument/2006/relationships/slide" Target="/ppt/slides/slide29.xml" Id="R76686bd2fa674623" /><Relationship Type="http://schemas.openxmlformats.org/officeDocument/2006/relationships/slide" Target="/ppt/slides/slide30.xml" Id="R79846c829b614d4e" /><Relationship Type="http://schemas.openxmlformats.org/officeDocument/2006/relationships/slide" Target="/ppt/slides/slide31.xml" Id="R64067ddebc424f7f" /><Relationship Type="http://schemas.openxmlformats.org/officeDocument/2006/relationships/slide" Target="/ppt/slides/slide32.xml" Id="R0ca1d854b8934f2d" /><Relationship Type="http://schemas.openxmlformats.org/officeDocument/2006/relationships/slide" Target="/ppt/slides/slide33.xml" Id="R102010113b0a4d75" /><Relationship Type="http://schemas.openxmlformats.org/officeDocument/2006/relationships/slide" Target="/ppt/slides/slide34.xml" Id="Reaa9921d13e5402c" /><Relationship Type="http://schemas.openxmlformats.org/officeDocument/2006/relationships/slide" Target="/ppt/slides/slide35.xml" Id="R451f836fa17c42c5" /><Relationship Type="http://schemas.openxmlformats.org/officeDocument/2006/relationships/slide" Target="/ppt/slides/slide36.xml" Id="R8ddff37f7c0f4155" /><Relationship Type="http://schemas.openxmlformats.org/officeDocument/2006/relationships/slide" Target="/ppt/slides/slide37.xml" Id="Rb2137d0cbc654474" /><Relationship Type="http://schemas.openxmlformats.org/officeDocument/2006/relationships/slide" Target="/ppt/slides/slide38.xml" Id="R1cd4a452e049467f" /><Relationship Type="http://schemas.openxmlformats.org/officeDocument/2006/relationships/slide" Target="/ppt/slides/slide39.xml" Id="R0006996944234d53" /><Relationship Type="http://schemas.openxmlformats.org/officeDocument/2006/relationships/slide" Target="/ppt/slides/slide40.xml" Id="R76fcd595e5d94d5d" /><Relationship Type="http://schemas.openxmlformats.org/officeDocument/2006/relationships/slide" Target="/ppt/slides/slide41.xml" Id="Rf7a39adee14c44e3" /><Relationship Type="http://schemas.openxmlformats.org/officeDocument/2006/relationships/slide" Target="/ppt/slides/slide42.xml" Id="Rf6e4b5e34b044fa2" /><Relationship Type="http://schemas.openxmlformats.org/officeDocument/2006/relationships/slide" Target="/ppt/slides/slide43.xml" Id="R4abc2d7d89ab40a2" /><Relationship Type="http://schemas.openxmlformats.org/officeDocument/2006/relationships/slide" Target="/ppt/slides/slide44.xml" Id="R69c454e7a3fe41b8" /><Relationship Type="http://schemas.openxmlformats.org/officeDocument/2006/relationships/slide" Target="/ppt/slides/slide45.xml" Id="Ra1c3349692194d0d" /><Relationship Type="http://schemas.openxmlformats.org/officeDocument/2006/relationships/slide" Target="/ppt/slides/slide46.xml" Id="Rafa74a36f817497f" /><Relationship Type="http://schemas.openxmlformats.org/officeDocument/2006/relationships/slide" Target="/ppt/slides/slide47.xml" Id="Ra9308ff540584782" /><Relationship Type="http://schemas.openxmlformats.org/officeDocument/2006/relationships/slide" Target="/ppt/slides/slide48.xml" Id="R58db95ccc77e47a8" /><Relationship Type="http://schemas.openxmlformats.org/officeDocument/2006/relationships/slide" Target="/ppt/slides/slide49.xml" Id="R5931d0bd4500470f" /><Relationship Type="http://schemas.openxmlformats.org/officeDocument/2006/relationships/slide" Target="/ppt/slides/slide50.xml" Id="R55b43f724b6c43cc" /><Relationship Type="http://schemas.openxmlformats.org/officeDocument/2006/relationships/slide" Target="/ppt/slides/slide51.xml" Id="Rfbd3aa9c18df44f6" /><Relationship Type="http://schemas.openxmlformats.org/officeDocument/2006/relationships/slide" Target="/ppt/slides/slide52.xml" Id="R52d53d20501c4009" /><Relationship Type="http://schemas.openxmlformats.org/officeDocument/2006/relationships/slide" Target="/ppt/slides/slide53.xml" Id="R6e25e5120e8c44ce" /><Relationship Type="http://schemas.openxmlformats.org/officeDocument/2006/relationships/slide" Target="/ppt/slides/slide54.xml" Id="R7bddb2eb78954242" /><Relationship Type="http://schemas.openxmlformats.org/officeDocument/2006/relationships/slide" Target="/ppt/slides/slide55.xml" Id="R0ec16ff3c04a47b8" /><Relationship Type="http://schemas.openxmlformats.org/officeDocument/2006/relationships/slide" Target="/ppt/slides/slide56.xml" Id="Rc7fcf001d57e4c31" /><Relationship Type="http://schemas.openxmlformats.org/officeDocument/2006/relationships/slide" Target="/ppt/slides/slide57.xml" Id="R8875b9cf050d44cb" /><Relationship Type="http://schemas.openxmlformats.org/officeDocument/2006/relationships/slide" Target="/ppt/slides/slide58.xml" Id="Re7375fdef07047bf" /><Relationship Type="http://schemas.openxmlformats.org/officeDocument/2006/relationships/slide" Target="/ppt/slides/slide59.xml" Id="R9b39f28d66cb418d" /><Relationship Type="http://schemas.openxmlformats.org/officeDocument/2006/relationships/slide" Target="/ppt/slides/slide60.xml" Id="Rf0db2b1b1b9a4cf2" /><Relationship Type="http://schemas.openxmlformats.org/officeDocument/2006/relationships/slide" Target="/ppt/slides/slide61.xml" Id="Rf64a115c7b8e4031" /><Relationship Type="http://schemas.openxmlformats.org/officeDocument/2006/relationships/slide" Target="/ppt/slides/slide62.xml" Id="R532782ea91dd45a6" /><Relationship Type="http://schemas.openxmlformats.org/officeDocument/2006/relationships/slide" Target="/ppt/slides/slide63.xml" Id="R48e72e45ef8b4b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76377484e145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3b5ad3d7004320" /><Relationship Type="http://schemas.openxmlformats.org/officeDocument/2006/relationships/notesMaster" Target="/ppt/notesMasters/notesMaster1.xml" Id="R57a0f1ab462143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f7b063b9ef4658" /><Relationship Type="http://schemas.openxmlformats.org/officeDocument/2006/relationships/notesMaster" Target="/ppt/notesMasters/notesMaster1.xml" Id="Rb039e90c2baf41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d51984f6e54a07" /><Relationship Type="http://schemas.openxmlformats.org/officeDocument/2006/relationships/notesMaster" Target="/ppt/notesMasters/notesMaster1.xml" Id="Rb7b10fe7e2ea49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b72b94bfe74ee0" /><Relationship Type="http://schemas.openxmlformats.org/officeDocument/2006/relationships/notesMaster" Target="/ppt/notesMasters/notesMaster1.xml" Id="Rad4845cea09b45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2ab269fb7a463b" /><Relationship Type="http://schemas.openxmlformats.org/officeDocument/2006/relationships/notesMaster" Target="/ppt/notesMasters/notesMaster1.xml" Id="Red66cce9b5814b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5e3b3b8ece4a52" /><Relationship Type="http://schemas.openxmlformats.org/officeDocument/2006/relationships/notesMaster" Target="/ppt/notesMasters/notesMaster1.xml" Id="R013cbd51da3347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98dd76655344bf" /><Relationship Type="http://schemas.openxmlformats.org/officeDocument/2006/relationships/notesMaster" Target="/ppt/notesMasters/notesMaster1.xml" Id="R3e3d99c18b8948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09cda1668f4def" /><Relationship Type="http://schemas.openxmlformats.org/officeDocument/2006/relationships/notesMaster" Target="/ppt/notesMasters/notesMaster1.xml" Id="R1aff16b1343441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010a493e244892" /><Relationship Type="http://schemas.openxmlformats.org/officeDocument/2006/relationships/notesMaster" Target="/ppt/notesMasters/notesMaster1.xml" Id="R22e685b2490e43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15a317cec64a7d" /><Relationship Type="http://schemas.openxmlformats.org/officeDocument/2006/relationships/notesMaster" Target="/ppt/notesMasters/notesMaster1.xml" Id="Ra66be1e8c2dc42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53df59731541d0" /><Relationship Type="http://schemas.openxmlformats.org/officeDocument/2006/relationships/notesMaster" Target="/ppt/notesMasters/notesMaster1.xml" Id="R3825be4c02fc40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709716bf6a4d63" /><Relationship Type="http://schemas.openxmlformats.org/officeDocument/2006/relationships/notesMaster" Target="/ppt/notesMasters/notesMaster1.xml" Id="Rd0cbd120743d4b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ac5d81eb004d92" /><Relationship Type="http://schemas.openxmlformats.org/officeDocument/2006/relationships/notesMaster" Target="/ppt/notesMasters/notesMaster1.xml" Id="R1ad896dcdebf42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40bd116d5e4856" /><Relationship Type="http://schemas.openxmlformats.org/officeDocument/2006/relationships/notesMaster" Target="/ppt/notesMasters/notesMaster1.xml" Id="Rfe4e1732007a4e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6df687631645fa" /><Relationship Type="http://schemas.openxmlformats.org/officeDocument/2006/relationships/notesMaster" Target="/ppt/notesMasters/notesMaster1.xml" Id="R92e4d27214ba42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772b0ba0604bb7" /><Relationship Type="http://schemas.openxmlformats.org/officeDocument/2006/relationships/notesMaster" Target="/ppt/notesMasters/notesMaster1.xml" Id="Rb64b79da89d343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21b113d0314064" /><Relationship Type="http://schemas.openxmlformats.org/officeDocument/2006/relationships/notesMaster" Target="/ppt/notesMasters/notesMaster1.xml" Id="R0ba514d1e56b4a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8fee6786d24ed2" /><Relationship Type="http://schemas.openxmlformats.org/officeDocument/2006/relationships/notesMaster" Target="/ppt/notesMasters/notesMaster1.xml" Id="R02828ab4a18b42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12157a1d5c4ce3" /><Relationship Type="http://schemas.openxmlformats.org/officeDocument/2006/relationships/notesMaster" Target="/ppt/notesMasters/notesMaster1.xml" Id="R254b31a6d72e4e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f0cf1d9ee246c8" /><Relationship Type="http://schemas.openxmlformats.org/officeDocument/2006/relationships/notesMaster" Target="/ppt/notesMasters/notesMaster1.xml" Id="R66780d54ebf347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8f4ae206b940fc" /><Relationship Type="http://schemas.openxmlformats.org/officeDocument/2006/relationships/notesMaster" Target="/ppt/notesMasters/notesMaster1.xml" Id="Rcbfa58f9423c448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29d8a28a7b49fc" /><Relationship Type="http://schemas.openxmlformats.org/officeDocument/2006/relationships/notesMaster" Target="/ppt/notesMasters/notesMaster1.xml" Id="R328f6dad69d0405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f0c4510b6b4000" /><Relationship Type="http://schemas.openxmlformats.org/officeDocument/2006/relationships/notesMaster" Target="/ppt/notesMasters/notesMaster1.xml" Id="Rf7a0b387e03341a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0fa7eeef9c042e1" /><Relationship Type="http://schemas.openxmlformats.org/officeDocument/2006/relationships/notesMaster" Target="/ppt/notesMasters/notesMaster1.xml" Id="R4b40a5f82de54a2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5326c1bc074b79" /><Relationship Type="http://schemas.openxmlformats.org/officeDocument/2006/relationships/notesMaster" Target="/ppt/notesMasters/notesMaster1.xml" Id="R24a1fb585b284ee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f2bfe32fab4a8e" /><Relationship Type="http://schemas.openxmlformats.org/officeDocument/2006/relationships/notesMaster" Target="/ppt/notesMasters/notesMaster1.xml" Id="Rce31cb31117a44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d2889e322b14fce" /><Relationship Type="http://schemas.openxmlformats.org/officeDocument/2006/relationships/notesMaster" Target="/ppt/notesMasters/notesMaster1.xml" Id="Rd01f11547e7c48c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4d7022ffac4276" /><Relationship Type="http://schemas.openxmlformats.org/officeDocument/2006/relationships/notesMaster" Target="/ppt/notesMasters/notesMaster1.xml" Id="R42efecfb03a7440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37c7b4ec4e4f6f" /><Relationship Type="http://schemas.openxmlformats.org/officeDocument/2006/relationships/notesMaster" Target="/ppt/notesMasters/notesMaster1.xml" Id="Re918b050306247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22e92192c204ffa" /><Relationship Type="http://schemas.openxmlformats.org/officeDocument/2006/relationships/notesMaster" Target="/ppt/notesMasters/notesMaster1.xml" Id="Rf4ca6300f8d74d3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c18dc9f2f04952" /><Relationship Type="http://schemas.openxmlformats.org/officeDocument/2006/relationships/notesMaster" Target="/ppt/notesMasters/notesMaster1.xml" Id="R9a87eb34046542c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8a5fafba534dee" /><Relationship Type="http://schemas.openxmlformats.org/officeDocument/2006/relationships/notesMaster" Target="/ppt/notesMasters/notesMaster1.xml" Id="R318f26221d3148e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162a23a597f4616" /><Relationship Type="http://schemas.openxmlformats.org/officeDocument/2006/relationships/notesMaster" Target="/ppt/notesMasters/notesMaster1.xml" Id="R527fbd54b18a4c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ee4d5c3b83941d0" /><Relationship Type="http://schemas.openxmlformats.org/officeDocument/2006/relationships/notesMaster" Target="/ppt/notesMasters/notesMaster1.xml" Id="R7483e307d2084d3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da73c6a3dc4332" /><Relationship Type="http://schemas.openxmlformats.org/officeDocument/2006/relationships/notesMaster" Target="/ppt/notesMasters/notesMaster1.xml" Id="R65e302c1052c4a5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14510e244e34843" /><Relationship Type="http://schemas.openxmlformats.org/officeDocument/2006/relationships/notesMaster" Target="/ppt/notesMasters/notesMaster1.xml" Id="R6e2dbb643cd444c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5837d9d6fc24406" /><Relationship Type="http://schemas.openxmlformats.org/officeDocument/2006/relationships/notesMaster" Target="/ppt/notesMasters/notesMaster1.xml" Id="Rc2eb9cea81e443d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6cd3a49b7094dc7" /><Relationship Type="http://schemas.openxmlformats.org/officeDocument/2006/relationships/notesMaster" Target="/ppt/notesMasters/notesMaster1.xml" Id="Rc2e5cc015fc44ff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e46187b923d489b" /><Relationship Type="http://schemas.openxmlformats.org/officeDocument/2006/relationships/notesMaster" Target="/ppt/notesMasters/notesMaster1.xml" Id="R9007613e2f2d486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6fc24d8b1184f49" /><Relationship Type="http://schemas.openxmlformats.org/officeDocument/2006/relationships/notesMaster" Target="/ppt/notesMasters/notesMaster1.xml" Id="R8ffcd3f03276418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499fa405428470e" /><Relationship Type="http://schemas.openxmlformats.org/officeDocument/2006/relationships/notesMaster" Target="/ppt/notesMasters/notesMaster1.xml" Id="Rbf908bb8215f447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fb320217e3442ad" /><Relationship Type="http://schemas.openxmlformats.org/officeDocument/2006/relationships/notesMaster" Target="/ppt/notesMasters/notesMaster1.xml" Id="R3ca18186ab6449f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8fa2f39d99e4d5c" /><Relationship Type="http://schemas.openxmlformats.org/officeDocument/2006/relationships/notesMaster" Target="/ppt/notesMasters/notesMaster1.xml" Id="R602846e56a1f469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1741624aece4ff5" /><Relationship Type="http://schemas.openxmlformats.org/officeDocument/2006/relationships/notesMaster" Target="/ppt/notesMasters/notesMaster1.xml" Id="R4539f640fd5b412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85825028b48493b" /><Relationship Type="http://schemas.openxmlformats.org/officeDocument/2006/relationships/notesMaster" Target="/ppt/notesMasters/notesMaster1.xml" Id="R1bf6077749734cf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7804f9f13fb4a7a" /><Relationship Type="http://schemas.openxmlformats.org/officeDocument/2006/relationships/notesMaster" Target="/ppt/notesMasters/notesMaster1.xml" Id="R3e993c6cad0b4cb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6dc0456a2d6431f" /><Relationship Type="http://schemas.openxmlformats.org/officeDocument/2006/relationships/notesMaster" Target="/ppt/notesMasters/notesMaster1.xml" Id="R794dd8b5df904d3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8afb8e8ffcb42f2" /><Relationship Type="http://schemas.openxmlformats.org/officeDocument/2006/relationships/notesMaster" Target="/ppt/notesMasters/notesMaster1.xml" Id="R20b531156cbc4f8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37a59ac5fc44fd8" /><Relationship Type="http://schemas.openxmlformats.org/officeDocument/2006/relationships/notesMaster" Target="/ppt/notesMasters/notesMaster1.xml" Id="R031dda9eb0c04f6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4089ef16b5549d8" /><Relationship Type="http://schemas.openxmlformats.org/officeDocument/2006/relationships/notesMaster" Target="/ppt/notesMasters/notesMaster1.xml" Id="Rc7c9ebdd0947412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1c04667701d46df" /><Relationship Type="http://schemas.openxmlformats.org/officeDocument/2006/relationships/notesMaster" Target="/ppt/notesMasters/notesMaster1.xml" Id="R8624b090f053439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102232d5ee84d37" /><Relationship Type="http://schemas.openxmlformats.org/officeDocument/2006/relationships/notesMaster" Target="/ppt/notesMasters/notesMaster1.xml" Id="R88c7220799ec4a1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3f03da5bc974725" /><Relationship Type="http://schemas.openxmlformats.org/officeDocument/2006/relationships/notesMaster" Target="/ppt/notesMasters/notesMaster1.xml" Id="R00ada7c068d94ee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54127fa566e477d" /><Relationship Type="http://schemas.openxmlformats.org/officeDocument/2006/relationships/notesMaster" Target="/ppt/notesMasters/notesMaster1.xml" Id="Rb7ef3bbc3172430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3588accdfb5482f" /><Relationship Type="http://schemas.openxmlformats.org/officeDocument/2006/relationships/notesMaster" Target="/ppt/notesMasters/notesMaster1.xml" Id="R9429f1afb855446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0c9e22f8976430f" /><Relationship Type="http://schemas.openxmlformats.org/officeDocument/2006/relationships/notesMaster" Target="/ppt/notesMasters/notesMaster1.xml" Id="R0858a8800ba1480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6c2e615e9a84ca7" /><Relationship Type="http://schemas.openxmlformats.org/officeDocument/2006/relationships/notesMaster" Target="/ppt/notesMasters/notesMaster1.xml" Id="Rd3e8b82e78f1405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61328470f7240b9" /><Relationship Type="http://schemas.openxmlformats.org/officeDocument/2006/relationships/notesMaster" Target="/ppt/notesMasters/notesMaster1.xml" Id="Re686bfc0e4da441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59563be778e4277" /><Relationship Type="http://schemas.openxmlformats.org/officeDocument/2006/relationships/notesMaster" Target="/ppt/notesMasters/notesMaster1.xml" Id="R1a4f2279c8a0401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6e74141084d4781" /><Relationship Type="http://schemas.openxmlformats.org/officeDocument/2006/relationships/notesMaster" Target="/ppt/notesMasters/notesMaster1.xml" Id="Rf459cf3e8836411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4ec24e2f2ca4c69" /><Relationship Type="http://schemas.openxmlformats.org/officeDocument/2006/relationships/notesMaster" Target="/ppt/notesMasters/notesMaster1.xml" Id="R5d2b3ec8d9cf4e8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27a744aa61e410e" /><Relationship Type="http://schemas.openxmlformats.org/officeDocument/2006/relationships/notesMaster" Target="/ppt/notesMasters/notesMaster1.xml" Id="Rc6f8d5e8f2d9474a"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109f7b06a2f4af8" /><Relationship Type="http://schemas.openxmlformats.org/officeDocument/2006/relationships/notesMaster" Target="/ppt/notesMasters/notesMaster1.xml" Id="R609135442eab42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7435e84fd44e52" /><Relationship Type="http://schemas.openxmlformats.org/officeDocument/2006/relationships/image" Target="/ppt/media/image.png" Id="Rc52d61f3edb744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672f6760a145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7fdb26fda74d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e7fdd1d00a453b" /><Relationship Type="http://schemas.openxmlformats.org/officeDocument/2006/relationships/image" Target="/ppt/media/image.png" Id="R11f8d674c5e744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815156572742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adde68d7154b7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63f9c264edf4cc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c84b46dd9f04ab2" /><Relationship Type="http://schemas.openxmlformats.org/officeDocument/2006/relationships/image" Target="/ppt/media/image.png" Id="R5b507672aa7a4d9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d59948b984a4e6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3341549c2fe4fc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82d5e18ff3048d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6daee24999d479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c52d61f3edb74495">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11f8d674c5e744b6">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5b507672aa7a4d9f">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c68d25ccaf4f0e" /><Relationship Type="http://schemas.openxmlformats.org/officeDocument/2006/relationships/slideLayout" Target="/ppt/slideLayouts/slideLayout1.xml" Id="R6b7162f3c1fe44f4" /><Relationship Type="http://schemas.openxmlformats.org/officeDocument/2006/relationships/slideLayout" Target="/ppt/slideLayouts/slideLayout2.xml" Id="Rd39795481cd54bb5" /><Relationship Type="http://schemas.openxmlformats.org/officeDocument/2006/relationships/slideLayout" Target="/ppt/slideLayouts/slideLayout3.xml" Id="R1ffddd2dbafc4281" /><Relationship Type="http://schemas.openxmlformats.org/officeDocument/2006/relationships/slideLayout" Target="/ppt/slideLayouts/slideLayout4.xml" Id="Rb59c75d85fe44aea" /><Relationship Type="http://schemas.openxmlformats.org/officeDocument/2006/relationships/slideLayout" Target="/ppt/slideLayouts/slideLayout5.xml" Id="Ra4e46f0370bf4dd8" /><Relationship Type="http://schemas.openxmlformats.org/officeDocument/2006/relationships/slideLayout" Target="/ppt/slideLayouts/slideLayout6.xml" Id="R148f6b636f2547af" /><Relationship Type="http://schemas.openxmlformats.org/officeDocument/2006/relationships/slideLayout" Target="/ppt/slideLayouts/slideLayout7.xml" Id="R96865d556a7c4ea4" /><Relationship Type="http://schemas.openxmlformats.org/officeDocument/2006/relationships/slideLayout" Target="/ppt/slideLayouts/slideLayout8.xml" Id="R5bab84b010b34dd4" /><Relationship Type="http://schemas.openxmlformats.org/officeDocument/2006/relationships/slideLayout" Target="/ppt/slideLayouts/slideLayout9.xml" Id="R62c44ad6f15f4fdb" /><Relationship Type="http://schemas.openxmlformats.org/officeDocument/2006/relationships/slideLayout" Target="/ppt/slideLayouts/slideLayout10.xml" Id="R9cde456bb10b4870" /><Relationship Type="http://schemas.openxmlformats.org/officeDocument/2006/relationships/slideLayout" Target="/ppt/slideLayouts/slideLayout11.xml" Id="R4ab216e399354c44" /><Relationship Type="http://schemas.openxmlformats.org/officeDocument/2006/relationships/slideLayout" Target="/ppt/slideLayouts/slideLayout12.xml" Id="R30926bc4dfa741ca"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7162f3c1fe44f4"/>
    <p:sldLayoutId xmlns:r="http://schemas.openxmlformats.org/officeDocument/2006/relationships" id="2147483650" r:id="Rd39795481cd54bb5"/>
    <p:sldLayoutId xmlns:r="http://schemas.openxmlformats.org/officeDocument/2006/relationships" id="2147483651" r:id="R1ffddd2dbafc4281"/>
    <p:sldLayoutId xmlns:r="http://schemas.openxmlformats.org/officeDocument/2006/relationships" id="2147483652" r:id="Rb59c75d85fe44aea"/>
    <p:sldLayoutId xmlns:r="http://schemas.openxmlformats.org/officeDocument/2006/relationships" id="2147483653" r:id="Ra4e46f0370bf4dd8"/>
    <p:sldLayoutId xmlns:r="http://schemas.openxmlformats.org/officeDocument/2006/relationships" id="2147483654" r:id="R148f6b636f2547af"/>
    <p:sldLayoutId xmlns:r="http://schemas.openxmlformats.org/officeDocument/2006/relationships" id="2147483655" r:id="R96865d556a7c4ea4"/>
    <p:sldLayoutId xmlns:r="http://schemas.openxmlformats.org/officeDocument/2006/relationships" id="2147483656" r:id="R5bab84b010b34dd4"/>
    <p:sldLayoutId xmlns:r="http://schemas.openxmlformats.org/officeDocument/2006/relationships" id="2147483657" r:id="R62c44ad6f15f4fdb"/>
    <p:sldLayoutId xmlns:r="http://schemas.openxmlformats.org/officeDocument/2006/relationships" id="2147483658" r:id="R9cde456bb10b4870"/>
    <p:sldLayoutId xmlns:r="http://schemas.openxmlformats.org/officeDocument/2006/relationships" id="2147483659" r:id="R4ab216e399354c44"/>
    <p:sldLayoutId xmlns:r="http://schemas.openxmlformats.org/officeDocument/2006/relationships" id="2147483660" r:id="R30926bc4dfa741ca"/>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a3768672de4a2f" /><Relationship Type="http://schemas.openxmlformats.org/officeDocument/2006/relationships/notesSlide" Target="/ppt/notesSlides/notesSlide1.xml" Id="Rd4a3d632d74d4a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b44f46651c45f0" /><Relationship Type="http://schemas.openxmlformats.org/officeDocument/2006/relationships/image" Target="/ppt/media/image.jpeg" Id="R51858097422c4c1f" /><Relationship Type="http://schemas.openxmlformats.org/officeDocument/2006/relationships/notesSlide" Target="/ppt/notesSlides/notesSlide2.xml" Id="R1a4f26f16b6845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302cea918940cd" /><Relationship Type="http://schemas.openxmlformats.org/officeDocument/2006/relationships/image" Target="/ppt/media/image2.png" Id="Rb8698b03a411434f" /><Relationship Type="http://schemas.openxmlformats.org/officeDocument/2006/relationships/notesSlide" Target="/ppt/notesSlides/notesSlide3.xml" Id="Rd4d3d0ec4c5149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bd6d2fee56489c" /><Relationship Type="http://schemas.openxmlformats.org/officeDocument/2006/relationships/image" Target="/ppt/media/image2.png" Id="Ree1d07a9f4774629" /><Relationship Type="http://schemas.openxmlformats.org/officeDocument/2006/relationships/notesSlide" Target="/ppt/notesSlides/notesSlide4.xml" Id="R3192b01efef447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870ff25aa8453e" /><Relationship Type="http://schemas.openxmlformats.org/officeDocument/2006/relationships/image" Target="/ppt/media/image2.png" Id="R9ad557cf25b2454f" /><Relationship Type="http://schemas.openxmlformats.org/officeDocument/2006/relationships/notesSlide" Target="/ppt/notesSlides/notesSlide5.xml" Id="R9bdbd712b1bd42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0b4b7b6b034f67" /><Relationship Type="http://schemas.openxmlformats.org/officeDocument/2006/relationships/notesSlide" Target="/ppt/notesSlides/notesSlide6.xml" Id="R2d4dbb1cc3344c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3c7ed4991f4d58" /><Relationship Type="http://schemas.openxmlformats.org/officeDocument/2006/relationships/image" Target="/ppt/media/image.svg" Id="Rdb9df6d822b34ef6" /><Relationship Type="http://schemas.openxmlformats.org/officeDocument/2006/relationships/image" Target="/ppt/media/image.jpeg" Id="R8f784b84145844fc" /><Relationship Type="http://schemas.openxmlformats.org/officeDocument/2006/relationships/notesSlide" Target="/ppt/notesSlides/notesSlide7.xml" Id="Rd48533e5995d47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22ff7703c94227" /><Relationship Type="http://schemas.openxmlformats.org/officeDocument/2006/relationships/image" Target="/ppt/media/image2.jpeg" Id="Rbdb5ea0947b649c3" /><Relationship Type="http://schemas.openxmlformats.org/officeDocument/2006/relationships/image" Target="/ppt/media/image2.svg" Id="Ra3714a2b7b48499e" /><Relationship Type="http://schemas.openxmlformats.org/officeDocument/2006/relationships/notesSlide" Target="/ppt/notesSlides/notesSlide8.xml" Id="Reea25a0663d346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efd0d482d4476b" /><Relationship Type="http://schemas.openxmlformats.org/officeDocument/2006/relationships/notesSlide" Target="/ppt/notesSlides/notesSlide9.xml" Id="R1b265f457a844f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5dc4151e2046a2" /><Relationship Type="http://schemas.openxmlformats.org/officeDocument/2006/relationships/image" Target="/ppt/media/image3.png" Id="R994efbe26e344739" /><Relationship Type="http://schemas.openxmlformats.org/officeDocument/2006/relationships/image" Target="/ppt/media/image3.svg" Id="R763051467ad44837" /><Relationship Type="http://schemas.openxmlformats.org/officeDocument/2006/relationships/notesSlide" Target="/ppt/notesSlides/notesSlide10.xml" Id="Rabd8badb50e24f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29eb874de934636" /><Relationship Type="http://schemas.openxmlformats.org/officeDocument/2006/relationships/image" Target="/ppt/media/image4.png" Id="R33b83a1c89084eca" /><Relationship Type="http://schemas.openxmlformats.org/officeDocument/2006/relationships/notesSlide" Target="/ppt/notesSlides/notesSlide11.xml" Id="R0a1cd89f71c546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ca2d63c09e4772" /><Relationship Type="http://schemas.openxmlformats.org/officeDocument/2006/relationships/image" Target="/ppt/media/image5.png" Id="Rdeddd3cfe991466e" /><Relationship Type="http://schemas.openxmlformats.org/officeDocument/2006/relationships/image" Target="/ppt/media/image4.svg" Id="Rcdc6ba6990c1450f" /><Relationship Type="http://schemas.openxmlformats.org/officeDocument/2006/relationships/image" Target="/ppt/media/image4.png" Id="R039267e0bc0b4d52" /><Relationship Type="http://schemas.openxmlformats.org/officeDocument/2006/relationships/notesSlide" Target="/ppt/notesSlides/notesSlide12.xml" Id="R0890200385104a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b56b0ee4fc4964" /><Relationship Type="http://schemas.openxmlformats.org/officeDocument/2006/relationships/image" Target="/ppt/media/image6.png" Id="R86f258e053e14eab" /><Relationship Type="http://schemas.openxmlformats.org/officeDocument/2006/relationships/notesSlide" Target="/ppt/notesSlides/notesSlide13.xml" Id="Re7fafbaaa7dc48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863f21d584f472d" /><Relationship Type="http://schemas.openxmlformats.org/officeDocument/2006/relationships/image" Target="/ppt/media/image7.png" Id="R571132c9f2064214" /><Relationship Type="http://schemas.openxmlformats.org/officeDocument/2006/relationships/notesSlide" Target="/ppt/notesSlides/notesSlide14.xml" Id="Re806ba0606054d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48c38c57234421" /><Relationship Type="http://schemas.openxmlformats.org/officeDocument/2006/relationships/image" Target="/ppt/media/image8.png" Id="Rb4f793cf00b24a4c" /><Relationship Type="http://schemas.openxmlformats.org/officeDocument/2006/relationships/image" Target="/ppt/media/image5.svg" Id="R58d21b4bd36c4575" /><Relationship Type="http://schemas.openxmlformats.org/officeDocument/2006/relationships/image" Target="/ppt/media/image5.png" Id="R19a35746da7e44fc" /><Relationship Type="http://schemas.openxmlformats.org/officeDocument/2006/relationships/notesSlide" Target="/ppt/notesSlides/notesSlide15.xml" Id="R420a406fc7f143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4107ed084fa4a7d" /><Relationship Type="http://schemas.openxmlformats.org/officeDocument/2006/relationships/notesSlide" Target="/ppt/notesSlides/notesSlide16.xml" Id="Ra1bbfe006f844a6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0509af93d343a6" /><Relationship Type="http://schemas.openxmlformats.org/officeDocument/2006/relationships/notesSlide" Target="/ppt/notesSlides/notesSlide17.xml" Id="R7e9ba81606c848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de507b6017a4599" /><Relationship Type="http://schemas.openxmlformats.org/officeDocument/2006/relationships/notesSlide" Target="/ppt/notesSlides/notesSlide18.xml" Id="R9561a4de48bc4c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63cdd58a1424dfd" /><Relationship Type="http://schemas.openxmlformats.org/officeDocument/2006/relationships/image" Target="/ppt/media/image9.png" Id="Rb13ca17e08b4439f" /><Relationship Type="http://schemas.openxmlformats.org/officeDocument/2006/relationships/notesSlide" Target="/ppt/notesSlides/notesSlide19.xml" Id="R6c8f415b6ca845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100cfc94e644748" /><Relationship Type="http://schemas.openxmlformats.org/officeDocument/2006/relationships/notesSlide" Target="/ppt/notesSlides/notesSlide20.xml" Id="Rf11b94fb839a43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cbd5c8d2901441e" /><Relationship Type="http://schemas.openxmlformats.org/officeDocument/2006/relationships/image" Target="/ppt/media/image6.svg" Id="R1b194855151f48dd" /><Relationship Type="http://schemas.openxmlformats.org/officeDocument/2006/relationships/image" Target="/ppt/media/image6.png" Id="Ra19f2211d4c24cbb" /><Relationship Type="http://schemas.openxmlformats.org/officeDocument/2006/relationships/notesSlide" Target="/ppt/notesSlides/notesSlide21.xml" Id="R32f303e578dc4fb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68b6be4e0034fbb" /><Relationship Type="http://schemas.openxmlformats.org/officeDocument/2006/relationships/notesSlide" Target="/ppt/notesSlides/notesSlide22.xml" Id="Rd4919912c4cb403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6d41a28e39b409c" /><Relationship Type="http://schemas.openxmlformats.org/officeDocument/2006/relationships/notesSlide" Target="/ppt/notesSlides/notesSlide23.xml" Id="R8cc33c4eba7541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62942127804632" /><Relationship Type="http://schemas.openxmlformats.org/officeDocument/2006/relationships/notesSlide" Target="/ppt/notesSlides/notesSlide24.xml" Id="R51ff8574a34944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3d776734a474d7a" /><Relationship Type="http://schemas.openxmlformats.org/officeDocument/2006/relationships/image" Target="/ppt/media/image10.png" Id="Rb1a868853380436b" /><Relationship Type="http://schemas.openxmlformats.org/officeDocument/2006/relationships/notesSlide" Target="/ppt/notesSlides/notesSlide25.xml" Id="Rcd2584308a9a4f3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9de08f800c24737" /><Relationship Type="http://schemas.openxmlformats.org/officeDocument/2006/relationships/notesSlide" Target="/ppt/notesSlides/notesSlide26.xml" Id="R36f00e887b3744d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98e97dbdd764cbb" /><Relationship Type="http://schemas.openxmlformats.org/officeDocument/2006/relationships/notesSlide" Target="/ppt/notesSlides/notesSlide27.xml" Id="Ra7788cede0fd464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5a2d59818134262" /><Relationship Type="http://schemas.openxmlformats.org/officeDocument/2006/relationships/notesSlide" Target="/ppt/notesSlides/notesSlide28.xml" Id="R0e9de6e2475f488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729bd9d9ef64dd3" /><Relationship Type="http://schemas.openxmlformats.org/officeDocument/2006/relationships/notesSlide" Target="/ppt/notesSlides/notesSlide29.xml" Id="R731cc567f5b54c5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dbfc73ba1ab4625" /><Relationship Type="http://schemas.openxmlformats.org/officeDocument/2006/relationships/notesSlide" Target="/ppt/notesSlides/notesSlide30.xml" Id="R463fe562a57342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f0e240e5afb4f9f" /><Relationship Type="http://schemas.openxmlformats.org/officeDocument/2006/relationships/notesSlide" Target="/ppt/notesSlides/notesSlide31.xml" Id="R6d17dce8464e40a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5d19693f4354f8a" /><Relationship Type="http://schemas.openxmlformats.org/officeDocument/2006/relationships/image" Target="/ppt/media/image11.png" Id="R5a082aea986f4df0" /><Relationship Type="http://schemas.openxmlformats.org/officeDocument/2006/relationships/notesSlide" Target="/ppt/notesSlides/notesSlide32.xml" Id="R54043decccae42c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0a45de8235b4a9a" /><Relationship Type="http://schemas.openxmlformats.org/officeDocument/2006/relationships/image" Target="/ppt/media/image12.png" Id="R2309c4ce183349ae" /><Relationship Type="http://schemas.openxmlformats.org/officeDocument/2006/relationships/notesSlide" Target="/ppt/notesSlides/notesSlide33.xml" Id="R8432fc61450545a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a8e176d6e1744a4" /><Relationship Type="http://schemas.openxmlformats.org/officeDocument/2006/relationships/notesSlide" Target="/ppt/notesSlides/notesSlide34.xml" Id="R5ac4114558a44ca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d9311459d984df4" /><Relationship Type="http://schemas.openxmlformats.org/officeDocument/2006/relationships/notesSlide" Target="/ppt/notesSlides/notesSlide35.xml" Id="R0686d31e329f49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7af17adbe234eda" /><Relationship Type="http://schemas.openxmlformats.org/officeDocument/2006/relationships/notesSlide" Target="/ppt/notesSlides/notesSlide36.xml" Id="R7ee52182f29440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be48c92962d4572" /><Relationship Type="http://schemas.openxmlformats.org/officeDocument/2006/relationships/notesSlide" Target="/ppt/notesSlides/notesSlide37.xml" Id="R7ffd1af56460484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b057729a48e40d1" /><Relationship Type="http://schemas.openxmlformats.org/officeDocument/2006/relationships/notesSlide" Target="/ppt/notesSlides/notesSlide38.xml" Id="R797806cf434b496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fca2137114a41b5" /><Relationship Type="http://schemas.openxmlformats.org/officeDocument/2006/relationships/notesSlide" Target="/ppt/notesSlides/notesSlide39.xml" Id="R0e6a4b24d49f429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16ce8d73bd1407a" /><Relationship Type="http://schemas.openxmlformats.org/officeDocument/2006/relationships/notesSlide" Target="/ppt/notesSlides/notesSlide40.xml" Id="R1f41ec1a2b9c4b8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f2607fcf11a4bf5" /><Relationship Type="http://schemas.openxmlformats.org/officeDocument/2006/relationships/notesSlide" Target="/ppt/notesSlides/notesSlide41.xml" Id="R7c836c13bc114c5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61a6270d92e484d" /><Relationship Type="http://schemas.openxmlformats.org/officeDocument/2006/relationships/image" Target="/ppt/media/image13.png" Id="R1dd248f33b374898" /><Relationship Type="http://schemas.openxmlformats.org/officeDocument/2006/relationships/notesSlide" Target="/ppt/notesSlides/notesSlide42.xml" Id="R7417e1ac6f704be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f7125496c574c44" /><Relationship Type="http://schemas.openxmlformats.org/officeDocument/2006/relationships/notesSlide" Target="/ppt/notesSlides/notesSlide43.xml" Id="Rdd52f37b724d45c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b1e49e217d8448d" /><Relationship Type="http://schemas.openxmlformats.org/officeDocument/2006/relationships/notesSlide" Target="/ppt/notesSlides/notesSlide44.xml" Id="R933a757cdc1c4da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ab7ccd93c8145ae" /><Relationship Type="http://schemas.openxmlformats.org/officeDocument/2006/relationships/notesSlide" Target="/ppt/notesSlides/notesSlide45.xml" Id="Rd0db9b3d57cb47d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6734f9f4da54c27" /><Relationship Type="http://schemas.openxmlformats.org/officeDocument/2006/relationships/notesSlide" Target="/ppt/notesSlides/notesSlide46.xml" Id="R8c61910a278a488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873cc713a4641d1" /><Relationship Type="http://schemas.openxmlformats.org/officeDocument/2006/relationships/image" Target="/ppt/media/image2.jpeg" Id="Rd62471a2d4554caf" /><Relationship Type="http://schemas.openxmlformats.org/officeDocument/2006/relationships/notesSlide" Target="/ppt/notesSlides/notesSlide47.xml" Id="R9ae66e16a78a4c7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4277baafba34a4b" /><Relationship Type="http://schemas.openxmlformats.org/officeDocument/2006/relationships/notesSlide" Target="/ppt/notesSlides/notesSlide48.xml" Id="R0a88f397497c4b9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36325e5597449c1" /><Relationship Type="http://schemas.openxmlformats.org/officeDocument/2006/relationships/notesSlide" Target="/ppt/notesSlides/notesSlide49.xml" Id="Re2945ce7e5eb4d1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b2e5c822006485a" /><Relationship Type="http://schemas.openxmlformats.org/officeDocument/2006/relationships/notesSlide" Target="/ppt/notesSlides/notesSlide50.xml" Id="R04cbbd7c6ee742c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f06343195d84c4f" /><Relationship Type="http://schemas.openxmlformats.org/officeDocument/2006/relationships/notesSlide" Target="/ppt/notesSlides/notesSlide51.xml" Id="R86038ab86782492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752c5115b174c49" /><Relationship Type="http://schemas.openxmlformats.org/officeDocument/2006/relationships/notesSlide" Target="/ppt/notesSlides/notesSlide52.xml" Id="R578eb82171d74f3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1aa54beeadf4caa" /><Relationship Type="http://schemas.openxmlformats.org/officeDocument/2006/relationships/notesSlide" Target="/ppt/notesSlides/notesSlide53.xml" Id="Reea60a9daa2240a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51704ff85194f03" /><Relationship Type="http://schemas.openxmlformats.org/officeDocument/2006/relationships/image" Target="/ppt/media/image7.svg" Id="Rcc4ee20a34ff4611" /><Relationship Type="http://schemas.openxmlformats.org/officeDocument/2006/relationships/image" Target="/ppt/media/image7.png" Id="R5d30ccb8f513419a" /><Relationship Type="http://schemas.openxmlformats.org/officeDocument/2006/relationships/notesSlide" Target="/ppt/notesSlides/notesSlide54.xml" Id="R2e5217f447a046a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f38c93ae9804b32" /><Relationship Type="http://schemas.openxmlformats.org/officeDocument/2006/relationships/notesSlide" Target="/ppt/notesSlides/notesSlide55.xml" Id="R36f81f9789f84a4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e13564b44ff4487" /><Relationship Type="http://schemas.openxmlformats.org/officeDocument/2006/relationships/notesSlide" Target="/ppt/notesSlides/notesSlide56.xml" Id="R9812799fa0b34d1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1f7b38cb4d94915" /><Relationship Type="http://schemas.openxmlformats.org/officeDocument/2006/relationships/notesSlide" Target="/ppt/notesSlides/notesSlide57.xml" Id="R9bcde0b081f4456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6e315beefa44fa8" /><Relationship Type="http://schemas.openxmlformats.org/officeDocument/2006/relationships/image" Target="/ppt/media/image14.png" Id="R9789af85a0814539" /><Relationship Type="http://schemas.openxmlformats.org/officeDocument/2006/relationships/notesSlide" Target="/ppt/notesSlides/notesSlide58.xml" Id="R4f5c306d43d4457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0743d345c6af46c9" /><Relationship Type="http://schemas.openxmlformats.org/officeDocument/2006/relationships/image" Target="/ppt/media/image15.png" Id="Rae7a608c534a4f74" /><Relationship Type="http://schemas.openxmlformats.org/officeDocument/2006/relationships/notesSlide" Target="/ppt/notesSlides/notesSlide59.xml" Id="Rdb15266a145046e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ae2050596b34911" /><Relationship Type="http://schemas.openxmlformats.org/officeDocument/2006/relationships/hyperlink" Target="https://www.inceptionlabs.ai/blog/introducing-mercury-2" TargetMode="External" Id="R7a8370544699451f" /><Relationship Type="http://schemas.openxmlformats.org/officeDocument/2006/relationships/notesSlide" Target="/ppt/notesSlides/notesSlide60.xml" Id="R03eccf0473dc4e6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7a66e87a89544bb" /><Relationship Type="http://schemas.openxmlformats.org/officeDocument/2006/relationships/notesSlide" Target="/ppt/notesSlides/notesSlide61.xml" Id="R989e1f24a9194e3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35fff419e2c487d" /><Relationship Type="http://schemas.openxmlformats.org/officeDocument/2006/relationships/notesSlide" Target="/ppt/notesSlides/notesSlide62.xml" Id="Rd781798726f64c5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dd7a1fd86614771" /><Relationship Type="http://schemas.openxmlformats.org/officeDocument/2006/relationships/notesSlide" Target="/ppt/notesSlides/notesSlide63.xml" Id="Rf4b4eb8297664b0a"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1858097422c4c1f"/>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b8698b03a411434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ee1d07a9f477462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9ad557cf25b2454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8f784b84145844fc">
            <a:extLst>
              <a:ext uri="{96DAC541-7B7A-43D3-8B79-37D633B846F1}">
                <asvg:svgBlip xmlns:asvg="http://schemas.microsoft.com/office/drawing/2016/SVG/main" r:embed="Rdb9df6d822b34ef6"/>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bdb5ea0947b649c3">
            <a:extLst>
              <a:ext uri="{96DAC541-7B7A-43D3-8B79-37D633B846F1}">
                <asvg:svgBlip xmlns:asvg="http://schemas.microsoft.com/office/drawing/2016/SVG/main" r:embed="Ra3714a2b7b48499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994efbe26e344739">
            <a:extLst>
              <a:ext uri="{96DAC541-7B7A-43D3-8B79-37D633B846F1}">
                <asvg:svgBlip xmlns:asvg="http://schemas.microsoft.com/office/drawing/2016/SVG/main" r:embed="R763051467ad4483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33b83a1c89084eca"/>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deddd3cfe991466e"/>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039267e0bc0b4d52">
            <a:extLst>
              <a:ext uri="{96DAC541-7B7A-43D3-8B79-37D633B846F1}">
                <asvg:svgBlip xmlns:asvg="http://schemas.microsoft.com/office/drawing/2016/SVG/main" r:embed="Rcdc6ba6990c1450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86f258e053e14ea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571132c9f2064214"/>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b4f793cf00b24a4c"/>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19a35746da7e44fc">
            <a:extLst>
              <a:ext uri="{96DAC541-7B7A-43D3-8B79-37D633B846F1}">
                <asvg:svgBlip xmlns:asvg="http://schemas.microsoft.com/office/drawing/2016/SVG/main" r:embed="R58d21b4bd36c457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16</a:t>
            </a:r>
          </a:p>
        </p:txBody>
      </p:sp>
      <p:cxnSp>
        <p:nvCxnSpPr>
          <p:cNvPr id="2126508444"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45"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46"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47"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48"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49"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0"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1"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2"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3"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4"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5"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6"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7"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8"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59"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0"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1"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2"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3"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4"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5"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6"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7"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8"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69"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0"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1"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2"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3"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4"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5"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6"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7"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8"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79"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0"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1"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2"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3"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4"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5"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6"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7"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8"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89"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90"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91"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92"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493"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24FC31-1305-4606-BC10-B1F3943303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A5D394-10C7-47AA-A419-96B4DA6077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3" name="">
            <a:extLst xmlns:a="http://schemas.openxmlformats.org/drawingml/2006/main">
              <a:ext uri="{FF2B5EF4-FFF2-40B4-BE49-F238E27FC236}">
                <a16:creationId xmlns:a16="http://schemas.microsoft.com/office/drawing/2014/main" id="{DC1D4A00-36DF-451B-B8AF-D56990A9130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4" name="">
            <a:extLst xmlns:a="http://schemas.openxmlformats.org/drawingml/2006/main">
              <a:ext uri="{FF2B5EF4-FFF2-40B4-BE49-F238E27FC236}">
                <a16:creationId xmlns:a16="http://schemas.microsoft.com/office/drawing/2014/main" id="{8994DF5C-B034-4738-8AFE-7861ED7BD7F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7879EB01-01AC-43C1-A86E-23A545F91073}"/>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Linear layers only</a:t>
            </a:r>
          </a:p>
        </p:txBody>
      </p:sp>
      <p:sp>
        <p:nvSpPr>
          <p:cNvPr id="6" name="">
            <a:extLst xmlns:a="http://schemas.openxmlformats.org/drawingml/2006/main">
              <a:ext uri="{FF2B5EF4-FFF2-40B4-BE49-F238E27FC236}">
                <a16:creationId xmlns:a16="http://schemas.microsoft.com/office/drawing/2014/main" id="{A9F088BF-19E8-42A9-BC21-EE8225945A9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Activation between layers</a:t>
            </a:r>
          </a:p>
        </p:txBody>
      </p:sp>
      <p:sp>
        <p:nvSpPr>
          <p:cNvPr id="7" name="">
            <a:extLst xmlns:a="http://schemas.openxmlformats.org/drawingml/2006/main">
              <a:ext uri="{FF2B5EF4-FFF2-40B4-BE49-F238E27FC236}">
                <a16:creationId xmlns:a16="http://schemas.microsoft.com/office/drawing/2014/main" id="{1A20DCBF-89EA-4B36-9358-F689B3BCD43A}"/>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0B0F19"/>
                </a:solidFill>
                <a:latin typeface="Calibri"/>
                <a:ea typeface="Calibri"/>
                <a:cs typeface="Calibri"/>
              </a:defRPr>
            </a:pPr>
            <a:r>
              <a:rPr sz="1125" b="1">
                <a:solidFill>
                  <a:srgbClr val="0B0F19"/>
                </a:solidFill>
                <a:latin typeface="Calibri"/>
                <a:ea typeface="Calibri"/>
                <a:cs typeface="Calibri"/>
              </a:rPr>
              <a:t>z₁ = w₁x + b₁</a:t>
            </a:r>
          </a:p>
        </p:txBody>
      </p:sp>
      <p:sp>
        <p:nvSpPr>
          <p:cNvPr id="8" name="">
            <a:extLst xmlns:a="http://schemas.openxmlformats.org/drawingml/2006/main">
              <a:ext uri="{FF2B5EF4-FFF2-40B4-BE49-F238E27FC236}">
                <a16:creationId xmlns:a16="http://schemas.microsoft.com/office/drawing/2014/main" id="{90442193-A753-4680-8D9F-9F56947D3D0E}"/>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9" name="">
            <a:extLst xmlns:a="http://schemas.openxmlformats.org/drawingml/2006/main">
              <a:ext uri="{FF2B5EF4-FFF2-40B4-BE49-F238E27FC236}">
                <a16:creationId xmlns:a16="http://schemas.microsoft.com/office/drawing/2014/main" id="{3CA9871F-55FD-408B-8BA8-B2B0B638BF21}"/>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0B0F19"/>
                </a:solidFill>
                <a:latin typeface="Calibri"/>
                <a:ea typeface="Calibri"/>
                <a:cs typeface="Calibri"/>
              </a:defRPr>
            </a:pPr>
            <a:r>
              <a:rPr sz="1125" b="1">
                <a:solidFill>
                  <a:srgbClr val="0B0F19"/>
                </a:solidFill>
                <a:latin typeface="Calibri"/>
                <a:ea typeface="Calibri"/>
                <a:cs typeface="Calibri"/>
              </a:rPr>
              <a:t>z₂ = w₂z₁ + b₂</a:t>
            </a:r>
          </a:p>
        </p:txBody>
      </p:sp>
      <p:sp>
        <p:nvSpPr>
          <p:cNvPr id="10" name="">
            <a:extLst xmlns:a="http://schemas.openxmlformats.org/drawingml/2006/main">
              <a:ext uri="{FF2B5EF4-FFF2-40B4-BE49-F238E27FC236}">
                <a16:creationId xmlns:a16="http://schemas.microsoft.com/office/drawing/2014/main" id="{B25F2C66-4453-4096-899A-BCEBE39A762B}"/>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11" name="">
            <a:extLst xmlns:a="http://schemas.openxmlformats.org/drawingml/2006/main">
              <a:ext uri="{FF2B5EF4-FFF2-40B4-BE49-F238E27FC236}">
                <a16:creationId xmlns:a16="http://schemas.microsoft.com/office/drawing/2014/main" id="{240115C3-1624-4C43-9C88-DF788E4C4710}"/>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EF4444"/>
                </a:solidFill>
                <a:latin typeface="Calibri"/>
                <a:ea typeface="Calibri"/>
                <a:cs typeface="Calibri"/>
              </a:defRPr>
            </a:pPr>
            <a:r>
              <a:rPr sz="1125" b="1">
                <a:solidFill>
                  <a:srgbClr val="EF4444"/>
                </a:solidFill>
                <a:latin typeface="Calibri"/>
                <a:ea typeface="Calibri"/>
                <a:cs typeface="Calibri"/>
              </a:rPr>
              <a:t>ŷ = w₃z₂ + b₃</a:t>
            </a:r>
          </a:p>
        </p:txBody>
      </p:sp>
      <p:sp>
        <p:nvSpPr>
          <p:cNvPr id="12" name="">
            <a:extLst xmlns:a="http://schemas.openxmlformats.org/drawingml/2006/main">
              <a:ext uri="{FF2B5EF4-FFF2-40B4-BE49-F238E27FC236}">
                <a16:creationId xmlns:a16="http://schemas.microsoft.com/office/drawing/2014/main" id="{15612FBE-FCA8-4A08-A276-E0EE6848BD72}"/>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h₁ = σ(w₁x + b₁)</a:t>
            </a:r>
          </a:p>
        </p:txBody>
      </p:sp>
      <p:sp>
        <p:nvSpPr>
          <p:cNvPr id="13" name="">
            <a:extLst xmlns:a="http://schemas.openxmlformats.org/drawingml/2006/main">
              <a:ext uri="{FF2B5EF4-FFF2-40B4-BE49-F238E27FC236}">
                <a16:creationId xmlns:a16="http://schemas.microsoft.com/office/drawing/2014/main" id="{9EFF6D3D-1196-488C-BE51-3588D03250F9}"/>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4" name="">
            <a:extLst xmlns:a="http://schemas.openxmlformats.org/drawingml/2006/main">
              <a:ext uri="{FF2B5EF4-FFF2-40B4-BE49-F238E27FC236}">
                <a16:creationId xmlns:a16="http://schemas.microsoft.com/office/drawing/2014/main" id="{F66CF031-9724-4726-9B31-A61C20A58BC9}"/>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h₂ = σ(w₂h₁ + b₂)</a:t>
            </a:r>
          </a:p>
        </p:txBody>
      </p:sp>
      <p:sp>
        <p:nvSpPr>
          <p:cNvPr id="15" name="">
            <a:extLst xmlns:a="http://schemas.openxmlformats.org/drawingml/2006/main">
              <a:ext uri="{FF2B5EF4-FFF2-40B4-BE49-F238E27FC236}">
                <a16:creationId xmlns:a16="http://schemas.microsoft.com/office/drawing/2014/main" id="{37581BCA-E838-4402-82AB-9D2D2601A6DE}"/>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6" name="">
            <a:extLst xmlns:a="http://schemas.openxmlformats.org/drawingml/2006/main">
              <a:ext uri="{FF2B5EF4-FFF2-40B4-BE49-F238E27FC236}">
                <a16:creationId xmlns:a16="http://schemas.microsoft.com/office/drawing/2014/main" id="{42344E84-A6E1-473E-A719-2A83F38ED5A4}"/>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ŷ = w₃h₂ + b₃</a:t>
            </a:r>
          </a:p>
        </p:txBody>
      </p:sp>
      <p:sp>
        <p:nvSpPr>
          <p:cNvPr id="17" name="">
            <a:extLst xmlns:a="http://schemas.openxmlformats.org/drawingml/2006/main">
              <a:ext uri="{FF2B5EF4-FFF2-40B4-BE49-F238E27FC236}">
                <a16:creationId xmlns:a16="http://schemas.microsoft.com/office/drawing/2014/main" id="{B6B79B9C-9F99-4DCB-87AE-5FAB5DB71757}"/>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EF4444"/>
                </a:solidFill>
                <a:latin typeface="Calibri"/>
                <a:ea typeface="Calibri"/>
                <a:cs typeface="Calibri"/>
              </a:defRPr>
            </a:pPr>
            <a:r>
              <a:rPr sz="1425" b="1">
                <a:solidFill>
                  <a:srgbClr val="EF4444"/>
                </a:solidFill>
                <a:latin typeface="Calibri"/>
                <a:ea typeface="Calibri"/>
                <a:cs typeface="Calibri"/>
              </a:rPr>
              <a:t>ŷ = w₃(w₂(w₁x + b₁) + b₂) + b₃
= ax + c  (one linear mapping)</a:t>
            </a:r>
          </a:p>
        </p:txBody>
      </p:sp>
      <p:sp>
        <p:nvSpPr>
          <p:cNvPr id="18" name="">
            <a:extLst xmlns:a="http://schemas.openxmlformats.org/drawingml/2006/main">
              <a:ext uri="{FF2B5EF4-FFF2-40B4-BE49-F238E27FC236}">
                <a16:creationId xmlns:a16="http://schemas.microsoft.com/office/drawing/2014/main" id="{902EAB0F-9A72-446E-9215-172D66350910}"/>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0B981"/>
                </a:solidFill>
                <a:latin typeface="Calibri"/>
                <a:ea typeface="Calibri"/>
                <a:cs typeface="Calibri"/>
              </a:defRPr>
            </a:pPr>
            <a:r>
              <a:rPr sz="1575" b="1">
                <a:solidFill>
                  <a:srgbClr val="10B981"/>
                </a:solidFill>
                <a:latin typeface="Calibri"/>
                <a:ea typeface="Calibri"/>
                <a:cs typeface="Calibri"/>
              </a:rPr>
              <a:t>σ keeps the first two hidden layers nonlinear</a:t>
            </a:r>
          </a:p>
        </p:txBody>
      </p:sp>
      <p:sp>
        <p:nvSpPr>
          <p:cNvPr id="19" name="">
            <a:extLst xmlns:a="http://schemas.openxmlformats.org/drawingml/2006/main">
              <a:ext uri="{FF2B5EF4-FFF2-40B4-BE49-F238E27FC236}">
                <a16:creationId xmlns:a16="http://schemas.microsoft.com/office/drawing/2014/main" id="{FFBAEBD2-3E49-430D-9E58-A0C42EE32293}"/>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20" name="">
            <a:extLst xmlns:a="http://schemas.openxmlformats.org/drawingml/2006/main">
              <a:ext uri="{FF2B5EF4-FFF2-40B4-BE49-F238E27FC236}">
                <a16:creationId xmlns:a16="http://schemas.microsoft.com/office/drawing/2014/main" id="{555C8084-B6D9-4B25-9AD9-8982C826139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Without σ, extra depth remains only a longer linear function.</a:t>
            </a:r>
          </a:p>
        </p:txBody>
      </p:sp>
      <p:sp>
        <p:nvSpPr>
          <p:cNvPr id="21" name="">
            <a:extLst xmlns:a="http://schemas.openxmlformats.org/drawingml/2006/main">
              <a:ext uri="{FF2B5EF4-FFF2-40B4-BE49-F238E27FC236}">
                <a16:creationId xmlns:a16="http://schemas.microsoft.com/office/drawing/2014/main" id="{FE4139F1-E175-492E-89BC-6523330687E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18</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b13ca17e08b4439f"/>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a19f2211d4c24cbb">
            <a:extLst>
              <a:ext uri="{96DAC541-7B7A-43D3-8B79-37D633B846F1}">
                <asvg:svgBlip xmlns:asvg="http://schemas.microsoft.com/office/drawing/2016/SVG/main" r:embed="R1b194855151f48dd"/>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097A17-EEB7-4755-8091-5168EC0F0D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2CDEBA-B41F-4833-B266-928C36A50AAD}"/>
              </a:ext>
            </a:extLst>
          </p:cNvPr>
          <p:cNvSpPr>
            <a:spLocks xmlns:a="http://schemas.openxmlformats.org/drawingml/2006/main" noGrp="1"/>
          </p:cNvSpPr>
          <p:nvPr/>
        </p:nvSpPr>
        <p:spPr>
          <a:xfrm xmlns:a="http://schemas.openxmlformats.org/drawingml/2006/main">
            <a:off x="628650" y="438150"/>
            <a:ext cx="9906000" cy="4381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F172A"/>
                </a:solidFill>
                <a:latin typeface="Calibri"/>
                <a:ea typeface="Calibri"/>
                <a:cs typeface="Calibri"/>
              </a:defRPr>
            </a:pPr>
            <a:r>
              <a:rPr sz="2175" b="1">
                <a:solidFill>
                  <a:srgbClr val="0F172A"/>
                </a:solidFill>
                <a:latin typeface="Calibri"/>
                <a:ea typeface="Calibri"/>
                <a:cs typeface="Calibri"/>
              </a:rPr>
              <a:t>The chain rule: multiply local changes</a:t>
            </a:r>
          </a:p>
        </p:txBody>
      </p:sp>
      <p:sp>
        <p:nvSpPr>
          <p:cNvPr id="3" name="">
            <a:extLst xmlns:a="http://schemas.openxmlformats.org/drawingml/2006/main">
              <a:ext uri="{FF2B5EF4-FFF2-40B4-BE49-F238E27FC236}">
                <a16:creationId xmlns:a16="http://schemas.microsoft.com/office/drawing/2014/main" id="{BBFD4A86-38A8-41F7-B9A9-33725EA2A57E}"/>
              </a:ext>
            </a:extLst>
          </p:cNvPr>
          <p:cNvSpPr>
            <a:spLocks xmlns:a="http://schemas.openxmlformats.org/drawingml/2006/main" noGrp="1"/>
          </p:cNvSpPr>
          <p:nvPr/>
        </p:nvSpPr>
        <p:spPr>
          <a:xfrm xmlns:a="http://schemas.openxmlformats.org/drawingml/2006/main">
            <a:off x="647700" y="971550"/>
            <a:ext cx="10572750" cy="2857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75569"/>
                </a:solidFill>
                <a:latin typeface="Calibri"/>
                <a:ea typeface="Calibri"/>
                <a:cs typeface="Calibri"/>
              </a:defRPr>
            </a:pPr>
            <a:r>
              <a:rPr sz="1350">
                <a:solidFill>
                  <a:srgbClr val="475569"/>
                </a:solidFill>
                <a:latin typeface="Calibri"/>
                <a:ea typeface="Calibri"/>
                <a:cs typeface="Calibri"/>
              </a:rPr>
              <a:t>If a parameter changes w → z → loss, the total effect is the product of each local effect.</a:t>
            </a:r>
          </a:p>
        </p:txBody>
      </p:sp>
      <p:sp>
        <p:nvSpPr>
          <p:cNvPr id="4" name="">
            <a:extLst xmlns:a="http://schemas.openxmlformats.org/drawingml/2006/main">
              <a:ext uri="{FF2B5EF4-FFF2-40B4-BE49-F238E27FC236}">
                <a16:creationId xmlns:a16="http://schemas.microsoft.com/office/drawing/2014/main" id="{B2C91933-0C09-4D9D-AE56-8D60BA77DE2C}"/>
              </a:ext>
            </a:extLst>
          </p:cNvPr>
          <p:cNvSpPr>
            <a:spLocks xmlns:a="http://schemas.openxmlformats.org/drawingml/2006/main" noGrp="1"/>
          </p:cNvSpPr>
          <p:nvPr/>
        </p:nvSpPr>
        <p:spPr>
          <a:xfrm xmlns:a="http://schemas.openxmlformats.org/drawingml/2006/main">
            <a:off x="1162050" y="2266950"/>
            <a:ext cx="1809750" cy="1000125"/>
          </a:xfrm>
          <a:prstGeom xmlns:a="http://schemas.openxmlformats.org/drawingml/2006/main" prst="roundRect">
            <a:avLst>
              <a:gd name="adj" fmla="val 7619"/>
            </a:avLst>
          </a:prstGeom>
          <a:solidFill xmlns:a="http://schemas.openxmlformats.org/drawingml/2006/main">
            <a:srgbClr val="F8FAFC"/>
          </a:solidFill>
          <a:ln xmlns:a="http://schemas.openxmlformats.org/drawingml/2006/main" w="12383">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F172A"/>
                </a:solidFill>
                <a:latin typeface="Calibri"/>
                <a:ea typeface="Calibri"/>
                <a:cs typeface="Calibri"/>
              </a:defRPr>
            </a:pPr>
            <a:r>
              <a:rPr sz="1650" b="1">
                <a:solidFill>
                  <a:srgbClr val="0F172A"/>
                </a:solidFill>
                <a:latin typeface="Calibri"/>
                <a:ea typeface="Calibri"/>
                <a:cs typeface="Calibri"/>
              </a:rPr>
              <a:t>w</a:t>
            </a:r>
          </a:p>
          <a:p xmlns:a="http://schemas.openxmlformats.org/drawingml/2006/main">
            <a:pPr algn="ctr">
              <a:defRPr sz="1650" b="1">
                <a:solidFill>
                  <a:srgbClr val="0F172A"/>
                </a:solidFill>
                <a:latin typeface="Calibri"/>
                <a:ea typeface="Calibri"/>
                <a:cs typeface="Calibri"/>
              </a:defRPr>
            </a:pPr>
            <a:r>
              <a:rPr sz="1650" b="1">
                <a:solidFill>
                  <a:srgbClr val="0F172A"/>
                </a:solidFill>
                <a:latin typeface="Calibri"/>
                <a:ea typeface="Calibri"/>
                <a:cs typeface="Calibri"/>
              </a:rPr>
              <a:t>weight</a:t>
            </a:r>
          </a:p>
        </p:txBody>
      </p:sp>
      <p:sp>
        <p:nvSpPr>
          <p:cNvPr id="5" name="">
            <a:extLst xmlns:a="http://schemas.openxmlformats.org/drawingml/2006/main">
              <a:ext uri="{FF2B5EF4-FFF2-40B4-BE49-F238E27FC236}">
                <a16:creationId xmlns:a16="http://schemas.microsoft.com/office/drawing/2014/main" id="{A2AA9A2B-C7C2-4E06-BFDA-6DAA4F9FECAE}"/>
              </a:ext>
            </a:extLst>
          </p:cNvPr>
          <p:cNvSpPr>
            <a:spLocks xmlns:a="http://schemas.openxmlformats.org/drawingml/2006/main" noGrp="1"/>
          </p:cNvSpPr>
          <p:nvPr/>
        </p:nvSpPr>
        <p:spPr>
          <a:xfrm xmlns:a="http://schemas.openxmlformats.org/drawingml/2006/main">
            <a:off x="3524250" y="2390775"/>
            <a:ext cx="2333625" cy="742950"/>
          </a:xfrm>
          <a:prstGeom xmlns:a="http://schemas.openxmlformats.org/drawingml/2006/main" prst="rightArrow">
            <a:avLst/>
          </a:prstGeom>
          <a:solidFill xmlns:a="http://schemas.openxmlformats.org/drawingml/2006/main">
            <a:srgbClr val="EFF6FF"/>
          </a:solidFill>
          <a:ln xmlns:a="http://schemas.openxmlformats.org/drawingml/2006/main" w="12383">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z = wx + b</a:t>
            </a:r>
          </a:p>
        </p:txBody>
      </p:sp>
      <p:sp>
        <p:nvSpPr>
          <p:cNvPr id="6" name="">
            <a:extLst xmlns:a="http://schemas.openxmlformats.org/drawingml/2006/main">
              <a:ext uri="{FF2B5EF4-FFF2-40B4-BE49-F238E27FC236}">
                <a16:creationId xmlns:a16="http://schemas.microsoft.com/office/drawing/2014/main" id="{4B799D8A-AA92-4FB0-890F-1F6AB85E11FB}"/>
              </a:ext>
            </a:extLst>
          </p:cNvPr>
          <p:cNvSpPr>
            <a:spLocks xmlns:a="http://schemas.openxmlformats.org/drawingml/2006/main" noGrp="1"/>
          </p:cNvSpPr>
          <p:nvPr/>
        </p:nvSpPr>
        <p:spPr>
          <a:xfrm xmlns:a="http://schemas.openxmlformats.org/drawingml/2006/main">
            <a:off x="6572250" y="2390775"/>
            <a:ext cx="2333625" cy="742950"/>
          </a:xfrm>
          <a:prstGeom xmlns:a="http://schemas.openxmlformats.org/drawingml/2006/main" prst="rightArrow">
            <a:avLst/>
          </a:prstGeom>
          <a:solidFill xmlns:a="http://schemas.openxmlformats.org/drawingml/2006/main">
            <a:srgbClr val="F0FDF4"/>
          </a:solidFill>
          <a:ln xmlns:a="http://schemas.openxmlformats.org/drawingml/2006/main" w="12383">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59669"/>
                </a:solidFill>
                <a:latin typeface="Calibri"/>
                <a:ea typeface="Calibri"/>
                <a:cs typeface="Calibri"/>
              </a:defRPr>
            </a:pPr>
            <a:r>
              <a:rPr sz="1425" b="1">
                <a:solidFill>
                  <a:srgbClr val="059669"/>
                </a:solidFill>
                <a:latin typeface="Calibri"/>
                <a:ea typeface="Calibri"/>
                <a:cs typeface="Calibri"/>
              </a:rPr>
              <a:t>L = loss(z)</a:t>
            </a:r>
          </a:p>
        </p:txBody>
      </p:sp>
      <p:sp>
        <p:nvSpPr>
          <p:cNvPr id="7" name="">
            <a:extLst xmlns:a="http://schemas.openxmlformats.org/drawingml/2006/main">
              <a:ext uri="{FF2B5EF4-FFF2-40B4-BE49-F238E27FC236}">
                <a16:creationId xmlns:a16="http://schemas.microsoft.com/office/drawing/2014/main" id="{DBDC0C4C-23BE-49DA-80A0-811EA32364AE}"/>
              </a:ext>
            </a:extLst>
          </p:cNvPr>
          <p:cNvSpPr>
            <a:spLocks xmlns:a="http://schemas.openxmlformats.org/drawingml/2006/main" noGrp="1"/>
          </p:cNvSpPr>
          <p:nvPr/>
        </p:nvSpPr>
        <p:spPr>
          <a:xfrm xmlns:a="http://schemas.openxmlformats.org/drawingml/2006/main">
            <a:off x="3648075" y="3295650"/>
            <a:ext cx="4857750" cy="238125"/>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a:solidFill>
                  <a:srgbClr val="475569"/>
                </a:solidFill>
                <a:latin typeface="Calibri"/>
                <a:ea typeface="Calibri"/>
                <a:cs typeface="Calibri"/>
              </a:defRPr>
            </a:pPr>
            <a:r>
              <a:rPr sz="1200">
                <a:solidFill>
                  <a:srgbClr val="475569"/>
                </a:solidFill>
                <a:latin typeface="Calibri"/>
                <a:ea typeface="Calibri"/>
                <a:cs typeface="Calibri"/>
              </a:rPr>
              <a:t>forward dependency</a:t>
            </a:r>
          </a:p>
        </p:txBody>
      </p:sp>
      <p:sp>
        <p:nvSpPr>
          <p:cNvPr id="8" name="">
            <a:extLst xmlns:a="http://schemas.openxmlformats.org/drawingml/2006/main">
              <a:ext uri="{FF2B5EF4-FFF2-40B4-BE49-F238E27FC236}">
                <a16:creationId xmlns:a16="http://schemas.microsoft.com/office/drawing/2014/main" id="{1366102A-8774-479F-B414-E5B814E78ED4}"/>
              </a:ext>
            </a:extLst>
          </p:cNvPr>
          <p:cNvSpPr>
            <a:spLocks xmlns:a="http://schemas.openxmlformats.org/drawingml/2006/main" noGrp="1"/>
          </p:cNvSpPr>
          <p:nvPr/>
        </p:nvSpPr>
        <p:spPr>
          <a:xfrm xmlns:a="http://schemas.openxmlformats.org/drawingml/2006/main">
            <a:off x="2000250" y="4143375"/>
            <a:ext cx="8191500" cy="781050"/>
          </a:xfrm>
          <a:prstGeom xmlns:a="http://schemas.openxmlformats.org/drawingml/2006/main" prst="roundRect">
            <a:avLst>
              <a:gd name="adj" fmla="val 9756"/>
            </a:avLst>
          </a:prstGeom>
          <a:solidFill xmlns:a="http://schemas.openxmlformats.org/drawingml/2006/main">
            <a:srgbClr val="EFF6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2563EB"/>
                </a:solidFill>
                <a:latin typeface="Calibri"/>
                <a:ea typeface="Calibri"/>
                <a:cs typeface="Calibri"/>
              </a:defRPr>
            </a:pPr>
            <a:r>
              <a:rPr sz="2175" b="1">
                <a:solidFill>
                  <a:srgbClr val="2563EB"/>
                </a:solidFill>
                <a:latin typeface="Calibri"/>
                <a:ea typeface="Calibri"/>
                <a:cs typeface="Calibri"/>
              </a:rPr>
              <a:t>dL/dw  =  dL/dz  ×  dz/dw</a:t>
            </a:r>
          </a:p>
        </p:txBody>
      </p:sp>
      <p:sp>
        <p:nvSpPr>
          <p:cNvPr id="9" name="">
            <a:extLst xmlns:a="http://schemas.openxmlformats.org/drawingml/2006/main">
              <a:ext uri="{FF2B5EF4-FFF2-40B4-BE49-F238E27FC236}">
                <a16:creationId xmlns:a16="http://schemas.microsoft.com/office/drawing/2014/main" id="{CC9F3368-1FBF-4777-ACF0-3D742EFDA245}"/>
              </a:ext>
            </a:extLst>
          </p:cNvPr>
          <p:cNvSpPr>
            <a:spLocks xmlns:a="http://schemas.openxmlformats.org/drawingml/2006/main" noGrp="1"/>
          </p:cNvSpPr>
          <p:nvPr/>
        </p:nvSpPr>
        <p:spPr>
          <a:xfrm xmlns:a="http://schemas.openxmlformats.org/drawingml/2006/main">
            <a:off x="2286000" y="5095875"/>
            <a:ext cx="7620000" cy="238125"/>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a:solidFill>
                  <a:srgbClr val="475569"/>
                </a:solidFill>
                <a:latin typeface="Calibri"/>
                <a:ea typeface="Calibri"/>
                <a:cs typeface="Calibri"/>
              </a:defRPr>
            </a:pPr>
            <a:r>
              <a:rPr sz="1200">
                <a:solidFill>
                  <a:srgbClr val="475569"/>
                </a:solidFill>
                <a:latin typeface="Calibri"/>
                <a:ea typeface="Calibri"/>
                <a:cs typeface="Calibri"/>
              </a:rPr>
              <a:t>total change       =       downstream sensitivity       ×       local change</a:t>
            </a:r>
          </a:p>
        </p:txBody>
      </p:sp>
      <p:sp>
        <p:nvSpPr>
          <p:cNvPr id="10" name="">
            <a:extLst xmlns:a="http://schemas.openxmlformats.org/drawingml/2006/main">
              <a:ext uri="{FF2B5EF4-FFF2-40B4-BE49-F238E27FC236}">
                <a16:creationId xmlns:a16="http://schemas.microsoft.com/office/drawing/2014/main" id="{7C80C367-F4F4-4B94-B8AF-28D42BEE0097}"/>
              </a:ext>
            </a:extLst>
          </p:cNvPr>
          <p:cNvSpPr>
            <a:spLocks xmlns:a="http://schemas.openxmlformats.org/drawingml/2006/main" noGrp="1"/>
          </p:cNvSpPr>
          <p:nvPr/>
        </p:nvSpPr>
        <p:spPr>
          <a:xfrm xmlns:a="http://schemas.openxmlformats.org/drawingml/2006/main">
            <a:off x="11106150" y="6286500"/>
            <a:ext cx="457200" cy="2095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latin typeface="Calibri"/>
                <a:ea typeface="Calibri"/>
                <a:cs typeface="Calibri"/>
              </a:defRPr>
            </a:pPr>
            <a:r>
              <a:rPr sz="975">
                <a:solidFill>
                  <a:srgbClr val="64748B"/>
                </a:solidFill>
                <a:latin typeface="Calibri"/>
                <a:ea typeface="Calibri"/>
                <a:cs typeface="Calibri"/>
              </a:rPr>
              <a:t>22</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528DC5C-5F8B-42B8-BA50-34B96CFE3B0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21D0C4-099A-4AC3-AB91-A649C3761A9B}"/>
              </a:ext>
            </a:extLst>
          </p:cNvPr>
          <p:cNvSpPr>
            <a:spLocks xmlns:a="http://schemas.openxmlformats.org/drawingml/2006/main" noGrp="1"/>
          </p:cNvSpPr>
          <p:nvPr/>
        </p:nvSpPr>
        <p:spPr>
          <a:xfrm xmlns:a="http://schemas.openxmlformats.org/drawingml/2006/main">
            <a:off x="628650" y="438150"/>
            <a:ext cx="9906000" cy="4381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F172A"/>
                </a:solidFill>
                <a:latin typeface="Calibri"/>
                <a:ea typeface="Calibri"/>
                <a:cs typeface="Calibri"/>
              </a:defRPr>
            </a:pPr>
            <a:r>
              <a:rPr sz="2175" b="1">
                <a:solidFill>
                  <a:srgbClr val="0F172A"/>
                </a:solidFill>
                <a:latin typeface="Calibri"/>
                <a:ea typeface="Calibri"/>
                <a:cs typeface="Calibri"/>
              </a:rPr>
              <a:t>Backpropagation applies the chain rule backward</a:t>
            </a:r>
          </a:p>
        </p:txBody>
      </p:sp>
      <p:sp>
        <p:nvSpPr>
          <p:cNvPr id="3" name="">
            <a:extLst xmlns:a="http://schemas.openxmlformats.org/drawingml/2006/main">
              <a:ext uri="{FF2B5EF4-FFF2-40B4-BE49-F238E27FC236}">
                <a16:creationId xmlns:a16="http://schemas.microsoft.com/office/drawing/2014/main" id="{7D14B27A-69E3-4537-8817-6BA254A5563C}"/>
              </a:ext>
            </a:extLst>
          </p:cNvPr>
          <p:cNvSpPr>
            <a:spLocks xmlns:a="http://schemas.openxmlformats.org/drawingml/2006/main" noGrp="1"/>
          </p:cNvSpPr>
          <p:nvPr/>
        </p:nvSpPr>
        <p:spPr>
          <a:xfrm xmlns:a="http://schemas.openxmlformats.org/drawingml/2006/main">
            <a:off x="647700" y="971550"/>
            <a:ext cx="10572750" cy="2857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75569"/>
                </a:solidFill>
                <a:latin typeface="Calibri"/>
                <a:ea typeface="Calibri"/>
                <a:cs typeface="Calibri"/>
              </a:defRPr>
            </a:pPr>
            <a:r>
              <a:rPr sz="1350">
                <a:solidFill>
                  <a:srgbClr val="475569"/>
                </a:solidFill>
                <a:latin typeface="Calibri"/>
                <a:ea typeface="Calibri"/>
                <a:cs typeface="Calibri"/>
              </a:rPr>
              <a:t>Forward pass computes values; backward pass carries the loss gradient to every parameter.</a:t>
            </a:r>
          </a:p>
        </p:txBody>
      </p:sp>
      <p:sp>
        <p:nvSpPr>
          <p:cNvPr id="4" name="">
            <a:extLst xmlns:a="http://schemas.openxmlformats.org/drawingml/2006/main">
              <a:ext uri="{FF2B5EF4-FFF2-40B4-BE49-F238E27FC236}">
                <a16:creationId xmlns:a16="http://schemas.microsoft.com/office/drawing/2014/main" id="{A8BD536D-9BA4-44AB-89E1-6346545D4938}"/>
              </a:ext>
            </a:extLst>
          </p:cNvPr>
          <p:cNvSpPr>
            <a:spLocks xmlns:a="http://schemas.openxmlformats.org/drawingml/2006/main" noGrp="1"/>
          </p:cNvSpPr>
          <p:nvPr/>
        </p:nvSpPr>
        <p:spPr>
          <a:xfrm xmlns:a="http://schemas.openxmlformats.org/drawingml/2006/main">
            <a:off x="704850" y="2143125"/>
            <a:ext cx="1600200" cy="723900"/>
          </a:xfrm>
          <a:prstGeom xmlns:a="http://schemas.openxmlformats.org/drawingml/2006/main" prst="roundRect">
            <a:avLst>
              <a:gd name="adj" fmla="val 10526"/>
            </a:avLst>
          </a:prstGeom>
          <a:solidFill xmlns:a="http://schemas.openxmlformats.org/drawingml/2006/main">
            <a:srgbClr val="F8FAFC"/>
          </a:solidFill>
          <a:ln xmlns:a="http://schemas.openxmlformats.org/drawingml/2006/main" w="12383">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F172A"/>
                </a:solidFill>
                <a:latin typeface="Calibri"/>
                <a:ea typeface="Calibri"/>
                <a:cs typeface="Calibri"/>
              </a:defRPr>
            </a:pPr>
            <a:r>
              <a:rPr sz="1650" b="1">
                <a:solidFill>
                  <a:srgbClr val="0F172A"/>
                </a:solidFill>
                <a:latin typeface="Calibri"/>
                <a:ea typeface="Calibri"/>
                <a:cs typeface="Calibri"/>
              </a:rPr>
              <a:t>w</a:t>
            </a:r>
          </a:p>
        </p:txBody>
      </p:sp>
      <p:sp>
        <p:nvSpPr>
          <p:cNvPr id="5" name="">
            <a:extLst xmlns:a="http://schemas.openxmlformats.org/drawingml/2006/main">
              <a:ext uri="{FF2B5EF4-FFF2-40B4-BE49-F238E27FC236}">
                <a16:creationId xmlns:a16="http://schemas.microsoft.com/office/drawing/2014/main" id="{BD7D9B40-E0D5-4F8C-8A35-77966CAEF726}"/>
              </a:ext>
            </a:extLst>
          </p:cNvPr>
          <p:cNvSpPr>
            <a:spLocks xmlns:a="http://schemas.openxmlformats.org/drawingml/2006/main" noGrp="1"/>
          </p:cNvSpPr>
          <p:nvPr/>
        </p:nvSpPr>
        <p:spPr>
          <a:xfrm xmlns:a="http://schemas.openxmlformats.org/drawingml/2006/main">
            <a:off x="2762250" y="2143125"/>
            <a:ext cx="1600200" cy="723900"/>
          </a:xfrm>
          <a:prstGeom xmlns:a="http://schemas.openxmlformats.org/drawingml/2006/main" prst="roundRect">
            <a:avLst>
              <a:gd name="adj" fmla="val 10526"/>
            </a:avLst>
          </a:prstGeom>
          <a:solidFill xmlns:a="http://schemas.openxmlformats.org/drawingml/2006/main">
            <a:srgbClr val="EFF6FF"/>
          </a:solidFill>
          <a:ln xmlns:a="http://schemas.openxmlformats.org/drawingml/2006/main" w="12383">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F172A"/>
                </a:solidFill>
                <a:latin typeface="Calibri"/>
                <a:ea typeface="Calibri"/>
                <a:cs typeface="Calibri"/>
              </a:defRPr>
            </a:pPr>
            <a:r>
              <a:rPr sz="1425" b="1">
                <a:solidFill>
                  <a:srgbClr val="0F172A"/>
                </a:solidFill>
                <a:latin typeface="Calibri"/>
                <a:ea typeface="Calibri"/>
                <a:cs typeface="Calibri"/>
              </a:rPr>
              <a:t>z = wx + b</a:t>
            </a:r>
          </a:p>
        </p:txBody>
      </p:sp>
      <p:sp>
        <p:nvSpPr>
          <p:cNvPr id="6" name="">
            <a:extLst xmlns:a="http://schemas.openxmlformats.org/drawingml/2006/main">
              <a:ext uri="{FF2B5EF4-FFF2-40B4-BE49-F238E27FC236}">
                <a16:creationId xmlns:a16="http://schemas.microsoft.com/office/drawing/2014/main" id="{4BB35B4B-76EA-4FAD-B557-D57931D95497}"/>
              </a:ext>
            </a:extLst>
          </p:cNvPr>
          <p:cNvSpPr>
            <a:spLocks xmlns:a="http://schemas.openxmlformats.org/drawingml/2006/main" noGrp="1"/>
          </p:cNvSpPr>
          <p:nvPr/>
        </p:nvSpPr>
        <p:spPr>
          <a:xfrm xmlns:a="http://schemas.openxmlformats.org/drawingml/2006/main">
            <a:off x="4819650" y="2143125"/>
            <a:ext cx="1600200" cy="723900"/>
          </a:xfrm>
          <a:prstGeom xmlns:a="http://schemas.openxmlformats.org/drawingml/2006/main" prst="roundRect">
            <a:avLst>
              <a:gd name="adj" fmla="val 10526"/>
            </a:avLst>
          </a:prstGeom>
          <a:solidFill xmlns:a="http://schemas.openxmlformats.org/drawingml/2006/main">
            <a:srgbClr val="F5F3FF"/>
          </a:solidFill>
          <a:ln xmlns:a="http://schemas.openxmlformats.org/drawingml/2006/main" w="1238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0F172A"/>
                </a:solidFill>
                <a:latin typeface="Calibri"/>
                <a:ea typeface="Calibri"/>
                <a:cs typeface="Calibri"/>
              </a:defRPr>
            </a:pPr>
            <a:r>
              <a:rPr sz="1425" b="1">
                <a:solidFill>
                  <a:srgbClr val="0F172A"/>
                </a:solidFill>
                <a:latin typeface="Calibri"/>
                <a:ea typeface="Calibri"/>
                <a:cs typeface="Calibri"/>
              </a:rPr>
              <a:t>h = σ(z)</a:t>
            </a:r>
          </a:p>
        </p:txBody>
      </p:sp>
      <p:sp>
        <p:nvSpPr>
          <p:cNvPr id="7" name="">
            <a:extLst xmlns:a="http://schemas.openxmlformats.org/drawingml/2006/main">
              <a:ext uri="{FF2B5EF4-FFF2-40B4-BE49-F238E27FC236}">
                <a16:creationId xmlns:a16="http://schemas.microsoft.com/office/drawing/2014/main" id="{06DF91CB-DE9E-4891-B578-3A787BBFCE5E}"/>
              </a:ext>
            </a:extLst>
          </p:cNvPr>
          <p:cNvSpPr>
            <a:spLocks xmlns:a="http://schemas.openxmlformats.org/drawingml/2006/main" noGrp="1"/>
          </p:cNvSpPr>
          <p:nvPr/>
        </p:nvSpPr>
        <p:spPr>
          <a:xfrm xmlns:a="http://schemas.openxmlformats.org/drawingml/2006/main">
            <a:off x="6877050" y="2143125"/>
            <a:ext cx="1600200" cy="723900"/>
          </a:xfrm>
          <a:prstGeom xmlns:a="http://schemas.openxmlformats.org/drawingml/2006/main" prst="roundRect">
            <a:avLst>
              <a:gd name="adj" fmla="val 10526"/>
            </a:avLst>
          </a:prstGeom>
          <a:solidFill xmlns:a="http://schemas.openxmlformats.org/drawingml/2006/main">
            <a:srgbClr val="FFF7ED"/>
          </a:solidFill>
          <a:ln xmlns:a="http://schemas.openxmlformats.org/drawingml/2006/main" w="12383">
            <a:solidFill>
              <a:srgbClr val="EA580C"/>
            </a:solid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F172A"/>
                </a:solidFill>
                <a:latin typeface="Calibri"/>
                <a:ea typeface="Calibri"/>
                <a:cs typeface="Calibri"/>
              </a:defRPr>
            </a:pPr>
            <a:r>
              <a:rPr sz="1650" b="1">
                <a:solidFill>
                  <a:srgbClr val="0F172A"/>
                </a:solidFill>
                <a:latin typeface="Calibri"/>
                <a:ea typeface="Calibri"/>
                <a:cs typeface="Calibri"/>
              </a:rPr>
              <a:t>ŷ</a:t>
            </a:r>
          </a:p>
        </p:txBody>
      </p:sp>
      <p:sp>
        <p:nvSpPr>
          <p:cNvPr id="8" name="">
            <a:extLst xmlns:a="http://schemas.openxmlformats.org/drawingml/2006/main">
              <a:ext uri="{FF2B5EF4-FFF2-40B4-BE49-F238E27FC236}">
                <a16:creationId xmlns:a16="http://schemas.microsoft.com/office/drawing/2014/main" id="{E8BEDC04-6811-4519-82E6-835662892793}"/>
              </a:ext>
            </a:extLst>
          </p:cNvPr>
          <p:cNvSpPr>
            <a:spLocks xmlns:a="http://schemas.openxmlformats.org/drawingml/2006/main" noGrp="1"/>
          </p:cNvSpPr>
          <p:nvPr/>
        </p:nvSpPr>
        <p:spPr>
          <a:xfrm xmlns:a="http://schemas.openxmlformats.org/drawingml/2006/main">
            <a:off x="8934450" y="2143125"/>
            <a:ext cx="1600200" cy="723900"/>
          </a:xfrm>
          <a:prstGeom xmlns:a="http://schemas.openxmlformats.org/drawingml/2006/main" prst="roundRect">
            <a:avLst>
              <a:gd name="adj" fmla="val 10526"/>
            </a:avLst>
          </a:prstGeom>
          <a:solidFill xmlns:a="http://schemas.openxmlformats.org/drawingml/2006/main">
            <a:srgbClr val="FEF2F2"/>
          </a:solidFill>
          <a:ln xmlns:a="http://schemas.openxmlformats.org/drawingml/2006/main" w="12383">
            <a:solidFill>
              <a:srgbClr val="DC2626"/>
            </a:solid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0F172A"/>
                </a:solidFill>
                <a:latin typeface="Calibri"/>
                <a:ea typeface="Calibri"/>
                <a:cs typeface="Calibri"/>
              </a:defRPr>
            </a:pPr>
            <a:r>
              <a:rPr sz="1650" b="1">
                <a:solidFill>
                  <a:srgbClr val="0F172A"/>
                </a:solidFill>
                <a:latin typeface="Calibri"/>
                <a:ea typeface="Calibri"/>
                <a:cs typeface="Calibri"/>
              </a:rPr>
              <a:t>L(ŷ, y)</a:t>
            </a:r>
          </a:p>
        </p:txBody>
      </p:sp>
      <p:sp>
        <p:nvSpPr>
          <p:cNvPr id="9" name="">
            <a:extLst xmlns:a="http://schemas.openxmlformats.org/drawingml/2006/main">
              <a:ext uri="{FF2B5EF4-FFF2-40B4-BE49-F238E27FC236}">
                <a16:creationId xmlns:a16="http://schemas.microsoft.com/office/drawing/2014/main" id="{76074420-EE60-4F6B-A574-B259B0DBDBCD}"/>
              </a:ext>
            </a:extLst>
          </p:cNvPr>
          <p:cNvSpPr>
            <a:spLocks xmlns:a="http://schemas.openxmlformats.org/drawingml/2006/main" noGrp="1"/>
          </p:cNvSpPr>
          <p:nvPr/>
        </p:nvSpPr>
        <p:spPr>
          <a:xfrm xmlns:a="http://schemas.openxmlformats.org/drawingml/2006/main">
            <a:off x="2324100" y="2333625"/>
            <a:ext cx="419100" cy="342900"/>
          </a:xfrm>
          <a:prstGeom xmlns:a="http://schemas.openxmlformats.org/drawingml/2006/main" prst="rightArrow">
            <a:avLst/>
          </a:prstGeom>
          <a:solidFill xmlns:a="http://schemas.openxmlformats.org/drawingml/2006/main">
            <a:srgbClr val="FFFFFF"/>
          </a:solidFill>
          <a:ln xmlns:a="http://schemas.openxmlformats.org/drawingml/2006/main" w="12383">
            <a:solidFill>
              <a:srgbClr val="CBD5E1"/>
            </a:solidFill>
            <a:prstDash val="solid"/>
          </a:ln>
        </p:spPr>
      </p:sp>
      <p:sp>
        <p:nvSpPr>
          <p:cNvPr id="10" name="">
            <a:extLst xmlns:a="http://schemas.openxmlformats.org/drawingml/2006/main">
              <a:ext uri="{FF2B5EF4-FFF2-40B4-BE49-F238E27FC236}">
                <a16:creationId xmlns:a16="http://schemas.microsoft.com/office/drawing/2014/main" id="{CBE8DB2E-10D8-46C7-BD9F-983293CCF334}"/>
              </a:ext>
            </a:extLst>
          </p:cNvPr>
          <p:cNvSpPr>
            <a:spLocks xmlns:a="http://schemas.openxmlformats.org/drawingml/2006/main" noGrp="1"/>
          </p:cNvSpPr>
          <p:nvPr/>
        </p:nvSpPr>
        <p:spPr>
          <a:xfrm xmlns:a="http://schemas.openxmlformats.org/drawingml/2006/main">
            <a:off x="4381500" y="2333625"/>
            <a:ext cx="419100" cy="342900"/>
          </a:xfrm>
          <a:prstGeom xmlns:a="http://schemas.openxmlformats.org/drawingml/2006/main" prst="rightArrow">
            <a:avLst/>
          </a:prstGeom>
          <a:solidFill xmlns:a="http://schemas.openxmlformats.org/drawingml/2006/main">
            <a:srgbClr val="FFFFFF"/>
          </a:solidFill>
          <a:ln xmlns:a="http://schemas.openxmlformats.org/drawingml/2006/main" w="12383">
            <a:solidFill>
              <a:srgbClr val="CBD5E1"/>
            </a:solidFill>
            <a:prstDash val="solid"/>
          </a:ln>
        </p:spPr>
      </p:sp>
      <p:sp>
        <p:nvSpPr>
          <p:cNvPr id="11" name="">
            <a:extLst xmlns:a="http://schemas.openxmlformats.org/drawingml/2006/main">
              <a:ext uri="{FF2B5EF4-FFF2-40B4-BE49-F238E27FC236}">
                <a16:creationId xmlns:a16="http://schemas.microsoft.com/office/drawing/2014/main" id="{F2EAA00E-ACDF-487C-B7EF-3D86FAE16258}"/>
              </a:ext>
            </a:extLst>
          </p:cNvPr>
          <p:cNvSpPr>
            <a:spLocks xmlns:a="http://schemas.openxmlformats.org/drawingml/2006/main" noGrp="1"/>
          </p:cNvSpPr>
          <p:nvPr/>
        </p:nvSpPr>
        <p:spPr>
          <a:xfrm xmlns:a="http://schemas.openxmlformats.org/drawingml/2006/main">
            <a:off x="6438900" y="2333625"/>
            <a:ext cx="419100" cy="342900"/>
          </a:xfrm>
          <a:prstGeom xmlns:a="http://schemas.openxmlformats.org/drawingml/2006/main" prst="rightArrow">
            <a:avLst/>
          </a:prstGeom>
          <a:solidFill xmlns:a="http://schemas.openxmlformats.org/drawingml/2006/main">
            <a:srgbClr val="FFFFFF"/>
          </a:solidFill>
          <a:ln xmlns:a="http://schemas.openxmlformats.org/drawingml/2006/main" w="12383">
            <a:solidFill>
              <a:srgbClr val="CBD5E1"/>
            </a:solidFill>
            <a:prstDash val="solid"/>
          </a:ln>
        </p:spPr>
      </p:sp>
      <p:sp>
        <p:nvSpPr>
          <p:cNvPr id="12" name="">
            <a:extLst xmlns:a="http://schemas.openxmlformats.org/drawingml/2006/main">
              <a:ext uri="{FF2B5EF4-FFF2-40B4-BE49-F238E27FC236}">
                <a16:creationId xmlns:a16="http://schemas.microsoft.com/office/drawing/2014/main" id="{E7D7C908-316A-49CB-8C70-050698F7A8B9}"/>
              </a:ext>
            </a:extLst>
          </p:cNvPr>
          <p:cNvSpPr>
            <a:spLocks xmlns:a="http://schemas.openxmlformats.org/drawingml/2006/main" noGrp="1"/>
          </p:cNvSpPr>
          <p:nvPr/>
        </p:nvSpPr>
        <p:spPr>
          <a:xfrm xmlns:a="http://schemas.openxmlformats.org/drawingml/2006/main">
            <a:off x="8496300" y="2333625"/>
            <a:ext cx="419100" cy="342900"/>
          </a:xfrm>
          <a:prstGeom xmlns:a="http://schemas.openxmlformats.org/drawingml/2006/main" prst="rightArrow">
            <a:avLst/>
          </a:prstGeom>
          <a:solidFill xmlns:a="http://schemas.openxmlformats.org/drawingml/2006/main">
            <a:srgbClr val="FFFFFF"/>
          </a:solidFill>
          <a:ln xmlns:a="http://schemas.openxmlformats.org/drawingml/2006/main" w="12383">
            <a:solidFill>
              <a:srgbClr val="CBD5E1"/>
            </a:solidFill>
            <a:prstDash val="solid"/>
          </a:ln>
        </p:spPr>
      </p:sp>
      <p:sp>
        <p:nvSpPr>
          <p:cNvPr id="13" name="">
            <a:extLst xmlns:a="http://schemas.openxmlformats.org/drawingml/2006/main">
              <a:ext uri="{FF2B5EF4-FFF2-40B4-BE49-F238E27FC236}">
                <a16:creationId xmlns:a16="http://schemas.microsoft.com/office/drawing/2014/main" id="{5FCE7D9E-A3DC-430E-AEF6-0C471A498B41}"/>
              </a:ext>
            </a:extLst>
          </p:cNvPr>
          <p:cNvSpPr>
            <a:spLocks xmlns:a="http://schemas.openxmlformats.org/drawingml/2006/main" noGrp="1"/>
          </p:cNvSpPr>
          <p:nvPr/>
        </p:nvSpPr>
        <p:spPr>
          <a:xfrm xmlns:a="http://schemas.openxmlformats.org/drawingml/2006/main">
            <a:off x="2714625" y="3028950"/>
            <a:ext cx="6524625" cy="2476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a:solidFill>
                  <a:srgbClr val="475569"/>
                </a:solidFill>
                <a:latin typeface="Calibri"/>
                <a:ea typeface="Calibri"/>
                <a:cs typeface="Calibri"/>
              </a:defRPr>
            </a:pPr>
            <a:r>
              <a:rPr sz="1200">
                <a:solidFill>
                  <a:srgbClr val="475569"/>
                </a:solidFill>
                <a:latin typeface="Calibri"/>
                <a:ea typeface="Calibri"/>
                <a:cs typeface="Calibri"/>
              </a:rPr>
              <a:t>forward: compute prediction and loss</a:t>
            </a:r>
          </a:p>
        </p:txBody>
      </p:sp>
      <p:sp>
        <p:nvSpPr>
          <p:cNvPr id="14" name="">
            <a:extLst xmlns:a="http://schemas.openxmlformats.org/drawingml/2006/main">
              <a:ext uri="{FF2B5EF4-FFF2-40B4-BE49-F238E27FC236}">
                <a16:creationId xmlns:a16="http://schemas.microsoft.com/office/drawing/2014/main" id="{90B2C52D-09D2-47AB-92B2-9783E5E8F420}"/>
              </a:ext>
            </a:extLst>
          </p:cNvPr>
          <p:cNvSpPr>
            <a:spLocks xmlns:a="http://schemas.openxmlformats.org/drawingml/2006/main" noGrp="1"/>
          </p:cNvSpPr>
          <p:nvPr/>
        </p:nvSpPr>
        <p:spPr>
          <a:xfrm xmlns:a="http://schemas.openxmlformats.org/drawingml/2006/main">
            <a:off x="8496300" y="3581400"/>
            <a:ext cx="419100" cy="342900"/>
          </a:xfrm>
          <a:prstGeom xmlns:a="http://schemas.openxmlformats.org/drawingml/2006/main" prst="leftArrow">
            <a:avLst/>
          </a:prstGeom>
          <a:solidFill xmlns:a="http://schemas.openxmlformats.org/drawingml/2006/main">
            <a:srgbClr val="FEE2E2"/>
          </a:solidFill>
          <a:ln xmlns:a="http://schemas.openxmlformats.org/drawingml/2006/main" w="12383">
            <a:solidFill>
              <a:srgbClr val="DC2626"/>
            </a:solidFill>
            <a:prstDash val="solid"/>
          </a:ln>
        </p:spPr>
      </p:sp>
      <p:sp>
        <p:nvSpPr>
          <p:cNvPr id="15" name="">
            <a:extLst xmlns:a="http://schemas.openxmlformats.org/drawingml/2006/main">
              <a:ext uri="{FF2B5EF4-FFF2-40B4-BE49-F238E27FC236}">
                <a16:creationId xmlns:a16="http://schemas.microsoft.com/office/drawing/2014/main" id="{6887A951-26B6-4C85-ACD4-F38B0A005C96}"/>
              </a:ext>
            </a:extLst>
          </p:cNvPr>
          <p:cNvSpPr>
            <a:spLocks xmlns:a="http://schemas.openxmlformats.org/drawingml/2006/main" noGrp="1"/>
          </p:cNvSpPr>
          <p:nvPr/>
        </p:nvSpPr>
        <p:spPr>
          <a:xfrm xmlns:a="http://schemas.openxmlformats.org/drawingml/2006/main">
            <a:off x="6438900" y="3581400"/>
            <a:ext cx="419100" cy="342900"/>
          </a:xfrm>
          <a:prstGeom xmlns:a="http://schemas.openxmlformats.org/drawingml/2006/main" prst="leftArrow">
            <a:avLst/>
          </a:prstGeom>
          <a:solidFill xmlns:a="http://schemas.openxmlformats.org/drawingml/2006/main">
            <a:srgbClr val="FEE2E2"/>
          </a:solidFill>
          <a:ln xmlns:a="http://schemas.openxmlformats.org/drawingml/2006/main" w="12383">
            <a:solidFill>
              <a:srgbClr val="DC2626"/>
            </a:solidFill>
            <a:prstDash val="solid"/>
          </a:ln>
        </p:spPr>
      </p:sp>
      <p:sp>
        <p:nvSpPr>
          <p:cNvPr id="16" name="">
            <a:extLst xmlns:a="http://schemas.openxmlformats.org/drawingml/2006/main">
              <a:ext uri="{FF2B5EF4-FFF2-40B4-BE49-F238E27FC236}">
                <a16:creationId xmlns:a16="http://schemas.microsoft.com/office/drawing/2014/main" id="{EBAD362B-C6B9-4735-B4AF-6F8696AFFD12}"/>
              </a:ext>
            </a:extLst>
          </p:cNvPr>
          <p:cNvSpPr>
            <a:spLocks xmlns:a="http://schemas.openxmlformats.org/drawingml/2006/main" noGrp="1"/>
          </p:cNvSpPr>
          <p:nvPr/>
        </p:nvSpPr>
        <p:spPr>
          <a:xfrm xmlns:a="http://schemas.openxmlformats.org/drawingml/2006/main">
            <a:off x="4381500" y="3581400"/>
            <a:ext cx="419100" cy="342900"/>
          </a:xfrm>
          <a:prstGeom xmlns:a="http://schemas.openxmlformats.org/drawingml/2006/main" prst="leftArrow">
            <a:avLst/>
          </a:prstGeom>
          <a:solidFill xmlns:a="http://schemas.openxmlformats.org/drawingml/2006/main">
            <a:srgbClr val="FEE2E2"/>
          </a:solidFill>
          <a:ln xmlns:a="http://schemas.openxmlformats.org/drawingml/2006/main" w="12383">
            <a:solidFill>
              <a:srgbClr val="DC2626"/>
            </a:solidFill>
            <a:prstDash val="solid"/>
          </a:ln>
        </p:spPr>
      </p:sp>
      <p:sp>
        <p:nvSpPr>
          <p:cNvPr id="17" name="">
            <a:extLst xmlns:a="http://schemas.openxmlformats.org/drawingml/2006/main">
              <a:ext uri="{FF2B5EF4-FFF2-40B4-BE49-F238E27FC236}">
                <a16:creationId xmlns:a16="http://schemas.microsoft.com/office/drawing/2014/main" id="{DBAEF5BE-B2C4-4B04-A55F-ACF70F60F55E}"/>
              </a:ext>
            </a:extLst>
          </p:cNvPr>
          <p:cNvSpPr>
            <a:spLocks xmlns:a="http://schemas.openxmlformats.org/drawingml/2006/main" noGrp="1"/>
          </p:cNvSpPr>
          <p:nvPr/>
        </p:nvSpPr>
        <p:spPr>
          <a:xfrm xmlns:a="http://schemas.openxmlformats.org/drawingml/2006/main">
            <a:off x="2324100" y="3581400"/>
            <a:ext cx="419100" cy="342900"/>
          </a:xfrm>
          <a:prstGeom xmlns:a="http://schemas.openxmlformats.org/drawingml/2006/main" prst="leftArrow">
            <a:avLst/>
          </a:prstGeom>
          <a:solidFill xmlns:a="http://schemas.openxmlformats.org/drawingml/2006/main">
            <a:srgbClr val="FEE2E2"/>
          </a:solidFill>
          <a:ln xmlns:a="http://schemas.openxmlformats.org/drawingml/2006/main" w="12383">
            <a:solidFill>
              <a:srgbClr val="DC2626"/>
            </a:solidFill>
            <a:prstDash val="solid"/>
          </a:ln>
        </p:spPr>
      </p:sp>
      <p:sp>
        <p:nvSpPr>
          <p:cNvPr id="18" name="">
            <a:extLst xmlns:a="http://schemas.openxmlformats.org/drawingml/2006/main">
              <a:ext uri="{FF2B5EF4-FFF2-40B4-BE49-F238E27FC236}">
                <a16:creationId xmlns:a16="http://schemas.microsoft.com/office/drawing/2014/main" id="{6559B95F-353D-45CF-92AC-E5DEB4C7DFB9}"/>
              </a:ext>
            </a:extLst>
          </p:cNvPr>
          <p:cNvSpPr>
            <a:spLocks xmlns:a="http://schemas.openxmlformats.org/drawingml/2006/main" noGrp="1"/>
          </p:cNvSpPr>
          <p:nvPr/>
        </p:nvSpPr>
        <p:spPr>
          <a:xfrm xmlns:a="http://schemas.openxmlformats.org/drawingml/2006/main">
            <a:off x="2714625" y="4057650"/>
            <a:ext cx="6524625" cy="2476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DC2626"/>
                </a:solidFill>
                <a:latin typeface="Calibri"/>
                <a:ea typeface="Calibri"/>
                <a:cs typeface="Calibri"/>
              </a:defRPr>
            </a:pPr>
            <a:r>
              <a:rPr sz="1200" b="1">
                <a:solidFill>
                  <a:srgbClr val="DC2626"/>
                </a:solidFill>
                <a:latin typeface="Calibri"/>
                <a:ea typeface="Calibri"/>
                <a:cs typeface="Calibri"/>
              </a:rPr>
              <a:t>backward: send ∂L/∂(·) from loss to weight</a:t>
            </a:r>
          </a:p>
        </p:txBody>
      </p:sp>
      <p:sp>
        <p:nvSpPr>
          <p:cNvPr id="19" name="">
            <a:extLst xmlns:a="http://schemas.openxmlformats.org/drawingml/2006/main">
              <a:ext uri="{FF2B5EF4-FFF2-40B4-BE49-F238E27FC236}">
                <a16:creationId xmlns:a16="http://schemas.microsoft.com/office/drawing/2014/main" id="{572EBCB0-5C53-4AED-AD1C-B63C56D16BD0}"/>
              </a:ext>
            </a:extLst>
          </p:cNvPr>
          <p:cNvSpPr>
            <a:spLocks xmlns:a="http://schemas.openxmlformats.org/drawingml/2006/main" noGrp="1"/>
          </p:cNvSpPr>
          <p:nvPr/>
        </p:nvSpPr>
        <p:spPr>
          <a:xfrm xmlns:a="http://schemas.openxmlformats.org/drawingml/2006/main">
            <a:off x="1114425" y="4648200"/>
            <a:ext cx="9963150" cy="638175"/>
          </a:xfrm>
          <a:prstGeom xmlns:a="http://schemas.openxmlformats.org/drawingml/2006/main" prst="roundRect">
            <a:avLst>
              <a:gd name="adj" fmla="val 11940"/>
            </a:avLst>
          </a:prstGeom>
          <a:solidFill xmlns:a="http://schemas.openxmlformats.org/drawingml/2006/main">
            <a:srgbClr val="FFF7ED"/>
          </a:solidFill>
          <a:ln xmlns:a="http://schemas.openxmlformats.org/drawingml/2006/main" w="15240">
            <a:solidFill>
              <a:srgbClr val="FB923C"/>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9A3412"/>
                </a:solidFill>
                <a:latin typeface="Calibri"/>
                <a:ea typeface="Calibri"/>
                <a:cs typeface="Calibri"/>
              </a:defRPr>
            </a:pPr>
            <a:r>
              <a:rPr sz="1725" b="1">
                <a:solidFill>
                  <a:srgbClr val="9A3412"/>
                </a:solidFill>
                <a:latin typeface="Calibri"/>
                <a:ea typeface="Calibri"/>
                <a:cs typeface="Calibri"/>
              </a:rPr>
              <a:t>∂L/∂w = (∂L/∂ŷ) × (∂ŷ/∂h) × (∂h/∂z) × (∂z/∂w)</a:t>
            </a:r>
          </a:p>
        </p:txBody>
      </p:sp>
      <p:sp>
        <p:nvSpPr>
          <p:cNvPr id="20" name="">
            <a:extLst xmlns:a="http://schemas.openxmlformats.org/drawingml/2006/main">
              <a:ext uri="{FF2B5EF4-FFF2-40B4-BE49-F238E27FC236}">
                <a16:creationId xmlns:a16="http://schemas.microsoft.com/office/drawing/2014/main" id="{EE7C3A3E-AE34-423D-ACE5-8142D6A1F896}"/>
              </a:ext>
            </a:extLst>
          </p:cNvPr>
          <p:cNvSpPr>
            <a:spLocks xmlns:a="http://schemas.openxmlformats.org/drawingml/2006/main" noGrp="1"/>
          </p:cNvSpPr>
          <p:nvPr/>
        </p:nvSpPr>
        <p:spPr>
          <a:xfrm xmlns:a="http://schemas.openxmlformats.org/drawingml/2006/main">
            <a:off x="2000250" y="5524500"/>
            <a:ext cx="8191500" cy="26670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F172A"/>
                </a:solidFill>
                <a:latin typeface="Calibri"/>
                <a:ea typeface="Calibri"/>
                <a:cs typeface="Calibri"/>
              </a:defRPr>
            </a:pPr>
            <a:r>
              <a:rPr sz="1350" b="1">
                <a:solidFill>
                  <a:srgbClr val="0F172A"/>
                </a:solidFill>
                <a:latin typeface="Calibri"/>
                <a:ea typeface="Calibri"/>
                <a:cs typeface="Calibri"/>
              </a:rPr>
              <a:t>Use this gradient to update the weight:   w ← w − η · ∂L/∂w</a:t>
            </a:r>
          </a:p>
        </p:txBody>
      </p:sp>
      <p:sp>
        <p:nvSpPr>
          <p:cNvPr id="21" name="">
            <a:extLst xmlns:a="http://schemas.openxmlformats.org/drawingml/2006/main">
              <a:ext uri="{FF2B5EF4-FFF2-40B4-BE49-F238E27FC236}">
                <a16:creationId xmlns:a16="http://schemas.microsoft.com/office/drawing/2014/main" id="{85C41A7C-352E-4752-9F43-55087A835052}"/>
              </a:ext>
            </a:extLst>
          </p:cNvPr>
          <p:cNvSpPr>
            <a:spLocks xmlns:a="http://schemas.openxmlformats.org/drawingml/2006/main" noGrp="1"/>
          </p:cNvSpPr>
          <p:nvPr/>
        </p:nvSpPr>
        <p:spPr>
          <a:xfrm xmlns:a="http://schemas.openxmlformats.org/drawingml/2006/main">
            <a:off x="11106150" y="6286500"/>
            <a:ext cx="457200" cy="20955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a:solidFill>
                  <a:srgbClr val="64748B"/>
                </a:solidFill>
                <a:latin typeface="Calibri"/>
                <a:ea typeface="Calibri"/>
                <a:cs typeface="Calibri"/>
              </a:defRPr>
            </a:pPr>
            <a:r>
              <a:rPr sz="975">
                <a:solidFill>
                  <a:srgbClr val="64748B"/>
                </a:solidFill>
                <a:latin typeface="Calibri"/>
                <a:ea typeface="Calibri"/>
                <a:cs typeface="Calibri"/>
              </a:rPr>
              <a:t>23</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24</a:t>
            </a:r>
          </a:p>
        </p:txBody>
      </p:sp>
    </p:spTree>
    <p:extLst>
      <p:ext uri="{BB962C8B-B14F-4D97-AF65-F5344CB8AC3E}">
        <p14:creationId xmlns:p14="http://schemas.microsoft.com/office/powerpoint/2010/main" val="15769141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1a868853380436b"/>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25</a:t>
            </a:r>
          </a:p>
        </p:txBody>
      </p:sp>
    </p:spTree>
    <p:extLst>
      <p:ext uri="{BB962C8B-B14F-4D97-AF65-F5344CB8AC3E}">
        <p14:creationId xmlns:p14="http://schemas.microsoft.com/office/powerpoint/2010/main" val="1056219267"/>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26</a:t>
            </a:r>
          </a:p>
        </p:txBody>
      </p:sp>
    </p:spTree>
    <p:extLst>
      <p:ext uri="{BB962C8B-B14F-4D97-AF65-F5344CB8AC3E}">
        <p14:creationId xmlns:p14="http://schemas.microsoft.com/office/powerpoint/2010/main" val="712348801"/>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27</a:t>
            </a:r>
          </a:p>
        </p:txBody>
      </p:sp>
    </p:spTree>
    <p:extLst>
      <p:ext uri="{BB962C8B-B14F-4D97-AF65-F5344CB8AC3E}">
        <p14:creationId xmlns:p14="http://schemas.microsoft.com/office/powerpoint/2010/main" val="1091084925"/>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28</a:t>
            </a:r>
          </a:p>
        </p:txBody>
      </p:sp>
    </p:spTree>
    <p:extLst>
      <p:ext uri="{BB962C8B-B14F-4D97-AF65-F5344CB8AC3E}">
        <p14:creationId xmlns:p14="http://schemas.microsoft.com/office/powerpoint/2010/main" val="270388214"/>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29</a:t>
            </a:r>
          </a:p>
        </p:txBody>
      </p:sp>
    </p:spTree>
    <p:extLst>
      <p:ext uri="{BB962C8B-B14F-4D97-AF65-F5344CB8AC3E}">
        <p14:creationId xmlns:p14="http://schemas.microsoft.com/office/powerpoint/2010/main" val="1762589039"/>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30</a:t>
            </a:r>
          </a:p>
        </p:txBody>
      </p:sp>
    </p:spTree>
    <p:extLst>
      <p:ext uri="{BB962C8B-B14F-4D97-AF65-F5344CB8AC3E}">
        <p14:creationId xmlns:p14="http://schemas.microsoft.com/office/powerpoint/2010/main" val="737338533"/>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31</a:t>
            </a:r>
          </a:p>
        </p:txBody>
      </p:sp>
    </p:spTree>
    <p:extLst>
      <p:ext uri="{BB962C8B-B14F-4D97-AF65-F5344CB8AC3E}">
        <p14:creationId xmlns:p14="http://schemas.microsoft.com/office/powerpoint/2010/main" val="408320693"/>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32</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5a082aea986f4df0"/>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33</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2309c4ce183349ae"/>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34</a:t>
            </a:r>
          </a:p>
        </p:txBody>
      </p:sp>
    </p:spTree>
    <p:extLst>
      <p:ext uri="{BB962C8B-B14F-4D97-AF65-F5344CB8AC3E}">
        <p14:creationId xmlns:p14="http://schemas.microsoft.com/office/powerpoint/2010/main" val="435666479"/>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35</a:t>
            </a:r>
          </a:p>
        </p:txBody>
      </p:sp>
    </p:spTree>
    <p:extLst>
      <p:ext uri="{BB962C8B-B14F-4D97-AF65-F5344CB8AC3E}">
        <p14:creationId xmlns:p14="http://schemas.microsoft.com/office/powerpoint/2010/main" val="45873292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36</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37</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38</a:t>
            </a:r>
          </a:p>
        </p:txBody>
      </p:sp>
    </p:spTree>
    <p:extLst>
      <p:ext uri="{BB962C8B-B14F-4D97-AF65-F5344CB8AC3E}">
        <p14:creationId xmlns:p14="http://schemas.microsoft.com/office/powerpoint/2010/main" val="655262600"/>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39</a:t>
            </a:r>
          </a:p>
        </p:txBody>
      </p:sp>
    </p:spTree>
    <p:extLst>
      <p:ext uri="{BB962C8B-B14F-4D97-AF65-F5344CB8AC3E}">
        <p14:creationId xmlns:p14="http://schemas.microsoft.com/office/powerpoint/2010/main" val="1405910038"/>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40</a:t>
            </a:r>
          </a:p>
        </p:txBody>
      </p:sp>
    </p:spTree>
    <p:extLst>
      <p:ext uri="{BB962C8B-B14F-4D97-AF65-F5344CB8AC3E}">
        <p14:creationId xmlns:p14="http://schemas.microsoft.com/office/powerpoint/2010/main" val="1545959761"/>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41</a:t>
            </a:r>
          </a:p>
        </p:txBody>
      </p:sp>
    </p:spTree>
    <p:extLst>
      <p:ext uri="{BB962C8B-B14F-4D97-AF65-F5344CB8AC3E}">
        <p14:creationId xmlns:p14="http://schemas.microsoft.com/office/powerpoint/2010/main" val="490774053"/>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42</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1dd248f33b374898"/>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43</a:t>
            </a:r>
          </a:p>
        </p:txBody>
      </p:sp>
    </p:spTree>
    <p:extLst>
      <p:ext uri="{BB962C8B-B14F-4D97-AF65-F5344CB8AC3E}">
        <p14:creationId xmlns:p14="http://schemas.microsoft.com/office/powerpoint/2010/main" val="1285993044"/>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44</a:t>
            </a:r>
          </a:p>
        </p:txBody>
      </p:sp>
    </p:spTree>
    <p:extLst>
      <p:ext uri="{BB962C8B-B14F-4D97-AF65-F5344CB8AC3E}">
        <p14:creationId xmlns:p14="http://schemas.microsoft.com/office/powerpoint/2010/main" val="785148979"/>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45</a:t>
            </a:r>
          </a:p>
        </p:txBody>
      </p:sp>
    </p:spTree>
    <p:extLst>
      <p:ext uri="{BB962C8B-B14F-4D97-AF65-F5344CB8AC3E}">
        <p14:creationId xmlns:p14="http://schemas.microsoft.com/office/powerpoint/2010/main" val="1107660352"/>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46</a:t>
            </a:r>
          </a:p>
        </p:txBody>
      </p:sp>
    </p:spTree>
    <p:extLst>
      <p:ext uri="{BB962C8B-B14F-4D97-AF65-F5344CB8AC3E}">
        <p14:creationId xmlns:p14="http://schemas.microsoft.com/office/powerpoint/2010/main" val="581387420"/>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47</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62471a2d4554caf"/>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48</a:t>
            </a:r>
          </a:p>
        </p:txBody>
      </p:sp>
    </p:spTree>
    <p:extLst>
      <p:ext uri="{BB962C8B-B14F-4D97-AF65-F5344CB8AC3E}">
        <p14:creationId xmlns:p14="http://schemas.microsoft.com/office/powerpoint/2010/main" val="1251961071"/>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49</a:t>
            </a:r>
          </a:p>
        </p:txBody>
      </p:sp>
    </p:spTree>
    <p:extLst>
      <p:ext uri="{BB962C8B-B14F-4D97-AF65-F5344CB8AC3E}">
        <p14:creationId xmlns:p14="http://schemas.microsoft.com/office/powerpoint/2010/main" val="1356232467"/>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50</a:t>
            </a:r>
          </a:p>
        </p:txBody>
      </p:sp>
    </p:spTree>
    <p:extLst>
      <p:ext uri="{BB962C8B-B14F-4D97-AF65-F5344CB8AC3E}">
        <p14:creationId xmlns:p14="http://schemas.microsoft.com/office/powerpoint/2010/main" val="1267576482"/>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51</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52</a:t>
            </a:r>
          </a:p>
        </p:txBody>
      </p:sp>
    </p:spTree>
    <p:extLst>
      <p:ext uri="{BB962C8B-B14F-4D97-AF65-F5344CB8AC3E}">
        <p14:creationId xmlns:p14="http://schemas.microsoft.com/office/powerpoint/2010/main" val="1163744220"/>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53</a:t>
            </a:r>
          </a:p>
        </p:txBody>
      </p:sp>
    </p:spTree>
    <p:extLst>
      <p:ext uri="{BB962C8B-B14F-4D97-AF65-F5344CB8AC3E}">
        <p14:creationId xmlns:p14="http://schemas.microsoft.com/office/powerpoint/2010/main" val="191703006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54</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5d30ccb8f513419a">
            <a:extLst>
              <a:ext uri="{96DAC541-7B7A-43D3-8B79-37D633B846F1}">
                <asvg:svgBlip xmlns:asvg="http://schemas.microsoft.com/office/drawing/2016/SVG/main" r:embed="Rcc4ee20a34ff461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55</a:t>
            </a:r>
          </a:p>
        </p:txBody>
      </p:sp>
    </p:spTree>
    <p:extLst>
      <p:ext uri="{BB962C8B-B14F-4D97-AF65-F5344CB8AC3E}">
        <p14:creationId xmlns:p14="http://schemas.microsoft.com/office/powerpoint/2010/main" val="128590779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56</a:t>
            </a:r>
          </a:p>
        </p:txBody>
      </p:sp>
    </p:spTree>
    <p:extLst>
      <p:ext uri="{BB962C8B-B14F-4D97-AF65-F5344CB8AC3E}">
        <p14:creationId xmlns:p14="http://schemas.microsoft.com/office/powerpoint/2010/main" val="209451297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57</a:t>
            </a:r>
          </a:p>
        </p:txBody>
      </p:sp>
    </p:spTree>
    <p:extLst>
      <p:ext uri="{BB962C8B-B14F-4D97-AF65-F5344CB8AC3E}">
        <p14:creationId xmlns:p14="http://schemas.microsoft.com/office/powerpoint/2010/main" val="892122378"/>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58</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789af85a0814539"/>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59</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ae7a608c534a4f74"/>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60</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7a8370544699451f"/>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61</a:t>
            </a:r>
          </a:p>
        </p:txBody>
      </p:sp>
    </p:spTree>
    <p:extLst>
      <p:ext uri="{BB962C8B-B14F-4D97-AF65-F5344CB8AC3E}">
        <p14:creationId xmlns:p14="http://schemas.microsoft.com/office/powerpoint/2010/main" val="878734957"/>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62</a:t>
            </a:r>
          </a:p>
        </p:txBody>
      </p:sp>
    </p:spTree>
    <p:extLst>
      <p:ext uri="{BB962C8B-B14F-4D97-AF65-F5344CB8AC3E}">
        <p14:creationId xmlns:p14="http://schemas.microsoft.com/office/powerpoint/2010/main" val="1036701651"/>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4748B"/>
                </a:solidFill>
                <a:latin typeface="Calibri"/>
                <a:ea typeface="Calibri"/>
                <a:cs typeface="Calibri"/>
              </a:defRPr>
            </a:pPr>
            <a:r>
              <a:rPr sz="975" b="0">
                <a:solidFill>
                  <a:srgbClr val="64748B"/>
                </a:solidFill>
                <a:latin typeface="Calibri"/>
                <a:ea typeface="Calibri"/>
                <a:cs typeface="Calibri"/>
              </a:rPr>
              <a:t>63</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2026-07-27T14:49:47.9600000Z</dcterms:created>
  <dcterms:modified xsi:type="dcterms:W3CDTF">2026-07-27T14:49:47.9600000Z</dcterms:modified>
</coreProperties>
</file>