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773ad91612410e" /><Relationship Type="http://schemas.openxmlformats.org/officeDocument/2006/relationships/extended-properties" Target="/docProps/app.xml" Id="R67512e5a7c9e4759" /><Relationship Type="http://schemas.openxmlformats.org/officeDocument/2006/relationships/officeDocument" Target="/ppt/presentation.xml" Id="Re885ab998f534e13" /></Relationships>
</file>

<file path=ppt/presentation.xml><?xml version="1.0" encoding="utf-8"?>
<p:presentation xmlns:p="http://schemas.openxmlformats.org/presentationml/2006/main">
  <p:sldMasterIdLst>
    <p:sldMasterId xmlns:r="http://schemas.openxmlformats.org/officeDocument/2006/relationships" id="2147483648" r:id="Rd5a350708e3d42d0"/>
  </p:sldMasterIdLst>
  <p:notesMasterIdLst>
    <p:notesMasterId xmlns:r="http://schemas.openxmlformats.org/officeDocument/2006/relationships" r:id="Rcef1b4b6ac2b4de2"/>
  </p:notesMasterIdLst>
  <p:sldIdLst>
    <p:sldId xmlns:r="http://schemas.openxmlformats.org/officeDocument/2006/relationships" id="256" r:id="R654976755371400f"/>
    <p:sldId xmlns:r="http://schemas.openxmlformats.org/officeDocument/2006/relationships" id="257" r:id="Rbc5102a5957d4184"/>
    <p:sldId xmlns:r="http://schemas.openxmlformats.org/officeDocument/2006/relationships" id="258" r:id="Re55bb6289ba6463b"/>
    <p:sldId xmlns:r="http://schemas.openxmlformats.org/officeDocument/2006/relationships" id="259" r:id="R45a1f8a319de4e94"/>
    <p:sldId xmlns:r="http://schemas.openxmlformats.org/officeDocument/2006/relationships" id="260" r:id="R457b5a4f54684da8"/>
    <p:sldId xmlns:r="http://schemas.openxmlformats.org/officeDocument/2006/relationships" id="261" r:id="R6fe997b062174ca2"/>
    <p:sldId xmlns:r="http://schemas.openxmlformats.org/officeDocument/2006/relationships" id="262" r:id="R37766587f0c24a07"/>
    <p:sldId xmlns:r="http://schemas.openxmlformats.org/officeDocument/2006/relationships" id="263" r:id="Re16edffb8d9d44be"/>
    <p:sldId xmlns:r="http://schemas.openxmlformats.org/officeDocument/2006/relationships" id="264" r:id="R17cd1aaad6c941ac"/>
    <p:sldId xmlns:r="http://schemas.openxmlformats.org/officeDocument/2006/relationships" id="265" r:id="Raaf3566ef70f4d94"/>
    <p:sldId xmlns:r="http://schemas.openxmlformats.org/officeDocument/2006/relationships" id="266" r:id="R0844176b2f0547f3"/>
    <p:sldId xmlns:r="http://schemas.openxmlformats.org/officeDocument/2006/relationships" id="267" r:id="Rec302cf358524d1e"/>
    <p:sldId xmlns:r="http://schemas.openxmlformats.org/officeDocument/2006/relationships" id="268" r:id="R7ffb84d8d3bd4b0e"/>
    <p:sldId xmlns:r="http://schemas.openxmlformats.org/officeDocument/2006/relationships" id="269" r:id="R0677b4c3ee65410f"/>
    <p:sldId xmlns:r="http://schemas.openxmlformats.org/officeDocument/2006/relationships" id="270" r:id="R351e5f5089aa4da0"/>
    <p:sldId xmlns:r="http://schemas.openxmlformats.org/officeDocument/2006/relationships" id="271" r:id="R8eb8aa6ebca0425e"/>
    <p:sldId xmlns:r="http://schemas.openxmlformats.org/officeDocument/2006/relationships" id="272" r:id="R015ad7af86564503"/>
    <p:sldId xmlns:r="http://schemas.openxmlformats.org/officeDocument/2006/relationships" id="273" r:id="R2af81443c7134f97"/>
    <p:sldId xmlns:r="http://schemas.openxmlformats.org/officeDocument/2006/relationships" id="274" r:id="Rf74faada12504fc4"/>
    <p:sldId xmlns:r="http://schemas.openxmlformats.org/officeDocument/2006/relationships" id="275" r:id="Rd57509bbfc1a4e02"/>
    <p:sldId xmlns:r="http://schemas.openxmlformats.org/officeDocument/2006/relationships" id="276" r:id="R96d08a224d484dce"/>
    <p:sldId xmlns:r="http://schemas.openxmlformats.org/officeDocument/2006/relationships" id="277" r:id="R1208294d12b5479c"/>
    <p:sldId xmlns:r="http://schemas.openxmlformats.org/officeDocument/2006/relationships" id="278" r:id="R2eb043e163fc4899"/>
    <p:sldId xmlns:r="http://schemas.openxmlformats.org/officeDocument/2006/relationships" id="279" r:id="Rd2b156a3a16144d7"/>
    <p:sldId xmlns:r="http://schemas.openxmlformats.org/officeDocument/2006/relationships" id="280" r:id="R71dce76d5f5241c8"/>
    <p:sldId xmlns:r="http://schemas.openxmlformats.org/officeDocument/2006/relationships" id="281" r:id="R6ccdf6d681644306"/>
    <p:sldId xmlns:r="http://schemas.openxmlformats.org/officeDocument/2006/relationships" id="282" r:id="Rf1ebda31640540b1"/>
    <p:sldId xmlns:r="http://schemas.openxmlformats.org/officeDocument/2006/relationships" id="283" r:id="R1b4f0e5ecc6646e3"/>
    <p:sldId xmlns:r="http://schemas.openxmlformats.org/officeDocument/2006/relationships" id="284" r:id="R798e83fb40ec4b46"/>
    <p:sldId xmlns:r="http://schemas.openxmlformats.org/officeDocument/2006/relationships" id="285" r:id="Rea35e226f7a042e3"/>
    <p:sldId xmlns:r="http://schemas.openxmlformats.org/officeDocument/2006/relationships" id="286" r:id="R38d7292cc1f04020"/>
    <p:sldId xmlns:r="http://schemas.openxmlformats.org/officeDocument/2006/relationships" id="287" r:id="R5753f0cd6ff94d83"/>
    <p:sldId xmlns:r="http://schemas.openxmlformats.org/officeDocument/2006/relationships" id="288" r:id="R099ee1a805214f41"/>
    <p:sldId xmlns:r="http://schemas.openxmlformats.org/officeDocument/2006/relationships" id="289" r:id="Rce5a4d8531094928"/>
    <p:sldId xmlns:r="http://schemas.openxmlformats.org/officeDocument/2006/relationships" id="290" r:id="R50326344c5954b98"/>
    <p:sldId xmlns:r="http://schemas.openxmlformats.org/officeDocument/2006/relationships" id="291" r:id="R1df2f439956e439c"/>
    <p:sldId xmlns:r="http://schemas.openxmlformats.org/officeDocument/2006/relationships" id="292" r:id="Rb6989ef925454b57"/>
    <p:sldId xmlns:r="http://schemas.openxmlformats.org/officeDocument/2006/relationships" id="293" r:id="Rbabeb49afc624e1e"/>
    <p:sldId xmlns:r="http://schemas.openxmlformats.org/officeDocument/2006/relationships" id="294" r:id="R3eeb1e0878ff416e"/>
    <p:sldId xmlns:r="http://schemas.openxmlformats.org/officeDocument/2006/relationships" id="295" r:id="Rb56f85df4e3c4764"/>
    <p:sldId xmlns:r="http://schemas.openxmlformats.org/officeDocument/2006/relationships" id="296" r:id="R90124f325a6f410d"/>
    <p:sldId xmlns:r="http://schemas.openxmlformats.org/officeDocument/2006/relationships" id="297" r:id="R59816a7b43e7451e"/>
    <p:sldId xmlns:r="http://schemas.openxmlformats.org/officeDocument/2006/relationships" id="298" r:id="R111b9e74466940b7"/>
    <p:sldId xmlns:r="http://schemas.openxmlformats.org/officeDocument/2006/relationships" id="299" r:id="R88ec3384f3834867"/>
    <p:sldId xmlns:r="http://schemas.openxmlformats.org/officeDocument/2006/relationships" id="300" r:id="R2c1fe9f2175b4256"/>
    <p:sldId xmlns:r="http://schemas.openxmlformats.org/officeDocument/2006/relationships" id="301" r:id="R276ac62ee5a64832"/>
    <p:sldId xmlns:r="http://schemas.openxmlformats.org/officeDocument/2006/relationships" id="302" r:id="R82d2665ad7d74497"/>
    <p:sldId xmlns:r="http://schemas.openxmlformats.org/officeDocument/2006/relationships" id="303" r:id="R2eeb822c331d450c"/>
    <p:sldId xmlns:r="http://schemas.openxmlformats.org/officeDocument/2006/relationships" id="304" r:id="Ra05d3732e4f34301"/>
    <p:sldId xmlns:r="http://schemas.openxmlformats.org/officeDocument/2006/relationships" id="305" r:id="R84c7899b3f3a48fd"/>
    <p:sldId xmlns:r="http://schemas.openxmlformats.org/officeDocument/2006/relationships" id="306" r:id="Rda41688ccc704871"/>
    <p:sldId xmlns:r="http://schemas.openxmlformats.org/officeDocument/2006/relationships" id="307" r:id="R6047ee3e2e8c4af4"/>
    <p:sldId xmlns:r="http://schemas.openxmlformats.org/officeDocument/2006/relationships" id="308" r:id="Rf8a37a3f29534b3b"/>
    <p:sldId xmlns:r="http://schemas.openxmlformats.org/officeDocument/2006/relationships" id="309" r:id="Rd0be3d46bfee4dc4"/>
    <p:sldId xmlns:r="http://schemas.openxmlformats.org/officeDocument/2006/relationships" id="310" r:id="R934980c4d65b4280"/>
    <p:sldId xmlns:r="http://schemas.openxmlformats.org/officeDocument/2006/relationships" id="311" r:id="R604b1481c76d4d2b"/>
    <p:sldId xmlns:r="http://schemas.openxmlformats.org/officeDocument/2006/relationships" id="312" r:id="Rd2f1d5c21cde4724"/>
    <p:sldId xmlns:r="http://schemas.openxmlformats.org/officeDocument/2006/relationships" id="313" r:id="Rfb4c0c8e16fd4904"/>
    <p:sldId xmlns:r="http://schemas.openxmlformats.org/officeDocument/2006/relationships" id="314" r:id="R3ab469ff847847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2c20a74d1b74b44" /><Relationship Type="http://schemas.openxmlformats.org/officeDocument/2006/relationships/slideMaster" Target="/ppt/slideMasters/slideMaster1.xml" Id="Rd5a350708e3d42d0" /><Relationship Type="http://schemas.openxmlformats.org/officeDocument/2006/relationships/notesMaster" Target="/ppt/notesMasters/notesMaster1.xml" Id="Rcef1b4b6ac2b4de2" /><Relationship Type="http://schemas.openxmlformats.org/officeDocument/2006/relationships/presProps" Target="/ppt/presProps.xml" Id="R3090375b22ab4f51" /><Relationship Type="http://schemas.openxmlformats.org/officeDocument/2006/relationships/viewProps" Target="/ppt/viewProps.xml" Id="Ra4e4374e44b04520" /><Relationship Type="http://schemas.openxmlformats.org/officeDocument/2006/relationships/tableStyles" Target="/ppt/tableStyles.xml" Id="Rdfd8339febed48c6" /><Relationship Type="http://schemas.openxmlformats.org/officeDocument/2006/relationships/slide" Target="/ppt/slides/slide1.xml" Id="R654976755371400f" /><Relationship Type="http://schemas.openxmlformats.org/officeDocument/2006/relationships/slide" Target="/ppt/slides/slide2.xml" Id="Rbc5102a5957d4184" /><Relationship Type="http://schemas.openxmlformats.org/officeDocument/2006/relationships/slide" Target="/ppt/slides/slide3.xml" Id="Re55bb6289ba6463b" /><Relationship Type="http://schemas.openxmlformats.org/officeDocument/2006/relationships/slide" Target="/ppt/slides/slide4.xml" Id="R45a1f8a319de4e94" /><Relationship Type="http://schemas.openxmlformats.org/officeDocument/2006/relationships/slide" Target="/ppt/slides/slide5.xml" Id="R457b5a4f54684da8" /><Relationship Type="http://schemas.openxmlformats.org/officeDocument/2006/relationships/slide" Target="/ppt/slides/slide6.xml" Id="R6fe997b062174ca2" /><Relationship Type="http://schemas.openxmlformats.org/officeDocument/2006/relationships/slide" Target="/ppt/slides/slide7.xml" Id="R37766587f0c24a07" /><Relationship Type="http://schemas.openxmlformats.org/officeDocument/2006/relationships/slide" Target="/ppt/slides/slide8.xml" Id="Re16edffb8d9d44be" /><Relationship Type="http://schemas.openxmlformats.org/officeDocument/2006/relationships/slide" Target="/ppt/slides/slide9.xml" Id="R17cd1aaad6c941ac" /><Relationship Type="http://schemas.openxmlformats.org/officeDocument/2006/relationships/slide" Target="/ppt/slides/slide10.xml" Id="Raaf3566ef70f4d94" /><Relationship Type="http://schemas.openxmlformats.org/officeDocument/2006/relationships/slide" Target="/ppt/slides/slide11.xml" Id="R0844176b2f0547f3" /><Relationship Type="http://schemas.openxmlformats.org/officeDocument/2006/relationships/slide" Target="/ppt/slides/slide12.xml" Id="Rec302cf358524d1e" /><Relationship Type="http://schemas.openxmlformats.org/officeDocument/2006/relationships/slide" Target="/ppt/slides/slide13.xml" Id="R7ffb84d8d3bd4b0e" /><Relationship Type="http://schemas.openxmlformats.org/officeDocument/2006/relationships/slide" Target="/ppt/slides/slide14.xml" Id="R0677b4c3ee65410f" /><Relationship Type="http://schemas.openxmlformats.org/officeDocument/2006/relationships/slide" Target="/ppt/slides/slide15.xml" Id="R351e5f5089aa4da0" /><Relationship Type="http://schemas.openxmlformats.org/officeDocument/2006/relationships/slide" Target="/ppt/slides/slide16.xml" Id="R8eb8aa6ebca0425e" /><Relationship Type="http://schemas.openxmlformats.org/officeDocument/2006/relationships/slide" Target="/ppt/slides/slide17.xml" Id="R015ad7af86564503" /><Relationship Type="http://schemas.openxmlformats.org/officeDocument/2006/relationships/slide" Target="/ppt/slides/slide18.xml" Id="R2af81443c7134f97" /><Relationship Type="http://schemas.openxmlformats.org/officeDocument/2006/relationships/slide" Target="/ppt/slides/slide19.xml" Id="Rf74faada12504fc4" /><Relationship Type="http://schemas.openxmlformats.org/officeDocument/2006/relationships/slide" Target="/ppt/slides/slide20.xml" Id="Rd57509bbfc1a4e02" /><Relationship Type="http://schemas.openxmlformats.org/officeDocument/2006/relationships/slide" Target="/ppt/slides/slide21.xml" Id="R96d08a224d484dce" /><Relationship Type="http://schemas.openxmlformats.org/officeDocument/2006/relationships/slide" Target="/ppt/slides/slide22.xml" Id="R1208294d12b5479c" /><Relationship Type="http://schemas.openxmlformats.org/officeDocument/2006/relationships/slide" Target="/ppt/slides/slide23.xml" Id="R2eb043e163fc4899" /><Relationship Type="http://schemas.openxmlformats.org/officeDocument/2006/relationships/slide" Target="/ppt/slides/slide24.xml" Id="Rd2b156a3a16144d7" /><Relationship Type="http://schemas.openxmlformats.org/officeDocument/2006/relationships/slide" Target="/ppt/slides/slide25.xml" Id="R71dce76d5f5241c8" /><Relationship Type="http://schemas.openxmlformats.org/officeDocument/2006/relationships/slide" Target="/ppt/slides/slide26.xml" Id="R6ccdf6d681644306" /><Relationship Type="http://schemas.openxmlformats.org/officeDocument/2006/relationships/slide" Target="/ppt/slides/slide27.xml" Id="Rf1ebda31640540b1" /><Relationship Type="http://schemas.openxmlformats.org/officeDocument/2006/relationships/slide" Target="/ppt/slides/slide28.xml" Id="R1b4f0e5ecc6646e3" /><Relationship Type="http://schemas.openxmlformats.org/officeDocument/2006/relationships/slide" Target="/ppt/slides/slide29.xml" Id="R798e83fb40ec4b46" /><Relationship Type="http://schemas.openxmlformats.org/officeDocument/2006/relationships/slide" Target="/ppt/slides/slide30.xml" Id="Rea35e226f7a042e3" /><Relationship Type="http://schemas.openxmlformats.org/officeDocument/2006/relationships/slide" Target="/ppt/slides/slide31.xml" Id="R38d7292cc1f04020" /><Relationship Type="http://schemas.openxmlformats.org/officeDocument/2006/relationships/slide" Target="/ppt/slides/slide32.xml" Id="R5753f0cd6ff94d83" /><Relationship Type="http://schemas.openxmlformats.org/officeDocument/2006/relationships/slide" Target="/ppt/slides/slide33.xml" Id="R099ee1a805214f41" /><Relationship Type="http://schemas.openxmlformats.org/officeDocument/2006/relationships/slide" Target="/ppt/slides/slide34.xml" Id="Rce5a4d8531094928" /><Relationship Type="http://schemas.openxmlformats.org/officeDocument/2006/relationships/slide" Target="/ppt/slides/slide35.xml" Id="R50326344c5954b98" /><Relationship Type="http://schemas.openxmlformats.org/officeDocument/2006/relationships/slide" Target="/ppt/slides/slide36.xml" Id="R1df2f439956e439c" /><Relationship Type="http://schemas.openxmlformats.org/officeDocument/2006/relationships/slide" Target="/ppt/slides/slide37.xml" Id="Rb6989ef925454b57" /><Relationship Type="http://schemas.openxmlformats.org/officeDocument/2006/relationships/slide" Target="/ppt/slides/slide38.xml" Id="Rbabeb49afc624e1e" /><Relationship Type="http://schemas.openxmlformats.org/officeDocument/2006/relationships/slide" Target="/ppt/slides/slide39.xml" Id="R3eeb1e0878ff416e" /><Relationship Type="http://schemas.openxmlformats.org/officeDocument/2006/relationships/slide" Target="/ppt/slides/slide40.xml" Id="Rb56f85df4e3c4764" /><Relationship Type="http://schemas.openxmlformats.org/officeDocument/2006/relationships/slide" Target="/ppt/slides/slide41.xml" Id="R90124f325a6f410d" /><Relationship Type="http://schemas.openxmlformats.org/officeDocument/2006/relationships/slide" Target="/ppt/slides/slide42.xml" Id="R59816a7b43e7451e" /><Relationship Type="http://schemas.openxmlformats.org/officeDocument/2006/relationships/slide" Target="/ppt/slides/slide43.xml" Id="R111b9e74466940b7" /><Relationship Type="http://schemas.openxmlformats.org/officeDocument/2006/relationships/slide" Target="/ppt/slides/slide44.xml" Id="R88ec3384f3834867" /><Relationship Type="http://schemas.openxmlformats.org/officeDocument/2006/relationships/slide" Target="/ppt/slides/slide45.xml" Id="R2c1fe9f2175b4256" /><Relationship Type="http://schemas.openxmlformats.org/officeDocument/2006/relationships/slide" Target="/ppt/slides/slide46.xml" Id="R276ac62ee5a64832" /><Relationship Type="http://schemas.openxmlformats.org/officeDocument/2006/relationships/slide" Target="/ppt/slides/slide47.xml" Id="R82d2665ad7d74497" /><Relationship Type="http://schemas.openxmlformats.org/officeDocument/2006/relationships/slide" Target="/ppt/slides/slide48.xml" Id="R2eeb822c331d450c" /><Relationship Type="http://schemas.openxmlformats.org/officeDocument/2006/relationships/slide" Target="/ppt/slides/slide49.xml" Id="Ra05d3732e4f34301" /><Relationship Type="http://schemas.openxmlformats.org/officeDocument/2006/relationships/slide" Target="/ppt/slides/slide50.xml" Id="R84c7899b3f3a48fd" /><Relationship Type="http://schemas.openxmlformats.org/officeDocument/2006/relationships/slide" Target="/ppt/slides/slide51.xml" Id="Rda41688ccc704871" /><Relationship Type="http://schemas.openxmlformats.org/officeDocument/2006/relationships/slide" Target="/ppt/slides/slide52.xml" Id="R6047ee3e2e8c4af4" /><Relationship Type="http://schemas.openxmlformats.org/officeDocument/2006/relationships/slide" Target="/ppt/slides/slide53.xml" Id="Rf8a37a3f29534b3b" /><Relationship Type="http://schemas.openxmlformats.org/officeDocument/2006/relationships/slide" Target="/ppt/slides/slide54.xml" Id="Rd0be3d46bfee4dc4" /><Relationship Type="http://schemas.openxmlformats.org/officeDocument/2006/relationships/slide" Target="/ppt/slides/slide55.xml" Id="R934980c4d65b4280" /><Relationship Type="http://schemas.openxmlformats.org/officeDocument/2006/relationships/slide" Target="/ppt/slides/slide56.xml" Id="R604b1481c76d4d2b" /><Relationship Type="http://schemas.openxmlformats.org/officeDocument/2006/relationships/slide" Target="/ppt/slides/slide57.xml" Id="Rd2f1d5c21cde4724" /><Relationship Type="http://schemas.openxmlformats.org/officeDocument/2006/relationships/slide" Target="/ppt/slides/slide58.xml" Id="Rfb4c0c8e16fd4904" /><Relationship Type="http://schemas.openxmlformats.org/officeDocument/2006/relationships/slide" Target="/ppt/slides/slide59.xml" Id="R3ab469ff8478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9c136acf064a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d352f4288a4e34" /><Relationship Type="http://schemas.openxmlformats.org/officeDocument/2006/relationships/notesMaster" Target="/ppt/notesMasters/notesMaster1.xml" Id="Rd1bfb4e18dfb4b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f98b6318204263" /><Relationship Type="http://schemas.openxmlformats.org/officeDocument/2006/relationships/notesMaster" Target="/ppt/notesMasters/notesMaster1.xml" Id="Rbc0adbe3ffa143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8e303179054555" /><Relationship Type="http://schemas.openxmlformats.org/officeDocument/2006/relationships/notesMaster" Target="/ppt/notesMasters/notesMaster1.xml" Id="R34aac5509a8d45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fbf32e590e4547" /><Relationship Type="http://schemas.openxmlformats.org/officeDocument/2006/relationships/notesMaster" Target="/ppt/notesMasters/notesMaster1.xml" Id="R2318e53b282144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3e58f8d1aa457d" /><Relationship Type="http://schemas.openxmlformats.org/officeDocument/2006/relationships/notesMaster" Target="/ppt/notesMasters/notesMaster1.xml" Id="R815a16b705834b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44811b67fc4386" /><Relationship Type="http://schemas.openxmlformats.org/officeDocument/2006/relationships/notesMaster" Target="/ppt/notesMasters/notesMaster1.xml" Id="R746c33af798842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c289231238472f" /><Relationship Type="http://schemas.openxmlformats.org/officeDocument/2006/relationships/notesMaster" Target="/ppt/notesMasters/notesMaster1.xml" Id="R4b99a4ab66ab48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1cbf6c2d9b4bdb" /><Relationship Type="http://schemas.openxmlformats.org/officeDocument/2006/relationships/notesMaster" Target="/ppt/notesMasters/notesMaster1.xml" Id="Rd23a6ae07dba4c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220ab38e6449ae" /><Relationship Type="http://schemas.openxmlformats.org/officeDocument/2006/relationships/notesMaster" Target="/ppt/notesMasters/notesMaster1.xml" Id="R0573038023a643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ad85138db84c7f" /><Relationship Type="http://schemas.openxmlformats.org/officeDocument/2006/relationships/notesMaster" Target="/ppt/notesMasters/notesMaster1.xml" Id="R1e1dbd9d3a2c4d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898744fb9445a4" /><Relationship Type="http://schemas.openxmlformats.org/officeDocument/2006/relationships/notesMaster" Target="/ppt/notesMasters/notesMaster1.xml" Id="Rf0d0a1f84ed74c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8dbc80c7ba47ac" /><Relationship Type="http://schemas.openxmlformats.org/officeDocument/2006/relationships/notesMaster" Target="/ppt/notesMasters/notesMaster1.xml" Id="Rd52478f824e94b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9b136884e44dc5" /><Relationship Type="http://schemas.openxmlformats.org/officeDocument/2006/relationships/notesMaster" Target="/ppt/notesMasters/notesMaster1.xml" Id="Rcb00c41d20c442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4a1c591bb44b4b" /><Relationship Type="http://schemas.openxmlformats.org/officeDocument/2006/relationships/notesMaster" Target="/ppt/notesMasters/notesMaster1.xml" Id="R61242f0381724f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3a85f399c4498e" /><Relationship Type="http://schemas.openxmlformats.org/officeDocument/2006/relationships/notesMaster" Target="/ppt/notesMasters/notesMaster1.xml" Id="Rf67038df546247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e4858d7c32438a" /><Relationship Type="http://schemas.openxmlformats.org/officeDocument/2006/relationships/notesMaster" Target="/ppt/notesMasters/notesMaster1.xml" Id="Rc5e6e7f275424b6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5c49c728b948ef" /><Relationship Type="http://schemas.openxmlformats.org/officeDocument/2006/relationships/notesMaster" Target="/ppt/notesMasters/notesMaster1.xml" Id="R7f69f575462b44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99afbe0b254e68" /><Relationship Type="http://schemas.openxmlformats.org/officeDocument/2006/relationships/notesMaster" Target="/ppt/notesMasters/notesMaster1.xml" Id="Rb3e063a7fcdc49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6643d29b9f4014" /><Relationship Type="http://schemas.openxmlformats.org/officeDocument/2006/relationships/notesMaster" Target="/ppt/notesMasters/notesMaster1.xml" Id="Re66ed7ed091446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f036717b174df8" /><Relationship Type="http://schemas.openxmlformats.org/officeDocument/2006/relationships/notesMaster" Target="/ppt/notesMasters/notesMaster1.xml" Id="R5648bb264e7448d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dff41af61d4e8b" /><Relationship Type="http://schemas.openxmlformats.org/officeDocument/2006/relationships/notesMaster" Target="/ppt/notesMasters/notesMaster1.xml" Id="R53d16caabcc346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4433827ba34d26" /><Relationship Type="http://schemas.openxmlformats.org/officeDocument/2006/relationships/notesMaster" Target="/ppt/notesMasters/notesMaster1.xml" Id="Re86bad17352f40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9f8970a4314680" /><Relationship Type="http://schemas.openxmlformats.org/officeDocument/2006/relationships/notesMaster" Target="/ppt/notesMasters/notesMaster1.xml" Id="R90eaf430335f41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2d99b2a25444b6" /><Relationship Type="http://schemas.openxmlformats.org/officeDocument/2006/relationships/notesMaster" Target="/ppt/notesMasters/notesMaster1.xml" Id="R08c14f217dda4dd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8723ba93ccd4084" /><Relationship Type="http://schemas.openxmlformats.org/officeDocument/2006/relationships/notesMaster" Target="/ppt/notesMasters/notesMaster1.xml" Id="Ra81ae3b4d06c498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3e1226ee964e71" /><Relationship Type="http://schemas.openxmlformats.org/officeDocument/2006/relationships/notesMaster" Target="/ppt/notesMasters/notesMaster1.xml" Id="R8c5ff219aa23406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a5f62f27944e26" /><Relationship Type="http://schemas.openxmlformats.org/officeDocument/2006/relationships/notesMaster" Target="/ppt/notesMasters/notesMaster1.xml" Id="Rebdf2801b27241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5b107c1f2074b9f" /><Relationship Type="http://schemas.openxmlformats.org/officeDocument/2006/relationships/notesMaster" Target="/ppt/notesMasters/notesMaster1.xml" Id="Re29779d4e4bc4b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b2663a26714ee3" /><Relationship Type="http://schemas.openxmlformats.org/officeDocument/2006/relationships/notesMaster" Target="/ppt/notesMasters/notesMaster1.xml" Id="Rcb69839213ab43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be0f3935504ae9" /><Relationship Type="http://schemas.openxmlformats.org/officeDocument/2006/relationships/notesMaster" Target="/ppt/notesMasters/notesMaster1.xml" Id="R80e730a63c3f4ed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bb2f3308974ae2" /><Relationship Type="http://schemas.openxmlformats.org/officeDocument/2006/relationships/notesMaster" Target="/ppt/notesMasters/notesMaster1.xml" Id="Rd02c0841dc0c445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5e653eb8fb144bf" /><Relationship Type="http://schemas.openxmlformats.org/officeDocument/2006/relationships/notesMaster" Target="/ppt/notesMasters/notesMaster1.xml" Id="R00d14e3fb21347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89b8a13e4014192" /><Relationship Type="http://schemas.openxmlformats.org/officeDocument/2006/relationships/notesMaster" Target="/ppt/notesMasters/notesMaster1.xml" Id="R2d8074b7aec849a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d3aca1e896e4a2e" /><Relationship Type="http://schemas.openxmlformats.org/officeDocument/2006/relationships/notesMaster" Target="/ppt/notesMasters/notesMaster1.xml" Id="Rfe3ce92aa04d4a4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b1bd14735c8437c" /><Relationship Type="http://schemas.openxmlformats.org/officeDocument/2006/relationships/notesMaster" Target="/ppt/notesMasters/notesMaster1.xml" Id="R16559ed8caa84c0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44fbdadb9654014" /><Relationship Type="http://schemas.openxmlformats.org/officeDocument/2006/relationships/notesMaster" Target="/ppt/notesMasters/notesMaster1.xml" Id="R41d940b36f5842f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48ec34b0284e58" /><Relationship Type="http://schemas.openxmlformats.org/officeDocument/2006/relationships/notesMaster" Target="/ppt/notesMasters/notesMaster1.xml" Id="Reb3638323a664a8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3312f0e254949a4" /><Relationship Type="http://schemas.openxmlformats.org/officeDocument/2006/relationships/notesMaster" Target="/ppt/notesMasters/notesMaster1.xml" Id="R36df596721e24a8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b46019eaa041c2" /><Relationship Type="http://schemas.openxmlformats.org/officeDocument/2006/relationships/notesMaster" Target="/ppt/notesMasters/notesMaster1.xml" Id="R4569069944a24a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f58e1191b4e4ced" /><Relationship Type="http://schemas.openxmlformats.org/officeDocument/2006/relationships/notesMaster" Target="/ppt/notesMasters/notesMaster1.xml" Id="Rcdba19f52df54fa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80908f6b6aa40fd" /><Relationship Type="http://schemas.openxmlformats.org/officeDocument/2006/relationships/notesMaster" Target="/ppt/notesMasters/notesMaster1.xml" Id="R37896472368842c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7c749e8bbc45c0" /><Relationship Type="http://schemas.openxmlformats.org/officeDocument/2006/relationships/notesMaster" Target="/ppt/notesMasters/notesMaster1.xml" Id="R2f34868aaee849c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493e413bf0244f5" /><Relationship Type="http://schemas.openxmlformats.org/officeDocument/2006/relationships/notesMaster" Target="/ppt/notesMasters/notesMaster1.xml" Id="R9cefb006ad1c4df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5caae0b910146c2" /><Relationship Type="http://schemas.openxmlformats.org/officeDocument/2006/relationships/notesMaster" Target="/ppt/notesMasters/notesMaster1.xml" Id="Rb2b4e5776e74474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f22ca5bd54a40f9" /><Relationship Type="http://schemas.openxmlformats.org/officeDocument/2006/relationships/notesMaster" Target="/ppt/notesMasters/notesMaster1.xml" Id="R37f0928ea464474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4a3d499e8f64525" /><Relationship Type="http://schemas.openxmlformats.org/officeDocument/2006/relationships/notesMaster" Target="/ppt/notesMasters/notesMaster1.xml" Id="Re452f1a98d044a1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07a83b192f44a08" /><Relationship Type="http://schemas.openxmlformats.org/officeDocument/2006/relationships/notesMaster" Target="/ppt/notesMasters/notesMaster1.xml" Id="R721f588a270d4b7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72414696d3b4487" /><Relationship Type="http://schemas.openxmlformats.org/officeDocument/2006/relationships/notesMaster" Target="/ppt/notesMasters/notesMaster1.xml" Id="R12fbd0cc82fd45e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358d4690ea24aae" /><Relationship Type="http://schemas.openxmlformats.org/officeDocument/2006/relationships/notesMaster" Target="/ppt/notesMasters/notesMaster1.xml" Id="Ra3658a0c00504df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b084e6f169e4b55" /><Relationship Type="http://schemas.openxmlformats.org/officeDocument/2006/relationships/notesMaster" Target="/ppt/notesMasters/notesMaster1.xml" Id="R48d9046c4d7e469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e753dfc35ee49c4" /><Relationship Type="http://schemas.openxmlformats.org/officeDocument/2006/relationships/notesMaster" Target="/ppt/notesMasters/notesMaster1.xml" Id="Rc53c3cc2f18f47a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b80ea2bf5d246f9" /><Relationship Type="http://schemas.openxmlformats.org/officeDocument/2006/relationships/notesMaster" Target="/ppt/notesMasters/notesMaster1.xml" Id="Rb1ad8aa7cf504f8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edfae09f9f8460c" /><Relationship Type="http://schemas.openxmlformats.org/officeDocument/2006/relationships/notesMaster" Target="/ppt/notesMasters/notesMaster1.xml" Id="R0890095db6b145b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99228026699469e" /><Relationship Type="http://schemas.openxmlformats.org/officeDocument/2006/relationships/notesMaster" Target="/ppt/notesMasters/notesMaster1.xml" Id="Rae8d5fa622a24e9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bf34eaba3204834" /><Relationship Type="http://schemas.openxmlformats.org/officeDocument/2006/relationships/notesMaster" Target="/ppt/notesMasters/notesMaster1.xml" Id="R6637e79c4c774b3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6a2c26863034763" /><Relationship Type="http://schemas.openxmlformats.org/officeDocument/2006/relationships/notesMaster" Target="/ppt/notesMasters/notesMaster1.xml" Id="R4ae68c80413548b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121eccd52be4a2d" /><Relationship Type="http://schemas.openxmlformats.org/officeDocument/2006/relationships/notesMaster" Target="/ppt/notesMasters/notesMaster1.xml" Id="Rf20c7a415cf94aa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b05bc5a28294265" /><Relationship Type="http://schemas.openxmlformats.org/officeDocument/2006/relationships/notesMaster" Target="/ppt/notesMasters/notesMaster1.xml" Id="Rbba06bf190a9476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4d3139716bc4a98" /><Relationship Type="http://schemas.openxmlformats.org/officeDocument/2006/relationships/notesMaster" Target="/ppt/notesMasters/notesMaster1.xml" Id="R9df98ab46e8b41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235fbf6c354f9f" /><Relationship Type="http://schemas.openxmlformats.org/officeDocument/2006/relationships/image" Target="/ppt/media/image.png" Id="R7fbf3cbc3ae847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24688f9df04b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1708db3e1948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7a0800f5fd4b60" /><Relationship Type="http://schemas.openxmlformats.org/officeDocument/2006/relationships/image" Target="/ppt/media/image.png" Id="R5ed3c21d6f404f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f5ff7ee08044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93770f800048c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b3e13d5bcd14af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1099b8278a847af" /><Relationship Type="http://schemas.openxmlformats.org/officeDocument/2006/relationships/image" Target="/ppt/media/image.png" Id="R46bd22193da8426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c556ee54ef467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996ec38b5cc4be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a056915d4b4417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64f9f50c5cb464f"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7fbf3cbc3ae84703">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5ed3c21d6f404f27">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46bd22193da8426d">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8310dc2a294c97" /><Relationship Type="http://schemas.openxmlformats.org/officeDocument/2006/relationships/slideLayout" Target="/ppt/slideLayouts/slideLayout1.xml" Id="Re676f5e52f104303" /><Relationship Type="http://schemas.openxmlformats.org/officeDocument/2006/relationships/slideLayout" Target="/ppt/slideLayouts/slideLayout2.xml" Id="R21de4715921d466b" /><Relationship Type="http://schemas.openxmlformats.org/officeDocument/2006/relationships/slideLayout" Target="/ppt/slideLayouts/slideLayout3.xml" Id="R7774910b697540f6" /><Relationship Type="http://schemas.openxmlformats.org/officeDocument/2006/relationships/slideLayout" Target="/ppt/slideLayouts/slideLayout4.xml" Id="Rd2c642c0ec614da2" /><Relationship Type="http://schemas.openxmlformats.org/officeDocument/2006/relationships/slideLayout" Target="/ppt/slideLayouts/slideLayout5.xml" Id="R4b07650aeb1343f4" /><Relationship Type="http://schemas.openxmlformats.org/officeDocument/2006/relationships/slideLayout" Target="/ppt/slideLayouts/slideLayout6.xml" Id="Rdd2f8c777a554e3e" /><Relationship Type="http://schemas.openxmlformats.org/officeDocument/2006/relationships/slideLayout" Target="/ppt/slideLayouts/slideLayout7.xml" Id="Raa7862fa2e734dbb" /><Relationship Type="http://schemas.openxmlformats.org/officeDocument/2006/relationships/slideLayout" Target="/ppt/slideLayouts/slideLayout8.xml" Id="R68b02ec000a14ff6" /><Relationship Type="http://schemas.openxmlformats.org/officeDocument/2006/relationships/slideLayout" Target="/ppt/slideLayouts/slideLayout9.xml" Id="R25a9cbe3d2954e16" /><Relationship Type="http://schemas.openxmlformats.org/officeDocument/2006/relationships/slideLayout" Target="/ppt/slideLayouts/slideLayout10.xml" Id="R0a70f13ee8284549" /><Relationship Type="http://schemas.openxmlformats.org/officeDocument/2006/relationships/slideLayout" Target="/ppt/slideLayouts/slideLayout11.xml" Id="Rff7e89beb3754472" /><Relationship Type="http://schemas.openxmlformats.org/officeDocument/2006/relationships/slideLayout" Target="/ppt/slideLayouts/slideLayout12.xml" Id="Rd0cc527f998d4094"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76f5e52f104303"/>
    <p:sldLayoutId xmlns:r="http://schemas.openxmlformats.org/officeDocument/2006/relationships" id="2147483650" r:id="R21de4715921d466b"/>
    <p:sldLayoutId xmlns:r="http://schemas.openxmlformats.org/officeDocument/2006/relationships" id="2147483651" r:id="R7774910b697540f6"/>
    <p:sldLayoutId xmlns:r="http://schemas.openxmlformats.org/officeDocument/2006/relationships" id="2147483652" r:id="Rd2c642c0ec614da2"/>
    <p:sldLayoutId xmlns:r="http://schemas.openxmlformats.org/officeDocument/2006/relationships" id="2147483653" r:id="R4b07650aeb1343f4"/>
    <p:sldLayoutId xmlns:r="http://schemas.openxmlformats.org/officeDocument/2006/relationships" id="2147483654" r:id="Rdd2f8c777a554e3e"/>
    <p:sldLayoutId xmlns:r="http://schemas.openxmlformats.org/officeDocument/2006/relationships" id="2147483655" r:id="Raa7862fa2e734dbb"/>
    <p:sldLayoutId xmlns:r="http://schemas.openxmlformats.org/officeDocument/2006/relationships" id="2147483656" r:id="R68b02ec000a14ff6"/>
    <p:sldLayoutId xmlns:r="http://schemas.openxmlformats.org/officeDocument/2006/relationships" id="2147483657" r:id="R25a9cbe3d2954e16"/>
    <p:sldLayoutId xmlns:r="http://schemas.openxmlformats.org/officeDocument/2006/relationships" id="2147483658" r:id="R0a70f13ee8284549"/>
    <p:sldLayoutId xmlns:r="http://schemas.openxmlformats.org/officeDocument/2006/relationships" id="2147483659" r:id="Rff7e89beb3754472"/>
    <p:sldLayoutId xmlns:r="http://schemas.openxmlformats.org/officeDocument/2006/relationships" id="2147483660" r:id="Rd0cc527f998d4094"/>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c82af8d01b43d0" /><Relationship Type="http://schemas.openxmlformats.org/officeDocument/2006/relationships/notesSlide" Target="/ppt/notesSlides/notesSlide1.xml" Id="Rcb0b814cf574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88732556c14804" /><Relationship Type="http://schemas.openxmlformats.org/officeDocument/2006/relationships/image" Target="/ppt/media/image.jpeg" Id="R89bbde94bcc54b03" /><Relationship Type="http://schemas.openxmlformats.org/officeDocument/2006/relationships/notesSlide" Target="/ppt/notesSlides/notesSlide2.xml" Id="R3464ece36588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25f53a19a94028" /><Relationship Type="http://schemas.openxmlformats.org/officeDocument/2006/relationships/image" Target="/ppt/media/image2.png" Id="R9542c16012cf4b45" /><Relationship Type="http://schemas.openxmlformats.org/officeDocument/2006/relationships/notesSlide" Target="/ppt/notesSlides/notesSlide3.xml" Id="Re6bbca1c60c24f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9e62c50353465a" /><Relationship Type="http://schemas.openxmlformats.org/officeDocument/2006/relationships/image" Target="/ppt/media/image2.png" Id="R5f0e0da4d0a54533" /><Relationship Type="http://schemas.openxmlformats.org/officeDocument/2006/relationships/notesSlide" Target="/ppt/notesSlides/notesSlide4.xml" Id="R6da65fdf11d94b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8077cd88b54a97" /><Relationship Type="http://schemas.openxmlformats.org/officeDocument/2006/relationships/image" Target="/ppt/media/image2.png" Id="R5afafe0497df4b70" /><Relationship Type="http://schemas.openxmlformats.org/officeDocument/2006/relationships/notesSlide" Target="/ppt/notesSlides/notesSlide5.xml" Id="R244aa30242054d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914e6a942c4c04" /><Relationship Type="http://schemas.openxmlformats.org/officeDocument/2006/relationships/notesSlide" Target="/ppt/notesSlides/notesSlide6.xml" Id="R74ff6bf9526649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bd934128574b1f" /><Relationship Type="http://schemas.openxmlformats.org/officeDocument/2006/relationships/image" Target="/ppt/media/image3.png" Id="R8bffe89d228047b9" /><Relationship Type="http://schemas.openxmlformats.org/officeDocument/2006/relationships/image" Target="/ppt/media/image.svg" Id="R058d9e551ab64a98" /><Relationship Type="http://schemas.openxmlformats.org/officeDocument/2006/relationships/notesSlide" Target="/ppt/notesSlides/notesSlide7.xml" Id="Rd1e1556fb59243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ace4d6b0eb49e4" /><Relationship Type="http://schemas.openxmlformats.org/officeDocument/2006/relationships/image" Target="/ppt/media/image4.png" Id="R503a642e93fc4169" /><Relationship Type="http://schemas.openxmlformats.org/officeDocument/2006/relationships/image" Target="/ppt/media/image2.svg" Id="R8370cd64bd9c4a19" /><Relationship Type="http://schemas.openxmlformats.org/officeDocument/2006/relationships/notesSlide" Target="/ppt/notesSlides/notesSlide8.xml" Id="R29dd670cf3a4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f1e0d221c64025" /><Relationship Type="http://schemas.openxmlformats.org/officeDocument/2006/relationships/notesSlide" Target="/ppt/notesSlides/notesSlide9.xml" Id="R44919b906f2a44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65d11fb2874eb1" /><Relationship Type="http://schemas.openxmlformats.org/officeDocument/2006/relationships/image" Target="/ppt/media/image5.png" Id="Rdfc4a165c54d4bc9" /><Relationship Type="http://schemas.openxmlformats.org/officeDocument/2006/relationships/image" Target="/ppt/media/image3.svg" Id="Rec7a19d101184d50" /><Relationship Type="http://schemas.openxmlformats.org/officeDocument/2006/relationships/notesSlide" Target="/ppt/notesSlides/notesSlide10.xml" Id="Rcf2c77c86fc74d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053c2809514897" /><Relationship Type="http://schemas.openxmlformats.org/officeDocument/2006/relationships/image" Target="/ppt/media/image6.png" Id="Rccd3308247b542a0" /><Relationship Type="http://schemas.openxmlformats.org/officeDocument/2006/relationships/notesSlide" Target="/ppt/notesSlides/notesSlide11.xml" Id="R86802323a83c47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9f5336a8a2454e" /><Relationship Type="http://schemas.openxmlformats.org/officeDocument/2006/relationships/image" Target="/ppt/media/image7.png" Id="Rdc0374ac6e3744c4" /><Relationship Type="http://schemas.openxmlformats.org/officeDocument/2006/relationships/image" Target="/ppt/media/image8.png" Id="Rdbb20a945f1d42c3" /><Relationship Type="http://schemas.openxmlformats.org/officeDocument/2006/relationships/image" Target="/ppt/media/image4.svg" Id="R570759311ecf4cb7" /><Relationship Type="http://schemas.openxmlformats.org/officeDocument/2006/relationships/notesSlide" Target="/ppt/notesSlides/notesSlide12.xml" Id="R0f92ef95510a43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665d8a219b4e08" /><Relationship Type="http://schemas.openxmlformats.org/officeDocument/2006/relationships/image" Target="/ppt/media/image9.png" Id="R2e35d23f7c894465" /><Relationship Type="http://schemas.openxmlformats.org/officeDocument/2006/relationships/notesSlide" Target="/ppt/notesSlides/notesSlide13.xml" Id="R99535b370b5846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e31399eebc46f2" /><Relationship Type="http://schemas.openxmlformats.org/officeDocument/2006/relationships/image" Target="/ppt/media/image10.png" Id="Racd35893168943fb" /><Relationship Type="http://schemas.openxmlformats.org/officeDocument/2006/relationships/notesSlide" Target="/ppt/notesSlides/notesSlide14.xml" Id="R8894487ec70243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50f93de96f468e" /><Relationship Type="http://schemas.openxmlformats.org/officeDocument/2006/relationships/image" Target="/ppt/media/image11.png" Id="R357b1ff9278d4849" /><Relationship Type="http://schemas.openxmlformats.org/officeDocument/2006/relationships/image" Target="/ppt/media/image12.png" Id="Re59b647d1a5c4abb" /><Relationship Type="http://schemas.openxmlformats.org/officeDocument/2006/relationships/image" Target="/ppt/media/image5.svg" Id="R80f7437d23534b28" /><Relationship Type="http://schemas.openxmlformats.org/officeDocument/2006/relationships/notesSlide" Target="/ppt/notesSlides/notesSlide15.xml" Id="R054458630da348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a7f6060c6a4959" /><Relationship Type="http://schemas.openxmlformats.org/officeDocument/2006/relationships/notesSlide" Target="/ppt/notesSlides/notesSlide16.xml" Id="Rf23f17e4609d40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9f880488aad4ef5" /><Relationship Type="http://schemas.openxmlformats.org/officeDocument/2006/relationships/notesSlide" Target="/ppt/notesSlides/notesSlide17.xml" Id="R7489d4265fb246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b19ff6ca1b84bc6" /><Relationship Type="http://schemas.openxmlformats.org/officeDocument/2006/relationships/notesSlide" Target="/ppt/notesSlides/notesSlide18.xml" Id="R9e33400c62b348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f2ce252e9f84f96" /><Relationship Type="http://schemas.openxmlformats.org/officeDocument/2006/relationships/image" Target="/ppt/media/image13.png" Id="R4f7cdf648eae4a8a" /><Relationship Type="http://schemas.openxmlformats.org/officeDocument/2006/relationships/notesSlide" Target="/ppt/notesSlides/notesSlide19.xml" Id="Rc95f533c57ff4e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ccc3daf583b4fbc" /><Relationship Type="http://schemas.openxmlformats.org/officeDocument/2006/relationships/image" Target="/ppt/media/image14.png" Id="R489bcbd21713434c" /><Relationship Type="http://schemas.openxmlformats.org/officeDocument/2006/relationships/image" Target="/ppt/media/image6.svg" Id="R72e9294e2d934af9" /><Relationship Type="http://schemas.openxmlformats.org/officeDocument/2006/relationships/notesSlide" Target="/ppt/notesSlides/notesSlide20.xml" Id="R72eba619a90d443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78c0f8604c445a7" /><Relationship Type="http://schemas.openxmlformats.org/officeDocument/2006/relationships/image" Target="/ppt/media/image15.png" Id="R55863daab9094605" /><Relationship Type="http://schemas.openxmlformats.org/officeDocument/2006/relationships/notesSlide" Target="/ppt/notesSlides/notesSlide21.xml" Id="Rf282d6c69e1540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89a503ceffb4b6b" /><Relationship Type="http://schemas.openxmlformats.org/officeDocument/2006/relationships/notesSlide" Target="/ppt/notesSlides/notesSlide22.xml" Id="Rc0bfd6d99ce747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027e14623642fa" /><Relationship Type="http://schemas.openxmlformats.org/officeDocument/2006/relationships/notesSlide" Target="/ppt/notesSlides/notesSlide23.xml" Id="Rd8fd9214a4184a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28456ca5d5e4420" /><Relationship Type="http://schemas.openxmlformats.org/officeDocument/2006/relationships/notesSlide" Target="/ppt/notesSlides/notesSlide24.xml" Id="Raca0322f72b14b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7262dd082e4ada" /><Relationship Type="http://schemas.openxmlformats.org/officeDocument/2006/relationships/notesSlide" Target="/ppt/notesSlides/notesSlide25.xml" Id="R60401e4418444f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7991af10f024a07" /><Relationship Type="http://schemas.openxmlformats.org/officeDocument/2006/relationships/notesSlide" Target="/ppt/notesSlides/notesSlide26.xml" Id="R6065ab151e67489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beb989bfc024774" /><Relationship Type="http://schemas.openxmlformats.org/officeDocument/2006/relationships/notesSlide" Target="/ppt/notesSlides/notesSlide27.xml" Id="R59ca32d0e6c445a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59419ae40934cda" /><Relationship Type="http://schemas.openxmlformats.org/officeDocument/2006/relationships/image" Target="/ppt/media/image16.png" Id="R377e718182464c0a" /><Relationship Type="http://schemas.openxmlformats.org/officeDocument/2006/relationships/notesSlide" Target="/ppt/notesSlides/notesSlide28.xml" Id="R6bfe238ed1304b5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a52c633658c440d" /><Relationship Type="http://schemas.openxmlformats.org/officeDocument/2006/relationships/image" Target="/ppt/media/image17.png" Id="R5b6abd0f2e2b413d" /><Relationship Type="http://schemas.openxmlformats.org/officeDocument/2006/relationships/notesSlide" Target="/ppt/notesSlides/notesSlide29.xml" Id="R80fc2f676775465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6e369f503cb41f8" /><Relationship Type="http://schemas.openxmlformats.org/officeDocument/2006/relationships/notesSlide" Target="/ppt/notesSlides/notesSlide30.xml" Id="Rac1f330c20354c7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f69d59e60c34b14" /><Relationship Type="http://schemas.openxmlformats.org/officeDocument/2006/relationships/notesSlide" Target="/ppt/notesSlides/notesSlide31.xml" Id="R16c2e57d6b4f456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2f16d57a6364612" /><Relationship Type="http://schemas.openxmlformats.org/officeDocument/2006/relationships/notesSlide" Target="/ppt/notesSlides/notesSlide32.xml" Id="Rc78507ff70734b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f1bf775756f41cc" /><Relationship Type="http://schemas.openxmlformats.org/officeDocument/2006/relationships/notesSlide" Target="/ppt/notesSlides/notesSlide33.xml" Id="R81aec7dd8d0941b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71f74803d7d4f56" /><Relationship Type="http://schemas.openxmlformats.org/officeDocument/2006/relationships/notesSlide" Target="/ppt/notesSlides/notesSlide34.xml" Id="Raeaa1b86ce594fc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ca79ac68a13484f" /><Relationship Type="http://schemas.openxmlformats.org/officeDocument/2006/relationships/notesSlide" Target="/ppt/notesSlides/notesSlide35.xml" Id="R64c140806ed6458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1c22ddbba9845bc" /><Relationship Type="http://schemas.openxmlformats.org/officeDocument/2006/relationships/notesSlide" Target="/ppt/notesSlides/notesSlide36.xml" Id="Re5ce4f4948c24e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7dda0efdf9c40f5" /><Relationship Type="http://schemas.openxmlformats.org/officeDocument/2006/relationships/notesSlide" Target="/ppt/notesSlides/notesSlide37.xml" Id="R636471539425447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d9db974046541f1" /><Relationship Type="http://schemas.openxmlformats.org/officeDocument/2006/relationships/image" Target="/ppt/media/image18.png" Id="R073d687e8a784273" /><Relationship Type="http://schemas.openxmlformats.org/officeDocument/2006/relationships/notesSlide" Target="/ppt/notesSlides/notesSlide38.xml" Id="Rf338f4690fcc445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c3f3cb400c543f0" /><Relationship Type="http://schemas.openxmlformats.org/officeDocument/2006/relationships/notesSlide" Target="/ppt/notesSlides/notesSlide39.xml" Id="Rc70e610b1ddd4b3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e16b5608ef54b77" /><Relationship Type="http://schemas.openxmlformats.org/officeDocument/2006/relationships/notesSlide" Target="/ppt/notesSlides/notesSlide40.xml" Id="Rd779729c4e75402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376cf2af3f54783" /><Relationship Type="http://schemas.openxmlformats.org/officeDocument/2006/relationships/notesSlide" Target="/ppt/notesSlides/notesSlide41.xml" Id="R69dd163a7ed247a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223759f293747e3" /><Relationship Type="http://schemas.openxmlformats.org/officeDocument/2006/relationships/notesSlide" Target="/ppt/notesSlides/notesSlide42.xml" Id="Rf4a440b7622b4b1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2f4cf581d874541" /><Relationship Type="http://schemas.openxmlformats.org/officeDocument/2006/relationships/image" Target="/ppt/media/image2.jpeg" Id="Reeb3a750edbb4452" /><Relationship Type="http://schemas.openxmlformats.org/officeDocument/2006/relationships/notesSlide" Target="/ppt/notesSlides/notesSlide43.xml" Id="Rcd423fc180bc4a4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f056117ecc74192" /><Relationship Type="http://schemas.openxmlformats.org/officeDocument/2006/relationships/notesSlide" Target="/ppt/notesSlides/notesSlide44.xml" Id="Rcd4033d6b59347e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30edd11795e45a8" /><Relationship Type="http://schemas.openxmlformats.org/officeDocument/2006/relationships/notesSlide" Target="/ppt/notesSlides/notesSlide45.xml" Id="Rab73d67f50e1465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4059beaa7a64f75" /><Relationship Type="http://schemas.openxmlformats.org/officeDocument/2006/relationships/notesSlide" Target="/ppt/notesSlides/notesSlide46.xml" Id="Rb55f3d7e0f424ea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26883657eee4368" /><Relationship Type="http://schemas.openxmlformats.org/officeDocument/2006/relationships/notesSlide" Target="/ppt/notesSlides/notesSlide47.xml" Id="R92dd2c7f4cc44ee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cf402c4326c4d3b" /><Relationship Type="http://schemas.openxmlformats.org/officeDocument/2006/relationships/notesSlide" Target="/ppt/notesSlides/notesSlide48.xml" Id="R8f01be380b4a4f1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ae3c80b520f4126" /><Relationship Type="http://schemas.openxmlformats.org/officeDocument/2006/relationships/notesSlide" Target="/ppt/notesSlides/notesSlide49.xml" Id="R043407a05dde48b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7b48e1087e14704" /><Relationship Type="http://schemas.openxmlformats.org/officeDocument/2006/relationships/image" Target="/ppt/media/image19.png" Id="Re4ef2385aff346c2" /><Relationship Type="http://schemas.openxmlformats.org/officeDocument/2006/relationships/image" Target="/ppt/media/image7.svg" Id="R3f5c90d7a27847a6" /><Relationship Type="http://schemas.openxmlformats.org/officeDocument/2006/relationships/notesSlide" Target="/ppt/notesSlides/notesSlide50.xml" Id="Re5b139ea097b474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3c8204da5c840b1" /><Relationship Type="http://schemas.openxmlformats.org/officeDocument/2006/relationships/notesSlide" Target="/ppt/notesSlides/notesSlide51.xml" Id="R96f01861f5d149f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e30a2ce96ba4e53" /><Relationship Type="http://schemas.openxmlformats.org/officeDocument/2006/relationships/notesSlide" Target="/ppt/notesSlides/notesSlide52.xml" Id="R1e103f89f47345a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1b0e591b87545a2" /><Relationship Type="http://schemas.openxmlformats.org/officeDocument/2006/relationships/notesSlide" Target="/ppt/notesSlides/notesSlide53.xml" Id="Rbdc07a352f2b47a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3e9f69f53e24e5f" /><Relationship Type="http://schemas.openxmlformats.org/officeDocument/2006/relationships/image" Target="/ppt/media/image20.png" Id="R94497d3d3603425b" /><Relationship Type="http://schemas.openxmlformats.org/officeDocument/2006/relationships/notesSlide" Target="/ppt/notesSlides/notesSlide54.xml" Id="R8d895908012d4ff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4910d4a3740429c" /><Relationship Type="http://schemas.openxmlformats.org/officeDocument/2006/relationships/image" Target="/ppt/media/image21.png" Id="R68c3ff6eddac4ac7" /><Relationship Type="http://schemas.openxmlformats.org/officeDocument/2006/relationships/notesSlide" Target="/ppt/notesSlides/notesSlide55.xml" Id="Rc3fa231bb9254b4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70e2085c81a4764" /><Relationship Type="http://schemas.openxmlformats.org/officeDocument/2006/relationships/hyperlink" Target="https://www.inceptionlabs.ai/blog/introducing-mercury-2" TargetMode="External" Id="Re664724af3b247e0" /><Relationship Type="http://schemas.openxmlformats.org/officeDocument/2006/relationships/notesSlide" Target="/ppt/notesSlides/notesSlide56.xml" Id="R44b80ac178ed460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da780b78cc24b2a" /><Relationship Type="http://schemas.openxmlformats.org/officeDocument/2006/relationships/notesSlide" Target="/ppt/notesSlides/notesSlide57.xml" Id="Rf883caedd4d54a1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100806287424115" /><Relationship Type="http://schemas.openxmlformats.org/officeDocument/2006/relationships/notesSlide" Target="/ppt/notesSlides/notesSlide58.xml" Id="R368a76de475a49e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f4e09a5a1484522" /><Relationship Type="http://schemas.openxmlformats.org/officeDocument/2006/relationships/notesSlide" Target="/ppt/notesSlides/notesSlide59.xml" Id="R34f3b90572c64e56"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9bbde94bcc54b0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542c16012cf4b4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5f0e0da4d0a5453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afafe0497df4b7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8bffe89d228047b9">
            <a:extLst>
              <a:ext uri="{96DAC541-7B7A-43D3-8B79-37D633B846F1}">
                <asvg:svgBlip xmlns:asvg="http://schemas.microsoft.com/office/drawing/2016/SVG/main" r:embed="R058d9e551ab64a98"/>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503a642e93fc4169">
            <a:extLst>
              <a:ext uri="{96DAC541-7B7A-43D3-8B79-37D633B846F1}">
                <asvg:svgBlip xmlns:asvg="http://schemas.microsoft.com/office/drawing/2016/SVG/main" r:embed="R8370cd64bd9c4a1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dfc4a165c54d4bc9">
            <a:extLst>
              <a:ext uri="{96DAC541-7B7A-43D3-8B79-37D633B846F1}">
                <asvg:svgBlip xmlns:asvg="http://schemas.microsoft.com/office/drawing/2016/SVG/main" r:embed="Rec7a19d101184d5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ccd3308247b542a0"/>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dc0374ac6e3744c4"/>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dbb20a945f1d42c3">
            <a:extLst>
              <a:ext uri="{96DAC541-7B7A-43D3-8B79-37D633B846F1}">
                <asvg:svgBlip xmlns:asvg="http://schemas.microsoft.com/office/drawing/2016/SVG/main" r:embed="R570759311ecf4cb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e35d23f7c89446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acd35893168943fb"/>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357b1ff9278d4849"/>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e59b647d1a5c4abb">
            <a:extLst>
              <a:ext uri="{96DAC541-7B7A-43D3-8B79-37D633B846F1}">
                <asvg:svgBlip xmlns:asvg="http://schemas.microsoft.com/office/drawing/2016/SVG/main" r:embed="R80f7437d23534b2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16</a:t>
            </a:r>
          </a:p>
        </p:txBody>
      </p:sp>
      <p:cxnSp>
        <p:nvCxnSpPr>
          <p:cNvPr id="2124555235"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36"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37"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38"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39"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0"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1"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2"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3"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4"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5"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6"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7"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8"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49"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0"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1"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2"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3"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4"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5"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6"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7"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8"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59"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0"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1"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2"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3"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4"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5"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6"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7"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8"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69"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0"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1"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2"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3"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4"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5"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6"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7"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8"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79"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80"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81"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82"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83"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284"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4f7cdf648eae4a8a"/>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521277647" name="Rectangle: Rounded Corners 1696408858">
            <a:extLst xmlns:a="http://schemas.openxmlformats.org/drawingml/2006/main">
              <a:ext uri="{FF2B5EF4-FFF2-40B4-BE49-F238E27FC236}">
                <a16:creationId xmlns:a16="http://schemas.microsoft.com/office/drawing/2014/main" id="{7753FD6C-73B8-4D2F-B200-248233A5B25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864048" name="Rectangle: Rounded Corners 1953172434">
            <a:extLst xmlns:a="http://schemas.openxmlformats.org/drawingml/2006/main">
              <a:ext uri="{FF2B5EF4-FFF2-40B4-BE49-F238E27FC236}">
                <a16:creationId xmlns:a16="http://schemas.microsoft.com/office/drawing/2014/main" id="{57347EBC-0AD1-495B-9CF3-EEAB5106E7C7}"/>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880719086" name="Arrow: Right 1189177997">
            <a:extLst xmlns:a="http://schemas.openxmlformats.org/drawingml/2006/main">
              <a:ext uri="{FF2B5EF4-FFF2-40B4-BE49-F238E27FC236}">
                <a16:creationId xmlns:a16="http://schemas.microsoft.com/office/drawing/2014/main" id="{B4A2213E-D8F3-4773-83C5-26B296541B8A}"/>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46717" name="Rectangle: Rounded Corners 1336248175">
            <a:extLst xmlns:a="http://schemas.openxmlformats.org/drawingml/2006/main">
              <a:ext uri="{FF2B5EF4-FFF2-40B4-BE49-F238E27FC236}">
                <a16:creationId xmlns:a16="http://schemas.microsoft.com/office/drawing/2014/main" id="{22730FD5-E355-4721-8816-FA4E5D568B47}"/>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590584093" name="Arrow: Right 191949401">
            <a:extLst xmlns:a="http://schemas.openxmlformats.org/drawingml/2006/main">
              <a:ext uri="{FF2B5EF4-FFF2-40B4-BE49-F238E27FC236}">
                <a16:creationId xmlns:a16="http://schemas.microsoft.com/office/drawing/2014/main" id="{8DB11106-E529-412D-8203-B7B2B4711ED3}"/>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6574885" name="Rectangle: Rounded Corners 698425088">
            <a:extLst xmlns:a="http://schemas.openxmlformats.org/drawingml/2006/main">
              <a:ext uri="{FF2B5EF4-FFF2-40B4-BE49-F238E27FC236}">
                <a16:creationId xmlns:a16="http://schemas.microsoft.com/office/drawing/2014/main" id="{3C73A8C8-023C-4E57-BA91-B2869CD7C784}"/>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416418045" name="Arrow: Right 1313016723">
            <a:extLst xmlns:a="http://schemas.openxmlformats.org/drawingml/2006/main">
              <a:ext uri="{FF2B5EF4-FFF2-40B4-BE49-F238E27FC236}">
                <a16:creationId xmlns:a16="http://schemas.microsoft.com/office/drawing/2014/main" id="{67263D1B-2DDB-41CC-93EF-B585B5EAE552}"/>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51166" name="Rectangle: Rounded Corners 146802490">
            <a:extLst xmlns:a="http://schemas.openxmlformats.org/drawingml/2006/main">
              <a:ext uri="{FF2B5EF4-FFF2-40B4-BE49-F238E27FC236}">
                <a16:creationId xmlns:a16="http://schemas.microsoft.com/office/drawing/2014/main" id="{B8610433-13F0-44F2-A83C-48088F703B16}"/>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1542050582" name="Arrow: Right 2030273733">
            <a:extLst xmlns:a="http://schemas.openxmlformats.org/drawingml/2006/main">
              <a:ext uri="{FF2B5EF4-FFF2-40B4-BE49-F238E27FC236}">
                <a16:creationId xmlns:a16="http://schemas.microsoft.com/office/drawing/2014/main" id="{277575EC-18E8-4759-9586-98AEAAFB8516}"/>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3137776" name="Rectangle: Rounded Corners 1270986399">
            <a:extLst xmlns:a="http://schemas.openxmlformats.org/drawingml/2006/main">
              <a:ext uri="{FF2B5EF4-FFF2-40B4-BE49-F238E27FC236}">
                <a16:creationId xmlns:a16="http://schemas.microsoft.com/office/drawing/2014/main" id="{E1A07D23-7FD6-4870-B7E3-3BE3785564F7}"/>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20</a:t>
            </a:r>
          </a:p>
        </p:txBody>
      </p:sp>
      <p:pic>
        <p:nvPicPr>
          <p:cNvPr id="1740864063"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489bcbd21713434c">
            <a:extLst>
              <a:ext uri="{96DAC541-7B7A-43D3-8B79-37D633B846F1}">
                <asvg:svgBlip xmlns:asvg="http://schemas.microsoft.com/office/drawing/2016/SVG/main" r:embed="R72e9294e2d934af9"/>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55863daab9094605"/>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21</a:t>
            </a:r>
          </a:p>
        </p:txBody>
      </p:sp>
    </p:spTree>
    <p:extLst>
      <p:ext uri="{BB962C8B-B14F-4D97-AF65-F5344CB8AC3E}">
        <p14:creationId xmlns:p14="http://schemas.microsoft.com/office/powerpoint/2010/main" val="1341843104"/>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22</a:t>
            </a:r>
          </a:p>
        </p:txBody>
      </p:sp>
    </p:spTree>
    <p:extLst>
      <p:ext uri="{BB962C8B-B14F-4D97-AF65-F5344CB8AC3E}">
        <p14:creationId xmlns:p14="http://schemas.microsoft.com/office/powerpoint/2010/main" val="12148405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23</a:t>
            </a:r>
          </a:p>
        </p:txBody>
      </p:sp>
    </p:spTree>
    <p:extLst>
      <p:ext uri="{BB962C8B-B14F-4D97-AF65-F5344CB8AC3E}">
        <p14:creationId xmlns:p14="http://schemas.microsoft.com/office/powerpoint/2010/main" val="1983050978"/>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24</a:t>
            </a:r>
          </a:p>
        </p:txBody>
      </p:sp>
    </p:spTree>
    <p:extLst>
      <p:ext uri="{BB962C8B-B14F-4D97-AF65-F5344CB8AC3E}">
        <p14:creationId xmlns:p14="http://schemas.microsoft.com/office/powerpoint/2010/main" val="980862983"/>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25</a:t>
            </a:r>
          </a:p>
        </p:txBody>
      </p:sp>
    </p:spTree>
    <p:extLst>
      <p:ext uri="{BB962C8B-B14F-4D97-AF65-F5344CB8AC3E}">
        <p14:creationId xmlns:p14="http://schemas.microsoft.com/office/powerpoint/2010/main" val="2138234981"/>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26</a:t>
            </a:r>
          </a:p>
        </p:txBody>
      </p:sp>
    </p:spTree>
    <p:extLst>
      <p:ext uri="{BB962C8B-B14F-4D97-AF65-F5344CB8AC3E}">
        <p14:creationId xmlns:p14="http://schemas.microsoft.com/office/powerpoint/2010/main" val="129158533"/>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27</a:t>
            </a:r>
          </a:p>
        </p:txBody>
      </p:sp>
    </p:spTree>
    <p:extLst>
      <p:ext uri="{BB962C8B-B14F-4D97-AF65-F5344CB8AC3E}">
        <p14:creationId xmlns:p14="http://schemas.microsoft.com/office/powerpoint/2010/main" val="145695266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28</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377e718182464c0a"/>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29</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5b6abd0f2e2b413d"/>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30</a:t>
            </a:r>
          </a:p>
        </p:txBody>
      </p:sp>
    </p:spTree>
    <p:extLst>
      <p:ext uri="{BB962C8B-B14F-4D97-AF65-F5344CB8AC3E}">
        <p14:creationId xmlns:p14="http://schemas.microsoft.com/office/powerpoint/2010/main" val="70561339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31</a:t>
            </a:r>
          </a:p>
        </p:txBody>
      </p:sp>
    </p:spTree>
    <p:extLst>
      <p:ext uri="{BB962C8B-B14F-4D97-AF65-F5344CB8AC3E}">
        <p14:creationId xmlns:p14="http://schemas.microsoft.com/office/powerpoint/2010/main" val="835073637"/>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32</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33</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34</a:t>
            </a:r>
          </a:p>
        </p:txBody>
      </p:sp>
    </p:spTree>
    <p:extLst>
      <p:ext uri="{BB962C8B-B14F-4D97-AF65-F5344CB8AC3E}">
        <p14:creationId xmlns:p14="http://schemas.microsoft.com/office/powerpoint/2010/main" val="1066493605"/>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35</a:t>
            </a:r>
          </a:p>
        </p:txBody>
      </p:sp>
    </p:spTree>
    <p:extLst>
      <p:ext uri="{BB962C8B-B14F-4D97-AF65-F5344CB8AC3E}">
        <p14:creationId xmlns:p14="http://schemas.microsoft.com/office/powerpoint/2010/main" val="71790588"/>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36</a:t>
            </a:r>
          </a:p>
        </p:txBody>
      </p:sp>
    </p:spTree>
    <p:extLst>
      <p:ext uri="{BB962C8B-B14F-4D97-AF65-F5344CB8AC3E}">
        <p14:creationId xmlns:p14="http://schemas.microsoft.com/office/powerpoint/2010/main" val="176639325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37</a:t>
            </a:r>
          </a:p>
        </p:txBody>
      </p:sp>
    </p:spTree>
    <p:extLst>
      <p:ext uri="{BB962C8B-B14F-4D97-AF65-F5344CB8AC3E}">
        <p14:creationId xmlns:p14="http://schemas.microsoft.com/office/powerpoint/2010/main" val="81280889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38</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73d687e8a784273"/>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39</a:t>
            </a:r>
          </a:p>
        </p:txBody>
      </p:sp>
    </p:spTree>
    <p:extLst>
      <p:ext uri="{BB962C8B-B14F-4D97-AF65-F5344CB8AC3E}">
        <p14:creationId xmlns:p14="http://schemas.microsoft.com/office/powerpoint/2010/main" val="276417247"/>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40</a:t>
            </a:r>
          </a:p>
        </p:txBody>
      </p:sp>
    </p:spTree>
    <p:extLst>
      <p:ext uri="{BB962C8B-B14F-4D97-AF65-F5344CB8AC3E}">
        <p14:creationId xmlns:p14="http://schemas.microsoft.com/office/powerpoint/2010/main" val="818586334"/>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41</a:t>
            </a:r>
          </a:p>
        </p:txBody>
      </p:sp>
    </p:spTree>
    <p:extLst>
      <p:ext uri="{BB962C8B-B14F-4D97-AF65-F5344CB8AC3E}">
        <p14:creationId xmlns:p14="http://schemas.microsoft.com/office/powerpoint/2010/main" val="640904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42</a:t>
            </a:r>
          </a:p>
        </p:txBody>
      </p:sp>
    </p:spTree>
    <p:extLst>
      <p:ext uri="{BB962C8B-B14F-4D97-AF65-F5344CB8AC3E}">
        <p14:creationId xmlns:p14="http://schemas.microsoft.com/office/powerpoint/2010/main" val="1891366790"/>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43</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eb3a750edbb4452"/>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44</a:t>
            </a:r>
          </a:p>
        </p:txBody>
      </p:sp>
    </p:spTree>
    <p:extLst>
      <p:ext uri="{BB962C8B-B14F-4D97-AF65-F5344CB8AC3E}">
        <p14:creationId xmlns:p14="http://schemas.microsoft.com/office/powerpoint/2010/main" val="1709660664"/>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45</a:t>
            </a:r>
          </a:p>
        </p:txBody>
      </p:sp>
    </p:spTree>
    <p:extLst>
      <p:ext uri="{BB962C8B-B14F-4D97-AF65-F5344CB8AC3E}">
        <p14:creationId xmlns:p14="http://schemas.microsoft.com/office/powerpoint/2010/main" val="802812743"/>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46</a:t>
            </a:r>
          </a:p>
        </p:txBody>
      </p:sp>
    </p:spTree>
    <p:extLst>
      <p:ext uri="{BB962C8B-B14F-4D97-AF65-F5344CB8AC3E}">
        <p14:creationId xmlns:p14="http://schemas.microsoft.com/office/powerpoint/2010/main" val="139434116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47</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48</a:t>
            </a:r>
          </a:p>
        </p:txBody>
      </p:sp>
    </p:spTree>
    <p:extLst>
      <p:ext uri="{BB962C8B-B14F-4D97-AF65-F5344CB8AC3E}">
        <p14:creationId xmlns:p14="http://schemas.microsoft.com/office/powerpoint/2010/main" val="126234788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49</a:t>
            </a:r>
          </a:p>
        </p:txBody>
      </p:sp>
    </p:spTree>
    <p:extLst>
      <p:ext uri="{BB962C8B-B14F-4D97-AF65-F5344CB8AC3E}">
        <p14:creationId xmlns:p14="http://schemas.microsoft.com/office/powerpoint/2010/main" val="42714213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50</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e4ef2385aff346c2">
            <a:extLst>
              <a:ext uri="{96DAC541-7B7A-43D3-8B79-37D633B846F1}">
                <asvg:svgBlip xmlns:asvg="http://schemas.microsoft.com/office/drawing/2016/SVG/main" r:embed="R3f5c90d7a27847a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51</a:t>
            </a:r>
          </a:p>
        </p:txBody>
      </p:sp>
    </p:spTree>
    <p:extLst>
      <p:ext uri="{BB962C8B-B14F-4D97-AF65-F5344CB8AC3E}">
        <p14:creationId xmlns:p14="http://schemas.microsoft.com/office/powerpoint/2010/main" val="302911254"/>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52</a:t>
            </a:r>
          </a:p>
        </p:txBody>
      </p:sp>
    </p:spTree>
    <p:extLst>
      <p:ext uri="{BB962C8B-B14F-4D97-AF65-F5344CB8AC3E}">
        <p14:creationId xmlns:p14="http://schemas.microsoft.com/office/powerpoint/2010/main" val="1784473071"/>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53</a:t>
            </a:r>
          </a:p>
        </p:txBody>
      </p:sp>
    </p:spTree>
    <p:extLst>
      <p:ext uri="{BB962C8B-B14F-4D97-AF65-F5344CB8AC3E}">
        <p14:creationId xmlns:p14="http://schemas.microsoft.com/office/powerpoint/2010/main" val="54127531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54</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4497d3d3603425b"/>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55</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68c3ff6eddac4ac7"/>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56</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e664724af3b247e0"/>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57</a:t>
            </a:r>
          </a:p>
        </p:txBody>
      </p:sp>
    </p:spTree>
    <p:extLst>
      <p:ext uri="{BB962C8B-B14F-4D97-AF65-F5344CB8AC3E}">
        <p14:creationId xmlns:p14="http://schemas.microsoft.com/office/powerpoint/2010/main" val="869156994"/>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58</a:t>
            </a:r>
          </a:p>
        </p:txBody>
      </p:sp>
    </p:spTree>
    <p:extLst>
      <p:ext uri="{BB962C8B-B14F-4D97-AF65-F5344CB8AC3E}">
        <p14:creationId xmlns:p14="http://schemas.microsoft.com/office/powerpoint/2010/main" val="50592868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59</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2026-07-27T14:53:49.2720000Z</dcterms:created>
  <dcterms:modified xsi:type="dcterms:W3CDTF">2026-07-27T14:53:49.2720000Z</dcterms:modified>
</coreProperties>
</file>