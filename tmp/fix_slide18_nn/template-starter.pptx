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76286ef92743d2" /><Relationship Type="http://schemas.openxmlformats.org/officeDocument/2006/relationships/extended-properties" Target="/docProps/app.xml" Id="R26dcb3e0c94b418a" /><Relationship Type="http://schemas.openxmlformats.org/officeDocument/2006/relationships/officeDocument" Target="/ppt/presentation.xml" Id="Rc14e530456144573" /></Relationships>
</file>

<file path=ppt/presentation.xml><?xml version="1.0" encoding="utf-8"?>
<p:presentation xmlns:p="http://schemas.openxmlformats.org/presentationml/2006/main">
  <p:sldMasterIdLst>
    <p:sldMasterId xmlns:r="http://schemas.openxmlformats.org/officeDocument/2006/relationships" id="2147483648" r:id="R4c442d68545d4273"/>
  </p:sldMasterIdLst>
  <p:notesMasterIdLst>
    <p:notesMasterId xmlns:r="http://schemas.openxmlformats.org/officeDocument/2006/relationships" r:id="R64d1da9a6c444a38"/>
  </p:notesMasterIdLst>
  <p:sldIdLst>
    <p:sldId xmlns:r="http://schemas.openxmlformats.org/officeDocument/2006/relationships" id="256" r:id="Rded749a457714840"/>
    <p:sldId xmlns:r="http://schemas.openxmlformats.org/officeDocument/2006/relationships" id="257" r:id="Rd860c83d95f74b73"/>
    <p:sldId xmlns:r="http://schemas.openxmlformats.org/officeDocument/2006/relationships" id="258" r:id="R52458e07bfef43b6"/>
    <p:sldId xmlns:r="http://schemas.openxmlformats.org/officeDocument/2006/relationships" id="259" r:id="Ra8a1113fe0d44090"/>
    <p:sldId xmlns:r="http://schemas.openxmlformats.org/officeDocument/2006/relationships" id="260" r:id="Rce21619749d446bc"/>
    <p:sldId xmlns:r="http://schemas.openxmlformats.org/officeDocument/2006/relationships" id="261" r:id="Rb0054665eeca45eb"/>
    <p:sldId xmlns:r="http://schemas.openxmlformats.org/officeDocument/2006/relationships" id="262" r:id="Re56b33e168be4acb"/>
    <p:sldId xmlns:r="http://schemas.openxmlformats.org/officeDocument/2006/relationships" id="263" r:id="R28610e0ed49c49a1"/>
    <p:sldId xmlns:r="http://schemas.openxmlformats.org/officeDocument/2006/relationships" id="264" r:id="Rcc25cdfa2cc34fde"/>
    <p:sldId xmlns:r="http://schemas.openxmlformats.org/officeDocument/2006/relationships" id="265" r:id="Rd20c74ae0f2849ac"/>
    <p:sldId xmlns:r="http://schemas.openxmlformats.org/officeDocument/2006/relationships" id="266" r:id="Re1d6267d368e47ed"/>
    <p:sldId xmlns:r="http://schemas.openxmlformats.org/officeDocument/2006/relationships" id="267" r:id="R7ffab2024d554cb5"/>
    <p:sldId xmlns:r="http://schemas.openxmlformats.org/officeDocument/2006/relationships" id="268" r:id="R00475142b8414f6b"/>
    <p:sldId xmlns:r="http://schemas.openxmlformats.org/officeDocument/2006/relationships" id="269" r:id="R19df11132c574b6e"/>
    <p:sldId xmlns:r="http://schemas.openxmlformats.org/officeDocument/2006/relationships" id="270" r:id="R3cfd8f236b424c1c"/>
    <p:sldId xmlns:r="http://schemas.openxmlformats.org/officeDocument/2006/relationships" id="271" r:id="R3841b19d1da8451b"/>
    <p:sldId xmlns:r="http://schemas.openxmlformats.org/officeDocument/2006/relationships" id="272" r:id="R00195095ebce4279"/>
    <p:sldId xmlns:r="http://schemas.openxmlformats.org/officeDocument/2006/relationships" id="273" r:id="Rc2c515abd13743a5"/>
    <p:sldId xmlns:r="http://schemas.openxmlformats.org/officeDocument/2006/relationships" id="274" r:id="R821740959af1412b"/>
    <p:sldId xmlns:r="http://schemas.openxmlformats.org/officeDocument/2006/relationships" id="275" r:id="Rb5e6e6d4567f4585"/>
    <p:sldId xmlns:r="http://schemas.openxmlformats.org/officeDocument/2006/relationships" id="276" r:id="R3f282d3b714b4560"/>
    <p:sldId xmlns:r="http://schemas.openxmlformats.org/officeDocument/2006/relationships" id="277" r:id="R3328578baeb34c16"/>
    <p:sldId xmlns:r="http://schemas.openxmlformats.org/officeDocument/2006/relationships" id="278" r:id="Ra27b68f12cac4d84"/>
    <p:sldId xmlns:r="http://schemas.openxmlformats.org/officeDocument/2006/relationships" id="279" r:id="Rb0a358eb23ab4f73"/>
    <p:sldId xmlns:r="http://schemas.openxmlformats.org/officeDocument/2006/relationships" id="280" r:id="Rce8e5071f7bc426a"/>
    <p:sldId xmlns:r="http://schemas.openxmlformats.org/officeDocument/2006/relationships" id="281" r:id="R69db2890950b4c11"/>
    <p:sldId xmlns:r="http://schemas.openxmlformats.org/officeDocument/2006/relationships" id="282" r:id="R3d6ed3dcabc54946"/>
    <p:sldId xmlns:r="http://schemas.openxmlformats.org/officeDocument/2006/relationships" id="283" r:id="Rd4a5bf4fde9f45f1"/>
    <p:sldId xmlns:r="http://schemas.openxmlformats.org/officeDocument/2006/relationships" id="284" r:id="R4b08b2e4ff434cff"/>
    <p:sldId xmlns:r="http://schemas.openxmlformats.org/officeDocument/2006/relationships" id="285" r:id="R967875e782e447b4"/>
    <p:sldId xmlns:r="http://schemas.openxmlformats.org/officeDocument/2006/relationships" id="286" r:id="R4843fd5799b74ee6"/>
    <p:sldId xmlns:r="http://schemas.openxmlformats.org/officeDocument/2006/relationships" id="287" r:id="Rb4a33fd3d3054063"/>
    <p:sldId xmlns:r="http://schemas.openxmlformats.org/officeDocument/2006/relationships" id="288" r:id="R9d7dfb3338e14b2e"/>
    <p:sldId xmlns:r="http://schemas.openxmlformats.org/officeDocument/2006/relationships" id="289" r:id="R48412065fe2b469b"/>
    <p:sldId xmlns:r="http://schemas.openxmlformats.org/officeDocument/2006/relationships" id="290" r:id="Rf6d80bb7fd144ca8"/>
    <p:sldId xmlns:r="http://schemas.openxmlformats.org/officeDocument/2006/relationships" id="291" r:id="Rf406f355e4a5455e"/>
    <p:sldId xmlns:r="http://schemas.openxmlformats.org/officeDocument/2006/relationships" id="292" r:id="R1f6d998a75794fd2"/>
    <p:sldId xmlns:r="http://schemas.openxmlformats.org/officeDocument/2006/relationships" id="293" r:id="R6e943bf176484003"/>
    <p:sldId xmlns:r="http://schemas.openxmlformats.org/officeDocument/2006/relationships" id="294" r:id="Rb62549f747fb421e"/>
    <p:sldId xmlns:r="http://schemas.openxmlformats.org/officeDocument/2006/relationships" id="295" r:id="Rbf8423728fd04a6d"/>
    <p:sldId xmlns:r="http://schemas.openxmlformats.org/officeDocument/2006/relationships" id="296" r:id="R0b1e2a8c5f1f4c9c"/>
    <p:sldId xmlns:r="http://schemas.openxmlformats.org/officeDocument/2006/relationships" id="297" r:id="Rbfae23f0595a4ba0"/>
    <p:sldId xmlns:r="http://schemas.openxmlformats.org/officeDocument/2006/relationships" id="298" r:id="R861896b81bd04dbb"/>
    <p:sldId xmlns:r="http://schemas.openxmlformats.org/officeDocument/2006/relationships" id="299" r:id="Rcc98675e6ffb4238"/>
    <p:sldId xmlns:r="http://schemas.openxmlformats.org/officeDocument/2006/relationships" id="300" r:id="R80edb1e8a8e040d6"/>
    <p:sldId xmlns:r="http://schemas.openxmlformats.org/officeDocument/2006/relationships" id="301" r:id="R4847fbe4cf794942"/>
    <p:sldId xmlns:r="http://schemas.openxmlformats.org/officeDocument/2006/relationships" id="302" r:id="Rbba59f1a0bad4938"/>
    <p:sldId xmlns:r="http://schemas.openxmlformats.org/officeDocument/2006/relationships" id="303" r:id="Rb68b541665a84d76"/>
    <p:sldId xmlns:r="http://schemas.openxmlformats.org/officeDocument/2006/relationships" id="304" r:id="R9c9bd8d72ccf4d8f"/>
    <p:sldId xmlns:r="http://schemas.openxmlformats.org/officeDocument/2006/relationships" id="305" r:id="Redb9733c087e420f"/>
    <p:sldId xmlns:r="http://schemas.openxmlformats.org/officeDocument/2006/relationships" id="306" r:id="Rc00f82ce0cd64e10"/>
    <p:sldId xmlns:r="http://schemas.openxmlformats.org/officeDocument/2006/relationships" id="307" r:id="Rc86a0fa4f98f48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5473250de64a18" /><Relationship Type="http://schemas.openxmlformats.org/officeDocument/2006/relationships/slideMaster" Target="/ppt/slideMasters/slideMaster1.xml" Id="R4c442d68545d4273" /><Relationship Type="http://schemas.openxmlformats.org/officeDocument/2006/relationships/notesMaster" Target="/ppt/notesMasters/notesMaster1.xml" Id="R64d1da9a6c444a38" /><Relationship Type="http://schemas.openxmlformats.org/officeDocument/2006/relationships/presProps" Target="/ppt/presProps.xml" Id="Rca19b35ec07848e4" /><Relationship Type="http://schemas.openxmlformats.org/officeDocument/2006/relationships/tableStyles" Target="/ppt/tableStyles.xml" Id="Rc11ab33890264449" /><Relationship Type="http://schemas.openxmlformats.org/officeDocument/2006/relationships/slide" Target="/ppt/slides/slide1.xml" Id="Rded749a457714840" /><Relationship Type="http://schemas.openxmlformats.org/officeDocument/2006/relationships/slide" Target="/ppt/slides/slide2.xml" Id="Rd860c83d95f74b73" /><Relationship Type="http://schemas.openxmlformats.org/officeDocument/2006/relationships/slide" Target="/ppt/slides/slide3.xml" Id="R52458e07bfef43b6" /><Relationship Type="http://schemas.openxmlformats.org/officeDocument/2006/relationships/slide" Target="/ppt/slides/slide4.xml" Id="Ra8a1113fe0d44090" /><Relationship Type="http://schemas.openxmlformats.org/officeDocument/2006/relationships/slide" Target="/ppt/slides/slide5.xml" Id="Rce21619749d446bc" /><Relationship Type="http://schemas.openxmlformats.org/officeDocument/2006/relationships/slide" Target="/ppt/slides/slide6.xml" Id="Rb0054665eeca45eb" /><Relationship Type="http://schemas.openxmlformats.org/officeDocument/2006/relationships/slide" Target="/ppt/slides/slide7.xml" Id="Re56b33e168be4acb" /><Relationship Type="http://schemas.openxmlformats.org/officeDocument/2006/relationships/slide" Target="/ppt/slides/slide8.xml" Id="R28610e0ed49c49a1" /><Relationship Type="http://schemas.openxmlformats.org/officeDocument/2006/relationships/slide" Target="/ppt/slides/slide9.xml" Id="Rcc25cdfa2cc34fde" /><Relationship Type="http://schemas.openxmlformats.org/officeDocument/2006/relationships/slide" Target="/ppt/slides/slide10.xml" Id="Rd20c74ae0f2849ac" /><Relationship Type="http://schemas.openxmlformats.org/officeDocument/2006/relationships/slide" Target="/ppt/slides/slide11.xml" Id="Re1d6267d368e47ed" /><Relationship Type="http://schemas.openxmlformats.org/officeDocument/2006/relationships/slide" Target="/ppt/slides/slide12.xml" Id="R7ffab2024d554cb5" /><Relationship Type="http://schemas.openxmlformats.org/officeDocument/2006/relationships/slide" Target="/ppt/slides/slide13.xml" Id="R00475142b8414f6b" /><Relationship Type="http://schemas.openxmlformats.org/officeDocument/2006/relationships/slide" Target="/ppt/slides/slide14.xml" Id="R19df11132c574b6e" /><Relationship Type="http://schemas.openxmlformats.org/officeDocument/2006/relationships/slide" Target="/ppt/slides/slide15.xml" Id="R3cfd8f236b424c1c" /><Relationship Type="http://schemas.openxmlformats.org/officeDocument/2006/relationships/slide" Target="/ppt/slides/slide16.xml" Id="R3841b19d1da8451b" /><Relationship Type="http://schemas.openxmlformats.org/officeDocument/2006/relationships/slide" Target="/ppt/slides/slide17.xml" Id="R00195095ebce4279" /><Relationship Type="http://schemas.openxmlformats.org/officeDocument/2006/relationships/slide" Target="/ppt/slides/slide18.xml" Id="Rc2c515abd13743a5" /><Relationship Type="http://schemas.openxmlformats.org/officeDocument/2006/relationships/slide" Target="/ppt/slides/slide19.xml" Id="R821740959af1412b" /><Relationship Type="http://schemas.openxmlformats.org/officeDocument/2006/relationships/slide" Target="/ppt/slides/slide20.xml" Id="Rb5e6e6d4567f4585" /><Relationship Type="http://schemas.openxmlformats.org/officeDocument/2006/relationships/slide" Target="/ppt/slides/slide21.xml" Id="R3f282d3b714b4560" /><Relationship Type="http://schemas.openxmlformats.org/officeDocument/2006/relationships/slide" Target="/ppt/slides/slide22.xml" Id="R3328578baeb34c16" /><Relationship Type="http://schemas.openxmlformats.org/officeDocument/2006/relationships/slide" Target="/ppt/slides/slide23.xml" Id="Ra27b68f12cac4d84" /><Relationship Type="http://schemas.openxmlformats.org/officeDocument/2006/relationships/slide" Target="/ppt/slides/slide24.xml" Id="Rb0a358eb23ab4f73" /><Relationship Type="http://schemas.openxmlformats.org/officeDocument/2006/relationships/slide" Target="/ppt/slides/slide25.xml" Id="Rce8e5071f7bc426a" /><Relationship Type="http://schemas.openxmlformats.org/officeDocument/2006/relationships/slide" Target="/ppt/slides/slide26.xml" Id="R69db2890950b4c11" /><Relationship Type="http://schemas.openxmlformats.org/officeDocument/2006/relationships/slide" Target="/ppt/slides/slide27.xml" Id="R3d6ed3dcabc54946" /><Relationship Type="http://schemas.openxmlformats.org/officeDocument/2006/relationships/slide" Target="/ppt/slides/slide28.xml" Id="Rd4a5bf4fde9f45f1" /><Relationship Type="http://schemas.openxmlformats.org/officeDocument/2006/relationships/slide" Target="/ppt/slides/slide29.xml" Id="R4b08b2e4ff434cff" /><Relationship Type="http://schemas.openxmlformats.org/officeDocument/2006/relationships/slide" Target="/ppt/slides/slide30.xml" Id="R967875e782e447b4" /><Relationship Type="http://schemas.openxmlformats.org/officeDocument/2006/relationships/slide" Target="/ppt/slides/slide31.xml" Id="R4843fd5799b74ee6" /><Relationship Type="http://schemas.openxmlformats.org/officeDocument/2006/relationships/slide" Target="/ppt/slides/slide32.xml" Id="Rb4a33fd3d3054063" /><Relationship Type="http://schemas.openxmlformats.org/officeDocument/2006/relationships/slide" Target="/ppt/slides/slide33.xml" Id="R9d7dfb3338e14b2e" /><Relationship Type="http://schemas.openxmlformats.org/officeDocument/2006/relationships/slide" Target="/ppt/slides/slide34.xml" Id="R48412065fe2b469b" /><Relationship Type="http://schemas.openxmlformats.org/officeDocument/2006/relationships/slide" Target="/ppt/slides/slide35.xml" Id="Rf6d80bb7fd144ca8" /><Relationship Type="http://schemas.openxmlformats.org/officeDocument/2006/relationships/slide" Target="/ppt/slides/slide36.xml" Id="Rf406f355e4a5455e" /><Relationship Type="http://schemas.openxmlformats.org/officeDocument/2006/relationships/slide" Target="/ppt/slides/slide37.xml" Id="R1f6d998a75794fd2" /><Relationship Type="http://schemas.openxmlformats.org/officeDocument/2006/relationships/slide" Target="/ppt/slides/slide38.xml" Id="R6e943bf176484003" /><Relationship Type="http://schemas.openxmlformats.org/officeDocument/2006/relationships/slide" Target="/ppt/slides/slide39.xml" Id="Rb62549f747fb421e" /><Relationship Type="http://schemas.openxmlformats.org/officeDocument/2006/relationships/slide" Target="/ppt/slides/slide40.xml" Id="Rbf8423728fd04a6d" /><Relationship Type="http://schemas.openxmlformats.org/officeDocument/2006/relationships/slide" Target="/ppt/slides/slide41.xml" Id="R0b1e2a8c5f1f4c9c" /><Relationship Type="http://schemas.openxmlformats.org/officeDocument/2006/relationships/slide" Target="/ppt/slides/slide42.xml" Id="Rbfae23f0595a4ba0" /><Relationship Type="http://schemas.openxmlformats.org/officeDocument/2006/relationships/slide" Target="/ppt/slides/slide43.xml" Id="R861896b81bd04dbb" /><Relationship Type="http://schemas.openxmlformats.org/officeDocument/2006/relationships/slide" Target="/ppt/slides/slide44.xml" Id="Rcc98675e6ffb4238" /><Relationship Type="http://schemas.openxmlformats.org/officeDocument/2006/relationships/slide" Target="/ppt/slides/slide45.xml" Id="R80edb1e8a8e040d6" /><Relationship Type="http://schemas.openxmlformats.org/officeDocument/2006/relationships/slide" Target="/ppt/slides/slide46.xml" Id="R4847fbe4cf794942" /><Relationship Type="http://schemas.openxmlformats.org/officeDocument/2006/relationships/slide" Target="/ppt/slides/slide47.xml" Id="Rbba59f1a0bad4938" /><Relationship Type="http://schemas.openxmlformats.org/officeDocument/2006/relationships/slide" Target="/ppt/slides/slide48.xml" Id="Rb68b541665a84d76" /><Relationship Type="http://schemas.openxmlformats.org/officeDocument/2006/relationships/slide" Target="/ppt/slides/slide49.xml" Id="R9c9bd8d72ccf4d8f" /><Relationship Type="http://schemas.openxmlformats.org/officeDocument/2006/relationships/slide" Target="/ppt/slides/slide50.xml" Id="Redb9733c087e420f" /><Relationship Type="http://schemas.openxmlformats.org/officeDocument/2006/relationships/slide" Target="/ppt/slides/slide51.xml" Id="Rc00f82ce0cd64e10" /><Relationship Type="http://schemas.openxmlformats.org/officeDocument/2006/relationships/slide" Target="/ppt/slides/slide52.xml" Id="Rc86a0fa4f98f48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6134419669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c5d39124b74965" /><Relationship Type="http://schemas.openxmlformats.org/officeDocument/2006/relationships/notesMaster" Target="/ppt/notesMasters/notesMaster1.xml" Id="Rb38e6e4e84b646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f5f6a60d5f4bbe" /><Relationship Type="http://schemas.openxmlformats.org/officeDocument/2006/relationships/notesMaster" Target="/ppt/notesMasters/notesMaster1.xml" Id="Rdedce23db54646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1f7c6e122498b" /><Relationship Type="http://schemas.openxmlformats.org/officeDocument/2006/relationships/notesMaster" Target="/ppt/notesMasters/notesMaster1.xml" Id="Rfc3e18fb09ae4b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afab0ec07b4d26" /><Relationship Type="http://schemas.openxmlformats.org/officeDocument/2006/relationships/notesMaster" Target="/ppt/notesMasters/notesMaster1.xml" Id="R3aa7878c965446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0e71663eae48c0" /><Relationship Type="http://schemas.openxmlformats.org/officeDocument/2006/relationships/notesMaster" Target="/ppt/notesMasters/notesMaster1.xml" Id="R7044a41d0d3945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0a5b7a1d9041c5" /><Relationship Type="http://schemas.openxmlformats.org/officeDocument/2006/relationships/notesMaster" Target="/ppt/notesMasters/notesMaster1.xml" Id="R3d243b60044b4f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96b2aaf2c04e80" /><Relationship Type="http://schemas.openxmlformats.org/officeDocument/2006/relationships/notesMaster" Target="/ppt/notesMasters/notesMaster1.xml" Id="R679b47cdc6a044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73ce780f844619" /><Relationship Type="http://schemas.openxmlformats.org/officeDocument/2006/relationships/notesMaster" Target="/ppt/notesMasters/notesMaster1.xml" Id="R1f277c5fc56946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6f0b0e80714935" /><Relationship Type="http://schemas.openxmlformats.org/officeDocument/2006/relationships/notesMaster" Target="/ppt/notesMasters/notesMaster1.xml" Id="Ra3f8d0da2b5641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521e3bbb77441e" /><Relationship Type="http://schemas.openxmlformats.org/officeDocument/2006/relationships/notesMaster" Target="/ppt/notesMasters/notesMaster1.xml" Id="R7f5fa54f423941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1508b7b95f49d8" /><Relationship Type="http://schemas.openxmlformats.org/officeDocument/2006/relationships/notesMaster" Target="/ppt/notesMasters/notesMaster1.xml" Id="R0846a6f0b74248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faa316680a4458" /><Relationship Type="http://schemas.openxmlformats.org/officeDocument/2006/relationships/notesMaster" Target="/ppt/notesMasters/notesMaster1.xml" Id="R6e0c5fcdf8c143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32eb3ef96d46f4" /><Relationship Type="http://schemas.openxmlformats.org/officeDocument/2006/relationships/notesMaster" Target="/ppt/notesMasters/notesMaster1.xml" Id="R3653c3f9f6db46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2681c4489b4a84" /><Relationship Type="http://schemas.openxmlformats.org/officeDocument/2006/relationships/notesMaster" Target="/ppt/notesMasters/notesMaster1.xml" Id="R48be3d32a13242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60fbb6875e4177" /><Relationship Type="http://schemas.openxmlformats.org/officeDocument/2006/relationships/notesMaster" Target="/ppt/notesMasters/notesMaster1.xml" Id="Ra6bbb8c2c24147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3adf4ba25c4564" /><Relationship Type="http://schemas.openxmlformats.org/officeDocument/2006/relationships/notesMaster" Target="/ppt/notesMasters/notesMaster1.xml" Id="R751203a23a3d42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2859c2f51d4a39" /><Relationship Type="http://schemas.openxmlformats.org/officeDocument/2006/relationships/notesMaster" Target="/ppt/notesMasters/notesMaster1.xml" Id="R16e35eaf3ee94c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1dcf6a01894fd5" /><Relationship Type="http://schemas.openxmlformats.org/officeDocument/2006/relationships/notesMaster" Target="/ppt/notesMasters/notesMaster1.xml" Id="R0505e00b9ee546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e980c0451f4e2a" /><Relationship Type="http://schemas.openxmlformats.org/officeDocument/2006/relationships/notesMaster" Target="/ppt/notesMasters/notesMaster1.xml" Id="Rab3c103631904f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9c70c657224880" /><Relationship Type="http://schemas.openxmlformats.org/officeDocument/2006/relationships/notesMaster" Target="/ppt/notesMasters/notesMaster1.xml" Id="R89ffcc1a96064f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899eaf9e9a4967" /><Relationship Type="http://schemas.openxmlformats.org/officeDocument/2006/relationships/notesMaster" Target="/ppt/notesMasters/notesMaster1.xml" Id="Rf2c6df5da34441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e5179f853d4d5b" /><Relationship Type="http://schemas.openxmlformats.org/officeDocument/2006/relationships/notesMaster" Target="/ppt/notesMasters/notesMaster1.xml" Id="R5b9d8af7b8944aa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0628b867a14d63" /><Relationship Type="http://schemas.openxmlformats.org/officeDocument/2006/relationships/notesMaster" Target="/ppt/notesMasters/notesMaster1.xml" Id="R5e842ec6e65d49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888c1cceeac4814" /><Relationship Type="http://schemas.openxmlformats.org/officeDocument/2006/relationships/notesMaster" Target="/ppt/notesMasters/notesMaster1.xml" Id="Rf24e50f13cd745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cd9be4fc154125" /><Relationship Type="http://schemas.openxmlformats.org/officeDocument/2006/relationships/notesMaster" Target="/ppt/notesMasters/notesMaster1.xml" Id="Rc357caa997554a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fbb1371e1894099" /><Relationship Type="http://schemas.openxmlformats.org/officeDocument/2006/relationships/notesMaster" Target="/ppt/notesMasters/notesMaster1.xml" Id="R124b7f4511ad4df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ea2208a6cf4b0b" /><Relationship Type="http://schemas.openxmlformats.org/officeDocument/2006/relationships/notesMaster" Target="/ppt/notesMasters/notesMaster1.xml" Id="R88ac8d6d7ee9497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bd9fe48d6c44be" /><Relationship Type="http://schemas.openxmlformats.org/officeDocument/2006/relationships/notesMaster" Target="/ppt/notesMasters/notesMaster1.xml" Id="R54140a7c3445448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9d7116c9e324dd0" /><Relationship Type="http://schemas.openxmlformats.org/officeDocument/2006/relationships/notesMaster" Target="/ppt/notesMasters/notesMaster1.xml" Id="Rc25eac1728b34f4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1423ef6a8aa47c1" /><Relationship Type="http://schemas.openxmlformats.org/officeDocument/2006/relationships/notesMaster" Target="/ppt/notesMasters/notesMaster1.xml" Id="Rcb12cdc18ef04e4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ff479bf46654276" /><Relationship Type="http://schemas.openxmlformats.org/officeDocument/2006/relationships/notesMaster" Target="/ppt/notesMasters/notesMaster1.xml" Id="Rea2d063f51034e9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bd4acd1a7364cc1" /><Relationship Type="http://schemas.openxmlformats.org/officeDocument/2006/relationships/notesMaster" Target="/ppt/notesMasters/notesMaster1.xml" Id="R0189966b4ef9494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b4da231cc7146e6" /><Relationship Type="http://schemas.openxmlformats.org/officeDocument/2006/relationships/notesMaster" Target="/ppt/notesMasters/notesMaster1.xml" Id="R9414557af7d148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3798ce88fee4b28" /><Relationship Type="http://schemas.openxmlformats.org/officeDocument/2006/relationships/notesMaster" Target="/ppt/notesMasters/notesMaster1.xml" Id="R76c8df3d7c9c4bb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b355acc0a04919" /><Relationship Type="http://schemas.openxmlformats.org/officeDocument/2006/relationships/notesMaster" Target="/ppt/notesMasters/notesMaster1.xml" Id="R2ddf2290de97456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7505de4b189449a" /><Relationship Type="http://schemas.openxmlformats.org/officeDocument/2006/relationships/notesMaster" Target="/ppt/notesMasters/notesMaster1.xml" Id="R348d9d2d02c3421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38777c654154fa8" /><Relationship Type="http://schemas.openxmlformats.org/officeDocument/2006/relationships/notesMaster" Target="/ppt/notesMasters/notesMaster1.xml" Id="R27e6661c0d0441d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f40028aee334197" /><Relationship Type="http://schemas.openxmlformats.org/officeDocument/2006/relationships/notesMaster" Target="/ppt/notesMasters/notesMaster1.xml" Id="Ra80afcda24d743e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d81b0068a1e4c25" /><Relationship Type="http://schemas.openxmlformats.org/officeDocument/2006/relationships/notesMaster" Target="/ppt/notesMasters/notesMaster1.xml" Id="R2dbfb7246529477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1250cae149a467c" /><Relationship Type="http://schemas.openxmlformats.org/officeDocument/2006/relationships/notesMaster" Target="/ppt/notesMasters/notesMaster1.xml" Id="R2a79e6876d90486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fa542edd81a4e0f" /><Relationship Type="http://schemas.openxmlformats.org/officeDocument/2006/relationships/notesMaster" Target="/ppt/notesMasters/notesMaster1.xml" Id="R5fb7bd16072b4a5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7b957a166f4fa6" /><Relationship Type="http://schemas.openxmlformats.org/officeDocument/2006/relationships/notesMaster" Target="/ppt/notesMasters/notesMaster1.xml" Id="R1e0385f7da7d4e9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db7d87323564d96" /><Relationship Type="http://schemas.openxmlformats.org/officeDocument/2006/relationships/notesMaster" Target="/ppt/notesMasters/notesMaster1.xml" Id="R95ef7777e5ba4e3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4f505f0b244047" /><Relationship Type="http://schemas.openxmlformats.org/officeDocument/2006/relationships/notesMaster" Target="/ppt/notesMasters/notesMaster1.xml" Id="R61e709f10d7d46b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a52fdb55e0d4895" /><Relationship Type="http://schemas.openxmlformats.org/officeDocument/2006/relationships/notesMaster" Target="/ppt/notesMasters/notesMaster1.xml" Id="R5b67ed1dccd54fa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21c03397ddb417d" /><Relationship Type="http://schemas.openxmlformats.org/officeDocument/2006/relationships/notesMaster" Target="/ppt/notesMasters/notesMaster1.xml" Id="R7710c9629b4a44a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50e947185c645a5" /><Relationship Type="http://schemas.openxmlformats.org/officeDocument/2006/relationships/notesMaster" Target="/ppt/notesMasters/notesMaster1.xml" Id="R41537bde41f142b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b77be02952e4a52" /><Relationship Type="http://schemas.openxmlformats.org/officeDocument/2006/relationships/notesMaster" Target="/ppt/notesMasters/notesMaster1.xml" Id="R8f3abf6d62ca47a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2a38dba6479406a" /><Relationship Type="http://schemas.openxmlformats.org/officeDocument/2006/relationships/notesMaster" Target="/ppt/notesMasters/notesMaster1.xml" Id="R3dc6f0e06ae3465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78ad4ef5f25475a" /><Relationship Type="http://schemas.openxmlformats.org/officeDocument/2006/relationships/notesMaster" Target="/ppt/notesMasters/notesMaster1.xml" Id="R441f955ffe5c4b4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fd894487f0a4f47" /><Relationship Type="http://schemas.openxmlformats.org/officeDocument/2006/relationships/notesMaster" Target="/ppt/notesMasters/notesMaster1.xml" Id="R6bd340759080470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fd73f5abbda43b3" /><Relationship Type="http://schemas.openxmlformats.org/officeDocument/2006/relationships/notesMaster" Target="/ppt/notesMasters/notesMaster1.xml" Id="R3cb427da9eb847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7bf6237b1c4b1e"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acb885605c45cd" /><Relationship Type="http://schemas.openxmlformats.org/officeDocument/2006/relationships/slideLayout" Target="/ppt/slideLayouts/slideLayout1.xml" Id="R07077048a82043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077048a82043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d4e6e29a894455" /><Relationship Type="http://schemas.openxmlformats.org/officeDocument/2006/relationships/notesSlide" Target="/ppt/notesSlides/notesSlide1.xml" Id="Ra6896c3b97d8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58bf98ccd341ce" /><Relationship Type="http://schemas.openxmlformats.org/officeDocument/2006/relationships/image" Target="/ppt/media/image.png" Id="R6ed62e25afbc4e1c" /><Relationship Type="http://schemas.openxmlformats.org/officeDocument/2006/relationships/notesSlide" Target="/ppt/notesSlides/notesSlide2.xml" Id="R5cabd41e6b2a47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4c9e7f5a61461e" /><Relationship Type="http://schemas.openxmlformats.org/officeDocument/2006/relationships/image" Target="/ppt/media/image2.png" Id="R72c40ba3d3f04311" /><Relationship Type="http://schemas.openxmlformats.org/officeDocument/2006/relationships/notesSlide" Target="/ppt/notesSlides/notesSlide3.xml" Id="Rf2510fc7cffe4e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2ba03dcd224f1d" /><Relationship Type="http://schemas.openxmlformats.org/officeDocument/2006/relationships/image" Target="/ppt/media/image3.png" Id="R0bbdeae0ae904efd" /><Relationship Type="http://schemas.openxmlformats.org/officeDocument/2006/relationships/notesSlide" Target="/ppt/notesSlides/notesSlide4.xml" Id="Rb2adc8978b3b49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744db731b34b91" /><Relationship Type="http://schemas.openxmlformats.org/officeDocument/2006/relationships/notesSlide" Target="/ppt/notesSlides/notesSlide5.xml" Id="Rae15e86c78af4b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9ef026da844c1a" /><Relationship Type="http://schemas.openxmlformats.org/officeDocument/2006/relationships/image" Target="/ppt/media/image.svg" Id="Ra1e96f8844ec43b9" /><Relationship Type="http://schemas.openxmlformats.org/officeDocument/2006/relationships/image" Target="/ppt/media/image.png" Id="R7111e8660d5f4d64" /><Relationship Type="http://schemas.openxmlformats.org/officeDocument/2006/relationships/notesSlide" Target="/ppt/notesSlides/notesSlide6.xml" Id="Rc963ca54942849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8a33cd66cd44ec" /><Relationship Type="http://schemas.openxmlformats.org/officeDocument/2006/relationships/image" Target="/ppt/media/image2.svg" Id="R6f29759c46a348cb" /><Relationship Type="http://schemas.openxmlformats.org/officeDocument/2006/relationships/image" Target="/ppt/media/image2.png" Id="R333790d9019c4c70" /><Relationship Type="http://schemas.openxmlformats.org/officeDocument/2006/relationships/notesSlide" Target="/ppt/notesSlides/notesSlide7.xml" Id="Refb5e6876cdb43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1a704e60914ee4" /><Relationship Type="http://schemas.openxmlformats.org/officeDocument/2006/relationships/notesSlide" Target="/ppt/notesSlides/notesSlide8.xml" Id="R85d2c73cd9094a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42bbc7645b486d" /><Relationship Type="http://schemas.openxmlformats.org/officeDocument/2006/relationships/image" Target="/ppt/media/image3.svg" Id="R97e5f8fc0c7447b5" /><Relationship Type="http://schemas.openxmlformats.org/officeDocument/2006/relationships/image" Target="/ppt/media/image3.png" Id="Rcf7a9fdba47045dd" /><Relationship Type="http://schemas.openxmlformats.org/officeDocument/2006/relationships/notesSlide" Target="/ppt/notesSlides/notesSlide9.xml" Id="Rcd001a2f890444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e3c842b28042ed" /><Relationship Type="http://schemas.openxmlformats.org/officeDocument/2006/relationships/image" Target="/ppt/media/image4.png" Id="R183dd8ae24954a2e" /><Relationship Type="http://schemas.openxmlformats.org/officeDocument/2006/relationships/notesSlide" Target="/ppt/notesSlides/notesSlide10.xml" Id="R94565051d5454f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3fe57887ad4021" /><Relationship Type="http://schemas.openxmlformats.org/officeDocument/2006/relationships/image" Target="/ppt/media/image5.png" Id="Re89cc9e97c974382" /><Relationship Type="http://schemas.openxmlformats.org/officeDocument/2006/relationships/image" Target="/ppt/media/image4.svg" Id="R927d00c6299b4f0d" /><Relationship Type="http://schemas.openxmlformats.org/officeDocument/2006/relationships/image" Target="/ppt/media/image4.png" Id="R52f4175e95a44442" /><Relationship Type="http://schemas.openxmlformats.org/officeDocument/2006/relationships/notesSlide" Target="/ppt/notesSlides/notesSlide11.xml" Id="R2a6041b490eb43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e5a8bc0f324d77" /><Relationship Type="http://schemas.openxmlformats.org/officeDocument/2006/relationships/image" Target="/ppt/media/image5.svg" Id="Rc8a4d0d9047442a9" /><Relationship Type="http://schemas.openxmlformats.org/officeDocument/2006/relationships/image" Target="/ppt/media/image5.png" Id="R2fa1d95fde3441d7" /><Relationship Type="http://schemas.openxmlformats.org/officeDocument/2006/relationships/notesSlide" Target="/ppt/notesSlides/notesSlide12.xml" Id="R6691d7fffd114d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b825c3d39245fd" /><Relationship Type="http://schemas.openxmlformats.org/officeDocument/2006/relationships/image" Target="/ppt/media/image6.png" Id="Rb4f2a66f560c4822" /><Relationship Type="http://schemas.openxmlformats.org/officeDocument/2006/relationships/image" Target="/ppt/media/image6.svg" Id="Rdbf4cf2e53f8464c" /><Relationship Type="http://schemas.openxmlformats.org/officeDocument/2006/relationships/image" Target="/ppt/media/image7.png" Id="R1d03a1fbafd248af" /><Relationship Type="http://schemas.openxmlformats.org/officeDocument/2006/relationships/image" Target="/ppt/media/image7.svg" Id="Radb30e23eace435c" /><Relationship Type="http://schemas.openxmlformats.org/officeDocument/2006/relationships/notesSlide" Target="/ppt/notesSlides/notesSlide13.xml" Id="R22928edaae424d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1cefb5c77d4c1e" /><Relationship Type="http://schemas.openxmlformats.org/officeDocument/2006/relationships/image" Target="/ppt/media/image8.png" Id="R95053955748c4b4b" /><Relationship Type="http://schemas.openxmlformats.org/officeDocument/2006/relationships/image" Target="/ppt/media/image8.svg" Id="R356d71ddf9234703" /><Relationship Type="http://schemas.openxmlformats.org/officeDocument/2006/relationships/notesSlide" Target="/ppt/notesSlides/notesSlide14.xml" Id="R2c57e2eacd5b43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ad976465ba4586" /><Relationship Type="http://schemas.openxmlformats.org/officeDocument/2006/relationships/image" Target="/ppt/media/image9.png" Id="R2d3ba4a784494f7e" /><Relationship Type="http://schemas.openxmlformats.org/officeDocument/2006/relationships/image" Target="/ppt/media/image9.svg" Id="R93ca578c4bd24640" /><Relationship Type="http://schemas.openxmlformats.org/officeDocument/2006/relationships/notesSlide" Target="/ppt/notesSlides/notesSlide15.xml" Id="R5ddcba4b64674f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233636d9a824108" /><Relationship Type="http://schemas.openxmlformats.org/officeDocument/2006/relationships/notesSlide" Target="/ppt/notesSlides/notesSlide16.xml" Id="R587db9d1e7e042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e91e00708be4149" /><Relationship Type="http://schemas.openxmlformats.org/officeDocument/2006/relationships/notesSlide" Target="/ppt/notesSlides/notesSlide17.xml" Id="R9e591cffe28241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42a7bd0ca145f3" /><Relationship Type="http://schemas.openxmlformats.org/officeDocument/2006/relationships/notesSlide" Target="/ppt/notesSlides/notesSlide18.xml" Id="R3a5f16d97bb742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58dc04c4ea4904" /><Relationship Type="http://schemas.openxmlformats.org/officeDocument/2006/relationships/notesSlide" Target="/ppt/notesSlides/notesSlide19.xml" Id="Rbdee734d64ad49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b91feb007104cf7" /><Relationship Type="http://schemas.openxmlformats.org/officeDocument/2006/relationships/notesSlide" Target="/ppt/notesSlides/notesSlide20.xml" Id="Rff367f4f8fbf4c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4d17dd96bf94c60" /><Relationship Type="http://schemas.openxmlformats.org/officeDocument/2006/relationships/notesSlide" Target="/ppt/notesSlides/notesSlide21.xml" Id="R8e33c06ba290430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188f86d5acf4075" /><Relationship Type="http://schemas.openxmlformats.org/officeDocument/2006/relationships/notesSlide" Target="/ppt/notesSlides/notesSlide22.xml" Id="R96e76a8d96e644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665da2a0d2d4f49" /><Relationship Type="http://schemas.openxmlformats.org/officeDocument/2006/relationships/notesSlide" Target="/ppt/notesSlides/notesSlide23.xml" Id="R7dc1ba3a57534f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71242b010d44d2d" /><Relationship Type="http://schemas.openxmlformats.org/officeDocument/2006/relationships/notesSlide" Target="/ppt/notesSlides/notesSlide24.xml" Id="R91a956962df34b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15a0b924f094580" /><Relationship Type="http://schemas.openxmlformats.org/officeDocument/2006/relationships/notesSlide" Target="/ppt/notesSlides/notesSlide25.xml" Id="Re4dfb513194d41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7340106d01346c9" /><Relationship Type="http://schemas.openxmlformats.org/officeDocument/2006/relationships/notesSlide" Target="/ppt/notesSlides/notesSlide26.xml" Id="Rb9e2a188003f48b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ce79cdb106c4ff1" /><Relationship Type="http://schemas.openxmlformats.org/officeDocument/2006/relationships/notesSlide" Target="/ppt/notesSlides/notesSlide27.xml" Id="Rbffa1e90fe2348d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3cc51f3a9994411" /><Relationship Type="http://schemas.openxmlformats.org/officeDocument/2006/relationships/notesSlide" Target="/ppt/notesSlides/notesSlide28.xml" Id="Rdf9201433974434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fcfb7db5c5145f9" /><Relationship Type="http://schemas.openxmlformats.org/officeDocument/2006/relationships/notesSlide" Target="/ppt/notesSlides/notesSlide29.xml" Id="R394a6fe87019469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87353b289ff40a4" /><Relationship Type="http://schemas.openxmlformats.org/officeDocument/2006/relationships/notesSlide" Target="/ppt/notesSlides/notesSlide30.xml" Id="R27b2ef7adf5a4a7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78adc22e1c44ff2" /><Relationship Type="http://schemas.openxmlformats.org/officeDocument/2006/relationships/notesSlide" Target="/ppt/notesSlides/notesSlide31.xml" Id="Re3d3fc3d48e2471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5fd486d21334f61" /><Relationship Type="http://schemas.openxmlformats.org/officeDocument/2006/relationships/notesSlide" Target="/ppt/notesSlides/notesSlide32.xml" Id="R1c6662d4d97645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1c8840c44064111" /><Relationship Type="http://schemas.openxmlformats.org/officeDocument/2006/relationships/notesSlide" Target="/ppt/notesSlides/notesSlide33.xml" Id="Rdf19656496ee47a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53940b2d19747f5" /><Relationship Type="http://schemas.openxmlformats.org/officeDocument/2006/relationships/notesSlide" Target="/ppt/notesSlides/notesSlide34.xml" Id="Rbdfdc686d36745c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f96e92b28174038" /><Relationship Type="http://schemas.openxmlformats.org/officeDocument/2006/relationships/notesSlide" Target="/ppt/notesSlides/notesSlide35.xml" Id="Rd7c1db836827440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e081c164c814ae4" /><Relationship Type="http://schemas.openxmlformats.org/officeDocument/2006/relationships/notesSlide" Target="/ppt/notesSlides/notesSlide36.xml" Id="Re3a7ab7ad678436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9c7a86a773240ea" /><Relationship Type="http://schemas.openxmlformats.org/officeDocument/2006/relationships/notesSlide" Target="/ppt/notesSlides/notesSlide37.xml" Id="Rc2ee2741d0c747c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d8e9ea9e0094f4b" /><Relationship Type="http://schemas.openxmlformats.org/officeDocument/2006/relationships/notesSlide" Target="/ppt/notesSlides/notesSlide38.xml" Id="R6b8bd3e2a9bc4c9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de0c940319246fd" /><Relationship Type="http://schemas.openxmlformats.org/officeDocument/2006/relationships/notesSlide" Target="/ppt/notesSlides/notesSlide39.xml" Id="R1bfef15c6fd948b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3c91788fc174323" /><Relationship Type="http://schemas.openxmlformats.org/officeDocument/2006/relationships/notesSlide" Target="/ppt/notesSlides/notesSlide40.xml" Id="Rf897395ed1b0499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2789e34f6c74561" /><Relationship Type="http://schemas.openxmlformats.org/officeDocument/2006/relationships/notesSlide" Target="/ppt/notesSlides/notesSlide41.xml" Id="R79e8cad92bcb444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d43a210dd8f4e42" /><Relationship Type="http://schemas.openxmlformats.org/officeDocument/2006/relationships/notesSlide" Target="/ppt/notesSlides/notesSlide42.xml" Id="R94d6a220b295470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4bc2b8ca8444e6c" /><Relationship Type="http://schemas.openxmlformats.org/officeDocument/2006/relationships/notesSlide" Target="/ppt/notesSlides/notesSlide43.xml" Id="R8fc0be268f2c4ff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5d7db4c61a94a1d" /><Relationship Type="http://schemas.openxmlformats.org/officeDocument/2006/relationships/image" Target="/ppt/media/image10.png" Id="R1fb883ed746e4086" /><Relationship Type="http://schemas.openxmlformats.org/officeDocument/2006/relationships/image" Target="/ppt/media/image10.svg" Id="R295379ebbfe84f34" /><Relationship Type="http://schemas.openxmlformats.org/officeDocument/2006/relationships/notesSlide" Target="/ppt/notesSlides/notesSlide44.xml" Id="Rbffce1f2cc8647d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a006223d0114c0e" /><Relationship Type="http://schemas.openxmlformats.org/officeDocument/2006/relationships/notesSlide" Target="/ppt/notesSlides/notesSlide45.xml" Id="R9fc15d55005b453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1587357735f455a" /><Relationship Type="http://schemas.openxmlformats.org/officeDocument/2006/relationships/notesSlide" Target="/ppt/notesSlides/notesSlide46.xml" Id="R94a3c34cdb5f468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de4f5a5862e4d99" /><Relationship Type="http://schemas.openxmlformats.org/officeDocument/2006/relationships/notesSlide" Target="/ppt/notesSlides/notesSlide47.xml" Id="Reb6b6abffdf048e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fa5593392e54918" /><Relationship Type="http://schemas.openxmlformats.org/officeDocument/2006/relationships/notesSlide" Target="/ppt/notesSlides/notesSlide48.xml" Id="R3e7630dacf554cf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548a95671cb4984" /><Relationship Type="http://schemas.openxmlformats.org/officeDocument/2006/relationships/notesSlide" Target="/ppt/notesSlides/notesSlide49.xml" Id="Raa972155a2c84dd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dda37e5ff50434f" /><Relationship Type="http://schemas.openxmlformats.org/officeDocument/2006/relationships/notesSlide" Target="/ppt/notesSlides/notesSlide50.xml" Id="R8a00e0b5186b433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91fa68fe7ec44e0" /><Relationship Type="http://schemas.openxmlformats.org/officeDocument/2006/relationships/notesSlide" Target="/ppt/notesSlides/notesSlide51.xml" Id="Re75e32f2cf38418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3a6f5b2ec7c4df7" /><Relationship Type="http://schemas.openxmlformats.org/officeDocument/2006/relationships/notesSlide" Target="/ppt/notesSlides/notesSlide52.xml" Id="R09b328aa7c914a84"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2-20</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21-25</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26-33</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34-37</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38-52</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6ed62e25afbc4e1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72c40ba3d3f0431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0bbdeae0ae904ef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7111e8660d5f4d64">
            <a:extLst>
              <a:ext uri="{96DAC541-7B7A-43D3-8B79-37D633B846F1}">
                <asvg:svgBlip xmlns:asvg="http://schemas.microsoft.com/office/drawing/2016/SVG/main" r:embed="Ra1e96f8844ec43b9"/>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333790d9019c4c70">
            <a:extLst>
              <a:ext uri="{96DAC541-7B7A-43D3-8B79-37D633B846F1}">
                <asvg:svgBlip xmlns:asvg="http://schemas.microsoft.com/office/drawing/2016/SVG/main" r:embed="R6f29759c46a348c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cf7a9fdba47045dd">
            <a:extLst>
              <a:ext uri="{96DAC541-7B7A-43D3-8B79-37D633B846F1}">
                <asvg:svgBlip xmlns:asvg="http://schemas.microsoft.com/office/drawing/2016/SVG/main" r:embed="R97e5f8fc0c7447b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183dd8ae24954a2e"/>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e89cc9e97c974382"/>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52f4175e95a44442">
            <a:extLst>
              <a:ext uri="{96DAC541-7B7A-43D3-8B79-37D633B846F1}">
                <asvg:svgBlip xmlns:asvg="http://schemas.microsoft.com/office/drawing/2016/SVG/main" r:embed="R927d00c6299b4f0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2fa1d95fde3441d7">
            <a:extLst>
              <a:ext uri="{96DAC541-7B7A-43D3-8B79-37D633B846F1}">
                <asvg:svgBlip xmlns:asvg="http://schemas.microsoft.com/office/drawing/2016/SVG/main" r:embed="Rc8a4d0d9047442a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b4f2a66f560c4822">
            <a:extLst>
              <a:ext uri="{96DAC541-7B7A-43D3-8B79-37D633B846F1}">
                <asvg:svgBlip xmlns:asvg="http://schemas.microsoft.com/office/drawing/2016/SVG/main" r:embed="Rdbf4cf2e53f8464c"/>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1d03a1fbafd248af">
            <a:extLst>
              <a:ext uri="{96DAC541-7B7A-43D3-8B79-37D633B846F1}">
                <asvg:svgBlip xmlns:asvg="http://schemas.microsoft.com/office/drawing/2016/SVG/main" r:embed="Radb30e23eace435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95053955748c4b4b"/>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95053955748c4b4b">
            <a:extLst>
              <a:ext uri="{96DAC541-7B7A-43D3-8B79-37D633B846F1}">
                <asvg:svgBlip xmlns:asvg="http://schemas.microsoft.com/office/drawing/2016/SVG/main" r:embed="R356d71ddf923470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2d3ba4a784494f7e">
            <a:extLst>
              <a:ext uri="{96DAC541-7B7A-43D3-8B79-37D633B846F1}">
                <asvg:svgBlip xmlns:asvg="http://schemas.microsoft.com/office/drawing/2016/SVG/main" r:embed="R93ca578c4bd24640"/>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2046790811" name="">
            <a:extLst xmlns:a="http://schemas.openxmlformats.org/drawingml/2006/main">
              <a:ext uri="{FF2B5EF4-FFF2-40B4-BE49-F238E27FC236}">
                <a16:creationId xmlns:a16="http://schemas.microsoft.com/office/drawing/2014/main" id="{98D634C0-B2DC-4866-A112-15105C53D30B}"/>
              </a:ext>
            </a:extLst>
          </p:cNvPr>
          <p:cNvSpPr>
            <a:spLocks xmlns:a="http://schemas.openxmlformats.org/drawingml/2006/main" noGrp="1"/>
          </p:cNvSpPr>
          <p:nvPr/>
        </p:nvSpPr>
        <p:spPr>
          <a:xfrm xmlns:a="http://schemas.openxmlformats.org/drawingml/2006/main">
            <a:off x="2419350" y="2428875"/>
            <a:ext cx="192405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461426663" name="">
            <a:extLst xmlns:a="http://schemas.openxmlformats.org/drawingml/2006/main">
              <a:ext uri="{FF2B5EF4-FFF2-40B4-BE49-F238E27FC236}">
                <a16:creationId xmlns:a16="http://schemas.microsoft.com/office/drawing/2014/main" id="{7A8D6530-2AD6-4B04-AFF7-741F2278E186}"/>
              </a:ext>
            </a:extLst>
          </p:cNvPr>
          <p:cNvSpPr>
            <a:spLocks xmlns:a="http://schemas.openxmlformats.org/drawingml/2006/main" noGrp="1"/>
          </p:cNvSpPr>
          <p:nvPr/>
        </p:nvSpPr>
        <p:spPr>
          <a:xfrm xmlns:a="http://schemas.openxmlformats.org/drawingml/2006/main">
            <a:off x="2419350" y="2428875"/>
            <a:ext cx="192405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76167672" name="">
            <a:extLst xmlns:a="http://schemas.openxmlformats.org/drawingml/2006/main">
              <a:ext uri="{FF2B5EF4-FFF2-40B4-BE49-F238E27FC236}">
                <a16:creationId xmlns:a16="http://schemas.microsoft.com/office/drawing/2014/main" id="{32A93EF2-2CB8-4500-9552-024241F2D75A}"/>
              </a:ext>
            </a:extLst>
          </p:cNvPr>
          <p:cNvSpPr>
            <a:spLocks xmlns:a="http://schemas.openxmlformats.org/drawingml/2006/main" noGrp="1"/>
          </p:cNvSpPr>
          <p:nvPr/>
        </p:nvSpPr>
        <p:spPr>
          <a:xfrm xmlns:a="http://schemas.openxmlformats.org/drawingml/2006/main">
            <a:off x="2419350" y="2428875"/>
            <a:ext cx="192405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493459804" name="">
            <a:extLst xmlns:a="http://schemas.openxmlformats.org/drawingml/2006/main">
              <a:ext uri="{FF2B5EF4-FFF2-40B4-BE49-F238E27FC236}">
                <a16:creationId xmlns:a16="http://schemas.microsoft.com/office/drawing/2014/main" id="{C151E0A5-25B8-4C9C-B8E3-EA816216CFFB}"/>
              </a:ext>
            </a:extLst>
          </p:cNvPr>
          <p:cNvSpPr>
            <a:spLocks xmlns:a="http://schemas.openxmlformats.org/drawingml/2006/main" noGrp="1"/>
          </p:cNvSpPr>
          <p:nvPr/>
        </p:nvSpPr>
        <p:spPr>
          <a:xfrm xmlns:a="http://schemas.openxmlformats.org/drawingml/2006/main">
            <a:off x="2419350" y="2428875"/>
            <a:ext cx="192405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86295900" name="">
            <a:extLst xmlns:a="http://schemas.openxmlformats.org/drawingml/2006/main">
              <a:ext uri="{FF2B5EF4-FFF2-40B4-BE49-F238E27FC236}">
                <a16:creationId xmlns:a16="http://schemas.microsoft.com/office/drawing/2014/main" id="{043EC808-ADE1-4F9C-A8F4-6EEDDE723889}"/>
              </a:ext>
            </a:extLst>
          </p:cNvPr>
          <p:cNvSpPr>
            <a:spLocks xmlns:a="http://schemas.openxmlformats.org/drawingml/2006/main" noGrp="1"/>
          </p:cNvSpPr>
          <p:nvPr/>
        </p:nvSpPr>
        <p:spPr>
          <a:xfrm xmlns:a="http://schemas.openxmlformats.org/drawingml/2006/main">
            <a:off x="2419350" y="2428875"/>
            <a:ext cx="1924050" cy="247650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215807650" name="">
            <a:extLst xmlns:a="http://schemas.openxmlformats.org/drawingml/2006/main">
              <a:ext uri="{FF2B5EF4-FFF2-40B4-BE49-F238E27FC236}">
                <a16:creationId xmlns:a16="http://schemas.microsoft.com/office/drawing/2014/main" id="{9DC98BB0-CB6D-4B8C-B6B4-B033F4F11F9B}"/>
              </a:ext>
            </a:extLst>
          </p:cNvPr>
          <p:cNvSpPr>
            <a:spLocks xmlns:a="http://schemas.openxmlformats.org/drawingml/2006/main" noGrp="1"/>
          </p:cNvSpPr>
          <p:nvPr/>
        </p:nvSpPr>
        <p:spPr>
          <a:xfrm xmlns:a="http://schemas.openxmlformats.org/drawingml/2006/main">
            <a:off x="2419350" y="2428875"/>
            <a:ext cx="192405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00948508" name="">
            <a:extLst xmlns:a="http://schemas.openxmlformats.org/drawingml/2006/main">
              <a:ext uri="{FF2B5EF4-FFF2-40B4-BE49-F238E27FC236}">
                <a16:creationId xmlns:a16="http://schemas.microsoft.com/office/drawing/2014/main" id="{BF25A322-282A-4CEB-925F-60147F38A196}"/>
              </a:ext>
            </a:extLst>
          </p:cNvPr>
          <p:cNvSpPr>
            <a:spLocks xmlns:a="http://schemas.openxmlformats.org/drawingml/2006/main" noGrp="1"/>
          </p:cNvSpPr>
          <p:nvPr/>
        </p:nvSpPr>
        <p:spPr>
          <a:xfrm xmlns:a="http://schemas.openxmlformats.org/drawingml/2006/main">
            <a:off x="2419350" y="3048000"/>
            <a:ext cx="192405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621397676" name="">
            <a:extLst xmlns:a="http://schemas.openxmlformats.org/drawingml/2006/main">
              <a:ext uri="{FF2B5EF4-FFF2-40B4-BE49-F238E27FC236}">
                <a16:creationId xmlns:a16="http://schemas.microsoft.com/office/drawing/2014/main" id="{6B7F6CF4-A802-4D09-A441-3551596D594C}"/>
              </a:ext>
            </a:extLst>
          </p:cNvPr>
          <p:cNvSpPr>
            <a:spLocks xmlns:a="http://schemas.openxmlformats.org/drawingml/2006/main" noGrp="1"/>
          </p:cNvSpPr>
          <p:nvPr/>
        </p:nvSpPr>
        <p:spPr>
          <a:xfrm xmlns:a="http://schemas.openxmlformats.org/drawingml/2006/main">
            <a:off x="2419350" y="3667125"/>
            <a:ext cx="192405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705899886" name="">
            <a:extLst xmlns:a="http://schemas.openxmlformats.org/drawingml/2006/main">
              <a:ext uri="{FF2B5EF4-FFF2-40B4-BE49-F238E27FC236}">
                <a16:creationId xmlns:a16="http://schemas.microsoft.com/office/drawing/2014/main" id="{81CD35C1-D06B-46DD-89ED-F82C117588BB}"/>
              </a:ext>
            </a:extLst>
          </p:cNvPr>
          <p:cNvSpPr>
            <a:spLocks xmlns:a="http://schemas.openxmlformats.org/drawingml/2006/main" noGrp="1"/>
          </p:cNvSpPr>
          <p:nvPr/>
        </p:nvSpPr>
        <p:spPr>
          <a:xfrm xmlns:a="http://schemas.openxmlformats.org/drawingml/2006/main">
            <a:off x="2419350" y="3667125"/>
            <a:ext cx="192405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03867624" name="">
            <a:extLst xmlns:a="http://schemas.openxmlformats.org/drawingml/2006/main">
              <a:ext uri="{FF2B5EF4-FFF2-40B4-BE49-F238E27FC236}">
                <a16:creationId xmlns:a16="http://schemas.microsoft.com/office/drawing/2014/main" id="{1125DA30-ACD7-4AB0-99CE-46B3A9BA1294}"/>
              </a:ext>
            </a:extLst>
          </p:cNvPr>
          <p:cNvSpPr>
            <a:spLocks xmlns:a="http://schemas.openxmlformats.org/drawingml/2006/main" noGrp="1"/>
          </p:cNvSpPr>
          <p:nvPr/>
        </p:nvSpPr>
        <p:spPr>
          <a:xfrm xmlns:a="http://schemas.openxmlformats.org/drawingml/2006/main">
            <a:off x="2419350" y="3667125"/>
            <a:ext cx="192405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502178076" name="">
            <a:extLst xmlns:a="http://schemas.openxmlformats.org/drawingml/2006/main">
              <a:ext uri="{FF2B5EF4-FFF2-40B4-BE49-F238E27FC236}">
                <a16:creationId xmlns:a16="http://schemas.microsoft.com/office/drawing/2014/main" id="{67545A1A-2ABB-4118-A66F-3012A94B1761}"/>
              </a:ext>
            </a:extLst>
          </p:cNvPr>
          <p:cNvSpPr>
            <a:spLocks xmlns:a="http://schemas.openxmlformats.org/drawingml/2006/main" noGrp="1"/>
          </p:cNvSpPr>
          <p:nvPr/>
        </p:nvSpPr>
        <p:spPr>
          <a:xfrm xmlns:a="http://schemas.openxmlformats.org/drawingml/2006/main">
            <a:off x="2419350" y="2428875"/>
            <a:ext cx="1924050" cy="247650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989476538" name="">
            <a:extLst xmlns:a="http://schemas.openxmlformats.org/drawingml/2006/main">
              <a:ext uri="{FF2B5EF4-FFF2-40B4-BE49-F238E27FC236}">
                <a16:creationId xmlns:a16="http://schemas.microsoft.com/office/drawing/2014/main" id="{F06DFFA1-49BA-4AFD-9EC8-13A18AF5B6AF}"/>
              </a:ext>
            </a:extLst>
          </p:cNvPr>
          <p:cNvSpPr>
            <a:spLocks xmlns:a="http://schemas.openxmlformats.org/drawingml/2006/main" noGrp="1"/>
          </p:cNvSpPr>
          <p:nvPr/>
        </p:nvSpPr>
        <p:spPr>
          <a:xfrm xmlns:a="http://schemas.openxmlformats.org/drawingml/2006/main">
            <a:off x="2419350" y="3048000"/>
            <a:ext cx="192405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685964983" name="">
            <a:extLst xmlns:a="http://schemas.openxmlformats.org/drawingml/2006/main">
              <a:ext uri="{FF2B5EF4-FFF2-40B4-BE49-F238E27FC236}">
                <a16:creationId xmlns:a16="http://schemas.microsoft.com/office/drawing/2014/main" id="{97E1096D-B0AE-46F4-8028-A5AA820C2A77}"/>
              </a:ext>
            </a:extLst>
          </p:cNvPr>
          <p:cNvSpPr>
            <a:spLocks xmlns:a="http://schemas.openxmlformats.org/drawingml/2006/main" noGrp="1"/>
          </p:cNvSpPr>
          <p:nvPr/>
        </p:nvSpPr>
        <p:spPr>
          <a:xfrm xmlns:a="http://schemas.openxmlformats.org/drawingml/2006/main">
            <a:off x="2419350" y="3667125"/>
            <a:ext cx="192405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180342518" name="">
            <a:extLst xmlns:a="http://schemas.openxmlformats.org/drawingml/2006/main">
              <a:ext uri="{FF2B5EF4-FFF2-40B4-BE49-F238E27FC236}">
                <a16:creationId xmlns:a16="http://schemas.microsoft.com/office/drawing/2014/main" id="{F3C4F107-A4BA-4D5E-A6E3-2DB062243B02}"/>
              </a:ext>
            </a:extLst>
          </p:cNvPr>
          <p:cNvSpPr>
            <a:spLocks xmlns:a="http://schemas.openxmlformats.org/drawingml/2006/main" noGrp="1"/>
          </p:cNvSpPr>
          <p:nvPr/>
        </p:nvSpPr>
        <p:spPr>
          <a:xfrm xmlns:a="http://schemas.openxmlformats.org/drawingml/2006/main">
            <a:off x="2419350" y="4286250"/>
            <a:ext cx="192405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723153104" name="">
            <a:extLst xmlns:a="http://schemas.openxmlformats.org/drawingml/2006/main">
              <a:ext uri="{FF2B5EF4-FFF2-40B4-BE49-F238E27FC236}">
                <a16:creationId xmlns:a16="http://schemas.microsoft.com/office/drawing/2014/main" id="{9FAF7832-658C-4F20-B669-7384D124B338}"/>
              </a:ext>
            </a:extLst>
          </p:cNvPr>
          <p:cNvSpPr>
            <a:spLocks xmlns:a="http://schemas.openxmlformats.org/drawingml/2006/main" noGrp="1"/>
          </p:cNvSpPr>
          <p:nvPr/>
        </p:nvSpPr>
        <p:spPr>
          <a:xfrm xmlns:a="http://schemas.openxmlformats.org/drawingml/2006/main">
            <a:off x="2419350" y="4905375"/>
            <a:ext cx="192405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135551255" name="">
            <a:extLst xmlns:a="http://schemas.openxmlformats.org/drawingml/2006/main">
              <a:ext uri="{FF2B5EF4-FFF2-40B4-BE49-F238E27FC236}">
                <a16:creationId xmlns:a16="http://schemas.microsoft.com/office/drawing/2014/main" id="{D804C49D-9995-42B7-9F95-32255B5B33CB}"/>
              </a:ext>
            </a:extLst>
          </p:cNvPr>
          <p:cNvSpPr>
            <a:spLocks xmlns:a="http://schemas.openxmlformats.org/drawingml/2006/main" noGrp="1"/>
          </p:cNvSpPr>
          <p:nvPr/>
        </p:nvSpPr>
        <p:spPr>
          <a:xfrm xmlns:a="http://schemas.openxmlformats.org/drawingml/2006/main">
            <a:off x="4800600" y="2428875"/>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6554034" name="">
            <a:extLst xmlns:a="http://schemas.openxmlformats.org/drawingml/2006/main">
              <a:ext uri="{FF2B5EF4-FFF2-40B4-BE49-F238E27FC236}">
                <a16:creationId xmlns:a16="http://schemas.microsoft.com/office/drawing/2014/main" id="{8F90B668-79E9-40D7-A716-8A0FFB3B004C}"/>
              </a:ext>
            </a:extLst>
          </p:cNvPr>
          <p:cNvSpPr>
            <a:spLocks xmlns:a="http://schemas.openxmlformats.org/drawingml/2006/main" noGrp="1"/>
          </p:cNvSpPr>
          <p:nvPr/>
        </p:nvSpPr>
        <p:spPr>
          <a:xfrm xmlns:a="http://schemas.openxmlformats.org/drawingml/2006/main">
            <a:off x="4800600" y="2428875"/>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650659478" name="">
            <a:extLst xmlns:a="http://schemas.openxmlformats.org/drawingml/2006/main">
              <a:ext uri="{FF2B5EF4-FFF2-40B4-BE49-F238E27FC236}">
                <a16:creationId xmlns:a16="http://schemas.microsoft.com/office/drawing/2014/main" id="{66A87448-CA5C-4811-B3BE-F95CB7F6C689}"/>
              </a:ext>
            </a:extLst>
          </p:cNvPr>
          <p:cNvSpPr>
            <a:spLocks xmlns:a="http://schemas.openxmlformats.org/drawingml/2006/main" noGrp="1"/>
          </p:cNvSpPr>
          <p:nvPr/>
        </p:nvSpPr>
        <p:spPr>
          <a:xfrm xmlns:a="http://schemas.openxmlformats.org/drawingml/2006/main">
            <a:off x="4800600" y="2428875"/>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4868133" name="">
            <a:extLst xmlns:a="http://schemas.openxmlformats.org/drawingml/2006/main">
              <a:ext uri="{FF2B5EF4-FFF2-40B4-BE49-F238E27FC236}">
                <a16:creationId xmlns:a16="http://schemas.microsoft.com/office/drawing/2014/main" id="{99479832-9096-44F9-B76B-4A2959CEF82C}"/>
              </a:ext>
            </a:extLst>
          </p:cNvPr>
          <p:cNvSpPr>
            <a:spLocks xmlns:a="http://schemas.openxmlformats.org/drawingml/2006/main" noGrp="1"/>
          </p:cNvSpPr>
          <p:nvPr/>
        </p:nvSpPr>
        <p:spPr>
          <a:xfrm xmlns:a="http://schemas.openxmlformats.org/drawingml/2006/main">
            <a:off x="4800600" y="2428875"/>
            <a:ext cx="201930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252889778" name="">
            <a:extLst xmlns:a="http://schemas.openxmlformats.org/drawingml/2006/main">
              <a:ext uri="{FF2B5EF4-FFF2-40B4-BE49-F238E27FC236}">
                <a16:creationId xmlns:a16="http://schemas.microsoft.com/office/drawing/2014/main" id="{55FCA84E-48D0-45AB-81C5-9F092169A595}"/>
              </a:ext>
            </a:extLst>
          </p:cNvPr>
          <p:cNvSpPr>
            <a:spLocks xmlns:a="http://schemas.openxmlformats.org/drawingml/2006/main" noGrp="1"/>
          </p:cNvSpPr>
          <p:nvPr/>
        </p:nvSpPr>
        <p:spPr>
          <a:xfrm xmlns:a="http://schemas.openxmlformats.org/drawingml/2006/main">
            <a:off x="4800600" y="2428875"/>
            <a:ext cx="2019300" cy="247650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483209840" name="">
            <a:extLst xmlns:a="http://schemas.openxmlformats.org/drawingml/2006/main">
              <a:ext uri="{FF2B5EF4-FFF2-40B4-BE49-F238E27FC236}">
                <a16:creationId xmlns:a16="http://schemas.microsoft.com/office/drawing/2014/main" id="{14241845-A8B1-450D-BAE2-7D36E26D0E27}"/>
              </a:ext>
            </a:extLst>
          </p:cNvPr>
          <p:cNvSpPr>
            <a:spLocks xmlns:a="http://schemas.openxmlformats.org/drawingml/2006/main" noGrp="1"/>
          </p:cNvSpPr>
          <p:nvPr/>
        </p:nvSpPr>
        <p:spPr>
          <a:xfrm xmlns:a="http://schemas.openxmlformats.org/drawingml/2006/main">
            <a:off x="4800600" y="2428875"/>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782383198" name="">
            <a:extLst xmlns:a="http://schemas.openxmlformats.org/drawingml/2006/main">
              <a:ext uri="{FF2B5EF4-FFF2-40B4-BE49-F238E27FC236}">
                <a16:creationId xmlns:a16="http://schemas.microsoft.com/office/drawing/2014/main" id="{D981EA75-5D8C-4216-BB01-D0ABCE5A3066}"/>
              </a:ext>
            </a:extLst>
          </p:cNvPr>
          <p:cNvSpPr>
            <a:spLocks xmlns:a="http://schemas.openxmlformats.org/drawingml/2006/main" noGrp="1"/>
          </p:cNvSpPr>
          <p:nvPr/>
        </p:nvSpPr>
        <p:spPr>
          <a:xfrm xmlns:a="http://schemas.openxmlformats.org/drawingml/2006/main">
            <a:off x="4800600" y="3048000"/>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617102600" name="">
            <a:extLst xmlns:a="http://schemas.openxmlformats.org/drawingml/2006/main">
              <a:ext uri="{FF2B5EF4-FFF2-40B4-BE49-F238E27FC236}">
                <a16:creationId xmlns:a16="http://schemas.microsoft.com/office/drawing/2014/main" id="{F828B330-EC1A-4E73-87DF-3201A7DBA4A3}"/>
              </a:ext>
            </a:extLst>
          </p:cNvPr>
          <p:cNvSpPr>
            <a:spLocks xmlns:a="http://schemas.openxmlformats.org/drawingml/2006/main" noGrp="1"/>
          </p:cNvSpPr>
          <p:nvPr/>
        </p:nvSpPr>
        <p:spPr>
          <a:xfrm xmlns:a="http://schemas.openxmlformats.org/drawingml/2006/main">
            <a:off x="4800600" y="3048000"/>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118516126" name="">
            <a:extLst xmlns:a="http://schemas.openxmlformats.org/drawingml/2006/main">
              <a:ext uri="{FF2B5EF4-FFF2-40B4-BE49-F238E27FC236}">
                <a16:creationId xmlns:a16="http://schemas.microsoft.com/office/drawing/2014/main" id="{F8C85C4C-21CE-45D4-AA48-618DB8F33AE1}"/>
              </a:ext>
            </a:extLst>
          </p:cNvPr>
          <p:cNvSpPr>
            <a:spLocks xmlns:a="http://schemas.openxmlformats.org/drawingml/2006/main" noGrp="1"/>
          </p:cNvSpPr>
          <p:nvPr/>
        </p:nvSpPr>
        <p:spPr>
          <a:xfrm xmlns:a="http://schemas.openxmlformats.org/drawingml/2006/main">
            <a:off x="4800600" y="3048000"/>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840559985" name="">
            <a:extLst xmlns:a="http://schemas.openxmlformats.org/drawingml/2006/main">
              <a:ext uri="{FF2B5EF4-FFF2-40B4-BE49-F238E27FC236}">
                <a16:creationId xmlns:a16="http://schemas.microsoft.com/office/drawing/2014/main" id="{F4256D8D-0BB8-4959-800A-765A11217E65}"/>
              </a:ext>
            </a:extLst>
          </p:cNvPr>
          <p:cNvSpPr>
            <a:spLocks xmlns:a="http://schemas.openxmlformats.org/drawingml/2006/main" noGrp="1"/>
          </p:cNvSpPr>
          <p:nvPr/>
        </p:nvSpPr>
        <p:spPr>
          <a:xfrm xmlns:a="http://schemas.openxmlformats.org/drawingml/2006/main">
            <a:off x="4800600" y="3048000"/>
            <a:ext cx="201930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435942761" name="">
            <a:extLst xmlns:a="http://schemas.openxmlformats.org/drawingml/2006/main">
              <a:ext uri="{FF2B5EF4-FFF2-40B4-BE49-F238E27FC236}">
                <a16:creationId xmlns:a16="http://schemas.microsoft.com/office/drawing/2014/main" id="{DBFFC35A-D063-4453-A02E-CC52CEF51CE3}"/>
              </a:ext>
            </a:extLst>
          </p:cNvPr>
          <p:cNvSpPr>
            <a:spLocks xmlns:a="http://schemas.openxmlformats.org/drawingml/2006/main" noGrp="1"/>
          </p:cNvSpPr>
          <p:nvPr/>
        </p:nvSpPr>
        <p:spPr>
          <a:xfrm xmlns:a="http://schemas.openxmlformats.org/drawingml/2006/main">
            <a:off x="4800600" y="2428875"/>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372465299" name="">
            <a:extLst xmlns:a="http://schemas.openxmlformats.org/drawingml/2006/main">
              <a:ext uri="{FF2B5EF4-FFF2-40B4-BE49-F238E27FC236}">
                <a16:creationId xmlns:a16="http://schemas.microsoft.com/office/drawing/2014/main" id="{32C2A7A4-D599-45A4-A0C6-7AC28F24CF96}"/>
              </a:ext>
            </a:extLst>
          </p:cNvPr>
          <p:cNvSpPr>
            <a:spLocks xmlns:a="http://schemas.openxmlformats.org/drawingml/2006/main" noGrp="1"/>
          </p:cNvSpPr>
          <p:nvPr/>
        </p:nvSpPr>
        <p:spPr>
          <a:xfrm xmlns:a="http://schemas.openxmlformats.org/drawingml/2006/main">
            <a:off x="4800600" y="3048000"/>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749706193" name="">
            <a:extLst xmlns:a="http://schemas.openxmlformats.org/drawingml/2006/main">
              <a:ext uri="{FF2B5EF4-FFF2-40B4-BE49-F238E27FC236}">
                <a16:creationId xmlns:a16="http://schemas.microsoft.com/office/drawing/2014/main" id="{A2E7A6F0-195A-4BE4-8CA6-8C25E63D3B3F}"/>
              </a:ext>
            </a:extLst>
          </p:cNvPr>
          <p:cNvSpPr>
            <a:spLocks xmlns:a="http://schemas.openxmlformats.org/drawingml/2006/main" noGrp="1"/>
          </p:cNvSpPr>
          <p:nvPr/>
        </p:nvSpPr>
        <p:spPr>
          <a:xfrm xmlns:a="http://schemas.openxmlformats.org/drawingml/2006/main">
            <a:off x="4800600" y="3667125"/>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2093090624" name="">
            <a:extLst xmlns:a="http://schemas.openxmlformats.org/drawingml/2006/main">
              <a:ext uri="{FF2B5EF4-FFF2-40B4-BE49-F238E27FC236}">
                <a16:creationId xmlns:a16="http://schemas.microsoft.com/office/drawing/2014/main" id="{1F4A8A81-D635-45FD-B4D3-D474BF0349EC}"/>
              </a:ext>
            </a:extLst>
          </p:cNvPr>
          <p:cNvSpPr>
            <a:spLocks xmlns:a="http://schemas.openxmlformats.org/drawingml/2006/main" noGrp="1"/>
          </p:cNvSpPr>
          <p:nvPr/>
        </p:nvSpPr>
        <p:spPr>
          <a:xfrm xmlns:a="http://schemas.openxmlformats.org/drawingml/2006/main">
            <a:off x="4800600" y="3667125"/>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828384572" name="">
            <a:extLst xmlns:a="http://schemas.openxmlformats.org/drawingml/2006/main">
              <a:ext uri="{FF2B5EF4-FFF2-40B4-BE49-F238E27FC236}">
                <a16:creationId xmlns:a16="http://schemas.microsoft.com/office/drawing/2014/main" id="{E425E47B-BE1E-4C93-9471-1D29C74E18FE}"/>
              </a:ext>
            </a:extLst>
          </p:cNvPr>
          <p:cNvSpPr>
            <a:spLocks xmlns:a="http://schemas.openxmlformats.org/drawingml/2006/main" noGrp="1"/>
          </p:cNvSpPr>
          <p:nvPr/>
        </p:nvSpPr>
        <p:spPr>
          <a:xfrm xmlns:a="http://schemas.openxmlformats.org/drawingml/2006/main">
            <a:off x="4800600" y="3667125"/>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594467058" name="">
            <a:extLst xmlns:a="http://schemas.openxmlformats.org/drawingml/2006/main">
              <a:ext uri="{FF2B5EF4-FFF2-40B4-BE49-F238E27FC236}">
                <a16:creationId xmlns:a16="http://schemas.microsoft.com/office/drawing/2014/main" id="{F83DC20C-CE84-4957-BD1E-AF675DD9017B}"/>
              </a:ext>
            </a:extLst>
          </p:cNvPr>
          <p:cNvSpPr>
            <a:spLocks xmlns:a="http://schemas.openxmlformats.org/drawingml/2006/main" noGrp="1"/>
          </p:cNvSpPr>
          <p:nvPr/>
        </p:nvSpPr>
        <p:spPr>
          <a:xfrm xmlns:a="http://schemas.openxmlformats.org/drawingml/2006/main">
            <a:off x="4800600" y="2428875"/>
            <a:ext cx="201930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853595917" name="">
            <a:extLst xmlns:a="http://schemas.openxmlformats.org/drawingml/2006/main">
              <a:ext uri="{FF2B5EF4-FFF2-40B4-BE49-F238E27FC236}">
                <a16:creationId xmlns:a16="http://schemas.microsoft.com/office/drawing/2014/main" id="{A51B7E4F-E31A-4B20-BE74-649AB29D6ADE}"/>
              </a:ext>
            </a:extLst>
          </p:cNvPr>
          <p:cNvSpPr>
            <a:spLocks xmlns:a="http://schemas.openxmlformats.org/drawingml/2006/main" noGrp="1"/>
          </p:cNvSpPr>
          <p:nvPr/>
        </p:nvSpPr>
        <p:spPr>
          <a:xfrm xmlns:a="http://schemas.openxmlformats.org/drawingml/2006/main">
            <a:off x="4800600" y="3048000"/>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44740575" name="">
            <a:extLst xmlns:a="http://schemas.openxmlformats.org/drawingml/2006/main">
              <a:ext uri="{FF2B5EF4-FFF2-40B4-BE49-F238E27FC236}">
                <a16:creationId xmlns:a16="http://schemas.microsoft.com/office/drawing/2014/main" id="{D8331072-AD4A-42C3-8952-C8472431F1B5}"/>
              </a:ext>
            </a:extLst>
          </p:cNvPr>
          <p:cNvSpPr>
            <a:spLocks xmlns:a="http://schemas.openxmlformats.org/drawingml/2006/main" noGrp="1"/>
          </p:cNvSpPr>
          <p:nvPr/>
        </p:nvSpPr>
        <p:spPr>
          <a:xfrm xmlns:a="http://schemas.openxmlformats.org/drawingml/2006/main">
            <a:off x="4800600" y="3667125"/>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0286105" name="">
            <a:extLst xmlns:a="http://schemas.openxmlformats.org/drawingml/2006/main">
              <a:ext uri="{FF2B5EF4-FFF2-40B4-BE49-F238E27FC236}">
                <a16:creationId xmlns:a16="http://schemas.microsoft.com/office/drawing/2014/main" id="{58BB5EA4-8944-4915-A5B3-6B5BF8BA8B07}"/>
              </a:ext>
            </a:extLst>
          </p:cNvPr>
          <p:cNvSpPr>
            <a:spLocks xmlns:a="http://schemas.openxmlformats.org/drawingml/2006/main" noGrp="1"/>
          </p:cNvSpPr>
          <p:nvPr/>
        </p:nvSpPr>
        <p:spPr>
          <a:xfrm xmlns:a="http://schemas.openxmlformats.org/drawingml/2006/main">
            <a:off x="4800600" y="4286250"/>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782712406" name="">
            <a:extLst xmlns:a="http://schemas.openxmlformats.org/drawingml/2006/main">
              <a:ext uri="{FF2B5EF4-FFF2-40B4-BE49-F238E27FC236}">
                <a16:creationId xmlns:a16="http://schemas.microsoft.com/office/drawing/2014/main" id="{DA59BD36-3088-4799-8B94-3C3601FF6B94}"/>
              </a:ext>
            </a:extLst>
          </p:cNvPr>
          <p:cNvSpPr>
            <a:spLocks xmlns:a="http://schemas.openxmlformats.org/drawingml/2006/main" noGrp="1"/>
          </p:cNvSpPr>
          <p:nvPr/>
        </p:nvSpPr>
        <p:spPr>
          <a:xfrm xmlns:a="http://schemas.openxmlformats.org/drawingml/2006/main">
            <a:off x="4800600" y="4286250"/>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810402138" name="">
            <a:extLst xmlns:a="http://schemas.openxmlformats.org/drawingml/2006/main">
              <a:ext uri="{FF2B5EF4-FFF2-40B4-BE49-F238E27FC236}">
                <a16:creationId xmlns:a16="http://schemas.microsoft.com/office/drawing/2014/main" id="{F8341D0F-965B-4E6E-BF5B-54EC1665A388}"/>
              </a:ext>
            </a:extLst>
          </p:cNvPr>
          <p:cNvSpPr>
            <a:spLocks xmlns:a="http://schemas.openxmlformats.org/drawingml/2006/main" noGrp="1"/>
          </p:cNvSpPr>
          <p:nvPr/>
        </p:nvSpPr>
        <p:spPr>
          <a:xfrm xmlns:a="http://schemas.openxmlformats.org/drawingml/2006/main">
            <a:off x="4800600" y="2428875"/>
            <a:ext cx="2019300" cy="247650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857873554" name="">
            <a:extLst xmlns:a="http://schemas.openxmlformats.org/drawingml/2006/main">
              <a:ext uri="{FF2B5EF4-FFF2-40B4-BE49-F238E27FC236}">
                <a16:creationId xmlns:a16="http://schemas.microsoft.com/office/drawing/2014/main" id="{B5C738BF-3AB1-4029-B09A-27AA483E76B7}"/>
              </a:ext>
            </a:extLst>
          </p:cNvPr>
          <p:cNvSpPr>
            <a:spLocks xmlns:a="http://schemas.openxmlformats.org/drawingml/2006/main" noGrp="1"/>
          </p:cNvSpPr>
          <p:nvPr/>
        </p:nvSpPr>
        <p:spPr>
          <a:xfrm xmlns:a="http://schemas.openxmlformats.org/drawingml/2006/main">
            <a:off x="4800600" y="3048000"/>
            <a:ext cx="201930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491870720" name="">
            <a:extLst xmlns:a="http://schemas.openxmlformats.org/drawingml/2006/main">
              <a:ext uri="{FF2B5EF4-FFF2-40B4-BE49-F238E27FC236}">
                <a16:creationId xmlns:a16="http://schemas.microsoft.com/office/drawing/2014/main" id="{F62F33FA-1784-4113-B321-03F6EFEC648A}"/>
              </a:ext>
            </a:extLst>
          </p:cNvPr>
          <p:cNvSpPr>
            <a:spLocks xmlns:a="http://schemas.openxmlformats.org/drawingml/2006/main" noGrp="1"/>
          </p:cNvSpPr>
          <p:nvPr/>
        </p:nvSpPr>
        <p:spPr>
          <a:xfrm xmlns:a="http://schemas.openxmlformats.org/drawingml/2006/main">
            <a:off x="4800600" y="3667125"/>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534817920" name="">
            <a:extLst xmlns:a="http://schemas.openxmlformats.org/drawingml/2006/main">
              <a:ext uri="{FF2B5EF4-FFF2-40B4-BE49-F238E27FC236}">
                <a16:creationId xmlns:a16="http://schemas.microsoft.com/office/drawing/2014/main" id="{3ABAE3D0-3A05-4194-BF98-418C6761FD6E}"/>
              </a:ext>
            </a:extLst>
          </p:cNvPr>
          <p:cNvSpPr>
            <a:spLocks xmlns:a="http://schemas.openxmlformats.org/drawingml/2006/main" noGrp="1"/>
          </p:cNvSpPr>
          <p:nvPr/>
        </p:nvSpPr>
        <p:spPr>
          <a:xfrm xmlns:a="http://schemas.openxmlformats.org/drawingml/2006/main">
            <a:off x="4800600" y="4286250"/>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312243673" name="">
            <a:extLst xmlns:a="http://schemas.openxmlformats.org/drawingml/2006/main">
              <a:ext uri="{FF2B5EF4-FFF2-40B4-BE49-F238E27FC236}">
                <a16:creationId xmlns:a16="http://schemas.microsoft.com/office/drawing/2014/main" id="{A82F4945-DBAC-4F7D-B01A-223ADE36C5DA}"/>
              </a:ext>
            </a:extLst>
          </p:cNvPr>
          <p:cNvSpPr>
            <a:spLocks xmlns:a="http://schemas.openxmlformats.org/drawingml/2006/main" noGrp="1"/>
          </p:cNvSpPr>
          <p:nvPr/>
        </p:nvSpPr>
        <p:spPr>
          <a:xfrm xmlns:a="http://schemas.openxmlformats.org/drawingml/2006/main">
            <a:off x="4800600" y="4905375"/>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65388905" name="">
            <a:extLst xmlns:a="http://schemas.openxmlformats.org/drawingml/2006/main">
              <a:ext uri="{FF2B5EF4-FFF2-40B4-BE49-F238E27FC236}">
                <a16:creationId xmlns:a16="http://schemas.microsoft.com/office/drawing/2014/main" id="{4A261AE7-D51B-45B0-B9BA-909C72FFF6EB}"/>
              </a:ext>
            </a:extLst>
          </p:cNvPr>
          <p:cNvSpPr>
            <a:spLocks xmlns:a="http://schemas.openxmlformats.org/drawingml/2006/main" noGrp="1"/>
          </p:cNvSpPr>
          <p:nvPr/>
        </p:nvSpPr>
        <p:spPr>
          <a:xfrm xmlns:a="http://schemas.openxmlformats.org/drawingml/2006/main">
            <a:off x="7277100" y="2428875"/>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272725021" name="">
            <a:extLst xmlns:a="http://schemas.openxmlformats.org/drawingml/2006/main">
              <a:ext uri="{FF2B5EF4-FFF2-40B4-BE49-F238E27FC236}">
                <a16:creationId xmlns:a16="http://schemas.microsoft.com/office/drawing/2014/main" id="{D443209D-7D2A-447A-B590-B1B8462B7A8C}"/>
              </a:ext>
            </a:extLst>
          </p:cNvPr>
          <p:cNvSpPr>
            <a:spLocks xmlns:a="http://schemas.openxmlformats.org/drawingml/2006/main" noGrp="1"/>
          </p:cNvSpPr>
          <p:nvPr/>
        </p:nvSpPr>
        <p:spPr>
          <a:xfrm xmlns:a="http://schemas.openxmlformats.org/drawingml/2006/main">
            <a:off x="7277100" y="2428875"/>
            <a:ext cx="2019300" cy="247650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330800117" name="">
            <a:extLst xmlns:a="http://schemas.openxmlformats.org/drawingml/2006/main">
              <a:ext uri="{FF2B5EF4-FFF2-40B4-BE49-F238E27FC236}">
                <a16:creationId xmlns:a16="http://schemas.microsoft.com/office/drawing/2014/main" id="{1F0FB576-FE6A-4F84-9DA6-0020FC065BBA}"/>
              </a:ext>
            </a:extLst>
          </p:cNvPr>
          <p:cNvSpPr>
            <a:spLocks xmlns:a="http://schemas.openxmlformats.org/drawingml/2006/main" noGrp="1"/>
          </p:cNvSpPr>
          <p:nvPr/>
        </p:nvSpPr>
        <p:spPr>
          <a:xfrm xmlns:a="http://schemas.openxmlformats.org/drawingml/2006/main">
            <a:off x="7277100" y="2428875"/>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893151985" name="">
            <a:extLst xmlns:a="http://schemas.openxmlformats.org/drawingml/2006/main">
              <a:ext uri="{FF2B5EF4-FFF2-40B4-BE49-F238E27FC236}">
                <a16:creationId xmlns:a16="http://schemas.microsoft.com/office/drawing/2014/main" id="{95D24D52-83BE-488D-84B2-B3F1DAEB9978}"/>
              </a:ext>
            </a:extLst>
          </p:cNvPr>
          <p:cNvSpPr>
            <a:spLocks xmlns:a="http://schemas.openxmlformats.org/drawingml/2006/main" noGrp="1"/>
          </p:cNvSpPr>
          <p:nvPr/>
        </p:nvSpPr>
        <p:spPr>
          <a:xfrm xmlns:a="http://schemas.openxmlformats.org/drawingml/2006/main">
            <a:off x="7277100" y="3048000"/>
            <a:ext cx="201930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420827560" name="">
            <a:extLst xmlns:a="http://schemas.openxmlformats.org/drawingml/2006/main">
              <a:ext uri="{FF2B5EF4-FFF2-40B4-BE49-F238E27FC236}">
                <a16:creationId xmlns:a16="http://schemas.microsoft.com/office/drawing/2014/main" id="{512DA1F1-6D6C-4900-98A5-D3C7F506F302}"/>
              </a:ext>
            </a:extLst>
          </p:cNvPr>
          <p:cNvSpPr>
            <a:spLocks xmlns:a="http://schemas.openxmlformats.org/drawingml/2006/main" noGrp="1"/>
          </p:cNvSpPr>
          <p:nvPr/>
        </p:nvSpPr>
        <p:spPr>
          <a:xfrm xmlns:a="http://schemas.openxmlformats.org/drawingml/2006/main">
            <a:off x="7277100" y="2428875"/>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497683119" name="">
            <a:extLst xmlns:a="http://schemas.openxmlformats.org/drawingml/2006/main">
              <a:ext uri="{FF2B5EF4-FFF2-40B4-BE49-F238E27FC236}">
                <a16:creationId xmlns:a16="http://schemas.microsoft.com/office/drawing/2014/main" id="{3E8910E1-5BFC-4BB9-8703-91BADFB2CA7F}"/>
              </a:ext>
            </a:extLst>
          </p:cNvPr>
          <p:cNvSpPr>
            <a:spLocks xmlns:a="http://schemas.openxmlformats.org/drawingml/2006/main" noGrp="1"/>
          </p:cNvSpPr>
          <p:nvPr/>
        </p:nvSpPr>
        <p:spPr>
          <a:xfrm xmlns:a="http://schemas.openxmlformats.org/drawingml/2006/main">
            <a:off x="7277100" y="3667125"/>
            <a:ext cx="2019300" cy="123825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807836684" name="">
            <a:extLst xmlns:a="http://schemas.openxmlformats.org/drawingml/2006/main">
              <a:ext uri="{FF2B5EF4-FFF2-40B4-BE49-F238E27FC236}">
                <a16:creationId xmlns:a16="http://schemas.microsoft.com/office/drawing/2014/main" id="{EB406FB2-0CA0-4190-A31E-4ED1BDBC54DE}"/>
              </a:ext>
            </a:extLst>
          </p:cNvPr>
          <p:cNvSpPr>
            <a:spLocks xmlns:a="http://schemas.openxmlformats.org/drawingml/2006/main" noGrp="1"/>
          </p:cNvSpPr>
          <p:nvPr/>
        </p:nvSpPr>
        <p:spPr>
          <a:xfrm xmlns:a="http://schemas.openxmlformats.org/drawingml/2006/main">
            <a:off x="7277100" y="2428875"/>
            <a:ext cx="2019300" cy="185737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467770462" name="">
            <a:extLst xmlns:a="http://schemas.openxmlformats.org/drawingml/2006/main">
              <a:ext uri="{FF2B5EF4-FFF2-40B4-BE49-F238E27FC236}">
                <a16:creationId xmlns:a16="http://schemas.microsoft.com/office/drawing/2014/main" id="{D54FA7BE-1CC0-4443-A7F3-D5EC0F4B4C90}"/>
              </a:ext>
            </a:extLst>
          </p:cNvPr>
          <p:cNvSpPr>
            <a:spLocks xmlns:a="http://schemas.openxmlformats.org/drawingml/2006/main" noGrp="1"/>
          </p:cNvSpPr>
          <p:nvPr/>
        </p:nvSpPr>
        <p:spPr>
          <a:xfrm xmlns:a="http://schemas.openxmlformats.org/drawingml/2006/main">
            <a:off x="7277100" y="4286250"/>
            <a:ext cx="2019300" cy="6191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2027803610" name="">
            <a:extLst xmlns:a="http://schemas.openxmlformats.org/drawingml/2006/main">
              <a:ext uri="{FF2B5EF4-FFF2-40B4-BE49-F238E27FC236}">
                <a16:creationId xmlns:a16="http://schemas.microsoft.com/office/drawing/2014/main" id="{17128EB9-1E30-4D0A-86DA-F750F1262F65}"/>
              </a:ext>
            </a:extLst>
          </p:cNvPr>
          <p:cNvSpPr>
            <a:spLocks xmlns:a="http://schemas.openxmlformats.org/drawingml/2006/main" noGrp="1"/>
          </p:cNvSpPr>
          <p:nvPr/>
        </p:nvSpPr>
        <p:spPr>
          <a:xfrm xmlns:a="http://schemas.openxmlformats.org/drawingml/2006/main">
            <a:off x="7277100" y="2428875"/>
            <a:ext cx="2019300" cy="2476500"/>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82789579" name="">
            <a:extLst xmlns:a="http://schemas.openxmlformats.org/drawingml/2006/main">
              <a:ext uri="{FF2B5EF4-FFF2-40B4-BE49-F238E27FC236}">
                <a16:creationId xmlns:a16="http://schemas.microsoft.com/office/drawing/2014/main" id="{3E794569-D03D-4ECF-A9BB-CE5191370A01}"/>
              </a:ext>
            </a:extLst>
          </p:cNvPr>
          <p:cNvSpPr>
            <a:spLocks xmlns:a="http://schemas.openxmlformats.org/drawingml/2006/main" noGrp="1"/>
          </p:cNvSpPr>
          <p:nvPr/>
        </p:nvSpPr>
        <p:spPr>
          <a:xfrm xmlns:a="http://schemas.openxmlformats.org/drawingml/2006/main">
            <a:off x="7277100" y="4905375"/>
            <a:ext cx="2019300" cy="9525"/>
          </a:xfrm>
          <a:prstGeom xmlns:a="http://schemas.openxmlformats.org/drawingml/2006/main" prst="line">
            <a:avLst/>
          </a:prstGeom>
          <a:noFill xmlns:a="http://schemas.openxmlformats.org/drawingml/2006/main"/>
          <a:ln xmlns:a="http://schemas.openxmlformats.org/drawingml/2006/main" w="9525">
            <a:solidFill>
              <a:srgbClr val="CBD5E1">
                <a:alpha val="45000"/>
              </a:srgbClr>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354689912"/>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416649966"/>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39009360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86405270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1171702209"/>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639831968"/>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260106200"/>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984515109"/>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71783635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2029365712"/>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990315218"/>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176073685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1533082640"/>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131229900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2065765339"/>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458622812"/>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84152699"/>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139751437"/>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117135787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1806896858"/>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54577609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37256966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44499256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489948602"/>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1fb883ed746e4086">
            <a:extLst>
              <a:ext uri="{96DAC541-7B7A-43D3-8B79-37D633B846F1}">
                <asvg:svgBlip xmlns:asvg="http://schemas.microsoft.com/office/drawing/2016/SVG/main" r:embed="R295379ebbfe84f3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813735675"/>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884948398"/>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68666786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01783865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38981274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71563264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2093280641"/>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2026-07-27T02:34:18.2090000Z</dcterms:created>
  <dcterms:modified xsi:type="dcterms:W3CDTF">2026-07-27T02:34:18.2090000Z</dcterms:modified>
</coreProperties>
</file>