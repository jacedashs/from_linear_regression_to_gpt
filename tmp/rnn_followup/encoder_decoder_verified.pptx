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8d7c6ae66840d4" /><Relationship Type="http://schemas.openxmlformats.org/officeDocument/2006/relationships/extended-properties" Target="/docProps/app.xml" Id="R60bdee475fe84211" /><Relationship Type="http://schemas.openxmlformats.org/officeDocument/2006/relationships/officeDocument" Target="/ppt/presentation.xml" Id="R40535663704a4d87" /></Relationships>
</file>

<file path=ppt/presentation.xml><?xml version="1.0" encoding="utf-8"?>
<p:presentation xmlns:p="http://schemas.openxmlformats.org/presentationml/2006/main">
  <p:sldMasterIdLst>
    <p:sldMasterId xmlns:r="http://schemas.openxmlformats.org/officeDocument/2006/relationships" id="2147483648" r:id="Rfcc54eddb6654824"/>
  </p:sldMasterIdLst>
  <p:notesMasterIdLst>
    <p:notesMasterId xmlns:r="http://schemas.openxmlformats.org/officeDocument/2006/relationships" r:id="R460a6d60b49a4c95"/>
  </p:notesMasterIdLst>
  <p:sldIdLst>
    <p:sldId xmlns:r="http://schemas.openxmlformats.org/officeDocument/2006/relationships" id="256" r:id="Rcbd3db1782fb4d28"/>
    <p:sldId xmlns:r="http://schemas.openxmlformats.org/officeDocument/2006/relationships" id="257" r:id="Rc3733db4b06846bc"/>
    <p:sldId xmlns:r="http://schemas.openxmlformats.org/officeDocument/2006/relationships" id="258" r:id="Rb8fbd9d70bd549da"/>
    <p:sldId xmlns:r="http://schemas.openxmlformats.org/officeDocument/2006/relationships" id="259" r:id="Raa5ffd30e9104cdf"/>
    <p:sldId xmlns:r="http://schemas.openxmlformats.org/officeDocument/2006/relationships" id="260" r:id="Ra965c228e1c6424e"/>
    <p:sldId xmlns:r="http://schemas.openxmlformats.org/officeDocument/2006/relationships" id="261" r:id="Rde695e9671824e01"/>
    <p:sldId xmlns:r="http://schemas.openxmlformats.org/officeDocument/2006/relationships" id="262" r:id="R934e8fa1f6254e04"/>
    <p:sldId xmlns:r="http://schemas.openxmlformats.org/officeDocument/2006/relationships" id="263" r:id="Rbfcdec4dcb11411d"/>
    <p:sldId xmlns:r="http://schemas.openxmlformats.org/officeDocument/2006/relationships" id="264" r:id="Rcbebdb44aa5e43d8"/>
    <p:sldId xmlns:r="http://schemas.openxmlformats.org/officeDocument/2006/relationships" id="265" r:id="Rf2a5de9d659749f0"/>
    <p:sldId xmlns:r="http://schemas.openxmlformats.org/officeDocument/2006/relationships" id="266" r:id="R38b73a05db054135"/>
    <p:sldId xmlns:r="http://schemas.openxmlformats.org/officeDocument/2006/relationships" id="267" r:id="R894adf2e165e471a"/>
    <p:sldId xmlns:r="http://schemas.openxmlformats.org/officeDocument/2006/relationships" id="268" r:id="Rfc660f4915f84f13"/>
    <p:sldId xmlns:r="http://schemas.openxmlformats.org/officeDocument/2006/relationships" id="269" r:id="Rbe413559e76e4dd4"/>
    <p:sldId xmlns:r="http://schemas.openxmlformats.org/officeDocument/2006/relationships" id="270" r:id="Ra87c0b9d01034d57"/>
    <p:sldId xmlns:r="http://schemas.openxmlformats.org/officeDocument/2006/relationships" id="271" r:id="Rdb1ef32a7ad64f72"/>
    <p:sldId xmlns:r="http://schemas.openxmlformats.org/officeDocument/2006/relationships" id="272" r:id="Rd3bbf3cb60a747f4"/>
    <p:sldId xmlns:r="http://schemas.openxmlformats.org/officeDocument/2006/relationships" id="273" r:id="Ra1f46bfcb21949cc"/>
    <p:sldId xmlns:r="http://schemas.openxmlformats.org/officeDocument/2006/relationships" id="274" r:id="R39214d796f114aa2"/>
    <p:sldId xmlns:r="http://schemas.openxmlformats.org/officeDocument/2006/relationships" id="275" r:id="R733c998acd7e4486"/>
    <p:sldId xmlns:r="http://schemas.openxmlformats.org/officeDocument/2006/relationships" id="276" r:id="Re8904de69b664878"/>
    <p:sldId xmlns:r="http://schemas.openxmlformats.org/officeDocument/2006/relationships" id="277" r:id="R11cd1c9205ee4e47"/>
    <p:sldId xmlns:r="http://schemas.openxmlformats.org/officeDocument/2006/relationships" id="278" r:id="Rd9223db2178d4f56"/>
    <p:sldId xmlns:r="http://schemas.openxmlformats.org/officeDocument/2006/relationships" id="279" r:id="Rc1e729364cb04004"/>
    <p:sldId xmlns:r="http://schemas.openxmlformats.org/officeDocument/2006/relationships" id="280" r:id="R0a3c1c7805e8405c"/>
    <p:sldId xmlns:r="http://schemas.openxmlformats.org/officeDocument/2006/relationships" id="281" r:id="Rc03f616c65434df0"/>
    <p:sldId xmlns:r="http://schemas.openxmlformats.org/officeDocument/2006/relationships" id="282" r:id="Rb5f5a328f51245ee"/>
    <p:sldId xmlns:r="http://schemas.openxmlformats.org/officeDocument/2006/relationships" id="283" r:id="R5728074921f24807"/>
    <p:sldId xmlns:r="http://schemas.openxmlformats.org/officeDocument/2006/relationships" id="284" r:id="R59d4574004d4472d"/>
    <p:sldId xmlns:r="http://schemas.openxmlformats.org/officeDocument/2006/relationships" id="285" r:id="R1c3a615a9b7b4c67"/>
    <p:sldId xmlns:r="http://schemas.openxmlformats.org/officeDocument/2006/relationships" id="286" r:id="R3093fbdd98d34e74"/>
    <p:sldId xmlns:r="http://schemas.openxmlformats.org/officeDocument/2006/relationships" id="287" r:id="Rdeb9df997a264add"/>
    <p:sldId xmlns:r="http://schemas.openxmlformats.org/officeDocument/2006/relationships" id="288" r:id="R46afec1f06b2407b"/>
    <p:sldId xmlns:r="http://schemas.openxmlformats.org/officeDocument/2006/relationships" id="289" r:id="Re0c1871f3c47498f"/>
    <p:sldId xmlns:r="http://schemas.openxmlformats.org/officeDocument/2006/relationships" id="290" r:id="R63ca7acbe0844f87"/>
    <p:sldId xmlns:r="http://schemas.openxmlformats.org/officeDocument/2006/relationships" id="291" r:id="R980bf3e5e2ad4fb3"/>
    <p:sldId xmlns:r="http://schemas.openxmlformats.org/officeDocument/2006/relationships" id="292" r:id="R43536d26248846b9"/>
    <p:sldId xmlns:r="http://schemas.openxmlformats.org/officeDocument/2006/relationships" id="293" r:id="R785dbda2e9974c32"/>
    <p:sldId xmlns:r="http://schemas.openxmlformats.org/officeDocument/2006/relationships" id="294" r:id="Rd2b9f6c89255452f"/>
    <p:sldId xmlns:r="http://schemas.openxmlformats.org/officeDocument/2006/relationships" id="295" r:id="R432d2416244f45e4"/>
    <p:sldId xmlns:r="http://schemas.openxmlformats.org/officeDocument/2006/relationships" id="296" r:id="Ra0a5c344ae454801"/>
    <p:sldId xmlns:r="http://schemas.openxmlformats.org/officeDocument/2006/relationships" id="297" r:id="R8f8727bdccc64412"/>
    <p:sldId xmlns:r="http://schemas.openxmlformats.org/officeDocument/2006/relationships" id="298" r:id="R57767280c9614f00"/>
    <p:sldId xmlns:r="http://schemas.openxmlformats.org/officeDocument/2006/relationships" id="299" r:id="R4f8e2650b62b4268"/>
    <p:sldId xmlns:r="http://schemas.openxmlformats.org/officeDocument/2006/relationships" id="300" r:id="R55523ad89abc48a4"/>
    <p:sldId xmlns:r="http://schemas.openxmlformats.org/officeDocument/2006/relationships" id="301" r:id="R5b9b32a6c2cf4762"/>
    <p:sldId xmlns:r="http://schemas.openxmlformats.org/officeDocument/2006/relationships" id="302" r:id="R0c89dbb0651d49c0"/>
    <p:sldId xmlns:r="http://schemas.openxmlformats.org/officeDocument/2006/relationships" id="303" r:id="R1b0c2f47a7e04b30"/>
    <p:sldId xmlns:r="http://schemas.openxmlformats.org/officeDocument/2006/relationships" id="304" r:id="Red8bd6eb7a8e4733"/>
    <p:sldId xmlns:r="http://schemas.openxmlformats.org/officeDocument/2006/relationships" id="305" r:id="R241ffa215d1049df"/>
    <p:sldId xmlns:r="http://schemas.openxmlformats.org/officeDocument/2006/relationships" id="306" r:id="Ra99a104bbea9407d"/>
    <p:sldId xmlns:r="http://schemas.openxmlformats.org/officeDocument/2006/relationships" id="307" r:id="Rbcc5d9c39b384a77"/>
    <p:sldId xmlns:r="http://schemas.openxmlformats.org/officeDocument/2006/relationships" id="308" r:id="Rffb5369871b34167"/>
    <p:sldId xmlns:r="http://schemas.openxmlformats.org/officeDocument/2006/relationships" id="309" r:id="R9dbc15d7ce7e4781"/>
    <p:sldId xmlns:r="http://schemas.openxmlformats.org/officeDocument/2006/relationships" id="310" r:id="Rbc1a93f39faa4594"/>
    <p:sldId xmlns:r="http://schemas.openxmlformats.org/officeDocument/2006/relationships" id="311" r:id="R692c165ec9af46bd"/>
    <p:sldId xmlns:r="http://schemas.openxmlformats.org/officeDocument/2006/relationships" id="312" r:id="Rb5caa2150d1b422c"/>
    <p:sldId xmlns:r="http://schemas.openxmlformats.org/officeDocument/2006/relationships" id="313" r:id="R134fb0c8572e4265"/>
    <p:sldId xmlns:r="http://schemas.openxmlformats.org/officeDocument/2006/relationships" id="314" r:id="Rced53ec98f564f13"/>
    <p:sldId xmlns:r="http://schemas.openxmlformats.org/officeDocument/2006/relationships" id="315" r:id="Rc03b056e1af94772"/>
    <p:sldId xmlns:r="http://schemas.openxmlformats.org/officeDocument/2006/relationships" id="316" r:id="R31b148231cba466a"/>
    <p:sldId xmlns:r="http://schemas.openxmlformats.org/officeDocument/2006/relationships" id="317" r:id="Rb993c999a7e14ed8"/>
    <p:sldId xmlns:r="http://schemas.openxmlformats.org/officeDocument/2006/relationships" id="318" r:id="Rfcba26cf368540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b23f4b90c54e36" /><Relationship Type="http://schemas.openxmlformats.org/officeDocument/2006/relationships/slideMaster" Target="/ppt/slideMasters/slideMaster1.xml" Id="Rfcc54eddb6654824" /><Relationship Type="http://schemas.openxmlformats.org/officeDocument/2006/relationships/notesMaster" Target="/ppt/notesMasters/notesMaster1.xml" Id="R460a6d60b49a4c95" /><Relationship Type="http://schemas.openxmlformats.org/officeDocument/2006/relationships/presProps" Target="/ppt/presProps.xml" Id="Rb808b0d0b56042aa" /><Relationship Type="http://schemas.openxmlformats.org/officeDocument/2006/relationships/viewProps" Target="/ppt/viewProps.xml" Id="R3fc0cdc4f36348bc" /><Relationship Type="http://schemas.openxmlformats.org/officeDocument/2006/relationships/tableStyles" Target="/ppt/tableStyles.xml" Id="R2e82f5d64e344621" /><Relationship Type="http://schemas.openxmlformats.org/officeDocument/2006/relationships/slide" Target="/ppt/slides/slide1.xml" Id="Rcbd3db1782fb4d28" /><Relationship Type="http://schemas.openxmlformats.org/officeDocument/2006/relationships/slide" Target="/ppt/slides/slide2.xml" Id="Rc3733db4b06846bc" /><Relationship Type="http://schemas.openxmlformats.org/officeDocument/2006/relationships/slide" Target="/ppt/slides/slide3.xml" Id="Rb8fbd9d70bd549da" /><Relationship Type="http://schemas.openxmlformats.org/officeDocument/2006/relationships/slide" Target="/ppt/slides/slide4.xml" Id="Raa5ffd30e9104cdf" /><Relationship Type="http://schemas.openxmlformats.org/officeDocument/2006/relationships/slide" Target="/ppt/slides/slide5.xml" Id="Ra965c228e1c6424e" /><Relationship Type="http://schemas.openxmlformats.org/officeDocument/2006/relationships/slide" Target="/ppt/slides/slide6.xml" Id="Rde695e9671824e01" /><Relationship Type="http://schemas.openxmlformats.org/officeDocument/2006/relationships/slide" Target="/ppt/slides/slide7.xml" Id="R934e8fa1f6254e04" /><Relationship Type="http://schemas.openxmlformats.org/officeDocument/2006/relationships/slide" Target="/ppt/slides/slide8.xml" Id="Rbfcdec4dcb11411d" /><Relationship Type="http://schemas.openxmlformats.org/officeDocument/2006/relationships/slide" Target="/ppt/slides/slide9.xml" Id="Rcbebdb44aa5e43d8" /><Relationship Type="http://schemas.openxmlformats.org/officeDocument/2006/relationships/slide" Target="/ppt/slides/slide10.xml" Id="Rf2a5de9d659749f0" /><Relationship Type="http://schemas.openxmlformats.org/officeDocument/2006/relationships/slide" Target="/ppt/slides/slide11.xml" Id="R38b73a05db054135" /><Relationship Type="http://schemas.openxmlformats.org/officeDocument/2006/relationships/slide" Target="/ppt/slides/slide12.xml" Id="R894adf2e165e471a" /><Relationship Type="http://schemas.openxmlformats.org/officeDocument/2006/relationships/slide" Target="/ppt/slides/slide13.xml" Id="Rfc660f4915f84f13" /><Relationship Type="http://schemas.openxmlformats.org/officeDocument/2006/relationships/slide" Target="/ppt/slides/slide14.xml" Id="Rbe413559e76e4dd4" /><Relationship Type="http://schemas.openxmlformats.org/officeDocument/2006/relationships/slide" Target="/ppt/slides/slide15.xml" Id="Ra87c0b9d01034d57" /><Relationship Type="http://schemas.openxmlformats.org/officeDocument/2006/relationships/slide" Target="/ppt/slides/slide16.xml" Id="Rdb1ef32a7ad64f72" /><Relationship Type="http://schemas.openxmlformats.org/officeDocument/2006/relationships/slide" Target="/ppt/slides/slide17.xml" Id="Rd3bbf3cb60a747f4" /><Relationship Type="http://schemas.openxmlformats.org/officeDocument/2006/relationships/slide" Target="/ppt/slides/slide18.xml" Id="Ra1f46bfcb21949cc" /><Relationship Type="http://schemas.openxmlformats.org/officeDocument/2006/relationships/slide" Target="/ppt/slides/slide19.xml" Id="R39214d796f114aa2" /><Relationship Type="http://schemas.openxmlformats.org/officeDocument/2006/relationships/slide" Target="/ppt/slides/slide20.xml" Id="R733c998acd7e4486" /><Relationship Type="http://schemas.openxmlformats.org/officeDocument/2006/relationships/slide" Target="/ppt/slides/slide21.xml" Id="Re8904de69b664878" /><Relationship Type="http://schemas.openxmlformats.org/officeDocument/2006/relationships/slide" Target="/ppt/slides/slide22.xml" Id="R11cd1c9205ee4e47" /><Relationship Type="http://schemas.openxmlformats.org/officeDocument/2006/relationships/slide" Target="/ppt/slides/slide23.xml" Id="Rd9223db2178d4f56" /><Relationship Type="http://schemas.openxmlformats.org/officeDocument/2006/relationships/slide" Target="/ppt/slides/slide24.xml" Id="Rc1e729364cb04004" /><Relationship Type="http://schemas.openxmlformats.org/officeDocument/2006/relationships/slide" Target="/ppt/slides/slide25.xml" Id="R0a3c1c7805e8405c" /><Relationship Type="http://schemas.openxmlformats.org/officeDocument/2006/relationships/slide" Target="/ppt/slides/slide26.xml" Id="Rc03f616c65434df0" /><Relationship Type="http://schemas.openxmlformats.org/officeDocument/2006/relationships/slide" Target="/ppt/slides/slide27.xml" Id="Rb5f5a328f51245ee" /><Relationship Type="http://schemas.openxmlformats.org/officeDocument/2006/relationships/slide" Target="/ppt/slides/slide28.xml" Id="R5728074921f24807" /><Relationship Type="http://schemas.openxmlformats.org/officeDocument/2006/relationships/slide" Target="/ppt/slides/slide29.xml" Id="R59d4574004d4472d" /><Relationship Type="http://schemas.openxmlformats.org/officeDocument/2006/relationships/slide" Target="/ppt/slides/slide30.xml" Id="R1c3a615a9b7b4c67" /><Relationship Type="http://schemas.openxmlformats.org/officeDocument/2006/relationships/slide" Target="/ppt/slides/slide31.xml" Id="R3093fbdd98d34e74" /><Relationship Type="http://schemas.openxmlformats.org/officeDocument/2006/relationships/slide" Target="/ppt/slides/slide32.xml" Id="Rdeb9df997a264add" /><Relationship Type="http://schemas.openxmlformats.org/officeDocument/2006/relationships/slide" Target="/ppt/slides/slide33.xml" Id="R46afec1f06b2407b" /><Relationship Type="http://schemas.openxmlformats.org/officeDocument/2006/relationships/slide" Target="/ppt/slides/slide34.xml" Id="Re0c1871f3c47498f" /><Relationship Type="http://schemas.openxmlformats.org/officeDocument/2006/relationships/slide" Target="/ppt/slides/slide35.xml" Id="R63ca7acbe0844f87" /><Relationship Type="http://schemas.openxmlformats.org/officeDocument/2006/relationships/slide" Target="/ppt/slides/slide36.xml" Id="R980bf3e5e2ad4fb3" /><Relationship Type="http://schemas.openxmlformats.org/officeDocument/2006/relationships/slide" Target="/ppt/slides/slide37.xml" Id="R43536d26248846b9" /><Relationship Type="http://schemas.openxmlformats.org/officeDocument/2006/relationships/slide" Target="/ppt/slides/slide38.xml" Id="R785dbda2e9974c32" /><Relationship Type="http://schemas.openxmlformats.org/officeDocument/2006/relationships/slide" Target="/ppt/slides/slide39.xml" Id="Rd2b9f6c89255452f" /><Relationship Type="http://schemas.openxmlformats.org/officeDocument/2006/relationships/slide" Target="/ppt/slides/slide40.xml" Id="R432d2416244f45e4" /><Relationship Type="http://schemas.openxmlformats.org/officeDocument/2006/relationships/slide" Target="/ppt/slides/slide41.xml" Id="Ra0a5c344ae454801" /><Relationship Type="http://schemas.openxmlformats.org/officeDocument/2006/relationships/slide" Target="/ppt/slides/slide42.xml" Id="R8f8727bdccc64412" /><Relationship Type="http://schemas.openxmlformats.org/officeDocument/2006/relationships/slide" Target="/ppt/slides/slide43.xml" Id="R57767280c9614f00" /><Relationship Type="http://schemas.openxmlformats.org/officeDocument/2006/relationships/slide" Target="/ppt/slides/slide44.xml" Id="R4f8e2650b62b4268" /><Relationship Type="http://schemas.openxmlformats.org/officeDocument/2006/relationships/slide" Target="/ppt/slides/slide45.xml" Id="R55523ad89abc48a4" /><Relationship Type="http://schemas.openxmlformats.org/officeDocument/2006/relationships/slide" Target="/ppt/slides/slide46.xml" Id="R5b9b32a6c2cf4762" /><Relationship Type="http://schemas.openxmlformats.org/officeDocument/2006/relationships/slide" Target="/ppt/slides/slide47.xml" Id="R0c89dbb0651d49c0" /><Relationship Type="http://schemas.openxmlformats.org/officeDocument/2006/relationships/slide" Target="/ppt/slides/slide48.xml" Id="R1b0c2f47a7e04b30" /><Relationship Type="http://schemas.openxmlformats.org/officeDocument/2006/relationships/slide" Target="/ppt/slides/slide49.xml" Id="Red8bd6eb7a8e4733" /><Relationship Type="http://schemas.openxmlformats.org/officeDocument/2006/relationships/slide" Target="/ppt/slides/slide50.xml" Id="R241ffa215d1049df" /><Relationship Type="http://schemas.openxmlformats.org/officeDocument/2006/relationships/slide" Target="/ppt/slides/slide51.xml" Id="Ra99a104bbea9407d" /><Relationship Type="http://schemas.openxmlformats.org/officeDocument/2006/relationships/slide" Target="/ppt/slides/slide52.xml" Id="Rbcc5d9c39b384a77" /><Relationship Type="http://schemas.openxmlformats.org/officeDocument/2006/relationships/slide" Target="/ppt/slides/slide53.xml" Id="Rffb5369871b34167" /><Relationship Type="http://schemas.openxmlformats.org/officeDocument/2006/relationships/slide" Target="/ppt/slides/slide54.xml" Id="R9dbc15d7ce7e4781" /><Relationship Type="http://schemas.openxmlformats.org/officeDocument/2006/relationships/slide" Target="/ppt/slides/slide55.xml" Id="Rbc1a93f39faa4594" /><Relationship Type="http://schemas.openxmlformats.org/officeDocument/2006/relationships/slide" Target="/ppt/slides/slide56.xml" Id="R692c165ec9af46bd" /><Relationship Type="http://schemas.openxmlformats.org/officeDocument/2006/relationships/slide" Target="/ppt/slides/slide57.xml" Id="Rb5caa2150d1b422c" /><Relationship Type="http://schemas.openxmlformats.org/officeDocument/2006/relationships/slide" Target="/ppt/slides/slide58.xml" Id="R134fb0c8572e4265" /><Relationship Type="http://schemas.openxmlformats.org/officeDocument/2006/relationships/slide" Target="/ppt/slides/slide59.xml" Id="Rced53ec98f564f13" /><Relationship Type="http://schemas.openxmlformats.org/officeDocument/2006/relationships/slide" Target="/ppt/slides/slide60.xml" Id="Rc03b056e1af94772" /><Relationship Type="http://schemas.openxmlformats.org/officeDocument/2006/relationships/slide" Target="/ppt/slides/slide61.xml" Id="R31b148231cba466a" /><Relationship Type="http://schemas.openxmlformats.org/officeDocument/2006/relationships/slide" Target="/ppt/slides/slide62.xml" Id="Rb993c999a7e14ed8" /><Relationship Type="http://schemas.openxmlformats.org/officeDocument/2006/relationships/slide" Target="/ppt/slides/slide63.xml" Id="Rfcba26cf368540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528cb4e06849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59f230be9e4bfb" /><Relationship Type="http://schemas.openxmlformats.org/officeDocument/2006/relationships/notesMaster" Target="/ppt/notesMasters/notesMaster1.xml" Id="R43374f35e985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a8c0b27a244f9c" /><Relationship Type="http://schemas.openxmlformats.org/officeDocument/2006/relationships/notesMaster" Target="/ppt/notesMasters/notesMaster1.xml" Id="Rff3e4b448b4c47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46b4a411ea45bd" /><Relationship Type="http://schemas.openxmlformats.org/officeDocument/2006/relationships/notesMaster" Target="/ppt/notesMasters/notesMaster1.xml" Id="R7f369f3f6f92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ed485e0e694a93" /><Relationship Type="http://schemas.openxmlformats.org/officeDocument/2006/relationships/notesMaster" Target="/ppt/notesMasters/notesMaster1.xml" Id="R032d1982356b4b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5ba0e083b44dec" /><Relationship Type="http://schemas.openxmlformats.org/officeDocument/2006/relationships/notesMaster" Target="/ppt/notesMasters/notesMaster1.xml" Id="R696840f8ca8d49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261706052849f2" /><Relationship Type="http://schemas.openxmlformats.org/officeDocument/2006/relationships/notesMaster" Target="/ppt/notesMasters/notesMaster1.xml" Id="R5de2cd681a3048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7b08908f324187" /><Relationship Type="http://schemas.openxmlformats.org/officeDocument/2006/relationships/notesMaster" Target="/ppt/notesMasters/notesMaster1.xml" Id="Recf6eec9dbce45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eaf753f9f4a22" /><Relationship Type="http://schemas.openxmlformats.org/officeDocument/2006/relationships/notesMaster" Target="/ppt/notesMasters/notesMaster1.xml" Id="Rbe675ccf673947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cf930515454e00" /><Relationship Type="http://schemas.openxmlformats.org/officeDocument/2006/relationships/notesMaster" Target="/ppt/notesMasters/notesMaster1.xml" Id="R2e23ea22b72140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515bb351b24d72" /><Relationship Type="http://schemas.openxmlformats.org/officeDocument/2006/relationships/notesMaster" Target="/ppt/notesMasters/notesMaster1.xml" Id="R8692311ab0a44e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f8964ce4754291" /><Relationship Type="http://schemas.openxmlformats.org/officeDocument/2006/relationships/notesMaster" Target="/ppt/notesMasters/notesMaster1.xml" Id="Rb6147fe56a4747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f6070f82204a1f" /><Relationship Type="http://schemas.openxmlformats.org/officeDocument/2006/relationships/notesMaster" Target="/ppt/notesMasters/notesMaster1.xml" Id="Rdb7a46e1d8ac49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345e0803ca4a1f" /><Relationship Type="http://schemas.openxmlformats.org/officeDocument/2006/relationships/notesMaster" Target="/ppt/notesMasters/notesMaster1.xml" Id="Rb53098477faf4b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9ef9f90d424d65" /><Relationship Type="http://schemas.openxmlformats.org/officeDocument/2006/relationships/notesMaster" Target="/ppt/notesMasters/notesMaster1.xml" Id="Rfb40dac3d9a24c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892336a90e44d8" /><Relationship Type="http://schemas.openxmlformats.org/officeDocument/2006/relationships/notesMaster" Target="/ppt/notesMasters/notesMaster1.xml" Id="R9e33bd6dfece44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123a1d225d4bdf" /><Relationship Type="http://schemas.openxmlformats.org/officeDocument/2006/relationships/notesMaster" Target="/ppt/notesMasters/notesMaster1.xml" Id="Rd8760744419a41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319f6544e84f07" /><Relationship Type="http://schemas.openxmlformats.org/officeDocument/2006/relationships/notesMaster" Target="/ppt/notesMasters/notesMaster1.xml" Id="R55fffb9f6ef048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f2b79578f04701" /><Relationship Type="http://schemas.openxmlformats.org/officeDocument/2006/relationships/notesMaster" Target="/ppt/notesMasters/notesMaster1.xml" Id="R067524489367459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7e6bc7c7c24009" /><Relationship Type="http://schemas.openxmlformats.org/officeDocument/2006/relationships/notesMaster" Target="/ppt/notesMasters/notesMaster1.xml" Id="Rb2f2303d6bdf43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f6ece9214c4f1b" /><Relationship Type="http://schemas.openxmlformats.org/officeDocument/2006/relationships/notesMaster" Target="/ppt/notesMasters/notesMaster1.xml" Id="R885f5357c1e145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4605d452064203" /><Relationship Type="http://schemas.openxmlformats.org/officeDocument/2006/relationships/notesMaster" Target="/ppt/notesMasters/notesMaster1.xml" Id="R2a1b8d24673d41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12cca593f8c41ce" /><Relationship Type="http://schemas.openxmlformats.org/officeDocument/2006/relationships/notesMaster" Target="/ppt/notesMasters/notesMaster1.xml" Id="Rb30bfa4358574e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91896c13164c10" /><Relationship Type="http://schemas.openxmlformats.org/officeDocument/2006/relationships/notesMaster" Target="/ppt/notesMasters/notesMaster1.xml" Id="R1c83fc5142c247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b6df786c6c44f7" /><Relationship Type="http://schemas.openxmlformats.org/officeDocument/2006/relationships/notesMaster" Target="/ppt/notesMasters/notesMaster1.xml" Id="Rb67b765e0de24d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bd66775c884a07" /><Relationship Type="http://schemas.openxmlformats.org/officeDocument/2006/relationships/notesMaster" Target="/ppt/notesMasters/notesMaster1.xml" Id="R3479de1fba154ff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3542ea035c4356" /><Relationship Type="http://schemas.openxmlformats.org/officeDocument/2006/relationships/notesMaster" Target="/ppt/notesMasters/notesMaster1.xml" Id="Rab7ded5d4f8543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be7c4fff7f34ca4" /><Relationship Type="http://schemas.openxmlformats.org/officeDocument/2006/relationships/notesMaster" Target="/ppt/notesMasters/notesMaster1.xml" Id="R8d1b5f9c46b74a5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13df3833f754c21" /><Relationship Type="http://schemas.openxmlformats.org/officeDocument/2006/relationships/notesMaster" Target="/ppt/notesMasters/notesMaster1.xml" Id="Ra2ee17ad59934a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197d87799a24351" /><Relationship Type="http://schemas.openxmlformats.org/officeDocument/2006/relationships/notesMaster" Target="/ppt/notesMasters/notesMaster1.xml" Id="R3ddd1e4b66bd402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e2d416069f4479" /><Relationship Type="http://schemas.openxmlformats.org/officeDocument/2006/relationships/notesMaster" Target="/ppt/notesMasters/notesMaster1.xml" Id="R35ccae022e7949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4ab19f89de94dfd" /><Relationship Type="http://schemas.openxmlformats.org/officeDocument/2006/relationships/notesMaster" Target="/ppt/notesMasters/notesMaster1.xml" Id="Rf8850e895f134da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71f7259778a4bf6" /><Relationship Type="http://schemas.openxmlformats.org/officeDocument/2006/relationships/notesMaster" Target="/ppt/notesMasters/notesMaster1.xml" Id="R3c235dd7c090421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db7bf33bbb84ca5" /><Relationship Type="http://schemas.openxmlformats.org/officeDocument/2006/relationships/notesMaster" Target="/ppt/notesMasters/notesMaster1.xml" Id="R1ef305ab603e485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f0cf99f7ba04dd5" /><Relationship Type="http://schemas.openxmlformats.org/officeDocument/2006/relationships/notesMaster" Target="/ppt/notesMasters/notesMaster1.xml" Id="R5aabeaa5ec2d439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4c50be4b58c465a" /><Relationship Type="http://schemas.openxmlformats.org/officeDocument/2006/relationships/notesMaster" Target="/ppt/notesMasters/notesMaster1.xml" Id="R10da4bc6dc5a419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b012cec311d4927" /><Relationship Type="http://schemas.openxmlformats.org/officeDocument/2006/relationships/notesMaster" Target="/ppt/notesMasters/notesMaster1.xml" Id="R7b44a8565fb949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350f5d78f3d4f82" /><Relationship Type="http://schemas.openxmlformats.org/officeDocument/2006/relationships/notesMaster" Target="/ppt/notesMasters/notesMaster1.xml" Id="R33b37739593c436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27bed3b7e24f6a" /><Relationship Type="http://schemas.openxmlformats.org/officeDocument/2006/relationships/notesMaster" Target="/ppt/notesMasters/notesMaster1.xml" Id="R801b972f0c6e46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00c307077bb4efe" /><Relationship Type="http://schemas.openxmlformats.org/officeDocument/2006/relationships/notesMaster" Target="/ppt/notesMasters/notesMaster1.xml" Id="R30133a8a9f55445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0d3b3e957d94fed" /><Relationship Type="http://schemas.openxmlformats.org/officeDocument/2006/relationships/notesMaster" Target="/ppt/notesMasters/notesMaster1.xml" Id="Rfb0547f8e9074ec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0c3f4ff7342410b" /><Relationship Type="http://schemas.openxmlformats.org/officeDocument/2006/relationships/notesMaster" Target="/ppt/notesMasters/notesMaster1.xml" Id="R3b3feb35bf344b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78503f750534b55" /><Relationship Type="http://schemas.openxmlformats.org/officeDocument/2006/relationships/notesMaster" Target="/ppt/notesMasters/notesMaster1.xml" Id="R789ac0001b33497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4ae8a92ff31434e" /><Relationship Type="http://schemas.openxmlformats.org/officeDocument/2006/relationships/notesMaster" Target="/ppt/notesMasters/notesMaster1.xml" Id="R52f07c6b8efa427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f2b7f6886594720" /><Relationship Type="http://schemas.openxmlformats.org/officeDocument/2006/relationships/notesMaster" Target="/ppt/notesMasters/notesMaster1.xml" Id="R2d101ef80faa4da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32fd3247864256" /><Relationship Type="http://schemas.openxmlformats.org/officeDocument/2006/relationships/notesMaster" Target="/ppt/notesMasters/notesMaster1.xml" Id="R246e9b2581654e2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4fa5499d2764353" /><Relationship Type="http://schemas.openxmlformats.org/officeDocument/2006/relationships/notesMaster" Target="/ppt/notesMasters/notesMaster1.xml" Id="R5d3a5c836da341c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b3f006ee2734f39" /><Relationship Type="http://schemas.openxmlformats.org/officeDocument/2006/relationships/notesMaster" Target="/ppt/notesMasters/notesMaster1.xml" Id="Re917bb1cc8dc406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e3658f6f3ce4945" /><Relationship Type="http://schemas.openxmlformats.org/officeDocument/2006/relationships/notesMaster" Target="/ppt/notesMasters/notesMaster1.xml" Id="Rf5f9a1a172414fe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5d8863524de482e" /><Relationship Type="http://schemas.openxmlformats.org/officeDocument/2006/relationships/notesMaster" Target="/ppt/notesMasters/notesMaster1.xml" Id="Rf42e0bd8898c442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b356e4a56541d0" /><Relationship Type="http://schemas.openxmlformats.org/officeDocument/2006/relationships/notesMaster" Target="/ppt/notesMasters/notesMaster1.xml" Id="R2b9aac5af4f7485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530926b1a9f4a6d" /><Relationship Type="http://schemas.openxmlformats.org/officeDocument/2006/relationships/notesMaster" Target="/ppt/notesMasters/notesMaster1.xml" Id="Rd75bcc1e820c438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5836cfeaaab4859" /><Relationship Type="http://schemas.openxmlformats.org/officeDocument/2006/relationships/notesMaster" Target="/ppt/notesMasters/notesMaster1.xml" Id="R5cc988bb3f224b8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23b9e2caa1b4aa3" /><Relationship Type="http://schemas.openxmlformats.org/officeDocument/2006/relationships/notesMaster" Target="/ppt/notesMasters/notesMaster1.xml" Id="Re277a7928d9842c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090b5c13d874fd7" /><Relationship Type="http://schemas.openxmlformats.org/officeDocument/2006/relationships/notesMaster" Target="/ppt/notesMasters/notesMaster1.xml" Id="R287cdcab5d7f4e0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de3f52e65a64845" /><Relationship Type="http://schemas.openxmlformats.org/officeDocument/2006/relationships/notesMaster" Target="/ppt/notesMasters/notesMaster1.xml" Id="R8787a2292a2541c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1a19e4610d54162" /><Relationship Type="http://schemas.openxmlformats.org/officeDocument/2006/relationships/notesMaster" Target="/ppt/notesMasters/notesMaster1.xml" Id="Rb49996c4741d46a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7bf8b2b4d654183" /><Relationship Type="http://schemas.openxmlformats.org/officeDocument/2006/relationships/notesMaster" Target="/ppt/notesMasters/notesMaster1.xml" Id="R2fa7e24dcfd74a9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765ab4f916e45c8" /><Relationship Type="http://schemas.openxmlformats.org/officeDocument/2006/relationships/notesMaster" Target="/ppt/notesMasters/notesMaster1.xml" Id="R75a24dcbb60441b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14ad9451bdb4669" /><Relationship Type="http://schemas.openxmlformats.org/officeDocument/2006/relationships/notesMaster" Target="/ppt/notesMasters/notesMaster1.xml" Id="R3f3283077bba4bf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e94428074f547c1" /><Relationship Type="http://schemas.openxmlformats.org/officeDocument/2006/relationships/notesMaster" Target="/ppt/notesMasters/notesMaster1.xml" Id="Ra26667f0408f40e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9b6914c2efc4d96" /><Relationship Type="http://schemas.openxmlformats.org/officeDocument/2006/relationships/notesMaster" Target="/ppt/notesMasters/notesMaster1.xml" Id="R2e2cb4d825ce4d6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f901510f2df4559" /><Relationship Type="http://schemas.openxmlformats.org/officeDocument/2006/relationships/notesMaster" Target="/ppt/notesMasters/notesMaster1.xml" Id="Ra716ebb5d58c4e2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0df7d5d80b04dd8" /><Relationship Type="http://schemas.openxmlformats.org/officeDocument/2006/relationships/notesMaster" Target="/ppt/notesMasters/notesMaster1.xml" Id="R95ef93ce98d842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2947d392444618" /><Relationship Type="http://schemas.openxmlformats.org/officeDocument/2006/relationships/image" Target="/ppt/media/image.png" Id="R1e2dd4880f2649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6539d9097645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538e08757641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bfa6a6b2294391" /><Relationship Type="http://schemas.openxmlformats.org/officeDocument/2006/relationships/image" Target="/ppt/media/image.png" Id="Ra31300e5210e41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cd26aada5b4c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b3db9336e2432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e605b30afe6462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4cd9b967bb04343" /><Relationship Type="http://schemas.openxmlformats.org/officeDocument/2006/relationships/image" Target="/ppt/media/image.png" Id="R434f5252b375412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83ecf0d3e42487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cd71d1d9e62402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c32658a3ef4406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16d452f3328445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1e2dd4880f2649a8">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a31300e5210e4167">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434f5252b375412b">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7de82f1eaa4a8d" /><Relationship Type="http://schemas.openxmlformats.org/officeDocument/2006/relationships/slideLayout" Target="/ppt/slideLayouts/slideLayout1.xml" Id="R8d35663b9af94081" /><Relationship Type="http://schemas.openxmlformats.org/officeDocument/2006/relationships/slideLayout" Target="/ppt/slideLayouts/slideLayout2.xml" Id="Re2488e639c154a46" /><Relationship Type="http://schemas.openxmlformats.org/officeDocument/2006/relationships/slideLayout" Target="/ppt/slideLayouts/slideLayout3.xml" Id="Rdc279a7d94704863" /><Relationship Type="http://schemas.openxmlformats.org/officeDocument/2006/relationships/slideLayout" Target="/ppt/slideLayouts/slideLayout4.xml" Id="Rde7b5036d112423b" /><Relationship Type="http://schemas.openxmlformats.org/officeDocument/2006/relationships/slideLayout" Target="/ppt/slideLayouts/slideLayout5.xml" Id="Rb2836d6737b34727" /><Relationship Type="http://schemas.openxmlformats.org/officeDocument/2006/relationships/slideLayout" Target="/ppt/slideLayouts/slideLayout6.xml" Id="Rbfd71b1e48ef4fe6" /><Relationship Type="http://schemas.openxmlformats.org/officeDocument/2006/relationships/slideLayout" Target="/ppt/slideLayouts/slideLayout7.xml" Id="Rae4d1baaa32548a5" /><Relationship Type="http://schemas.openxmlformats.org/officeDocument/2006/relationships/slideLayout" Target="/ppt/slideLayouts/slideLayout8.xml" Id="R527de378222540f5" /><Relationship Type="http://schemas.openxmlformats.org/officeDocument/2006/relationships/slideLayout" Target="/ppt/slideLayouts/slideLayout9.xml" Id="Raf28d3cf37c04a97" /><Relationship Type="http://schemas.openxmlformats.org/officeDocument/2006/relationships/slideLayout" Target="/ppt/slideLayouts/slideLayout10.xml" Id="Rd07561d88a294b01" /><Relationship Type="http://schemas.openxmlformats.org/officeDocument/2006/relationships/slideLayout" Target="/ppt/slideLayouts/slideLayout11.xml" Id="R51616ef300164b88" /><Relationship Type="http://schemas.openxmlformats.org/officeDocument/2006/relationships/slideLayout" Target="/ppt/slideLayouts/slideLayout12.xml" Id="Rba29167051be4dd0"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35663b9af94081"/>
    <p:sldLayoutId xmlns:r="http://schemas.openxmlformats.org/officeDocument/2006/relationships" id="2147483650" r:id="Re2488e639c154a46"/>
    <p:sldLayoutId xmlns:r="http://schemas.openxmlformats.org/officeDocument/2006/relationships" id="2147483651" r:id="Rdc279a7d94704863"/>
    <p:sldLayoutId xmlns:r="http://schemas.openxmlformats.org/officeDocument/2006/relationships" id="2147483652" r:id="Rde7b5036d112423b"/>
    <p:sldLayoutId xmlns:r="http://schemas.openxmlformats.org/officeDocument/2006/relationships" id="2147483653" r:id="Rb2836d6737b34727"/>
    <p:sldLayoutId xmlns:r="http://schemas.openxmlformats.org/officeDocument/2006/relationships" id="2147483654" r:id="Rbfd71b1e48ef4fe6"/>
    <p:sldLayoutId xmlns:r="http://schemas.openxmlformats.org/officeDocument/2006/relationships" id="2147483655" r:id="Rae4d1baaa32548a5"/>
    <p:sldLayoutId xmlns:r="http://schemas.openxmlformats.org/officeDocument/2006/relationships" id="2147483656" r:id="R527de378222540f5"/>
    <p:sldLayoutId xmlns:r="http://schemas.openxmlformats.org/officeDocument/2006/relationships" id="2147483657" r:id="Raf28d3cf37c04a97"/>
    <p:sldLayoutId xmlns:r="http://schemas.openxmlformats.org/officeDocument/2006/relationships" id="2147483658" r:id="Rd07561d88a294b01"/>
    <p:sldLayoutId xmlns:r="http://schemas.openxmlformats.org/officeDocument/2006/relationships" id="2147483659" r:id="R51616ef300164b88"/>
    <p:sldLayoutId xmlns:r="http://schemas.openxmlformats.org/officeDocument/2006/relationships" id="2147483660" r:id="Rba29167051be4dd0"/>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4badccb8ab41ac" /><Relationship Type="http://schemas.openxmlformats.org/officeDocument/2006/relationships/notesSlide" Target="/ppt/notesSlides/notesSlide1.xml" Id="R413048e9029943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3683b34fae42c2" /><Relationship Type="http://schemas.openxmlformats.org/officeDocument/2006/relationships/image" Target="/ppt/media/image.jpeg" Id="R441a238a89d347f9" /><Relationship Type="http://schemas.openxmlformats.org/officeDocument/2006/relationships/notesSlide" Target="/ppt/notesSlides/notesSlide2.xml" Id="R3f92f9a3562941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4f024650924164" /><Relationship Type="http://schemas.openxmlformats.org/officeDocument/2006/relationships/image" Target="/ppt/media/image2.png" Id="Rff2395f319144ba8" /><Relationship Type="http://schemas.openxmlformats.org/officeDocument/2006/relationships/notesSlide" Target="/ppt/notesSlides/notesSlide3.xml" Id="R5f05acb0b1b04c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79af1a75a94581" /><Relationship Type="http://schemas.openxmlformats.org/officeDocument/2006/relationships/image" Target="/ppt/media/image2.png" Id="R5171c898e69945db" /><Relationship Type="http://schemas.openxmlformats.org/officeDocument/2006/relationships/notesSlide" Target="/ppt/notesSlides/notesSlide4.xml" Id="Re024764608404f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1563047fb94c36" /><Relationship Type="http://schemas.openxmlformats.org/officeDocument/2006/relationships/image" Target="/ppt/media/image2.png" Id="R471a9efbff5d442a" /><Relationship Type="http://schemas.openxmlformats.org/officeDocument/2006/relationships/notesSlide" Target="/ppt/notesSlides/notesSlide5.xml" Id="R9001094b99d741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a5b3282be44d49" /><Relationship Type="http://schemas.openxmlformats.org/officeDocument/2006/relationships/notesSlide" Target="/ppt/notesSlides/notesSlide6.xml" Id="R23926a8ac57d46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834b160dba42b8" /><Relationship Type="http://schemas.openxmlformats.org/officeDocument/2006/relationships/image" Target="/ppt/media/image.svg" Id="R27392dc0949f4b05" /><Relationship Type="http://schemas.openxmlformats.org/officeDocument/2006/relationships/image" Target="/ppt/media/image.jpeg" Id="R7f43f321a0634f22" /><Relationship Type="http://schemas.openxmlformats.org/officeDocument/2006/relationships/notesSlide" Target="/ppt/notesSlides/notesSlide7.xml" Id="R6218d1171f6b47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96f8ba292d4153" /><Relationship Type="http://schemas.openxmlformats.org/officeDocument/2006/relationships/image" Target="/ppt/media/image2.jpeg" Id="R10335dd2d66242ac" /><Relationship Type="http://schemas.openxmlformats.org/officeDocument/2006/relationships/image" Target="/ppt/media/image2.svg" Id="R7f979edbf7924792" /><Relationship Type="http://schemas.openxmlformats.org/officeDocument/2006/relationships/notesSlide" Target="/ppt/notesSlides/notesSlide8.xml" Id="R10862809a72b4e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2972aeae704d0f" /><Relationship Type="http://schemas.openxmlformats.org/officeDocument/2006/relationships/notesSlide" Target="/ppt/notesSlides/notesSlide9.xml" Id="R83e97321c16e45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b24da7636b4f7e" /><Relationship Type="http://schemas.openxmlformats.org/officeDocument/2006/relationships/image" Target="/ppt/media/image3.png" Id="R803ac8aec86a4ad1" /><Relationship Type="http://schemas.openxmlformats.org/officeDocument/2006/relationships/image" Target="/ppt/media/image3.svg" Id="R349b0b53e1154455" /><Relationship Type="http://schemas.openxmlformats.org/officeDocument/2006/relationships/notesSlide" Target="/ppt/notesSlides/notesSlide10.xml" Id="Rd8204ebce4ce40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8572be7ab540fa" /><Relationship Type="http://schemas.openxmlformats.org/officeDocument/2006/relationships/image" Target="/ppt/media/image4.png" Id="R6f56dda9268d4976" /><Relationship Type="http://schemas.openxmlformats.org/officeDocument/2006/relationships/notesSlide" Target="/ppt/notesSlides/notesSlide11.xml" Id="Re942f6400e8d43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cfbfbf551f489d" /><Relationship Type="http://schemas.openxmlformats.org/officeDocument/2006/relationships/image" Target="/ppt/media/image5.png" Id="R31002dfeb0294d6c" /><Relationship Type="http://schemas.openxmlformats.org/officeDocument/2006/relationships/image" Target="/ppt/media/image4.svg" Id="R53815f3d8756424c" /><Relationship Type="http://schemas.openxmlformats.org/officeDocument/2006/relationships/image" Target="/ppt/media/image4.png" Id="Rcbfbfb7a590d4fce" /><Relationship Type="http://schemas.openxmlformats.org/officeDocument/2006/relationships/notesSlide" Target="/ppt/notesSlides/notesSlide12.xml" Id="Ref7581fe0ddf43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7deeca77f24b6d" /><Relationship Type="http://schemas.openxmlformats.org/officeDocument/2006/relationships/image" Target="/ppt/media/image6.png" Id="Re2957426147349aa" /><Relationship Type="http://schemas.openxmlformats.org/officeDocument/2006/relationships/notesSlide" Target="/ppt/notesSlides/notesSlide13.xml" Id="Rabcb111c0ffb48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23d767895c4381" /><Relationship Type="http://schemas.openxmlformats.org/officeDocument/2006/relationships/image" Target="/ppt/media/image7.png" Id="R58270ea0f9664ce2" /><Relationship Type="http://schemas.openxmlformats.org/officeDocument/2006/relationships/notesSlide" Target="/ppt/notesSlides/notesSlide14.xml" Id="R1d297c1fc2fd4b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8e2064994848d0" /><Relationship Type="http://schemas.openxmlformats.org/officeDocument/2006/relationships/image" Target="/ppt/media/image8.png" Id="R9bd23f5314834b23" /><Relationship Type="http://schemas.openxmlformats.org/officeDocument/2006/relationships/image" Target="/ppt/media/image5.svg" Id="Rb3e77c1610214fd3" /><Relationship Type="http://schemas.openxmlformats.org/officeDocument/2006/relationships/image" Target="/ppt/media/image5.png" Id="R085a358d7e6d46d5" /><Relationship Type="http://schemas.openxmlformats.org/officeDocument/2006/relationships/notesSlide" Target="/ppt/notesSlides/notesSlide15.xml" Id="Rcd52594dfbe046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89ebb6200f46e1" /><Relationship Type="http://schemas.openxmlformats.org/officeDocument/2006/relationships/notesSlide" Target="/ppt/notesSlides/notesSlide16.xml" Id="R8ff5a94d089b46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5ff76c4f474c26" /><Relationship Type="http://schemas.openxmlformats.org/officeDocument/2006/relationships/notesSlide" Target="/ppt/notesSlides/notesSlide17.xml" Id="R777ff3fd84f749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8795e34e75049bc" /><Relationship Type="http://schemas.openxmlformats.org/officeDocument/2006/relationships/notesSlide" Target="/ppt/notesSlides/notesSlide18.xml" Id="Rcf4c3b55f2a24f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d980c0f7fd94273" /><Relationship Type="http://schemas.openxmlformats.org/officeDocument/2006/relationships/image" Target="/ppt/media/image9.png" Id="R7fdb0e3e118e47cf" /><Relationship Type="http://schemas.openxmlformats.org/officeDocument/2006/relationships/notesSlide" Target="/ppt/notesSlides/notesSlide19.xml" Id="R62709b63962c43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74cb7432c4e485e" /><Relationship Type="http://schemas.openxmlformats.org/officeDocument/2006/relationships/image" Target="/ppt/media/image6.svg" Id="Redd3fc32a71748e7" /><Relationship Type="http://schemas.openxmlformats.org/officeDocument/2006/relationships/image" Target="/ppt/media/image6.png" Id="R32ff556bca6b4f55" /><Relationship Type="http://schemas.openxmlformats.org/officeDocument/2006/relationships/notesSlide" Target="/ppt/notesSlides/notesSlide20.xml" Id="R5d268bf02c354e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94021d306254516" /><Relationship Type="http://schemas.openxmlformats.org/officeDocument/2006/relationships/image" Target="/ppt/media/image7.svg" Id="R1bc6b6fbb5ee4c2b" /><Relationship Type="http://schemas.openxmlformats.org/officeDocument/2006/relationships/image" Target="/ppt/media/image7.png" Id="R5cc1f62edca745d9" /><Relationship Type="http://schemas.openxmlformats.org/officeDocument/2006/relationships/image" Target="/ppt/media/image8.svg" Id="Rf42c85ef2e244595" /><Relationship Type="http://schemas.openxmlformats.org/officeDocument/2006/relationships/image" Target="/ppt/media/image8.png" Id="R4b17d9b175574223" /><Relationship Type="http://schemas.openxmlformats.org/officeDocument/2006/relationships/image" Target="/ppt/media/image9.svg" Id="R4795f79ed6e44992" /><Relationship Type="http://schemas.openxmlformats.org/officeDocument/2006/relationships/image" Target="/ppt/media/image9.png" Id="R9c20e5617b0f43f7" /><Relationship Type="http://schemas.openxmlformats.org/officeDocument/2006/relationships/image" Target="/ppt/media/image10.png" Id="R08e63dd2c8cc4b8b" /><Relationship Type="http://schemas.openxmlformats.org/officeDocument/2006/relationships/image" Target="/ppt/media/image10.svg" Id="R7e9f7541344842e5" /><Relationship Type="http://schemas.openxmlformats.org/officeDocument/2006/relationships/image" Target="/ppt/media/image11.png" Id="Rfb587670396240e3" /><Relationship Type="http://schemas.openxmlformats.org/officeDocument/2006/relationships/image" Target="/ppt/media/image11.svg" Id="R806c9065709b4a4d" /><Relationship Type="http://schemas.openxmlformats.org/officeDocument/2006/relationships/image" Target="/ppt/media/image12.png" Id="R9ad558c319684bdb" /><Relationship Type="http://schemas.openxmlformats.org/officeDocument/2006/relationships/image" Target="/ppt/media/image12.svg" Id="R739922bb64d54fc6" /><Relationship Type="http://schemas.openxmlformats.org/officeDocument/2006/relationships/notesSlide" Target="/ppt/notesSlides/notesSlide21.xml" Id="R1fcf5be3aa564d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aac86a7f024d51" /><Relationship Type="http://schemas.openxmlformats.org/officeDocument/2006/relationships/image" Target="/ppt/media/image13.png" Id="R1ff89f728b9342f0" /><Relationship Type="http://schemas.openxmlformats.org/officeDocument/2006/relationships/image" Target="/ppt/media/image13.svg" Id="R32aab3dc37be420c" /><Relationship Type="http://schemas.openxmlformats.org/officeDocument/2006/relationships/image" Target="/ppt/media/image14.png" Id="Rb9da6209a0c94e0f" /><Relationship Type="http://schemas.openxmlformats.org/officeDocument/2006/relationships/image" Target="/ppt/media/image14.svg" Id="R8165a7ef854c4c4c" /><Relationship Type="http://schemas.openxmlformats.org/officeDocument/2006/relationships/notesSlide" Target="/ppt/notesSlides/notesSlide22.xml" Id="R14a5c4954cee42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621be66f124739" /><Relationship Type="http://schemas.openxmlformats.org/officeDocument/2006/relationships/image" Target="/ppt/media/image15.png" Id="Rff9655f506a54ddf" /><Relationship Type="http://schemas.openxmlformats.org/officeDocument/2006/relationships/notesSlide" Target="/ppt/notesSlides/notesSlide23.xml" Id="R450aa1318eaf498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6a0a9fafc334720" /><Relationship Type="http://schemas.openxmlformats.org/officeDocument/2006/relationships/image" Target="/ppt/media/image16.png" Id="R6afe77baaf604678" /><Relationship Type="http://schemas.openxmlformats.org/officeDocument/2006/relationships/notesSlide" Target="/ppt/notesSlides/notesSlide24.xml" Id="R4e42139627af40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a775c66f094242" /><Relationship Type="http://schemas.openxmlformats.org/officeDocument/2006/relationships/image" Target="/ppt/media/image17.png" Id="R7b25db948ab64267" /><Relationship Type="http://schemas.openxmlformats.org/officeDocument/2006/relationships/notesSlide" Target="/ppt/notesSlides/notesSlide25.xml" Id="R6bc96f4f31704c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8f46667caef4a8e" /><Relationship Type="http://schemas.openxmlformats.org/officeDocument/2006/relationships/notesSlide" Target="/ppt/notesSlides/notesSlide26.xml" Id="R94abcfc808454d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86ce12d15bf4cd5" /><Relationship Type="http://schemas.openxmlformats.org/officeDocument/2006/relationships/notesSlide" Target="/ppt/notesSlides/notesSlide27.xml" Id="Ra15576c5db2a46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76db8181e0043fa" /><Relationship Type="http://schemas.openxmlformats.org/officeDocument/2006/relationships/notesSlide" Target="/ppt/notesSlides/notesSlide28.xml" Id="Rf22aabdefa8948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7a74d0f10f547e4" /><Relationship Type="http://schemas.openxmlformats.org/officeDocument/2006/relationships/notesSlide" Target="/ppt/notesSlides/notesSlide29.xml" Id="Re9ce7b37dd1a4d7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77e870f80e443de" /><Relationship Type="http://schemas.openxmlformats.org/officeDocument/2006/relationships/notesSlide" Target="/ppt/notesSlides/notesSlide30.xml" Id="Rba7957ccb45e4d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25920fe67db4de1" /><Relationship Type="http://schemas.openxmlformats.org/officeDocument/2006/relationships/notesSlide" Target="/ppt/notesSlides/notesSlide31.xml" Id="R0a0e7fcc2f3b486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d715bd275aa4407" /><Relationship Type="http://schemas.openxmlformats.org/officeDocument/2006/relationships/image" Target="/ppt/media/image18.png" Id="Rbc5db53346674c0d" /><Relationship Type="http://schemas.openxmlformats.org/officeDocument/2006/relationships/notesSlide" Target="/ppt/notesSlides/notesSlide32.xml" Id="Rb283ddbc56a9476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f03dba68f344a42" /><Relationship Type="http://schemas.openxmlformats.org/officeDocument/2006/relationships/image" Target="/ppt/media/image19.png" Id="R17dca92d2ff3451c" /><Relationship Type="http://schemas.openxmlformats.org/officeDocument/2006/relationships/notesSlide" Target="/ppt/notesSlides/notesSlide33.xml" Id="R817e16d65bd7400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0ee1b49f5fa4518" /><Relationship Type="http://schemas.openxmlformats.org/officeDocument/2006/relationships/notesSlide" Target="/ppt/notesSlides/notesSlide34.xml" Id="R66e2bef23b5f4f7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050a2e369bd45bb" /><Relationship Type="http://schemas.openxmlformats.org/officeDocument/2006/relationships/notesSlide" Target="/ppt/notesSlides/notesSlide35.xml" Id="R57b308a348074c6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e6c7063a3ca43b2" /><Relationship Type="http://schemas.openxmlformats.org/officeDocument/2006/relationships/notesSlide" Target="/ppt/notesSlides/notesSlide36.xml" Id="R423c66caf0f24ca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15f97df11aa4b84" /><Relationship Type="http://schemas.openxmlformats.org/officeDocument/2006/relationships/notesSlide" Target="/ppt/notesSlides/notesSlide37.xml" Id="Ree6c0990561d4fc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1a1d016df224100" /><Relationship Type="http://schemas.openxmlformats.org/officeDocument/2006/relationships/notesSlide" Target="/ppt/notesSlides/notesSlide38.xml" Id="R009b1579999a4e3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01788c4b16345c1" /><Relationship Type="http://schemas.openxmlformats.org/officeDocument/2006/relationships/notesSlide" Target="/ppt/notesSlides/notesSlide39.xml" Id="R2c3d214f21714f2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727a817202d4313" /><Relationship Type="http://schemas.openxmlformats.org/officeDocument/2006/relationships/notesSlide" Target="/ppt/notesSlides/notesSlide40.xml" Id="R100d590213b44c5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422ba803de54eda" /><Relationship Type="http://schemas.openxmlformats.org/officeDocument/2006/relationships/notesSlide" Target="/ppt/notesSlides/notesSlide41.xml" Id="Ra790f35472bb4ca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a7014c6519d4394" /><Relationship Type="http://schemas.openxmlformats.org/officeDocument/2006/relationships/image" Target="/ppt/media/image20.png" Id="Ra2cce1560ff44ddc" /><Relationship Type="http://schemas.openxmlformats.org/officeDocument/2006/relationships/notesSlide" Target="/ppt/notesSlides/notesSlide42.xml" Id="R5e8e3cf0b16046e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563f9d5754c4cf7" /><Relationship Type="http://schemas.openxmlformats.org/officeDocument/2006/relationships/notesSlide" Target="/ppt/notesSlides/notesSlide43.xml" Id="R2e7afcd4bee6428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7bbd811fdde43b7" /><Relationship Type="http://schemas.openxmlformats.org/officeDocument/2006/relationships/notesSlide" Target="/ppt/notesSlides/notesSlide44.xml" Id="Rd897cd09940a4a0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164da5d3d474a61" /><Relationship Type="http://schemas.openxmlformats.org/officeDocument/2006/relationships/notesSlide" Target="/ppt/notesSlides/notesSlide45.xml" Id="Rf632026efb50489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0d1c0079ec14ab3" /><Relationship Type="http://schemas.openxmlformats.org/officeDocument/2006/relationships/notesSlide" Target="/ppt/notesSlides/notesSlide46.xml" Id="R1dfbe6d1477e4c0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30bc07190d44b73" /><Relationship Type="http://schemas.openxmlformats.org/officeDocument/2006/relationships/image" Target="/ppt/media/image2.jpeg" Id="R7dfc153030d24c6b" /><Relationship Type="http://schemas.openxmlformats.org/officeDocument/2006/relationships/notesSlide" Target="/ppt/notesSlides/notesSlide47.xml" Id="Raaa1daf1ea1847b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ceeec7cde644944" /><Relationship Type="http://schemas.openxmlformats.org/officeDocument/2006/relationships/notesSlide" Target="/ppt/notesSlides/notesSlide48.xml" Id="Re086d665641944c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d86367d0c4c4296" /><Relationship Type="http://schemas.openxmlformats.org/officeDocument/2006/relationships/notesSlide" Target="/ppt/notesSlides/notesSlide49.xml" Id="R4d81f794c68f4dc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5caa3914b584a39" /><Relationship Type="http://schemas.openxmlformats.org/officeDocument/2006/relationships/notesSlide" Target="/ppt/notesSlides/notesSlide50.xml" Id="R7117880f6ef54f7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7db15faf74c44a1" /><Relationship Type="http://schemas.openxmlformats.org/officeDocument/2006/relationships/notesSlide" Target="/ppt/notesSlides/notesSlide51.xml" Id="Rb00529418b26414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00df1fb82624223" /><Relationship Type="http://schemas.openxmlformats.org/officeDocument/2006/relationships/notesSlide" Target="/ppt/notesSlides/notesSlide52.xml" Id="R4c9255048a7243f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3a078c10e0a4138" /><Relationship Type="http://schemas.openxmlformats.org/officeDocument/2006/relationships/notesSlide" Target="/ppt/notesSlides/notesSlide53.xml" Id="Rdec241f2c3bd4f6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456fea0f0fe14f0b" /><Relationship Type="http://schemas.openxmlformats.org/officeDocument/2006/relationships/image" Target="/ppt/media/image15.svg" Id="Rfb089f747ac0420e" /><Relationship Type="http://schemas.openxmlformats.org/officeDocument/2006/relationships/image" Target="/ppt/media/image15.png" Id="R793917f3632b46e0" /><Relationship Type="http://schemas.openxmlformats.org/officeDocument/2006/relationships/notesSlide" Target="/ppt/notesSlides/notesSlide54.xml" Id="Rf96b4e9764fe416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5a63629bafc467b" /><Relationship Type="http://schemas.openxmlformats.org/officeDocument/2006/relationships/notesSlide" Target="/ppt/notesSlides/notesSlide55.xml" Id="R4cf40c36a1fc4b5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41e7b82b27449ac" /><Relationship Type="http://schemas.openxmlformats.org/officeDocument/2006/relationships/notesSlide" Target="/ppt/notesSlides/notesSlide56.xml" Id="Rff694bd59c17494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723757d10a14fa3" /><Relationship Type="http://schemas.openxmlformats.org/officeDocument/2006/relationships/notesSlide" Target="/ppt/notesSlides/notesSlide57.xml" Id="R60269ee8256c4e6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3a19ed5cf7084ccf" /><Relationship Type="http://schemas.openxmlformats.org/officeDocument/2006/relationships/image" Target="/ppt/media/image21.png" Id="R4ef583b709d44d0c" /><Relationship Type="http://schemas.openxmlformats.org/officeDocument/2006/relationships/notesSlide" Target="/ppt/notesSlides/notesSlide58.xml" Id="R87d7ccb0ff3b4d4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edf5e2fd8c94526" /><Relationship Type="http://schemas.openxmlformats.org/officeDocument/2006/relationships/image" Target="/ppt/media/image22.png" Id="Rbc3e8aaed33a427a" /><Relationship Type="http://schemas.openxmlformats.org/officeDocument/2006/relationships/notesSlide" Target="/ppt/notesSlides/notesSlide59.xml" Id="R12fb730593d442f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f8f57572d2e4d45" /><Relationship Type="http://schemas.openxmlformats.org/officeDocument/2006/relationships/hyperlink" Target="https://www.inceptionlabs.ai/blog/introducing-mercury-2" TargetMode="External" Id="Re1041f2552484a46" /><Relationship Type="http://schemas.openxmlformats.org/officeDocument/2006/relationships/notesSlide" Target="/ppt/notesSlides/notesSlide60.xml" Id="R39c2f30891f242c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42d98c70d114efc" /><Relationship Type="http://schemas.openxmlformats.org/officeDocument/2006/relationships/notesSlide" Target="/ppt/notesSlides/notesSlide61.xml" Id="Rdd6590a1f43b4a1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5a28e97d90645ea" /><Relationship Type="http://schemas.openxmlformats.org/officeDocument/2006/relationships/notesSlide" Target="/ppt/notesSlides/notesSlide62.xml" Id="Ra5dc623a7e944da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9247fed9c474285" /><Relationship Type="http://schemas.openxmlformats.org/officeDocument/2006/relationships/notesSlide" Target="/ppt/notesSlides/notesSlide63.xml" Id="R29f0ad68724b4ab5"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41a238a89d347f9"/>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f2395f319144ba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5171c898e69945d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471a9efbff5d442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7f43f321a0634f22">
            <a:extLst>
              <a:ext uri="{96DAC541-7B7A-43D3-8B79-37D633B846F1}">
                <asvg:svgBlip xmlns:asvg="http://schemas.microsoft.com/office/drawing/2016/SVG/main" r:embed="R27392dc0949f4b0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10335dd2d66242ac">
            <a:extLst>
              <a:ext uri="{96DAC541-7B7A-43D3-8B79-37D633B846F1}">
                <asvg:svgBlip xmlns:asvg="http://schemas.microsoft.com/office/drawing/2016/SVG/main" r:embed="R7f979edbf792479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803ac8aec86a4ad1">
            <a:extLst>
              <a:ext uri="{96DAC541-7B7A-43D3-8B79-37D633B846F1}">
                <asvg:svgBlip xmlns:asvg="http://schemas.microsoft.com/office/drawing/2016/SVG/main" r:embed="R349b0b53e115445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6f56dda9268d4976"/>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31002dfeb0294d6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cbfbfb7a590d4fce">
            <a:extLst>
              <a:ext uri="{96DAC541-7B7A-43D3-8B79-37D633B846F1}">
                <asvg:svgBlip xmlns:asvg="http://schemas.microsoft.com/office/drawing/2016/SVG/main" r:embed="R53815f3d8756424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e2957426147349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58270ea0f9664ce2"/>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9bd23f5314834b23"/>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085a358d7e6d46d5">
            <a:extLst>
              <a:ext uri="{96DAC541-7B7A-43D3-8B79-37D633B846F1}">
                <asvg:svgBlip xmlns:asvg="http://schemas.microsoft.com/office/drawing/2016/SVG/main" r:embed="Rb3e77c1610214fd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746"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47"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48"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49"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0"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1"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2"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3"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4"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5"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6"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7"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8"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59"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0"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1"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2"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3"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4"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5"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6"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7"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8"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69"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0"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1"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2"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3"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4"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5"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6"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7"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8"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79"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0"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1"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2"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3"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4"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5"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6"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7"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8"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89"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0"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1"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2"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3"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4"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95"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7fdb0e3e118e47cf"/>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426493584" name=""/>
          <p:cNvPicPr>
            <a:picLocks xmlns:a="http://schemas.openxmlformats.org/drawingml/2006/main" noChangeAspect="1"/>
          </p:cNvPicPr>
          <p:nvPr/>
        </p:nvPicPr>
        <p:blipFill>
          <a:blip xmlns:r="http://schemas.openxmlformats.org/officeDocument/2006/relationships" xmlns:a="http://schemas.openxmlformats.org/drawingml/2006/main" r:embed="R32ff556bca6b4f55">
            <a:extLst>
              <a:ext uri="{96DAC541-7B7A-43D3-8B79-37D633B846F1}">
                <asvg:svgBlip xmlns:asvg="http://schemas.microsoft.com/office/drawing/2016/SVG/main" r:embed="Redd3fc32a71748e7"/>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B3C16D39-F07D-4F3D-B36B-1314C9128B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427AD57E-ACCF-47DD-B216-C38209C5226E}"/>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426493564" name="">
            <a:extLst xmlns:a="http://schemas.openxmlformats.org/drawingml/2006/main">
              <a:ext uri="{FF2B5EF4-FFF2-40B4-BE49-F238E27FC236}">
                <a16:creationId xmlns:a16="http://schemas.microsoft.com/office/drawing/2014/main" id="{C729E3F0-6B1E-4EE5-A523-53AC52C065DC}"/>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F0D5F276-9059-4A5A-8D11-FF7E109401D9}"/>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06B5404A-BBD3-411F-9B64-979072E551BF}"/>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1426493593" name=""/>
          <p:cNvPicPr>
            <a:picLocks xmlns:a="http://schemas.openxmlformats.org/drawingml/2006/main" noChangeAspect="1"/>
          </p:cNvPicPr>
          <p:nvPr/>
        </p:nvPicPr>
        <p:blipFill>
          <a:blip xmlns:r="http://schemas.openxmlformats.org/officeDocument/2006/relationships" xmlns:a="http://schemas.openxmlformats.org/drawingml/2006/main" r:embed="R5cc1f62edca745d9">
            <a:extLst>
              <a:ext uri="{96DAC541-7B7A-43D3-8B79-37D633B846F1}">
                <asvg:svgBlip xmlns:asvg="http://schemas.microsoft.com/office/drawing/2016/SVG/main" r:embed="R1bc6b6fbb5ee4c2b"/>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1426493594" name=""/>
          <p:cNvPicPr>
            <a:picLocks xmlns:a="http://schemas.openxmlformats.org/drawingml/2006/main" noChangeAspect="1"/>
          </p:cNvPicPr>
          <p:nvPr/>
        </p:nvPicPr>
        <p:blipFill>
          <a:blip xmlns:r="http://schemas.openxmlformats.org/officeDocument/2006/relationships" xmlns:a="http://schemas.openxmlformats.org/drawingml/2006/main" r:embed="R4b17d9b175574223">
            <a:extLst>
              <a:ext uri="{96DAC541-7B7A-43D3-8B79-37D633B846F1}">
                <asvg:svgBlip xmlns:asvg="http://schemas.microsoft.com/office/drawing/2016/SVG/main" r:embed="Rf42c85ef2e244595"/>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426493569" name="">
            <a:extLst xmlns:a="http://schemas.openxmlformats.org/drawingml/2006/main">
              <a:ext uri="{FF2B5EF4-FFF2-40B4-BE49-F238E27FC236}">
                <a16:creationId xmlns:a16="http://schemas.microsoft.com/office/drawing/2014/main" id="{E80C3C51-C458-4482-A341-9C4B0DADA846}"/>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426493570" name="">
            <a:extLst xmlns:a="http://schemas.openxmlformats.org/drawingml/2006/main">
              <a:ext uri="{FF2B5EF4-FFF2-40B4-BE49-F238E27FC236}">
                <a16:creationId xmlns:a16="http://schemas.microsoft.com/office/drawing/2014/main" id="{218160C2-A877-4385-94C4-AD612CED4CF1}"/>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prstGeom>
          <a:solidFill xmlns:a="http://schemas.openxmlformats.org/drawingml/2006/main">
            <a:srgbClr val="ECFDF5"/>
          </a:solidFill>
          <a:ln xmlns:a="http://schemas.openxmlformats.org/drawingml/2006/main" w="13335">
            <a:solidFill>
              <a:srgbClr val="059669"/>
            </a:solidFill>
            <a:prstDash val="solid"/>
          </a:ln>
        </p:spPr>
      </p:sp>
      <p:sp>
        <p:nvSpPr>
          <p:cNvPr id="1426493571" name="">
            <a:extLst xmlns:a="http://schemas.openxmlformats.org/drawingml/2006/main">
              <a:ext uri="{FF2B5EF4-FFF2-40B4-BE49-F238E27FC236}">
                <a16:creationId xmlns:a16="http://schemas.microsoft.com/office/drawing/2014/main" id="{87188C40-7041-4ED7-B3C8-5DDC3AAA67E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426493572" name="">
            <a:extLst xmlns:a="http://schemas.openxmlformats.org/drawingml/2006/main">
              <a:ext uri="{FF2B5EF4-FFF2-40B4-BE49-F238E27FC236}">
                <a16:creationId xmlns:a16="http://schemas.microsoft.com/office/drawing/2014/main" id="{E38EE6FF-72E2-4E6B-816C-108C26D289E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9c20e5617b0f43f7">
            <a:extLst>
              <a:ext uri="{96DAC541-7B7A-43D3-8B79-37D633B846F1}">
                <asvg:svgBlip xmlns:asvg="http://schemas.microsoft.com/office/drawing/2016/SVG/main" r:embed="R4795f79ed6e44992"/>
              </a:ext>
            </a:extLst>
          </a:blip>
          <a:stretch xmlns:a="http://schemas.openxmlformats.org/drawingml/2006/main"/>
        </p:blipFill>
        <p:spPr>
          <a:xfrm xmlns:a="http://schemas.openxmlformats.org/drawingml/2006/main">
            <a:off x="1857375" y="3219450"/>
            <a:ext cx="3048000" cy="47625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08e63dd2c8cc4b8b">
            <a:extLst>
              <a:ext uri="{96DAC541-7B7A-43D3-8B79-37D633B846F1}">
                <asvg:svgBlip xmlns:asvg="http://schemas.microsoft.com/office/drawing/2016/SVG/main" r:embed="R7e9f7541344842e5"/>
              </a:ext>
            </a:extLst>
          </a:blip>
          <a:stretch xmlns:a="http://schemas.openxmlformats.org/drawingml/2006/main"/>
        </p:blipFill>
        <p:spPr>
          <a:xfrm xmlns:a="http://schemas.openxmlformats.org/drawingml/2006/main">
            <a:off x="7096125" y="3219450"/>
            <a:ext cx="3048000" cy="476250"/>
          </a:xfrm>
          <a:prstGeom xmlns:a="http://schemas.openxmlformats.org/drawingml/2006/main" prst="rect">
            <a:avLst/>
          </a:prstGeom>
        </p:spPr>
      </p:pic>
      <p:sp>
        <p:nvSpPr>
          <p:cNvPr id="1426493575" name="">
            <a:extLst xmlns:a="http://schemas.openxmlformats.org/drawingml/2006/main">
              <a:ext uri="{FF2B5EF4-FFF2-40B4-BE49-F238E27FC236}">
                <a16:creationId xmlns:a16="http://schemas.microsoft.com/office/drawing/2014/main" id="{2ABB1DC5-9DDE-4580-81D8-8C2A1F154037}"/>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426493576" name="">
            <a:extLst xmlns:a="http://schemas.openxmlformats.org/drawingml/2006/main">
              <a:ext uri="{FF2B5EF4-FFF2-40B4-BE49-F238E27FC236}">
                <a16:creationId xmlns:a16="http://schemas.microsoft.com/office/drawing/2014/main" id="{5CC63AF1-B3C9-44FF-BD8D-DD7421E6E425}"/>
              </a:ext>
            </a:extLst>
          </p:cNvPr>
          <p:cNvSpPr>
            <a:spLocks xmlns:a="http://schemas.openxmlformats.org/drawingml/2006/main" noGrp="1"/>
          </p:cNvSpPr>
          <p:nvPr/>
        </p:nvSpPr>
        <p:spPr>
          <a:xfrm xmlns:a="http://schemas.openxmlformats.org/drawingml/2006/main">
            <a:off x="1428750" y="4410075"/>
            <a:ext cx="93345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1426493603" name=""/>
          <p:cNvPicPr>
            <a:picLocks xmlns:a="http://schemas.openxmlformats.org/drawingml/2006/main" noChangeAspect="1"/>
          </p:cNvPicPr>
          <p:nvPr/>
        </p:nvPicPr>
        <p:blipFill>
          <a:blip xmlns:r="http://schemas.openxmlformats.org/officeDocument/2006/relationships" xmlns:a="http://schemas.openxmlformats.org/drawingml/2006/main" r:embed="Rfb587670396240e3">
            <a:extLst>
              <a:ext uri="{96DAC541-7B7A-43D3-8B79-37D633B846F1}">
                <asvg:svgBlip xmlns:asvg="http://schemas.microsoft.com/office/drawing/2016/SVG/main" r:embed="R806c9065709b4a4d"/>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426493578" name="">
            <a:extLst xmlns:a="http://schemas.openxmlformats.org/drawingml/2006/main">
              <a:ext uri="{FF2B5EF4-FFF2-40B4-BE49-F238E27FC236}">
                <a16:creationId xmlns:a16="http://schemas.microsoft.com/office/drawing/2014/main" id="{E341F208-3371-4A6E-A554-A5BC48E9B7AD}"/>
              </a:ext>
            </a:extLst>
          </p:cNvPr>
          <p:cNvSpPr>
            <a:spLocks xmlns:a="http://schemas.openxmlformats.org/drawingml/2006/main" noGrp="1"/>
          </p:cNvSpPr>
          <p:nvPr/>
        </p:nvSpPr>
        <p:spPr>
          <a:xfrm xmlns:a="http://schemas.openxmlformats.org/drawingml/2006/main">
            <a:off x="3143250" y="5314950"/>
            <a:ext cx="5905500" cy="495300"/>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1426493605" name=""/>
          <p:cNvPicPr>
            <a:picLocks xmlns:a="http://schemas.openxmlformats.org/drawingml/2006/main" noChangeAspect="1"/>
          </p:cNvPicPr>
          <p:nvPr/>
        </p:nvPicPr>
        <p:blipFill>
          <a:blip xmlns:r="http://schemas.openxmlformats.org/officeDocument/2006/relationships" xmlns:a="http://schemas.openxmlformats.org/drawingml/2006/main" r:embed="R9ad558c319684bdb">
            <a:extLst>
              <a:ext uri="{96DAC541-7B7A-43D3-8B79-37D633B846F1}">
                <asvg:svgBlip xmlns:asvg="http://schemas.microsoft.com/office/drawing/2016/SVG/main" r:embed="R739922bb64d54fc6"/>
              </a:ext>
            </a:extLst>
          </a:blip>
          <a:stretch xmlns:a="http://schemas.openxmlformats.org/drawingml/2006/main"/>
        </p:blipFill>
        <p:spPr>
          <a:xfrm xmlns:a="http://schemas.openxmlformats.org/drawingml/2006/main">
            <a:off x="3429000" y="5343525"/>
            <a:ext cx="5334000" cy="4381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1ff89f728b9342f0">
            <a:extLst>
              <a:ext uri="{96DAC541-7B7A-43D3-8B79-37D633B846F1}">
                <asvg:svgBlip xmlns:asvg="http://schemas.microsoft.com/office/drawing/2016/SVG/main" r:embed="R32aab3dc37be420c"/>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b9da6209a0c94e0f">
            <a:extLst>
              <a:ext uri="{96DAC541-7B7A-43D3-8B79-37D633B846F1}">
                <asvg:svgBlip xmlns:asvg="http://schemas.microsoft.com/office/drawing/2016/SVG/main" r:embed="R8165a7ef854c4c4c"/>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ff9655f506a54ddf"/>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418431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452614751" name="">
            <a:extLst xmlns:a="http://schemas.openxmlformats.org/drawingml/2006/main">
              <a:ext uri="{FF2B5EF4-FFF2-40B4-BE49-F238E27FC236}">
                <a16:creationId xmlns:a16="http://schemas.microsoft.com/office/drawing/2014/main" id="{45D4D325-4D4C-4288-8551-D9974ED5DC93}"/>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452614760" name=""/>
          <p:cNvPicPr>
            <a:picLocks xmlns:a="http://schemas.openxmlformats.org/drawingml/2006/main" noChangeAspect="1"/>
          </p:cNvPicPr>
          <p:nvPr/>
        </p:nvPicPr>
        <p:blipFill>
          <a:blip xmlns:r="http://schemas.openxmlformats.org/officeDocument/2006/relationships" xmlns:a="http://schemas.openxmlformats.org/drawingml/2006/main" r:embed="R6afe77baaf604678"/>
          <a:stretch xmlns:a="http://schemas.openxmlformats.org/drawingml/2006/main"/>
        </p:blipFill>
        <p:spPr>
          <a:xfrm xmlns:a="http://schemas.openxmlformats.org/drawingml/2006/main">
            <a:off x="2047875" y="1809750"/>
            <a:ext cx="8096250" cy="3648075"/>
          </a:xfrm>
          <a:prstGeom xmlns:a="http://schemas.openxmlformats.org/drawingml/2006/main" prst="rect">
            <a:avLst/>
          </a:prstGeom>
        </p:spPr>
      </p:pic>
      <p:sp>
        <p:nvSpPr>
          <p:cNvPr id="1452614753" name="">
            <a:extLst xmlns:a="http://schemas.openxmlformats.org/drawingml/2006/main">
              <a:ext uri="{FF2B5EF4-FFF2-40B4-BE49-F238E27FC236}">
                <a16:creationId xmlns:a16="http://schemas.microsoft.com/office/drawing/2014/main" id="{236176DD-A3D2-41A3-AF74-649152429EB2}"/>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13418431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pic>
        <p:nvPicPr>
          <p:cNvPr id="1452614756" name=""/>
          <p:cNvPicPr>
            <a:picLocks xmlns:a="http://schemas.openxmlformats.org/drawingml/2006/main" noChangeAspect="1"/>
          </p:cNvPicPr>
          <p:nvPr/>
        </p:nvPicPr>
        <p:blipFill>
          <a:blip xmlns:r="http://schemas.openxmlformats.org/officeDocument/2006/relationships" xmlns:a="http://schemas.openxmlformats.org/drawingml/2006/main" r:embed="R7b25db948ab64267"/>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341843104"/>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21484057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983050978"/>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98086298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213823498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12915853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456952667"/>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bc5db53346674c0d"/>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17dca92d2ff3451c"/>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Tree>
    <p:extLst>
      <p:ext uri="{BB962C8B-B14F-4D97-AF65-F5344CB8AC3E}">
        <p14:creationId xmlns:p14="http://schemas.microsoft.com/office/powerpoint/2010/main" val="705613394"/>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Tree>
    <p:extLst>
      <p:ext uri="{BB962C8B-B14F-4D97-AF65-F5344CB8AC3E}">
        <p14:creationId xmlns:p14="http://schemas.microsoft.com/office/powerpoint/2010/main" val="835073637"/>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106649360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71790588"/>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1766393252"/>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12808890"/>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2cce1560ff44ddc"/>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27641724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818586334"/>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64090438"/>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1891366790"/>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dfc153030d24c6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709660664"/>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80281274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394341169"/>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234788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427142136"/>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793917f3632b46e0">
            <a:extLst>
              <a:ext uri="{96DAC541-7B7A-43D3-8B79-37D633B846F1}">
                <asvg:svgBlip xmlns:asvg="http://schemas.microsoft.com/office/drawing/2016/SVG/main" r:embed="Rfb089f747ac0420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302911254"/>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178447307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54127531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4ef583b709d44d0c"/>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bc3e8aaed33a427a"/>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e1041f2552484a46"/>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869156994"/>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505928682"/>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2026-07-27T15:43:39.4400000Z</dcterms:created>
  <dcterms:modified xsi:type="dcterms:W3CDTF">2026-07-27T15:43:39.4400000Z</dcterms:modified>
</coreProperties>
</file>