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b10211337e4742" /><Relationship Type="http://schemas.openxmlformats.org/officeDocument/2006/relationships/extended-properties" Target="/docProps/app.xml" Id="R1856b88ede99476f" /><Relationship Type="http://schemas.openxmlformats.org/officeDocument/2006/relationships/officeDocument" Target="/ppt/presentation.xml" Id="Rcd3bb248f9df4c90" /></Relationships>
</file>

<file path=ppt/presentation.xml><?xml version="1.0" encoding="utf-8"?>
<p:presentation xmlns:p="http://schemas.openxmlformats.org/presentationml/2006/main">
  <p:sldMasterIdLst>
    <p:sldMasterId xmlns:r="http://schemas.openxmlformats.org/officeDocument/2006/relationships" id="2147483648" r:id="R56796c0be6784768"/>
  </p:sldMasterIdLst>
  <p:notesMasterIdLst>
    <p:notesMasterId xmlns:r="http://schemas.openxmlformats.org/officeDocument/2006/relationships" r:id="R6965b46026804d1a"/>
  </p:notesMasterIdLst>
  <p:sldIdLst>
    <p:sldId xmlns:r="http://schemas.openxmlformats.org/officeDocument/2006/relationships" id="256" r:id="R26401000429d4b44"/>
    <p:sldId xmlns:r="http://schemas.openxmlformats.org/officeDocument/2006/relationships" id="257" r:id="R1e013164f390413d"/>
    <p:sldId xmlns:r="http://schemas.openxmlformats.org/officeDocument/2006/relationships" id="258" r:id="R7f8f46b700884573"/>
    <p:sldId xmlns:r="http://schemas.openxmlformats.org/officeDocument/2006/relationships" id="259" r:id="Rab93b57a49664818"/>
    <p:sldId xmlns:r="http://schemas.openxmlformats.org/officeDocument/2006/relationships" id="260" r:id="R9e1b8b69dd7a4d88"/>
    <p:sldId xmlns:r="http://schemas.openxmlformats.org/officeDocument/2006/relationships" id="261" r:id="Rbe26d517521e49a8"/>
    <p:sldId xmlns:r="http://schemas.openxmlformats.org/officeDocument/2006/relationships" id="262" r:id="Rccdaaec976a04912"/>
    <p:sldId xmlns:r="http://schemas.openxmlformats.org/officeDocument/2006/relationships" id="263" r:id="Rd921315462964635"/>
    <p:sldId xmlns:r="http://schemas.openxmlformats.org/officeDocument/2006/relationships" id="264" r:id="Rb39a220cf7f3449a"/>
    <p:sldId xmlns:r="http://schemas.openxmlformats.org/officeDocument/2006/relationships" id="265" r:id="R8477acaf9e424f76"/>
    <p:sldId xmlns:r="http://schemas.openxmlformats.org/officeDocument/2006/relationships" id="266" r:id="Rf003924a864a44ad"/>
    <p:sldId xmlns:r="http://schemas.openxmlformats.org/officeDocument/2006/relationships" id="267" r:id="Rad64b35d913641bd"/>
    <p:sldId xmlns:r="http://schemas.openxmlformats.org/officeDocument/2006/relationships" id="268" r:id="R57793e8942bd4d27"/>
    <p:sldId xmlns:r="http://schemas.openxmlformats.org/officeDocument/2006/relationships" id="269" r:id="Rd597a531ce114f4c"/>
    <p:sldId xmlns:r="http://schemas.openxmlformats.org/officeDocument/2006/relationships" id="270" r:id="R63bc1e0992054ff3"/>
    <p:sldId xmlns:r="http://schemas.openxmlformats.org/officeDocument/2006/relationships" id="271" r:id="Rdfa823505c5b4cd4"/>
    <p:sldId xmlns:r="http://schemas.openxmlformats.org/officeDocument/2006/relationships" id="272" r:id="R2fecd9f315cb45c8"/>
    <p:sldId xmlns:r="http://schemas.openxmlformats.org/officeDocument/2006/relationships" id="273" r:id="Reaad63c3b1514da2"/>
    <p:sldId xmlns:r="http://schemas.openxmlformats.org/officeDocument/2006/relationships" id="274" r:id="Rdf7b4937bf30482e"/>
    <p:sldId xmlns:r="http://schemas.openxmlformats.org/officeDocument/2006/relationships" id="275" r:id="R39facfb18e864254"/>
    <p:sldId xmlns:r="http://schemas.openxmlformats.org/officeDocument/2006/relationships" id="276" r:id="Rffdcd05fe2b344a0"/>
    <p:sldId xmlns:r="http://schemas.openxmlformats.org/officeDocument/2006/relationships" id="277" r:id="R355a55dbca014ff6"/>
    <p:sldId xmlns:r="http://schemas.openxmlformats.org/officeDocument/2006/relationships" id="278" r:id="Rd7ac87e12af34788"/>
    <p:sldId xmlns:r="http://schemas.openxmlformats.org/officeDocument/2006/relationships" id="279" r:id="R55299c332fdd4f2e"/>
    <p:sldId xmlns:r="http://schemas.openxmlformats.org/officeDocument/2006/relationships" id="280" r:id="R2bfbc55f832a40ea"/>
    <p:sldId xmlns:r="http://schemas.openxmlformats.org/officeDocument/2006/relationships" id="281" r:id="Re62daa7f1f4c43c0"/>
    <p:sldId xmlns:r="http://schemas.openxmlformats.org/officeDocument/2006/relationships" id="282" r:id="Rc111e9970ef94370"/>
    <p:sldId xmlns:r="http://schemas.openxmlformats.org/officeDocument/2006/relationships" id="283" r:id="Rf5285ab99ee9430b"/>
    <p:sldId xmlns:r="http://schemas.openxmlformats.org/officeDocument/2006/relationships" id="284" r:id="Rb37c28ab0de64602"/>
    <p:sldId xmlns:r="http://schemas.openxmlformats.org/officeDocument/2006/relationships" id="285" r:id="R1022eb4f4daf4e8a"/>
    <p:sldId xmlns:r="http://schemas.openxmlformats.org/officeDocument/2006/relationships" id="286" r:id="R25b114efd742431f"/>
    <p:sldId xmlns:r="http://schemas.openxmlformats.org/officeDocument/2006/relationships" id="287" r:id="R6711d6e308ef4893"/>
    <p:sldId xmlns:r="http://schemas.openxmlformats.org/officeDocument/2006/relationships" id="288" r:id="R53cf03df678540b2"/>
    <p:sldId xmlns:r="http://schemas.openxmlformats.org/officeDocument/2006/relationships" id="289" r:id="R02f1d3977f2a40ab"/>
    <p:sldId xmlns:r="http://schemas.openxmlformats.org/officeDocument/2006/relationships" id="290" r:id="Rf2b978cca1294e98"/>
    <p:sldId xmlns:r="http://schemas.openxmlformats.org/officeDocument/2006/relationships" id="291" r:id="Rd4866e88621d41aa"/>
    <p:sldId xmlns:r="http://schemas.openxmlformats.org/officeDocument/2006/relationships" id="292" r:id="Rdeeda5247225428f"/>
    <p:sldId xmlns:r="http://schemas.openxmlformats.org/officeDocument/2006/relationships" id="293" r:id="Rf41be212a83e4c06"/>
    <p:sldId xmlns:r="http://schemas.openxmlformats.org/officeDocument/2006/relationships" id="294" r:id="R20481c5807ab428b"/>
    <p:sldId xmlns:r="http://schemas.openxmlformats.org/officeDocument/2006/relationships" id="295" r:id="R10653c0e6cca43dc"/>
    <p:sldId xmlns:r="http://schemas.openxmlformats.org/officeDocument/2006/relationships" id="296" r:id="Rb57c8b79d6fa4d6b"/>
    <p:sldId xmlns:r="http://schemas.openxmlformats.org/officeDocument/2006/relationships" id="297" r:id="R4d3cad05dadf4ea0"/>
    <p:sldId xmlns:r="http://schemas.openxmlformats.org/officeDocument/2006/relationships" id="298" r:id="R46f21fbabe0043ed"/>
    <p:sldId xmlns:r="http://schemas.openxmlformats.org/officeDocument/2006/relationships" id="299" r:id="R38c8bd0622ba4e11"/>
    <p:sldId xmlns:r="http://schemas.openxmlformats.org/officeDocument/2006/relationships" id="300" r:id="Rf3d93dca7f2f42d9"/>
    <p:sldId xmlns:r="http://schemas.openxmlformats.org/officeDocument/2006/relationships" id="301" r:id="Rb74ccecf61e44f52"/>
    <p:sldId xmlns:r="http://schemas.openxmlformats.org/officeDocument/2006/relationships" id="302" r:id="Rd99815c29d67450c"/>
    <p:sldId xmlns:r="http://schemas.openxmlformats.org/officeDocument/2006/relationships" id="303" r:id="R7411e6edbefa4fbc"/>
    <p:sldId xmlns:r="http://schemas.openxmlformats.org/officeDocument/2006/relationships" id="304" r:id="R9167327facdc46f1"/>
    <p:sldId xmlns:r="http://schemas.openxmlformats.org/officeDocument/2006/relationships" id="305" r:id="Ra9e8878fe3d24e8f"/>
    <p:sldId xmlns:r="http://schemas.openxmlformats.org/officeDocument/2006/relationships" id="306" r:id="R2d1395695f354ca9"/>
    <p:sldId xmlns:r="http://schemas.openxmlformats.org/officeDocument/2006/relationships" id="307" r:id="R312fecc37bbe4029"/>
    <p:sldId xmlns:r="http://schemas.openxmlformats.org/officeDocument/2006/relationships" id="308" r:id="R5ae8184a60094f10"/>
    <p:sldId xmlns:r="http://schemas.openxmlformats.org/officeDocument/2006/relationships" id="309" r:id="R5b668dace270465e"/>
    <p:sldId xmlns:r="http://schemas.openxmlformats.org/officeDocument/2006/relationships" id="310" r:id="R839767fca6cf4449"/>
    <p:sldId xmlns:r="http://schemas.openxmlformats.org/officeDocument/2006/relationships" id="311" r:id="R39b2e0410c844f2c"/>
    <p:sldId xmlns:r="http://schemas.openxmlformats.org/officeDocument/2006/relationships" id="312" r:id="R1b627a4612dd474e"/>
    <p:sldId xmlns:r="http://schemas.openxmlformats.org/officeDocument/2006/relationships" id="313" r:id="R47597a5be0404284"/>
    <p:sldId xmlns:r="http://schemas.openxmlformats.org/officeDocument/2006/relationships" id="314" r:id="Rb5045aeb6c604213"/>
    <p:sldId xmlns:r="http://schemas.openxmlformats.org/officeDocument/2006/relationships" id="315" r:id="Rb071a24b771343b4"/>
    <p:sldId xmlns:r="http://schemas.openxmlformats.org/officeDocument/2006/relationships" id="316" r:id="R56efd2e02eff429f"/>
    <p:sldId xmlns:r="http://schemas.openxmlformats.org/officeDocument/2006/relationships" id="317" r:id="Rab6ce309644d43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4d7c3576a6a496c" /><Relationship Type="http://schemas.openxmlformats.org/officeDocument/2006/relationships/slideMaster" Target="/ppt/slideMasters/slideMaster1.xml" Id="R56796c0be6784768" /><Relationship Type="http://schemas.openxmlformats.org/officeDocument/2006/relationships/notesMaster" Target="/ppt/notesMasters/notesMaster1.xml" Id="R6965b46026804d1a" /><Relationship Type="http://schemas.openxmlformats.org/officeDocument/2006/relationships/presProps" Target="/ppt/presProps.xml" Id="Rfcc4e7af7e194949" /><Relationship Type="http://schemas.openxmlformats.org/officeDocument/2006/relationships/viewProps" Target="/ppt/viewProps.xml" Id="R052cfcc67b2140f7" /><Relationship Type="http://schemas.openxmlformats.org/officeDocument/2006/relationships/tableStyles" Target="/ppt/tableStyles.xml" Id="Rb571f61aefb24ecd" /><Relationship Type="http://schemas.openxmlformats.org/officeDocument/2006/relationships/slide" Target="/ppt/slides/slide1.xml" Id="R26401000429d4b44" /><Relationship Type="http://schemas.openxmlformats.org/officeDocument/2006/relationships/slide" Target="/ppt/slides/slide2.xml" Id="R1e013164f390413d" /><Relationship Type="http://schemas.openxmlformats.org/officeDocument/2006/relationships/slide" Target="/ppt/slides/slide3.xml" Id="R7f8f46b700884573" /><Relationship Type="http://schemas.openxmlformats.org/officeDocument/2006/relationships/slide" Target="/ppt/slides/slide4.xml" Id="Rab93b57a49664818" /><Relationship Type="http://schemas.openxmlformats.org/officeDocument/2006/relationships/slide" Target="/ppt/slides/slide5.xml" Id="R9e1b8b69dd7a4d88" /><Relationship Type="http://schemas.openxmlformats.org/officeDocument/2006/relationships/slide" Target="/ppt/slides/slide6.xml" Id="Rbe26d517521e49a8" /><Relationship Type="http://schemas.openxmlformats.org/officeDocument/2006/relationships/slide" Target="/ppt/slides/slide7.xml" Id="Rccdaaec976a04912" /><Relationship Type="http://schemas.openxmlformats.org/officeDocument/2006/relationships/slide" Target="/ppt/slides/slide8.xml" Id="Rd921315462964635" /><Relationship Type="http://schemas.openxmlformats.org/officeDocument/2006/relationships/slide" Target="/ppt/slides/slide9.xml" Id="Rb39a220cf7f3449a" /><Relationship Type="http://schemas.openxmlformats.org/officeDocument/2006/relationships/slide" Target="/ppt/slides/slide10.xml" Id="R8477acaf9e424f76" /><Relationship Type="http://schemas.openxmlformats.org/officeDocument/2006/relationships/slide" Target="/ppt/slides/slide11.xml" Id="Rf003924a864a44ad" /><Relationship Type="http://schemas.openxmlformats.org/officeDocument/2006/relationships/slide" Target="/ppt/slides/slide12.xml" Id="Rad64b35d913641bd" /><Relationship Type="http://schemas.openxmlformats.org/officeDocument/2006/relationships/slide" Target="/ppt/slides/slide13.xml" Id="R57793e8942bd4d27" /><Relationship Type="http://schemas.openxmlformats.org/officeDocument/2006/relationships/slide" Target="/ppt/slides/slide14.xml" Id="Rd597a531ce114f4c" /><Relationship Type="http://schemas.openxmlformats.org/officeDocument/2006/relationships/slide" Target="/ppt/slides/slide15.xml" Id="R63bc1e0992054ff3" /><Relationship Type="http://schemas.openxmlformats.org/officeDocument/2006/relationships/slide" Target="/ppt/slides/slide16.xml" Id="Rdfa823505c5b4cd4" /><Relationship Type="http://schemas.openxmlformats.org/officeDocument/2006/relationships/slide" Target="/ppt/slides/slide17.xml" Id="R2fecd9f315cb45c8" /><Relationship Type="http://schemas.openxmlformats.org/officeDocument/2006/relationships/slide" Target="/ppt/slides/slide18.xml" Id="Reaad63c3b1514da2" /><Relationship Type="http://schemas.openxmlformats.org/officeDocument/2006/relationships/slide" Target="/ppt/slides/slide19.xml" Id="Rdf7b4937bf30482e" /><Relationship Type="http://schemas.openxmlformats.org/officeDocument/2006/relationships/slide" Target="/ppt/slides/slide20.xml" Id="R39facfb18e864254" /><Relationship Type="http://schemas.openxmlformats.org/officeDocument/2006/relationships/slide" Target="/ppt/slides/slide21.xml" Id="Rffdcd05fe2b344a0" /><Relationship Type="http://schemas.openxmlformats.org/officeDocument/2006/relationships/slide" Target="/ppt/slides/slide22.xml" Id="R355a55dbca014ff6" /><Relationship Type="http://schemas.openxmlformats.org/officeDocument/2006/relationships/slide" Target="/ppt/slides/slide23.xml" Id="Rd7ac87e12af34788" /><Relationship Type="http://schemas.openxmlformats.org/officeDocument/2006/relationships/slide" Target="/ppt/slides/slide24.xml" Id="R55299c332fdd4f2e" /><Relationship Type="http://schemas.openxmlformats.org/officeDocument/2006/relationships/slide" Target="/ppt/slides/slide25.xml" Id="R2bfbc55f832a40ea" /><Relationship Type="http://schemas.openxmlformats.org/officeDocument/2006/relationships/slide" Target="/ppt/slides/slide26.xml" Id="Re62daa7f1f4c43c0" /><Relationship Type="http://schemas.openxmlformats.org/officeDocument/2006/relationships/slide" Target="/ppt/slides/slide27.xml" Id="Rc111e9970ef94370" /><Relationship Type="http://schemas.openxmlformats.org/officeDocument/2006/relationships/slide" Target="/ppt/slides/slide28.xml" Id="Rf5285ab99ee9430b" /><Relationship Type="http://schemas.openxmlformats.org/officeDocument/2006/relationships/slide" Target="/ppt/slides/slide29.xml" Id="Rb37c28ab0de64602" /><Relationship Type="http://schemas.openxmlformats.org/officeDocument/2006/relationships/slide" Target="/ppt/slides/slide30.xml" Id="R1022eb4f4daf4e8a" /><Relationship Type="http://schemas.openxmlformats.org/officeDocument/2006/relationships/slide" Target="/ppt/slides/slide31.xml" Id="R25b114efd742431f" /><Relationship Type="http://schemas.openxmlformats.org/officeDocument/2006/relationships/slide" Target="/ppt/slides/slide32.xml" Id="R6711d6e308ef4893" /><Relationship Type="http://schemas.openxmlformats.org/officeDocument/2006/relationships/slide" Target="/ppt/slides/slide33.xml" Id="R53cf03df678540b2" /><Relationship Type="http://schemas.openxmlformats.org/officeDocument/2006/relationships/slide" Target="/ppt/slides/slide34.xml" Id="R02f1d3977f2a40ab" /><Relationship Type="http://schemas.openxmlformats.org/officeDocument/2006/relationships/slide" Target="/ppt/slides/slide35.xml" Id="Rf2b978cca1294e98" /><Relationship Type="http://schemas.openxmlformats.org/officeDocument/2006/relationships/slide" Target="/ppt/slides/slide36.xml" Id="Rd4866e88621d41aa" /><Relationship Type="http://schemas.openxmlformats.org/officeDocument/2006/relationships/slide" Target="/ppt/slides/slide37.xml" Id="Rdeeda5247225428f" /><Relationship Type="http://schemas.openxmlformats.org/officeDocument/2006/relationships/slide" Target="/ppt/slides/slide38.xml" Id="Rf41be212a83e4c06" /><Relationship Type="http://schemas.openxmlformats.org/officeDocument/2006/relationships/slide" Target="/ppt/slides/slide39.xml" Id="R20481c5807ab428b" /><Relationship Type="http://schemas.openxmlformats.org/officeDocument/2006/relationships/slide" Target="/ppt/slides/slide40.xml" Id="R10653c0e6cca43dc" /><Relationship Type="http://schemas.openxmlformats.org/officeDocument/2006/relationships/slide" Target="/ppt/slides/slide41.xml" Id="Rb57c8b79d6fa4d6b" /><Relationship Type="http://schemas.openxmlformats.org/officeDocument/2006/relationships/slide" Target="/ppt/slides/slide42.xml" Id="R4d3cad05dadf4ea0" /><Relationship Type="http://schemas.openxmlformats.org/officeDocument/2006/relationships/slide" Target="/ppt/slides/slide43.xml" Id="R46f21fbabe0043ed" /><Relationship Type="http://schemas.openxmlformats.org/officeDocument/2006/relationships/slide" Target="/ppt/slides/slide44.xml" Id="R38c8bd0622ba4e11" /><Relationship Type="http://schemas.openxmlformats.org/officeDocument/2006/relationships/slide" Target="/ppt/slides/slide45.xml" Id="Rf3d93dca7f2f42d9" /><Relationship Type="http://schemas.openxmlformats.org/officeDocument/2006/relationships/slide" Target="/ppt/slides/slide46.xml" Id="Rb74ccecf61e44f52" /><Relationship Type="http://schemas.openxmlformats.org/officeDocument/2006/relationships/slide" Target="/ppt/slides/slide47.xml" Id="Rd99815c29d67450c" /><Relationship Type="http://schemas.openxmlformats.org/officeDocument/2006/relationships/slide" Target="/ppt/slides/slide48.xml" Id="R7411e6edbefa4fbc" /><Relationship Type="http://schemas.openxmlformats.org/officeDocument/2006/relationships/slide" Target="/ppt/slides/slide49.xml" Id="R9167327facdc46f1" /><Relationship Type="http://schemas.openxmlformats.org/officeDocument/2006/relationships/slide" Target="/ppt/slides/slide50.xml" Id="Ra9e8878fe3d24e8f" /><Relationship Type="http://schemas.openxmlformats.org/officeDocument/2006/relationships/slide" Target="/ppt/slides/slide51.xml" Id="R2d1395695f354ca9" /><Relationship Type="http://schemas.openxmlformats.org/officeDocument/2006/relationships/slide" Target="/ppt/slides/slide52.xml" Id="R312fecc37bbe4029" /><Relationship Type="http://schemas.openxmlformats.org/officeDocument/2006/relationships/slide" Target="/ppt/slides/slide53.xml" Id="R5ae8184a60094f10" /><Relationship Type="http://schemas.openxmlformats.org/officeDocument/2006/relationships/slide" Target="/ppt/slides/slide54.xml" Id="R5b668dace270465e" /><Relationship Type="http://schemas.openxmlformats.org/officeDocument/2006/relationships/slide" Target="/ppt/slides/slide55.xml" Id="R839767fca6cf4449" /><Relationship Type="http://schemas.openxmlformats.org/officeDocument/2006/relationships/slide" Target="/ppt/slides/slide56.xml" Id="R39b2e0410c844f2c" /><Relationship Type="http://schemas.openxmlformats.org/officeDocument/2006/relationships/slide" Target="/ppt/slides/slide57.xml" Id="R1b627a4612dd474e" /><Relationship Type="http://schemas.openxmlformats.org/officeDocument/2006/relationships/slide" Target="/ppt/slides/slide58.xml" Id="R47597a5be0404284" /><Relationship Type="http://schemas.openxmlformats.org/officeDocument/2006/relationships/slide" Target="/ppt/slides/slide59.xml" Id="Rb5045aeb6c604213" /><Relationship Type="http://schemas.openxmlformats.org/officeDocument/2006/relationships/slide" Target="/ppt/slides/slide60.xml" Id="Rb071a24b771343b4" /><Relationship Type="http://schemas.openxmlformats.org/officeDocument/2006/relationships/slide" Target="/ppt/slides/slide61.xml" Id="R56efd2e02eff429f" /><Relationship Type="http://schemas.openxmlformats.org/officeDocument/2006/relationships/slide" Target="/ppt/slides/slide62.xml" Id="Rab6ce309644d43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ff01b71c8247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bbe3fa61184a52" /><Relationship Type="http://schemas.openxmlformats.org/officeDocument/2006/relationships/notesMaster" Target="/ppt/notesMasters/notesMaster1.xml" Id="R5143f5be5f994e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7dde1853944e51" /><Relationship Type="http://schemas.openxmlformats.org/officeDocument/2006/relationships/notesMaster" Target="/ppt/notesMasters/notesMaster1.xml" Id="R0ea95259d0f048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625589727548b3" /><Relationship Type="http://schemas.openxmlformats.org/officeDocument/2006/relationships/notesMaster" Target="/ppt/notesMasters/notesMaster1.xml" Id="R271f5f47c68047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35342872474963" /><Relationship Type="http://schemas.openxmlformats.org/officeDocument/2006/relationships/notesMaster" Target="/ppt/notesMasters/notesMaster1.xml" Id="R4fd4e437969242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5b3a25df834baf" /><Relationship Type="http://schemas.openxmlformats.org/officeDocument/2006/relationships/notesMaster" Target="/ppt/notesMasters/notesMaster1.xml" Id="R338728d20b0640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43ac56b8fb43ce" /><Relationship Type="http://schemas.openxmlformats.org/officeDocument/2006/relationships/notesMaster" Target="/ppt/notesMasters/notesMaster1.xml" Id="R98f52f86c4ac4c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ee5eb6d84e4b64" /><Relationship Type="http://schemas.openxmlformats.org/officeDocument/2006/relationships/notesMaster" Target="/ppt/notesMasters/notesMaster1.xml" Id="Rbecd50c9f0b747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7000b141e04614" /><Relationship Type="http://schemas.openxmlformats.org/officeDocument/2006/relationships/notesMaster" Target="/ppt/notesMasters/notesMaster1.xml" Id="Rf044e2a3ed8d46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9fc0c8ff9d47f4" /><Relationship Type="http://schemas.openxmlformats.org/officeDocument/2006/relationships/notesMaster" Target="/ppt/notesMasters/notesMaster1.xml" Id="R85b5b24826e047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6d6eeee9fb4afb" /><Relationship Type="http://schemas.openxmlformats.org/officeDocument/2006/relationships/notesMaster" Target="/ppt/notesMasters/notesMaster1.xml" Id="Re7a291a11d1b40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ed1aedda0247f3" /><Relationship Type="http://schemas.openxmlformats.org/officeDocument/2006/relationships/notesMaster" Target="/ppt/notesMasters/notesMaster1.xml" Id="R8394d581dc5f4f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a6d394049f4c91" /><Relationship Type="http://schemas.openxmlformats.org/officeDocument/2006/relationships/notesMaster" Target="/ppt/notesMasters/notesMaster1.xml" Id="Rd625ffd311a14c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51f3527ce44c93" /><Relationship Type="http://schemas.openxmlformats.org/officeDocument/2006/relationships/notesMaster" Target="/ppt/notesMasters/notesMaster1.xml" Id="R9394484b0df845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74de7dcd6b4a61" /><Relationship Type="http://schemas.openxmlformats.org/officeDocument/2006/relationships/notesMaster" Target="/ppt/notesMasters/notesMaster1.xml" Id="R8f11313eb77448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e468efc898402e" /><Relationship Type="http://schemas.openxmlformats.org/officeDocument/2006/relationships/notesMaster" Target="/ppt/notesMasters/notesMaster1.xml" Id="R68561e8acd7a4f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43664141284ab8" /><Relationship Type="http://schemas.openxmlformats.org/officeDocument/2006/relationships/notesMaster" Target="/ppt/notesMasters/notesMaster1.xml" Id="R5fa9a2d729f64e5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09595a38494a1f" /><Relationship Type="http://schemas.openxmlformats.org/officeDocument/2006/relationships/notesMaster" Target="/ppt/notesMasters/notesMaster1.xml" Id="R3f8ec930ee6d44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5793679540415e" /><Relationship Type="http://schemas.openxmlformats.org/officeDocument/2006/relationships/notesMaster" Target="/ppt/notesMasters/notesMaster1.xml" Id="Rf5b9c56d8b0448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efb9f9533e427a" /><Relationship Type="http://schemas.openxmlformats.org/officeDocument/2006/relationships/notesMaster" Target="/ppt/notesMasters/notesMaster1.xml" Id="R7ee980eacca24d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8bbcd9d90914bec" /><Relationship Type="http://schemas.openxmlformats.org/officeDocument/2006/relationships/notesMaster" Target="/ppt/notesMasters/notesMaster1.xml" Id="Rb61531ee3a6544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cf1d80bbae4750" /><Relationship Type="http://schemas.openxmlformats.org/officeDocument/2006/relationships/notesMaster" Target="/ppt/notesMasters/notesMaster1.xml" Id="R5666fff7f29e4aa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565d4709d8047ba" /><Relationship Type="http://schemas.openxmlformats.org/officeDocument/2006/relationships/notesMaster" Target="/ppt/notesMasters/notesMaster1.xml" Id="R1393f8d11bcd4e9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d85195600b4d3c" /><Relationship Type="http://schemas.openxmlformats.org/officeDocument/2006/relationships/notesMaster" Target="/ppt/notesMasters/notesMaster1.xml" Id="R404beb4426dc407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556a2202e1e4170" /><Relationship Type="http://schemas.openxmlformats.org/officeDocument/2006/relationships/notesMaster" Target="/ppt/notesMasters/notesMaster1.xml" Id="R11c7947d6d6e485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86464d5a9844e4" /><Relationship Type="http://schemas.openxmlformats.org/officeDocument/2006/relationships/notesMaster" Target="/ppt/notesMasters/notesMaster1.xml" Id="Rd489024c825542d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771f9aa90b94cc4" /><Relationship Type="http://schemas.openxmlformats.org/officeDocument/2006/relationships/notesMaster" Target="/ppt/notesMasters/notesMaster1.xml" Id="R878a4f93817f4c2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3cf7df91df3473c" /><Relationship Type="http://schemas.openxmlformats.org/officeDocument/2006/relationships/notesMaster" Target="/ppt/notesMasters/notesMaster1.xml" Id="Rc5821a4f7f18419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1ca275d66424b49" /><Relationship Type="http://schemas.openxmlformats.org/officeDocument/2006/relationships/notesMaster" Target="/ppt/notesMasters/notesMaster1.xml" Id="R9e696a97fc4b463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28385f04da9461f" /><Relationship Type="http://schemas.openxmlformats.org/officeDocument/2006/relationships/notesMaster" Target="/ppt/notesMasters/notesMaster1.xml" Id="R7c9a2eab294945d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928ec2d4e4d4353" /><Relationship Type="http://schemas.openxmlformats.org/officeDocument/2006/relationships/notesMaster" Target="/ppt/notesMasters/notesMaster1.xml" Id="Rf1e0b93aa1724b0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52895aa17ce4fc5" /><Relationship Type="http://schemas.openxmlformats.org/officeDocument/2006/relationships/notesMaster" Target="/ppt/notesMasters/notesMaster1.xml" Id="R73b779583b8c406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363ecfcf454ec9" /><Relationship Type="http://schemas.openxmlformats.org/officeDocument/2006/relationships/notesMaster" Target="/ppt/notesMasters/notesMaster1.xml" Id="R9f731239b148434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abe486883154f52" /><Relationship Type="http://schemas.openxmlformats.org/officeDocument/2006/relationships/notesMaster" Target="/ppt/notesMasters/notesMaster1.xml" Id="R59e98839e9a9465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5b50589d2da47a5" /><Relationship Type="http://schemas.openxmlformats.org/officeDocument/2006/relationships/notesMaster" Target="/ppt/notesMasters/notesMaster1.xml" Id="Rebb1c960335f41d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3831ca43275497b" /><Relationship Type="http://schemas.openxmlformats.org/officeDocument/2006/relationships/notesMaster" Target="/ppt/notesMasters/notesMaster1.xml" Id="Re859b8d011ec497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c7d65b20390459f" /><Relationship Type="http://schemas.openxmlformats.org/officeDocument/2006/relationships/notesMaster" Target="/ppt/notesMasters/notesMaster1.xml" Id="R2edce785e4ce42f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f9ba2b0695c4e95" /><Relationship Type="http://schemas.openxmlformats.org/officeDocument/2006/relationships/notesMaster" Target="/ppt/notesMasters/notesMaster1.xml" Id="R7b15d272948b4d2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adc5bf68587477c" /><Relationship Type="http://schemas.openxmlformats.org/officeDocument/2006/relationships/notesMaster" Target="/ppt/notesMasters/notesMaster1.xml" Id="Rc48904c488f6417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179d0e8ea5340ae" /><Relationship Type="http://schemas.openxmlformats.org/officeDocument/2006/relationships/notesMaster" Target="/ppt/notesMasters/notesMaster1.xml" Id="R2c075c0860574d7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c8226e313ec43ec" /><Relationship Type="http://schemas.openxmlformats.org/officeDocument/2006/relationships/notesMaster" Target="/ppt/notesMasters/notesMaster1.xml" Id="R96e48dcfca8143d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98f2fb2bc9e4def" /><Relationship Type="http://schemas.openxmlformats.org/officeDocument/2006/relationships/notesMaster" Target="/ppt/notesMasters/notesMaster1.xml" Id="R99b32119a49e448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4d7fee7a48044d6" /><Relationship Type="http://schemas.openxmlformats.org/officeDocument/2006/relationships/notesMaster" Target="/ppt/notesMasters/notesMaster1.xml" Id="R1451a94203b840c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dbc99b71fad4cf7" /><Relationship Type="http://schemas.openxmlformats.org/officeDocument/2006/relationships/notesMaster" Target="/ppt/notesMasters/notesMaster1.xml" Id="R2ec1302ebfa340b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b2eaabbfeba4dc6" /><Relationship Type="http://schemas.openxmlformats.org/officeDocument/2006/relationships/notesMaster" Target="/ppt/notesMasters/notesMaster1.xml" Id="R157a07c1b93f420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1245fd0afc344c6" /><Relationship Type="http://schemas.openxmlformats.org/officeDocument/2006/relationships/notesMaster" Target="/ppt/notesMasters/notesMaster1.xml" Id="R19a2ed145fcc4a7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9c728f5854546e9" /><Relationship Type="http://schemas.openxmlformats.org/officeDocument/2006/relationships/notesMaster" Target="/ppt/notesMasters/notesMaster1.xml" Id="Rfa2cc056cee544c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134c4a1d0bf45ee" /><Relationship Type="http://schemas.openxmlformats.org/officeDocument/2006/relationships/notesMaster" Target="/ppt/notesMasters/notesMaster1.xml" Id="R2486484c83a54dd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58892a902d24e41" /><Relationship Type="http://schemas.openxmlformats.org/officeDocument/2006/relationships/notesMaster" Target="/ppt/notesMasters/notesMaster1.xml" Id="R8d21eb284e41480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69994aa8d864761" /><Relationship Type="http://schemas.openxmlformats.org/officeDocument/2006/relationships/notesMaster" Target="/ppt/notesMasters/notesMaster1.xml" Id="R052a6ccafa57400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802e8f1b86347ab" /><Relationship Type="http://schemas.openxmlformats.org/officeDocument/2006/relationships/notesMaster" Target="/ppt/notesMasters/notesMaster1.xml" Id="Rc19056bec462497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0fdd9d5aaee41d7" /><Relationship Type="http://schemas.openxmlformats.org/officeDocument/2006/relationships/notesMaster" Target="/ppt/notesMasters/notesMaster1.xml" Id="Rd05daebaba964a8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9a82ef2e3c140f3" /><Relationship Type="http://schemas.openxmlformats.org/officeDocument/2006/relationships/notesMaster" Target="/ppt/notesMasters/notesMaster1.xml" Id="R8a33fda8629c4d3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d3588b44df64037" /><Relationship Type="http://schemas.openxmlformats.org/officeDocument/2006/relationships/notesMaster" Target="/ppt/notesMasters/notesMaster1.xml" Id="R20df948b406e42d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bb5d4d0003b494f" /><Relationship Type="http://schemas.openxmlformats.org/officeDocument/2006/relationships/notesMaster" Target="/ppt/notesMasters/notesMaster1.xml" Id="R4dd3161800234a5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242e5eec2c44889" /><Relationship Type="http://schemas.openxmlformats.org/officeDocument/2006/relationships/notesMaster" Target="/ppt/notesMasters/notesMaster1.xml" Id="Rd3c94477ea78404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6f78dc8d72f4e2e" /><Relationship Type="http://schemas.openxmlformats.org/officeDocument/2006/relationships/notesMaster" Target="/ppt/notesMasters/notesMaster1.xml" Id="Rb5419abb06cd45a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bf0b2ac9b26449c" /><Relationship Type="http://schemas.openxmlformats.org/officeDocument/2006/relationships/notesMaster" Target="/ppt/notesMasters/notesMaster1.xml" Id="Rbd757a08d1c8420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182a874c0d3448c" /><Relationship Type="http://schemas.openxmlformats.org/officeDocument/2006/relationships/notesMaster" Target="/ppt/notesMasters/notesMaster1.xml" Id="R82a73a58ad8e4af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970444d22ca4e86" /><Relationship Type="http://schemas.openxmlformats.org/officeDocument/2006/relationships/notesMaster" Target="/ppt/notesMasters/notesMaster1.xml" Id="R96a34da147b542c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62db95f4e1c428f" /><Relationship Type="http://schemas.openxmlformats.org/officeDocument/2006/relationships/notesMaster" Target="/ppt/notesMasters/notesMaster1.xml" Id="Rf0c270da4a8a4e2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b91b0a354fb427b" /><Relationship Type="http://schemas.openxmlformats.org/officeDocument/2006/relationships/notesMaster" Target="/ppt/notesMasters/notesMaster1.xml" Id="R5534c4aff07240b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6dd1e30848e4ea6" /><Relationship Type="http://schemas.openxmlformats.org/officeDocument/2006/relationships/notesMaster" Target="/ppt/notesMasters/notesMaster1.xml" Id="Re190bf1cab284c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1e2443c4204c3a" /><Relationship Type="http://schemas.openxmlformats.org/officeDocument/2006/relationships/image" Target="/ppt/media/image.png" Id="R273dbf0e547346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2b8e49fcb94f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965121618640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5c8ac452e84ac4" /><Relationship Type="http://schemas.openxmlformats.org/officeDocument/2006/relationships/image" Target="/ppt/media/image.png" Id="R3d418f3a1a1d46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e03be3443542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0682cb8f19434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3b60aec1004458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843a81d860d49ab" /><Relationship Type="http://schemas.openxmlformats.org/officeDocument/2006/relationships/image" Target="/ppt/media/image.png" Id="R1a5ca07d098543b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3ec6024eb9d408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f380a5aeef148f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af9158b201643d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18f99651ac340c3"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071338380" name=""/>
          <p:cNvPicPr>
            <a:picLocks xmlns:a="http://schemas.openxmlformats.org/drawingml/2006/main" noChangeAspect="1"/>
          </p:cNvPicPr>
          <p:nvPr/>
        </p:nvPicPr>
        <p:blipFill rotWithShape="1">
          <a:blip xmlns:r="http://schemas.openxmlformats.org/officeDocument/2006/relationships" xmlns:a="http://schemas.openxmlformats.org/drawingml/2006/main" r:embed="R273dbf0e54734656">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493163" name="">
            <a:extLst xmlns:a="http://schemas.openxmlformats.org/drawingml/2006/main">
              <a:ext uri="{FF2B5EF4-FFF2-40B4-BE49-F238E27FC236}">
                <a16:creationId xmlns:a16="http://schemas.microsoft.com/office/drawing/2014/main" id="{9B5B61F8-B2F8-4C47-B8D2-799D45CE1F24}"/>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5056893" name="Title 1">
            <a:extLst xmlns:a="http://schemas.openxmlformats.org/drawingml/2006/main">
              <a:ext uri="{FF2B5EF4-FFF2-40B4-BE49-F238E27FC236}">
                <a16:creationId xmlns:a16="http://schemas.microsoft.com/office/drawing/2014/main" id="{C95F4442-6135-4FC8-B332-58A415CBF298}"/>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981305033" name="Subtitle 2">
            <a:extLst xmlns:a="http://schemas.openxmlformats.org/drawingml/2006/main">
              <a:ext uri="{FF2B5EF4-FFF2-40B4-BE49-F238E27FC236}">
                <a16:creationId xmlns:a16="http://schemas.microsoft.com/office/drawing/2014/main" id="{4CB70A99-1822-4EF1-A952-5D034BF95D42}"/>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681920724" name="Date Placeholder 3">
            <a:extLst xmlns:a="http://schemas.openxmlformats.org/drawingml/2006/main">
              <a:ext uri="{FF2B5EF4-FFF2-40B4-BE49-F238E27FC236}">
                <a16:creationId xmlns:a16="http://schemas.microsoft.com/office/drawing/2014/main" id="{93717F5F-2659-448A-8814-0B0C183ACA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71338378" name="Footer Placeholder 4">
            <a:extLst xmlns:a="http://schemas.openxmlformats.org/drawingml/2006/main">
              <a:ext uri="{FF2B5EF4-FFF2-40B4-BE49-F238E27FC236}">
                <a16:creationId xmlns:a16="http://schemas.microsoft.com/office/drawing/2014/main" id="{4676FD5B-719F-4209-BBBC-41A0A1A1DC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4203146" name="Slide Number Placeholder 5">
            <a:extLst xmlns:a="http://schemas.openxmlformats.org/drawingml/2006/main">
              <a:ext uri="{FF2B5EF4-FFF2-40B4-BE49-F238E27FC236}">
                <a16:creationId xmlns:a16="http://schemas.microsoft.com/office/drawing/2014/main" id="{0323C6A2-361F-47E5-BA5C-06FA223A8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63178179" name="Rectangle 640957806">
            <a:extLst xmlns:a="http://schemas.openxmlformats.org/drawingml/2006/main">
              <a:ext uri="{FF2B5EF4-FFF2-40B4-BE49-F238E27FC236}">
                <a16:creationId xmlns:a16="http://schemas.microsoft.com/office/drawing/2014/main" id="{EBD10EF8-1CF2-4C79-B38C-2B33F244A04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76930048" name="Title 1">
            <a:extLst xmlns:a="http://schemas.openxmlformats.org/drawingml/2006/main">
              <a:ext uri="{FF2B5EF4-FFF2-40B4-BE49-F238E27FC236}">
                <a16:creationId xmlns:a16="http://schemas.microsoft.com/office/drawing/2014/main" id="{A7B2E2D1-956D-46CA-80A5-DC25EAAC5EC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474525844" name="Content Placeholder 2">
            <a:extLst xmlns:a="http://schemas.openxmlformats.org/drawingml/2006/main">
              <a:ext uri="{FF2B5EF4-FFF2-40B4-BE49-F238E27FC236}">
                <a16:creationId xmlns:a16="http://schemas.microsoft.com/office/drawing/2014/main" id="{FDDBE4EE-132E-4E0D-9F2A-691119B8DAC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54022719" name="Date Placeholder 3">
            <a:extLst xmlns:a="http://schemas.openxmlformats.org/drawingml/2006/main">
              <a:ext uri="{FF2B5EF4-FFF2-40B4-BE49-F238E27FC236}">
                <a16:creationId xmlns:a16="http://schemas.microsoft.com/office/drawing/2014/main" id="{2B6CC1CD-6C79-4FBB-8B8B-8864549DE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8485259" name="Footer Placeholder 4">
            <a:extLst xmlns:a="http://schemas.openxmlformats.org/drawingml/2006/main">
              <a:ext uri="{FF2B5EF4-FFF2-40B4-BE49-F238E27FC236}">
                <a16:creationId xmlns:a16="http://schemas.microsoft.com/office/drawing/2014/main" id="{357EAEA1-243A-4016-A910-0F71C9AF44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66503507" name="Slide Number Placeholder 5">
            <a:extLst xmlns:a="http://schemas.openxmlformats.org/drawingml/2006/main">
              <a:ext uri="{FF2B5EF4-FFF2-40B4-BE49-F238E27FC236}">
                <a16:creationId xmlns:a16="http://schemas.microsoft.com/office/drawing/2014/main" id="{9F3D0403-6A42-4AA4-A42A-BDC1F77E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70780875" name="Rectangle 640957806">
            <a:extLst xmlns:a="http://schemas.openxmlformats.org/drawingml/2006/main">
              <a:ext uri="{FF2B5EF4-FFF2-40B4-BE49-F238E27FC236}">
                <a16:creationId xmlns:a16="http://schemas.microsoft.com/office/drawing/2014/main" id="{95F679C0-9148-454A-B9C4-1505BCB4D77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063360534" name="Title 1">
            <a:extLst xmlns:a="http://schemas.openxmlformats.org/drawingml/2006/main">
              <a:ext uri="{FF2B5EF4-FFF2-40B4-BE49-F238E27FC236}">
                <a16:creationId xmlns:a16="http://schemas.microsoft.com/office/drawing/2014/main" id="{AD862A21-96F5-4257-A60B-C83943789A97}"/>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44943022" name="Content Placeholder 2">
            <a:extLst xmlns:a="http://schemas.openxmlformats.org/drawingml/2006/main">
              <a:ext uri="{FF2B5EF4-FFF2-40B4-BE49-F238E27FC236}">
                <a16:creationId xmlns:a16="http://schemas.microsoft.com/office/drawing/2014/main" id="{BA434689-9699-41BB-B252-8131954E874D}"/>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80194822" name="Date Placeholder 3">
            <a:extLst xmlns:a="http://schemas.openxmlformats.org/drawingml/2006/main">
              <a:ext uri="{FF2B5EF4-FFF2-40B4-BE49-F238E27FC236}">
                <a16:creationId xmlns:a16="http://schemas.microsoft.com/office/drawing/2014/main" id="{3561D2D2-B35D-459F-8EB7-1314F91F23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774053206" name="Footer Placeholder 4">
            <a:extLst xmlns:a="http://schemas.openxmlformats.org/drawingml/2006/main">
              <a:ext uri="{FF2B5EF4-FFF2-40B4-BE49-F238E27FC236}">
                <a16:creationId xmlns:a16="http://schemas.microsoft.com/office/drawing/2014/main" id="{1AC32BF0-C35D-455B-8361-D64791CB3F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32609149" name="Slide Number Placeholder 5">
            <a:extLst xmlns:a="http://schemas.openxmlformats.org/drawingml/2006/main">
              <a:ext uri="{FF2B5EF4-FFF2-40B4-BE49-F238E27FC236}">
                <a16:creationId xmlns:a16="http://schemas.microsoft.com/office/drawing/2014/main" id="{089B50A8-DBC7-49F3-887F-8206F09931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20690619" name="Rectangle 640957806">
            <a:extLst xmlns:a="http://schemas.openxmlformats.org/drawingml/2006/main">
              <a:ext uri="{FF2B5EF4-FFF2-40B4-BE49-F238E27FC236}">
                <a16:creationId xmlns:a16="http://schemas.microsoft.com/office/drawing/2014/main" id="{4BC8F1EB-9C02-4BC8-A584-396A18A346C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29780325" name=""/>
          <p:cNvPicPr>
            <a:picLocks xmlns:a="http://schemas.openxmlformats.org/drawingml/2006/main" noChangeAspect="1"/>
          </p:cNvPicPr>
          <p:nvPr/>
        </p:nvPicPr>
        <p:blipFill rotWithShape="1">
          <a:blip xmlns:r="http://schemas.openxmlformats.org/officeDocument/2006/relationships" xmlns:a="http://schemas.openxmlformats.org/drawingml/2006/main" r:embed="R3d418f3a1a1d4652">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2129780323" name="Title 1">
            <a:extLst xmlns:a="http://schemas.openxmlformats.org/drawingml/2006/main">
              <a:ext uri="{FF2B5EF4-FFF2-40B4-BE49-F238E27FC236}">
                <a16:creationId xmlns:a16="http://schemas.microsoft.com/office/drawing/2014/main" id="{7CFCD2C2-5559-44F1-839A-BA327714B38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102956468" name="Text Placeholder 2">
            <a:extLst xmlns:a="http://schemas.openxmlformats.org/drawingml/2006/main">
              <a:ext uri="{FF2B5EF4-FFF2-40B4-BE49-F238E27FC236}">
                <a16:creationId xmlns:a16="http://schemas.microsoft.com/office/drawing/2014/main" id="{9816D4A0-4ECF-4268-AF96-2B9BF21A716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08422163" name="Date Placeholder 3">
            <a:extLst xmlns:a="http://schemas.openxmlformats.org/drawingml/2006/main">
              <a:ext uri="{FF2B5EF4-FFF2-40B4-BE49-F238E27FC236}">
                <a16:creationId xmlns:a16="http://schemas.microsoft.com/office/drawing/2014/main" id="{C1E545FF-0691-4373-A7CE-C2D9D6431D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82172195" name="Footer Placeholder 4">
            <a:extLst xmlns:a="http://schemas.openxmlformats.org/drawingml/2006/main">
              <a:ext uri="{FF2B5EF4-FFF2-40B4-BE49-F238E27FC236}">
                <a16:creationId xmlns:a16="http://schemas.microsoft.com/office/drawing/2014/main" id="{92AD2D63-9609-441C-A10F-0357C5020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1913808" name="Slide Number Placeholder 5">
            <a:extLst xmlns:a="http://schemas.openxmlformats.org/drawingml/2006/main">
              <a:ext uri="{FF2B5EF4-FFF2-40B4-BE49-F238E27FC236}">
                <a16:creationId xmlns:a16="http://schemas.microsoft.com/office/drawing/2014/main" id="{E99B4206-0D07-445C-8FC5-E87810277F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21785641" name="Rectangle 640957806">
            <a:extLst xmlns:a="http://schemas.openxmlformats.org/drawingml/2006/main">
              <a:ext uri="{FF2B5EF4-FFF2-40B4-BE49-F238E27FC236}">
                <a16:creationId xmlns:a16="http://schemas.microsoft.com/office/drawing/2014/main" id="{C269ACAB-1580-49F1-9030-665092FF6367}"/>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343960198" name="Title 1">
            <a:extLst xmlns:a="http://schemas.openxmlformats.org/drawingml/2006/main">
              <a:ext uri="{FF2B5EF4-FFF2-40B4-BE49-F238E27FC236}">
                <a16:creationId xmlns:a16="http://schemas.microsoft.com/office/drawing/2014/main" id="{96E9517A-42C0-4A7A-8C7E-9F3F661C76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40443941" name="Content Placeholder 2">
            <a:extLst xmlns:a="http://schemas.openxmlformats.org/drawingml/2006/main">
              <a:ext uri="{FF2B5EF4-FFF2-40B4-BE49-F238E27FC236}">
                <a16:creationId xmlns:a16="http://schemas.microsoft.com/office/drawing/2014/main" id="{BC4B6F81-7ED6-4A1D-BACF-C292B09B793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96020632" name="Content Placeholder 3">
            <a:extLst xmlns:a="http://schemas.openxmlformats.org/drawingml/2006/main">
              <a:ext uri="{FF2B5EF4-FFF2-40B4-BE49-F238E27FC236}">
                <a16:creationId xmlns:a16="http://schemas.microsoft.com/office/drawing/2014/main" id="{C6864167-00D7-4E50-9F41-FD99846F4602}"/>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70718852" name="Date Placeholder 4">
            <a:extLst xmlns:a="http://schemas.openxmlformats.org/drawingml/2006/main">
              <a:ext uri="{FF2B5EF4-FFF2-40B4-BE49-F238E27FC236}">
                <a16:creationId xmlns:a16="http://schemas.microsoft.com/office/drawing/2014/main" id="{DC002182-0659-4DFF-A316-6402B254B0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53424100" name="Footer Placeholder 5">
            <a:extLst xmlns:a="http://schemas.openxmlformats.org/drawingml/2006/main">
              <a:ext uri="{FF2B5EF4-FFF2-40B4-BE49-F238E27FC236}">
                <a16:creationId xmlns:a16="http://schemas.microsoft.com/office/drawing/2014/main" id="{716B85A3-0B5B-49C6-94BB-CAEEE24CD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378502" name="Slide Number Placeholder 6">
            <a:extLst xmlns:a="http://schemas.openxmlformats.org/drawingml/2006/main">
              <a:ext uri="{FF2B5EF4-FFF2-40B4-BE49-F238E27FC236}">
                <a16:creationId xmlns:a16="http://schemas.microsoft.com/office/drawing/2014/main" id="{FCF74F9A-BC51-40FA-8ACC-FAE9651833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4278934" name="Rectangle 640957806">
            <a:extLst xmlns:a="http://schemas.openxmlformats.org/drawingml/2006/main">
              <a:ext uri="{FF2B5EF4-FFF2-40B4-BE49-F238E27FC236}">
                <a16:creationId xmlns:a16="http://schemas.microsoft.com/office/drawing/2014/main" id="{0B25C7A0-0178-4AAD-AF7D-8A3B383A1F94}"/>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840948100" name="Title 1">
            <a:extLst xmlns:a="http://schemas.openxmlformats.org/drawingml/2006/main">
              <a:ext uri="{FF2B5EF4-FFF2-40B4-BE49-F238E27FC236}">
                <a16:creationId xmlns:a16="http://schemas.microsoft.com/office/drawing/2014/main" id="{95E1D762-1875-434C-AA7C-C502DD3436CF}"/>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68311450" name="Text Placeholder 2">
            <a:extLst xmlns:a="http://schemas.openxmlformats.org/drawingml/2006/main">
              <a:ext uri="{FF2B5EF4-FFF2-40B4-BE49-F238E27FC236}">
                <a16:creationId xmlns:a16="http://schemas.microsoft.com/office/drawing/2014/main" id="{6F8A1E7E-2287-49B0-9EB1-BCBEE1531952}"/>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9907918" name="Content Placeholder 3">
            <a:extLst xmlns:a="http://schemas.openxmlformats.org/drawingml/2006/main">
              <a:ext uri="{FF2B5EF4-FFF2-40B4-BE49-F238E27FC236}">
                <a16:creationId xmlns:a16="http://schemas.microsoft.com/office/drawing/2014/main" id="{68F26026-ABD1-4B97-8786-C4F0EE533EAD}"/>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19571344" name="Text Placeholder 4">
            <a:extLst xmlns:a="http://schemas.openxmlformats.org/drawingml/2006/main">
              <a:ext uri="{FF2B5EF4-FFF2-40B4-BE49-F238E27FC236}">
                <a16:creationId xmlns:a16="http://schemas.microsoft.com/office/drawing/2014/main" id="{DD69036C-9380-40FB-B3C7-2C9BDCDCB65B}"/>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73373631" name="Content Placeholder 5">
            <a:extLst xmlns:a="http://schemas.openxmlformats.org/drawingml/2006/main">
              <a:ext uri="{FF2B5EF4-FFF2-40B4-BE49-F238E27FC236}">
                <a16:creationId xmlns:a16="http://schemas.microsoft.com/office/drawing/2014/main" id="{F22F2AD1-16FE-4A74-BBF2-7D0E6E3FA62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65667743" name="Date Placeholder 6">
            <a:extLst xmlns:a="http://schemas.openxmlformats.org/drawingml/2006/main">
              <a:ext uri="{FF2B5EF4-FFF2-40B4-BE49-F238E27FC236}">
                <a16:creationId xmlns:a16="http://schemas.microsoft.com/office/drawing/2014/main" id="{C52C907B-F59E-4992-BB02-059DC991A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032963" name="Footer Placeholder 7">
            <a:extLst xmlns:a="http://schemas.openxmlformats.org/drawingml/2006/main">
              <a:ext uri="{FF2B5EF4-FFF2-40B4-BE49-F238E27FC236}">
                <a16:creationId xmlns:a16="http://schemas.microsoft.com/office/drawing/2014/main" id="{276EAABD-4F49-4F01-8C63-12D88080E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93099047" name="Slide Number Placeholder 8">
            <a:extLst xmlns:a="http://schemas.openxmlformats.org/drawingml/2006/main">
              <a:ext uri="{FF2B5EF4-FFF2-40B4-BE49-F238E27FC236}">
                <a16:creationId xmlns:a16="http://schemas.microsoft.com/office/drawing/2014/main" id="{5C0C1B93-472F-492D-8033-B9A9CF8ADC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44041735" name="Rectangle 640957806">
            <a:extLst xmlns:a="http://schemas.openxmlformats.org/drawingml/2006/main">
              <a:ext uri="{FF2B5EF4-FFF2-40B4-BE49-F238E27FC236}">
                <a16:creationId xmlns:a16="http://schemas.microsoft.com/office/drawing/2014/main" id="{9A66E359-447B-420A-93F1-B0205489195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114024216" name="Title 1">
            <a:extLst xmlns:a="http://schemas.openxmlformats.org/drawingml/2006/main">
              <a:ext uri="{FF2B5EF4-FFF2-40B4-BE49-F238E27FC236}">
                <a16:creationId xmlns:a16="http://schemas.microsoft.com/office/drawing/2014/main" id="{3C00BC7F-AAA8-49DE-B958-7835EFBD14C9}"/>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324437193" name="Picture Placeholder 2">
            <a:extLst xmlns:a="http://schemas.openxmlformats.org/drawingml/2006/main">
              <a:ext uri="{FF2B5EF4-FFF2-40B4-BE49-F238E27FC236}">
                <a16:creationId xmlns:a16="http://schemas.microsoft.com/office/drawing/2014/main" id="{4C1064BD-3BFB-45C4-970A-96C69E9BFD8B}"/>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81370515" name="Text Placeholder 3">
            <a:extLst xmlns:a="http://schemas.openxmlformats.org/drawingml/2006/main">
              <a:ext uri="{FF2B5EF4-FFF2-40B4-BE49-F238E27FC236}">
                <a16:creationId xmlns:a16="http://schemas.microsoft.com/office/drawing/2014/main" id="{DB68FACD-D36E-414F-AD98-A3B3DDF4F4E6}"/>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16888292" name="Date Placeholder 4">
            <a:extLst xmlns:a="http://schemas.openxmlformats.org/drawingml/2006/main">
              <a:ext uri="{FF2B5EF4-FFF2-40B4-BE49-F238E27FC236}">
                <a16:creationId xmlns:a16="http://schemas.microsoft.com/office/drawing/2014/main" id="{D3FB5420-58E0-437D-910C-D3F52FACE6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56413543" name="Footer Placeholder 5">
            <a:extLst xmlns:a="http://schemas.openxmlformats.org/drawingml/2006/main">
              <a:ext uri="{FF2B5EF4-FFF2-40B4-BE49-F238E27FC236}">
                <a16:creationId xmlns:a16="http://schemas.microsoft.com/office/drawing/2014/main" id="{1981FAB9-2CB7-438B-801E-1EA8EDBC51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2937623" name="Slide Number Placeholder 6">
            <a:extLst xmlns:a="http://schemas.openxmlformats.org/drawingml/2006/main">
              <a:ext uri="{FF2B5EF4-FFF2-40B4-BE49-F238E27FC236}">
                <a16:creationId xmlns:a16="http://schemas.microsoft.com/office/drawing/2014/main" id="{BFCE8BFF-E4BA-4DFA-9643-3BAC52887A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61634359" name="Rectangle 640957806">
            <a:extLst xmlns:a="http://schemas.openxmlformats.org/drawingml/2006/main">
              <a:ext uri="{FF2B5EF4-FFF2-40B4-BE49-F238E27FC236}">
                <a16:creationId xmlns:a16="http://schemas.microsoft.com/office/drawing/2014/main" id="{FE045B12-0A9F-4D2E-8D95-15810EF58F7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18028463" name=""/>
          <p:cNvPicPr>
            <a:picLocks xmlns:a="http://schemas.openxmlformats.org/drawingml/2006/main" noChangeAspect="1"/>
          </p:cNvPicPr>
          <p:nvPr/>
        </p:nvPicPr>
        <p:blipFill rotWithShape="1">
          <a:blip xmlns:r="http://schemas.openxmlformats.org/officeDocument/2006/relationships" xmlns:a="http://schemas.openxmlformats.org/drawingml/2006/main" r:embed="R1a5ca07d098543b5">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2018028461" name="Title 1">
            <a:extLst xmlns:a="http://schemas.openxmlformats.org/drawingml/2006/main">
              <a:ext uri="{FF2B5EF4-FFF2-40B4-BE49-F238E27FC236}">
                <a16:creationId xmlns:a16="http://schemas.microsoft.com/office/drawing/2014/main" id="{C3A063B4-56EA-4BCC-AB7C-EF31E71A75A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77098975" name="Date Placeholder 2">
            <a:extLst xmlns:a="http://schemas.openxmlformats.org/drawingml/2006/main">
              <a:ext uri="{FF2B5EF4-FFF2-40B4-BE49-F238E27FC236}">
                <a16:creationId xmlns:a16="http://schemas.microsoft.com/office/drawing/2014/main" id="{E737C522-23AE-4265-B823-14B2C5F9D0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2026857" name="Footer Placeholder 3">
            <a:extLst xmlns:a="http://schemas.openxmlformats.org/drawingml/2006/main">
              <a:ext uri="{FF2B5EF4-FFF2-40B4-BE49-F238E27FC236}">
                <a16:creationId xmlns:a16="http://schemas.microsoft.com/office/drawing/2014/main" id="{67B10B13-0D70-44D9-B960-1D2E81F504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99909415" name="Slide Number Placeholder 4">
            <a:extLst xmlns:a="http://schemas.openxmlformats.org/drawingml/2006/main">
              <a:ext uri="{FF2B5EF4-FFF2-40B4-BE49-F238E27FC236}">
                <a16:creationId xmlns:a16="http://schemas.microsoft.com/office/drawing/2014/main" id="{5EDFF1F2-A648-47C1-B550-1A37C33699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445193476" name="Date Placeholder 1">
            <a:extLst xmlns:a="http://schemas.openxmlformats.org/drawingml/2006/main">
              <a:ext uri="{FF2B5EF4-FFF2-40B4-BE49-F238E27FC236}">
                <a16:creationId xmlns:a16="http://schemas.microsoft.com/office/drawing/2014/main" id="{D6534B07-1B8A-45D0-9B8C-D8EF82E0A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476434" name="Footer Placeholder 2">
            <a:extLst xmlns:a="http://schemas.openxmlformats.org/drawingml/2006/main">
              <a:ext uri="{FF2B5EF4-FFF2-40B4-BE49-F238E27FC236}">
                <a16:creationId xmlns:a16="http://schemas.microsoft.com/office/drawing/2014/main" id="{71586BAB-F931-4BB0-BC7B-8BE889BA8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6564234" name="Slide Number Placeholder 3">
            <a:extLst xmlns:a="http://schemas.openxmlformats.org/drawingml/2006/main">
              <a:ext uri="{FF2B5EF4-FFF2-40B4-BE49-F238E27FC236}">
                <a16:creationId xmlns:a16="http://schemas.microsoft.com/office/drawing/2014/main" id="{14758879-4195-4947-A194-CBE40AC30F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283116662" name="Title 1">
            <a:extLst xmlns:a="http://schemas.openxmlformats.org/drawingml/2006/main">
              <a:ext uri="{FF2B5EF4-FFF2-40B4-BE49-F238E27FC236}">
                <a16:creationId xmlns:a16="http://schemas.microsoft.com/office/drawing/2014/main" id="{D70AAE7B-4637-4F55-A4F1-C4C47465DD0F}"/>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345364528" name="Content Placeholder 2">
            <a:extLst xmlns:a="http://schemas.openxmlformats.org/drawingml/2006/main">
              <a:ext uri="{FF2B5EF4-FFF2-40B4-BE49-F238E27FC236}">
                <a16:creationId xmlns:a16="http://schemas.microsoft.com/office/drawing/2014/main" id="{9895A8AF-91E7-4E42-8B03-BD3A863A026E}"/>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71143013" name="Text Placeholder 3">
            <a:extLst xmlns:a="http://schemas.openxmlformats.org/drawingml/2006/main">
              <a:ext uri="{FF2B5EF4-FFF2-40B4-BE49-F238E27FC236}">
                <a16:creationId xmlns:a16="http://schemas.microsoft.com/office/drawing/2014/main" id="{28355A68-CFFB-4086-985E-6EB0E4A8D9ED}"/>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01231847" name="Date Placeholder 4">
            <a:extLst xmlns:a="http://schemas.openxmlformats.org/drawingml/2006/main">
              <a:ext uri="{FF2B5EF4-FFF2-40B4-BE49-F238E27FC236}">
                <a16:creationId xmlns:a16="http://schemas.microsoft.com/office/drawing/2014/main" id="{58A45153-8C1D-4A7C-B25E-E73F56840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33783227" name="Footer Placeholder 5">
            <a:extLst xmlns:a="http://schemas.openxmlformats.org/drawingml/2006/main">
              <a:ext uri="{FF2B5EF4-FFF2-40B4-BE49-F238E27FC236}">
                <a16:creationId xmlns:a16="http://schemas.microsoft.com/office/drawing/2014/main" id="{F7DCC021-2A5B-4E83-A330-292D2F95B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4711743" name="Slide Number Placeholder 6">
            <a:extLst xmlns:a="http://schemas.openxmlformats.org/drawingml/2006/main">
              <a:ext uri="{FF2B5EF4-FFF2-40B4-BE49-F238E27FC236}">
                <a16:creationId xmlns:a16="http://schemas.microsoft.com/office/drawing/2014/main" id="{2935ACC3-8793-4F60-B596-B2D5C279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600555597" name="Title 1">
            <a:extLst xmlns:a="http://schemas.openxmlformats.org/drawingml/2006/main">
              <a:ext uri="{FF2B5EF4-FFF2-40B4-BE49-F238E27FC236}">
                <a16:creationId xmlns:a16="http://schemas.microsoft.com/office/drawing/2014/main" id="{13B0B90F-DA31-40E8-ADB6-30DC2775D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475768683" name="Vertical Text Placeholder 2">
            <a:extLst xmlns:a="http://schemas.openxmlformats.org/drawingml/2006/main">
              <a:ext uri="{FF2B5EF4-FFF2-40B4-BE49-F238E27FC236}">
                <a16:creationId xmlns:a16="http://schemas.microsoft.com/office/drawing/2014/main" id="{B0B33276-C010-4A70-9062-2BBAD9F634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83205356" name="Date Placeholder 3">
            <a:extLst xmlns:a="http://schemas.openxmlformats.org/drawingml/2006/main">
              <a:ext uri="{FF2B5EF4-FFF2-40B4-BE49-F238E27FC236}">
                <a16:creationId xmlns:a16="http://schemas.microsoft.com/office/drawing/2014/main" id="{7CAA2854-C418-4D8C-891D-AA56F28811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6843170" name="Footer Placeholder 4">
            <a:extLst xmlns:a="http://schemas.openxmlformats.org/drawingml/2006/main">
              <a:ext uri="{FF2B5EF4-FFF2-40B4-BE49-F238E27FC236}">
                <a16:creationId xmlns:a16="http://schemas.microsoft.com/office/drawing/2014/main" id="{629D23EF-9FA4-49B6-B7BD-02CFA3E88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47194141" name="Slide Number Placeholder 5">
            <a:extLst xmlns:a="http://schemas.openxmlformats.org/drawingml/2006/main">
              <a:ext uri="{FF2B5EF4-FFF2-40B4-BE49-F238E27FC236}">
                <a16:creationId xmlns:a16="http://schemas.microsoft.com/office/drawing/2014/main" id="{B29F0F5C-5C03-4F1F-BDF8-9DD97C6EB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291367971" name="Vertical Title 1">
            <a:extLst xmlns:a="http://schemas.openxmlformats.org/drawingml/2006/main">
              <a:ext uri="{FF2B5EF4-FFF2-40B4-BE49-F238E27FC236}">
                <a16:creationId xmlns:a16="http://schemas.microsoft.com/office/drawing/2014/main" id="{C616BF26-2288-499D-86E9-C39E5542C824}"/>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109576417" name="Vertical Text Placeholder 2">
            <a:extLst xmlns:a="http://schemas.openxmlformats.org/drawingml/2006/main">
              <a:ext uri="{FF2B5EF4-FFF2-40B4-BE49-F238E27FC236}">
                <a16:creationId xmlns:a16="http://schemas.microsoft.com/office/drawing/2014/main" id="{C0C1036E-DF79-4239-8EE9-CEBF9FCCB618}"/>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5658667" name="Date Placeholder 3">
            <a:extLst xmlns:a="http://schemas.openxmlformats.org/drawingml/2006/main">
              <a:ext uri="{FF2B5EF4-FFF2-40B4-BE49-F238E27FC236}">
                <a16:creationId xmlns:a16="http://schemas.microsoft.com/office/drawing/2014/main" id="{D6D44547-B44D-41AE-8862-954214E06D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77189271" name="Footer Placeholder 4">
            <a:extLst xmlns:a="http://schemas.openxmlformats.org/drawingml/2006/main">
              <a:ext uri="{FF2B5EF4-FFF2-40B4-BE49-F238E27FC236}">
                <a16:creationId xmlns:a16="http://schemas.microsoft.com/office/drawing/2014/main" id="{3B80DED6-A0D4-4E20-A8AF-747E30B4BA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46202891" name="Slide Number Placeholder 5">
            <a:extLst xmlns:a="http://schemas.openxmlformats.org/drawingml/2006/main">
              <a:ext uri="{FF2B5EF4-FFF2-40B4-BE49-F238E27FC236}">
                <a16:creationId xmlns:a16="http://schemas.microsoft.com/office/drawing/2014/main" id="{9FECC839-BD2B-401B-829B-69800C97AD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29a9bca3334bb1" /><Relationship Type="http://schemas.openxmlformats.org/officeDocument/2006/relationships/slideLayout" Target="/ppt/slideLayouts/slideLayout1.xml" Id="R8dc1127b445f4f45" /><Relationship Type="http://schemas.openxmlformats.org/officeDocument/2006/relationships/slideLayout" Target="/ppt/slideLayouts/slideLayout2.xml" Id="R676ec0ccbf164150" /><Relationship Type="http://schemas.openxmlformats.org/officeDocument/2006/relationships/slideLayout" Target="/ppt/slideLayouts/slideLayout3.xml" Id="R418c9f6c348c442c" /><Relationship Type="http://schemas.openxmlformats.org/officeDocument/2006/relationships/slideLayout" Target="/ppt/slideLayouts/slideLayout4.xml" Id="Rc28d4bc13e3c4793" /><Relationship Type="http://schemas.openxmlformats.org/officeDocument/2006/relationships/slideLayout" Target="/ppt/slideLayouts/slideLayout5.xml" Id="Raaed5ea406c040dc" /><Relationship Type="http://schemas.openxmlformats.org/officeDocument/2006/relationships/slideLayout" Target="/ppt/slideLayouts/slideLayout6.xml" Id="R01f5da95e52f41ae" /><Relationship Type="http://schemas.openxmlformats.org/officeDocument/2006/relationships/slideLayout" Target="/ppt/slideLayouts/slideLayout7.xml" Id="R5c2aaed5c6864f84" /><Relationship Type="http://schemas.openxmlformats.org/officeDocument/2006/relationships/slideLayout" Target="/ppt/slideLayouts/slideLayout8.xml" Id="R32ee7c1d46334194" /><Relationship Type="http://schemas.openxmlformats.org/officeDocument/2006/relationships/slideLayout" Target="/ppt/slideLayouts/slideLayout9.xml" Id="R94ba25d87d024d83" /><Relationship Type="http://schemas.openxmlformats.org/officeDocument/2006/relationships/slideLayout" Target="/ppt/slideLayouts/slideLayout10.xml" Id="R893e06b9c95d4c6d" /><Relationship Type="http://schemas.openxmlformats.org/officeDocument/2006/relationships/slideLayout" Target="/ppt/slideLayouts/slideLayout11.xml" Id="Rff5a436335924ce9" /><Relationship Type="http://schemas.openxmlformats.org/officeDocument/2006/relationships/slideLayout" Target="/ppt/slideLayouts/slideLayout12.xml" Id="R6e74292ee02b484c"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57283853" name="Title Placeholder 1">
            <a:extLst xmlns:a="http://schemas.openxmlformats.org/drawingml/2006/main">
              <a:ext uri="{FF2B5EF4-FFF2-40B4-BE49-F238E27FC236}">
                <a16:creationId xmlns:a16="http://schemas.microsoft.com/office/drawing/2014/main" id="{34604C33-73E0-488B-B335-987F2AE9B2B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01542933" name="Text Placeholder 2">
            <a:extLst xmlns:a="http://schemas.openxmlformats.org/drawingml/2006/main">
              <a:ext uri="{FF2B5EF4-FFF2-40B4-BE49-F238E27FC236}">
                <a16:creationId xmlns:a16="http://schemas.microsoft.com/office/drawing/2014/main" id="{F7AC1E70-7243-4A32-8601-8E1E7A8E8C50}"/>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12816271" name="Date Placeholder 3">
            <a:extLst xmlns:a="http://schemas.openxmlformats.org/drawingml/2006/main">
              <a:ext uri="{FF2B5EF4-FFF2-40B4-BE49-F238E27FC236}">
                <a16:creationId xmlns:a16="http://schemas.microsoft.com/office/drawing/2014/main" id="{3BE66F9D-E359-4D29-B1E8-BB6C9DD61C4C}"/>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249870100" name="Footer Placeholder 4">
            <a:extLst xmlns:a="http://schemas.openxmlformats.org/drawingml/2006/main">
              <a:ext uri="{FF2B5EF4-FFF2-40B4-BE49-F238E27FC236}">
                <a16:creationId xmlns:a16="http://schemas.microsoft.com/office/drawing/2014/main" id="{1D776846-7CE5-48D3-8CD2-0C7BA9BC0704}"/>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409525579" name="Slide Number Placeholder 5">
            <a:extLst xmlns:a="http://schemas.openxmlformats.org/drawingml/2006/main">
              <a:ext uri="{FF2B5EF4-FFF2-40B4-BE49-F238E27FC236}">
                <a16:creationId xmlns:a16="http://schemas.microsoft.com/office/drawing/2014/main" id="{715F75D9-BE4A-4286-96A1-A3D1782C264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c1127b445f4f45"/>
    <p:sldLayoutId xmlns:r="http://schemas.openxmlformats.org/officeDocument/2006/relationships" id="2147483650" r:id="R676ec0ccbf164150"/>
    <p:sldLayoutId xmlns:r="http://schemas.openxmlformats.org/officeDocument/2006/relationships" id="2147483651" r:id="R418c9f6c348c442c"/>
    <p:sldLayoutId xmlns:r="http://schemas.openxmlformats.org/officeDocument/2006/relationships" id="2147483652" r:id="Rc28d4bc13e3c4793"/>
    <p:sldLayoutId xmlns:r="http://schemas.openxmlformats.org/officeDocument/2006/relationships" id="2147483653" r:id="Raaed5ea406c040dc"/>
    <p:sldLayoutId xmlns:r="http://schemas.openxmlformats.org/officeDocument/2006/relationships" id="2147483654" r:id="R01f5da95e52f41ae"/>
    <p:sldLayoutId xmlns:r="http://schemas.openxmlformats.org/officeDocument/2006/relationships" id="2147483655" r:id="R5c2aaed5c6864f84"/>
    <p:sldLayoutId xmlns:r="http://schemas.openxmlformats.org/officeDocument/2006/relationships" id="2147483656" r:id="R32ee7c1d46334194"/>
    <p:sldLayoutId xmlns:r="http://schemas.openxmlformats.org/officeDocument/2006/relationships" id="2147483657" r:id="R94ba25d87d024d83"/>
    <p:sldLayoutId xmlns:r="http://schemas.openxmlformats.org/officeDocument/2006/relationships" id="2147483658" r:id="R893e06b9c95d4c6d"/>
    <p:sldLayoutId xmlns:r="http://schemas.openxmlformats.org/officeDocument/2006/relationships" id="2147483659" r:id="Rff5a436335924ce9"/>
    <p:sldLayoutId xmlns:r="http://schemas.openxmlformats.org/officeDocument/2006/relationships" id="2147483660" r:id="R6e74292ee02b484c"/>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b0cd819edb4973" /><Relationship Type="http://schemas.openxmlformats.org/officeDocument/2006/relationships/notesSlide" Target="/ppt/notesSlides/notesSlide1.xml" Id="Re7accd4de34b4e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1d16fab0ba42df" /><Relationship Type="http://schemas.openxmlformats.org/officeDocument/2006/relationships/image" Target="/ppt/media/image.jpeg" Id="Rfec88732c0d1403f" /><Relationship Type="http://schemas.openxmlformats.org/officeDocument/2006/relationships/notesSlide" Target="/ppt/notesSlides/notesSlide2.xml" Id="R87ca299df75b43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6d8f4af7ac4a53" /><Relationship Type="http://schemas.openxmlformats.org/officeDocument/2006/relationships/image" Target="/ppt/media/image2.png" Id="Rf3e75aaa6ffe42c6" /><Relationship Type="http://schemas.openxmlformats.org/officeDocument/2006/relationships/notesSlide" Target="/ppt/notesSlides/notesSlide3.xml" Id="R118e8a148afd4e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24a236d3da4370" /><Relationship Type="http://schemas.openxmlformats.org/officeDocument/2006/relationships/image" Target="/ppt/media/image2.png" Id="R1492f709138f4198" /><Relationship Type="http://schemas.openxmlformats.org/officeDocument/2006/relationships/notesSlide" Target="/ppt/notesSlides/notesSlide4.xml" Id="R9086b53397d642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38947e3777479d" /><Relationship Type="http://schemas.openxmlformats.org/officeDocument/2006/relationships/image" Target="/ppt/media/image2.png" Id="Rea6dc9a70654499d" /><Relationship Type="http://schemas.openxmlformats.org/officeDocument/2006/relationships/notesSlide" Target="/ppt/notesSlides/notesSlide5.xml" Id="Rc62ae54cea174c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ae3792f605454d" /><Relationship Type="http://schemas.openxmlformats.org/officeDocument/2006/relationships/notesSlide" Target="/ppt/notesSlides/notesSlide6.xml" Id="Rf11c48a9366e4a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b4fd2f37e241d2" /><Relationship Type="http://schemas.openxmlformats.org/officeDocument/2006/relationships/image" Target="/ppt/media/image.svg" Id="R272cc54613ca4111" /><Relationship Type="http://schemas.openxmlformats.org/officeDocument/2006/relationships/image" Target="/ppt/media/image.jpeg" Id="Rdd645f19efb94103" /><Relationship Type="http://schemas.openxmlformats.org/officeDocument/2006/relationships/notesSlide" Target="/ppt/notesSlides/notesSlide7.xml" Id="Rc35fffd2475248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440952b5704a27" /><Relationship Type="http://schemas.openxmlformats.org/officeDocument/2006/relationships/image" Target="/ppt/media/image2.jpeg" Id="R05f6e6e29ab9428e" /><Relationship Type="http://schemas.openxmlformats.org/officeDocument/2006/relationships/image" Target="/ppt/media/image2.svg" Id="Reb84c47cdc3745d5" /><Relationship Type="http://schemas.openxmlformats.org/officeDocument/2006/relationships/notesSlide" Target="/ppt/notesSlides/notesSlide8.xml" Id="R2a157617dde641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701d2bf186549f8" /><Relationship Type="http://schemas.openxmlformats.org/officeDocument/2006/relationships/notesSlide" Target="/ppt/notesSlides/notesSlide9.xml" Id="R870ac670b5aa4d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7a5f7ee0614289" /><Relationship Type="http://schemas.openxmlformats.org/officeDocument/2006/relationships/image" Target="/ppt/media/image3.png" Id="R7527144e7fa042f0" /><Relationship Type="http://schemas.openxmlformats.org/officeDocument/2006/relationships/image" Target="/ppt/media/image3.svg" Id="Rf702227905094db7" /><Relationship Type="http://schemas.openxmlformats.org/officeDocument/2006/relationships/notesSlide" Target="/ppt/notesSlides/notesSlide10.xml" Id="Re6108fea8df744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453eab7a7946c1" /><Relationship Type="http://schemas.openxmlformats.org/officeDocument/2006/relationships/image" Target="/ppt/media/image4.png" Id="Rda848953da0044ba" /><Relationship Type="http://schemas.openxmlformats.org/officeDocument/2006/relationships/notesSlide" Target="/ppt/notesSlides/notesSlide11.xml" Id="Rc5986dba25d14c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124bd97eb8245c0" /><Relationship Type="http://schemas.openxmlformats.org/officeDocument/2006/relationships/image" Target="/ppt/media/image5.png" Id="R9c13990a470c437b" /><Relationship Type="http://schemas.openxmlformats.org/officeDocument/2006/relationships/image" Target="/ppt/media/image4.svg" Id="R50978ab439f94823" /><Relationship Type="http://schemas.openxmlformats.org/officeDocument/2006/relationships/image" Target="/ppt/media/image4.png" Id="Re398ae19279345a9" /><Relationship Type="http://schemas.openxmlformats.org/officeDocument/2006/relationships/notesSlide" Target="/ppt/notesSlides/notesSlide12.xml" Id="R404475335b8b40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1ee8dad08ba4d15" /><Relationship Type="http://schemas.openxmlformats.org/officeDocument/2006/relationships/image" Target="/ppt/media/image6.png" Id="Rf5ef516453c14214" /><Relationship Type="http://schemas.openxmlformats.org/officeDocument/2006/relationships/notesSlide" Target="/ppt/notesSlides/notesSlide13.xml" Id="R7576257c026440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940a4232ab24e5d" /><Relationship Type="http://schemas.openxmlformats.org/officeDocument/2006/relationships/image" Target="/ppt/media/image7.png" Id="Rcfa32b34166f4176" /><Relationship Type="http://schemas.openxmlformats.org/officeDocument/2006/relationships/notesSlide" Target="/ppt/notesSlides/notesSlide14.xml" Id="Rc509493385f94b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008fb4d165c4769" /><Relationship Type="http://schemas.openxmlformats.org/officeDocument/2006/relationships/image" Target="/ppt/media/image8.png" Id="R318acc5e7c704aac" /><Relationship Type="http://schemas.openxmlformats.org/officeDocument/2006/relationships/image" Target="/ppt/media/image5.svg" Id="Re6d7ea1cbec74f09" /><Relationship Type="http://schemas.openxmlformats.org/officeDocument/2006/relationships/image" Target="/ppt/media/image5.png" Id="Rac0e202b1b254a81" /><Relationship Type="http://schemas.openxmlformats.org/officeDocument/2006/relationships/notesSlide" Target="/ppt/notesSlides/notesSlide15.xml" Id="Rd18bd63ea16849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a012847b66f4982" /><Relationship Type="http://schemas.openxmlformats.org/officeDocument/2006/relationships/notesSlide" Target="/ppt/notesSlides/notesSlide16.xml" Id="R4d7eca51cbcb4c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f991b8763594f6a" /><Relationship Type="http://schemas.openxmlformats.org/officeDocument/2006/relationships/notesSlide" Target="/ppt/notesSlides/notesSlide17.xml" Id="Ra26186b5527849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dd22462d6b649b7" /><Relationship Type="http://schemas.openxmlformats.org/officeDocument/2006/relationships/notesSlide" Target="/ppt/notesSlides/notesSlide18.xml" Id="R2248d06fe0a0434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60f5f4d61d64487" /><Relationship Type="http://schemas.openxmlformats.org/officeDocument/2006/relationships/image" Target="/ppt/media/image9.png" Id="R3fe3bf77e6fc433e" /><Relationship Type="http://schemas.openxmlformats.org/officeDocument/2006/relationships/notesSlide" Target="/ppt/notesSlides/notesSlide19.xml" Id="R62f3a58d61ed496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6b980f406f94c5f" /><Relationship Type="http://schemas.openxmlformats.org/officeDocument/2006/relationships/image" Target="/ppt/media/image6.svg" Id="Rc2ef4abe94c2422c" /><Relationship Type="http://schemas.openxmlformats.org/officeDocument/2006/relationships/image" Target="/ppt/media/image6.png" Id="R8552581795bc49ea" /><Relationship Type="http://schemas.openxmlformats.org/officeDocument/2006/relationships/notesSlide" Target="/ppt/notesSlides/notesSlide20.xml" Id="R778d24ac7fcb41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81dd073a6584e08" /><Relationship Type="http://schemas.openxmlformats.org/officeDocument/2006/relationships/image" Target="/ppt/media/image7.svg" Id="Ra02db23f3f1549aa" /><Relationship Type="http://schemas.openxmlformats.org/officeDocument/2006/relationships/image" Target="/ppt/media/image7.png" Id="R5885b47e3c224583" /><Relationship Type="http://schemas.openxmlformats.org/officeDocument/2006/relationships/image" Target="/ppt/media/image8.svg" Id="Rbbb47c6e24804d17" /><Relationship Type="http://schemas.openxmlformats.org/officeDocument/2006/relationships/image" Target="/ppt/media/image8.png" Id="R254b26fad37d4cdd" /><Relationship Type="http://schemas.openxmlformats.org/officeDocument/2006/relationships/image" Target="/ppt/media/image9.svg" Id="R9d6cea2c6d4b455b" /><Relationship Type="http://schemas.openxmlformats.org/officeDocument/2006/relationships/image" Target="/ppt/media/image9.png" Id="Rdd8ca70076564ea2" /><Relationship Type="http://schemas.openxmlformats.org/officeDocument/2006/relationships/image" Target="/ppt/media/image10.png" Id="R30c38935bf30446e" /><Relationship Type="http://schemas.openxmlformats.org/officeDocument/2006/relationships/image" Target="/ppt/media/image10.svg" Id="Reeed582aa78048c5" /><Relationship Type="http://schemas.openxmlformats.org/officeDocument/2006/relationships/image" Target="/ppt/media/image11.png" Id="R9840d08c5b6f49c5" /><Relationship Type="http://schemas.openxmlformats.org/officeDocument/2006/relationships/image" Target="/ppt/media/image11.svg" Id="Rbf6698aae36b4748" /><Relationship Type="http://schemas.openxmlformats.org/officeDocument/2006/relationships/image" Target="/ppt/media/image12.png" Id="R95ef2bf6886f4a3f" /><Relationship Type="http://schemas.openxmlformats.org/officeDocument/2006/relationships/image" Target="/ppt/media/image12.svg" Id="R0376fe41950841e1" /><Relationship Type="http://schemas.openxmlformats.org/officeDocument/2006/relationships/notesSlide" Target="/ppt/notesSlides/notesSlide21.xml" Id="R366d2a28147141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785fb54336e4fda" /><Relationship Type="http://schemas.openxmlformats.org/officeDocument/2006/relationships/image" Target="/ppt/media/image13.png" Id="R20581bfcdb28433b" /><Relationship Type="http://schemas.openxmlformats.org/officeDocument/2006/relationships/image" Target="/ppt/media/image13.svg" Id="R34d252038068494b" /><Relationship Type="http://schemas.openxmlformats.org/officeDocument/2006/relationships/image" Target="/ppt/media/image14.png" Id="R4576a4e4cefc4235" /><Relationship Type="http://schemas.openxmlformats.org/officeDocument/2006/relationships/image" Target="/ppt/media/image14.svg" Id="R92919c6345164bab" /><Relationship Type="http://schemas.openxmlformats.org/officeDocument/2006/relationships/notesSlide" Target="/ppt/notesSlides/notesSlide22.xml" Id="R88ae2710e9bf4e6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4f729e69387496e" /><Relationship Type="http://schemas.openxmlformats.org/officeDocument/2006/relationships/image" Target="/ppt/media/image15.png" Id="Re77b013b06b940e0" /><Relationship Type="http://schemas.openxmlformats.org/officeDocument/2006/relationships/notesSlide" Target="/ppt/notesSlides/notesSlide23.xml" Id="R689897b738fe453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f715a98b2e144ab" /><Relationship Type="http://schemas.openxmlformats.org/officeDocument/2006/relationships/image" Target="/ppt/media/image16.png" Id="R593fe4ac75e6469e" /><Relationship Type="http://schemas.openxmlformats.org/officeDocument/2006/relationships/notesSlide" Target="/ppt/notesSlides/notesSlide24.xml" Id="R45416bfd42c5466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915596c3b534056" /><Relationship Type="http://schemas.openxmlformats.org/officeDocument/2006/relationships/image" Target="/ppt/media/image17.png" Id="R1f6270b3f6364667" /><Relationship Type="http://schemas.openxmlformats.org/officeDocument/2006/relationships/notesSlide" Target="/ppt/notesSlides/notesSlide25.xml" Id="R0ca6f90d792e4a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f0309aa00074c3c" /><Relationship Type="http://schemas.openxmlformats.org/officeDocument/2006/relationships/notesSlide" Target="/ppt/notesSlides/notesSlide26.xml" Id="Rb6d8c951f44f4c5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d1b1a72ed414500" /><Relationship Type="http://schemas.openxmlformats.org/officeDocument/2006/relationships/notesSlide" Target="/ppt/notesSlides/notesSlide27.xml" Id="Re11cbb5aefdc4d0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a4d7d4188bf4607" /><Relationship Type="http://schemas.openxmlformats.org/officeDocument/2006/relationships/notesSlide" Target="/ppt/notesSlides/notesSlide28.xml" Id="R25681ed0bc654f8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053eb9f38cc4544" /><Relationship Type="http://schemas.openxmlformats.org/officeDocument/2006/relationships/notesSlide" Target="/ppt/notesSlides/notesSlide29.xml" Id="R7f42cf6facea483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65c5f800fe1467f" /><Relationship Type="http://schemas.openxmlformats.org/officeDocument/2006/relationships/notesSlide" Target="/ppt/notesSlides/notesSlide30.xml" Id="R2017d0b62c8c49b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fef0a0920c04c1e" /><Relationship Type="http://schemas.openxmlformats.org/officeDocument/2006/relationships/image" Target="/ppt/media/image18.png" Id="R4e938f02afee4baa" /><Relationship Type="http://schemas.openxmlformats.org/officeDocument/2006/relationships/notesSlide" Target="/ppt/notesSlides/notesSlide31.xml" Id="Rcd2831cf05964aa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778b6e6f93c4246" /><Relationship Type="http://schemas.openxmlformats.org/officeDocument/2006/relationships/image" Target="/ppt/media/image19.png" Id="Rafbcf879d0d240ba" /><Relationship Type="http://schemas.openxmlformats.org/officeDocument/2006/relationships/notesSlide" Target="/ppt/notesSlides/notesSlide32.xml" Id="Rb209e1cd63a541a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97bb751978f4376" /><Relationship Type="http://schemas.openxmlformats.org/officeDocument/2006/relationships/notesSlide" Target="/ppt/notesSlides/notesSlide33.xml" Id="R857533f94519473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83526fcb6e54441" /><Relationship Type="http://schemas.openxmlformats.org/officeDocument/2006/relationships/notesSlide" Target="/ppt/notesSlides/notesSlide34.xml" Id="R75a77351496d4d9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86f85657d9e4867" /><Relationship Type="http://schemas.openxmlformats.org/officeDocument/2006/relationships/notesSlide" Target="/ppt/notesSlides/notesSlide35.xml" Id="R7867e4deb8c54cb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9a65c2e5ba44e59" /><Relationship Type="http://schemas.openxmlformats.org/officeDocument/2006/relationships/notesSlide" Target="/ppt/notesSlides/notesSlide36.xml" Id="R840fdd7006e64c1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948eeb120c04f75" /><Relationship Type="http://schemas.openxmlformats.org/officeDocument/2006/relationships/notesSlide" Target="/ppt/notesSlides/notesSlide37.xml" Id="R0fa5bacf582c44f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621d42abebd4e15" /><Relationship Type="http://schemas.openxmlformats.org/officeDocument/2006/relationships/notesSlide" Target="/ppt/notesSlides/notesSlide38.xml" Id="R765e1ead050f48a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f42f9c8af1848b5" /><Relationship Type="http://schemas.openxmlformats.org/officeDocument/2006/relationships/notesSlide" Target="/ppt/notesSlides/notesSlide39.xml" Id="R8698c29f0f45420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a7147e16b98426a" /><Relationship Type="http://schemas.openxmlformats.org/officeDocument/2006/relationships/notesSlide" Target="/ppt/notesSlides/notesSlide40.xml" Id="R923b54b7d97043d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14b701e14654ef1" /><Relationship Type="http://schemas.openxmlformats.org/officeDocument/2006/relationships/image" Target="/ppt/media/image20.png" Id="R560b6f649f5b42d1" /><Relationship Type="http://schemas.openxmlformats.org/officeDocument/2006/relationships/notesSlide" Target="/ppt/notesSlides/notesSlide41.xml" Id="R86fc0d91bfa543c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01e86d5373941e0" /><Relationship Type="http://schemas.openxmlformats.org/officeDocument/2006/relationships/notesSlide" Target="/ppt/notesSlides/notesSlide42.xml" Id="Rc30b1ec9c34c450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0132f92179749e2" /><Relationship Type="http://schemas.openxmlformats.org/officeDocument/2006/relationships/notesSlide" Target="/ppt/notesSlides/notesSlide43.xml" Id="Rbba7cef7dd3d45e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e6d708e9b1240a7" /><Relationship Type="http://schemas.openxmlformats.org/officeDocument/2006/relationships/notesSlide" Target="/ppt/notesSlides/notesSlide44.xml" Id="R7414aa48c77b422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e20f69e570ae478f" /><Relationship Type="http://schemas.openxmlformats.org/officeDocument/2006/relationships/notesSlide" Target="/ppt/notesSlides/notesSlide45.xml" Id="R961e03d9178a418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22d10d1d67645dc" /><Relationship Type="http://schemas.openxmlformats.org/officeDocument/2006/relationships/image" Target="/ppt/media/image2.jpeg" Id="Rd07fc136ade545fd" /><Relationship Type="http://schemas.openxmlformats.org/officeDocument/2006/relationships/notesSlide" Target="/ppt/notesSlides/notesSlide46.xml" Id="R009c6c09cff544a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f758d7ce5a44466" /><Relationship Type="http://schemas.openxmlformats.org/officeDocument/2006/relationships/notesSlide" Target="/ppt/notesSlides/notesSlide47.xml" Id="Rb445519f2ea143b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a31c0aadb1b41b7" /><Relationship Type="http://schemas.openxmlformats.org/officeDocument/2006/relationships/notesSlide" Target="/ppt/notesSlides/notesSlide48.xml" Id="Raf66072463f3456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a8aded98cc8490b" /><Relationship Type="http://schemas.openxmlformats.org/officeDocument/2006/relationships/notesSlide" Target="/ppt/notesSlides/notesSlide49.xml" Id="Re5a7a1c6f1d9487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c99e152680645df" /><Relationship Type="http://schemas.openxmlformats.org/officeDocument/2006/relationships/notesSlide" Target="/ppt/notesSlides/notesSlide50.xml" Id="Rbf527c6b3d694f4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5948c6d438cd4a47" /><Relationship Type="http://schemas.openxmlformats.org/officeDocument/2006/relationships/notesSlide" Target="/ppt/notesSlides/notesSlide51.xml" Id="R9f60bbfed1cb4f0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a767515480f4cf9" /><Relationship Type="http://schemas.openxmlformats.org/officeDocument/2006/relationships/notesSlide" Target="/ppt/notesSlides/notesSlide52.xml" Id="Rf39fb70a0f3f4e7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2e4b6a028ea4d30" /><Relationship Type="http://schemas.openxmlformats.org/officeDocument/2006/relationships/image" Target="/ppt/media/image15.svg" Id="R9a5caace072748ba" /><Relationship Type="http://schemas.openxmlformats.org/officeDocument/2006/relationships/image" Target="/ppt/media/image15.png" Id="R66f65a256d4441e0" /><Relationship Type="http://schemas.openxmlformats.org/officeDocument/2006/relationships/notesSlide" Target="/ppt/notesSlides/notesSlide53.xml" Id="R80f824c78d644db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11935d842d7454a" /><Relationship Type="http://schemas.openxmlformats.org/officeDocument/2006/relationships/notesSlide" Target="/ppt/notesSlides/notesSlide54.xml" Id="Rd74b21d432e1405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5c9fd7cb34a43fc" /><Relationship Type="http://schemas.openxmlformats.org/officeDocument/2006/relationships/notesSlide" Target="/ppt/notesSlides/notesSlide55.xml" Id="R76d9c618bb8b4e8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58941f7a3abc4b31" /><Relationship Type="http://schemas.openxmlformats.org/officeDocument/2006/relationships/notesSlide" Target="/ppt/notesSlides/notesSlide56.xml" Id="R7d5013bfad4a4e8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8ca26327f174869" /><Relationship Type="http://schemas.openxmlformats.org/officeDocument/2006/relationships/image" Target="/ppt/media/image21.png" Id="R25a27cce0e554f97" /><Relationship Type="http://schemas.openxmlformats.org/officeDocument/2006/relationships/notesSlide" Target="/ppt/notesSlides/notesSlide57.xml" Id="R97caf217eaf04e0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0e62c35922f42de" /><Relationship Type="http://schemas.openxmlformats.org/officeDocument/2006/relationships/image" Target="/ppt/media/image22.png" Id="Rcd7d09bfb89c4f2d" /><Relationship Type="http://schemas.openxmlformats.org/officeDocument/2006/relationships/notesSlide" Target="/ppt/notesSlides/notesSlide58.xml" Id="Rb6ad946cd095496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8a30ac64fbd04bba" /><Relationship Type="http://schemas.openxmlformats.org/officeDocument/2006/relationships/hyperlink" Target="https://www.inceptionlabs.ai/blog/introducing-mercury-2" TargetMode="External" Id="R3ff944b8ed294bd1" /><Relationship Type="http://schemas.openxmlformats.org/officeDocument/2006/relationships/notesSlide" Target="/ppt/notesSlides/notesSlide59.xml" Id="Ra84253087f95404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afcefc63a654a78" /><Relationship Type="http://schemas.openxmlformats.org/officeDocument/2006/relationships/notesSlide" Target="/ppt/notesSlides/notesSlide60.xml" Id="Rcce49a8687a3410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139dfb4cb5745ac" /><Relationship Type="http://schemas.openxmlformats.org/officeDocument/2006/relationships/notesSlide" Target="/ppt/notesSlides/notesSlide61.xml" Id="Re931b55bc49544c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33492b6351d4352" /><Relationship Type="http://schemas.openxmlformats.org/officeDocument/2006/relationships/notesSlide" Target="/ppt/notesSlides/notesSlide62.xml" Id="R394e1f27398e4b77"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5708194" name="Rectangle 1959211399">
            <a:extLst xmlns:a="http://schemas.openxmlformats.org/drawingml/2006/main">
              <a:ext uri="{FF2B5EF4-FFF2-40B4-BE49-F238E27FC236}">
                <a16:creationId xmlns:a16="http://schemas.microsoft.com/office/drawing/2014/main" id="{B05C5494-1AE9-4747-9355-0ACA931F2BA1}"/>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810709494" name="Rectangle 1850301699">
            <a:extLst xmlns:a="http://schemas.openxmlformats.org/drawingml/2006/main">
              <a:ext uri="{FF2B5EF4-FFF2-40B4-BE49-F238E27FC236}">
                <a16:creationId xmlns:a16="http://schemas.microsoft.com/office/drawing/2014/main" id="{905DB745-0187-4736-A9D2-033DB736F60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51300707" name="Rectangle 2018958639">
            <a:extLst xmlns:a="http://schemas.openxmlformats.org/drawingml/2006/main">
              <a:ext uri="{FF2B5EF4-FFF2-40B4-BE49-F238E27FC236}">
                <a16:creationId xmlns:a16="http://schemas.microsoft.com/office/drawing/2014/main" id="{7ACA6F72-4B27-4647-B7DA-A6FB499DD3DB}"/>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754746618" name="Rectangle: Rounded Corners 90328709">
            <a:extLst xmlns:a="http://schemas.openxmlformats.org/drawingml/2006/main">
              <a:ext uri="{FF2B5EF4-FFF2-40B4-BE49-F238E27FC236}">
                <a16:creationId xmlns:a16="http://schemas.microsoft.com/office/drawing/2014/main" id="{7C15D0D5-46F4-409F-AF43-C4FF5E236B73}"/>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9766" name="Straight Connector 453704306">
            <a:extLst xmlns:a="http://schemas.openxmlformats.org/drawingml/2006/main">
              <a:ext uri="{FF2B5EF4-FFF2-40B4-BE49-F238E27FC236}">
                <a16:creationId xmlns:a16="http://schemas.microsoft.com/office/drawing/2014/main" id="{0A18B86E-B72B-4735-9EFC-36C8AF46CC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288598" name="Oval 1383570775">
            <a:extLst xmlns:a="http://schemas.openxmlformats.org/drawingml/2006/main">
              <a:ext uri="{FF2B5EF4-FFF2-40B4-BE49-F238E27FC236}">
                <a16:creationId xmlns:a16="http://schemas.microsoft.com/office/drawing/2014/main" id="{A7F1DFA6-2686-40FC-8BEF-D0D38C17E6C0}"/>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702391950" name="Rectangle 1909465558">
            <a:extLst xmlns:a="http://schemas.openxmlformats.org/drawingml/2006/main">
              <a:ext uri="{FF2B5EF4-FFF2-40B4-BE49-F238E27FC236}">
                <a16:creationId xmlns:a16="http://schemas.microsoft.com/office/drawing/2014/main" id="{7BBF058E-8A6C-4D9D-9F63-7250D0CEE85A}"/>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232116952" name="Rectangle 373098539">
            <a:extLst xmlns:a="http://schemas.openxmlformats.org/drawingml/2006/main">
              <a:ext uri="{FF2B5EF4-FFF2-40B4-BE49-F238E27FC236}">
                <a16:creationId xmlns:a16="http://schemas.microsoft.com/office/drawing/2014/main" id="{3081A7B8-A30C-40E6-8BE9-16826DDC5C0D}"/>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38406034" name="Rectangle 1435247823">
            <a:extLst xmlns:a="http://schemas.openxmlformats.org/drawingml/2006/main">
              <a:ext uri="{FF2B5EF4-FFF2-40B4-BE49-F238E27FC236}">
                <a16:creationId xmlns:a16="http://schemas.microsoft.com/office/drawing/2014/main" id="{8F7B97D2-C060-4DC7-BC1D-B982F9896AA5}"/>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29598162" name="Oval 517207118">
            <a:extLst xmlns:a="http://schemas.openxmlformats.org/drawingml/2006/main">
              <a:ext uri="{FF2B5EF4-FFF2-40B4-BE49-F238E27FC236}">
                <a16:creationId xmlns:a16="http://schemas.microsoft.com/office/drawing/2014/main" id="{51F053AB-7764-48E0-A0C4-E11AA129665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12690042" name="Rectangle 1431946798">
            <a:extLst xmlns:a="http://schemas.openxmlformats.org/drawingml/2006/main">
              <a:ext uri="{FF2B5EF4-FFF2-40B4-BE49-F238E27FC236}">
                <a16:creationId xmlns:a16="http://schemas.microsoft.com/office/drawing/2014/main" id="{9BCE7B04-5B1E-4AAD-BA51-1B8175A50945}"/>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444206310" name="Rectangle 1613992743">
            <a:extLst xmlns:a="http://schemas.openxmlformats.org/drawingml/2006/main">
              <a:ext uri="{FF2B5EF4-FFF2-40B4-BE49-F238E27FC236}">
                <a16:creationId xmlns:a16="http://schemas.microsoft.com/office/drawing/2014/main" id="{88FF1644-7891-421F-B8BA-C10FA957FBAC}"/>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832842246" name="Rectangle 1819292424">
            <a:extLst xmlns:a="http://schemas.openxmlformats.org/drawingml/2006/main">
              <a:ext uri="{FF2B5EF4-FFF2-40B4-BE49-F238E27FC236}">
                <a16:creationId xmlns:a16="http://schemas.microsoft.com/office/drawing/2014/main" id="{592A3DE8-2B23-4428-AE99-3A809A195A56}"/>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2106026753" name="Oval 1011337880">
            <a:extLst xmlns:a="http://schemas.openxmlformats.org/drawingml/2006/main">
              <a:ext uri="{FF2B5EF4-FFF2-40B4-BE49-F238E27FC236}">
                <a16:creationId xmlns:a16="http://schemas.microsoft.com/office/drawing/2014/main" id="{6DCEB25A-DCD2-4492-A045-A9839AE8308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66469276" name="Rectangle 231300994">
            <a:extLst xmlns:a="http://schemas.openxmlformats.org/drawingml/2006/main">
              <a:ext uri="{FF2B5EF4-FFF2-40B4-BE49-F238E27FC236}">
                <a16:creationId xmlns:a16="http://schemas.microsoft.com/office/drawing/2014/main" id="{02DF0B9F-9A3A-44BC-B244-0FFBB709E7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46975140" name="Rectangle 1085761315">
            <a:extLst xmlns:a="http://schemas.openxmlformats.org/drawingml/2006/main">
              <a:ext uri="{FF2B5EF4-FFF2-40B4-BE49-F238E27FC236}">
                <a16:creationId xmlns:a16="http://schemas.microsoft.com/office/drawing/2014/main" id="{B6EA5716-C3CB-446C-B908-EF821248D6C5}"/>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646153075" name="Rectangle 9026134">
            <a:extLst xmlns:a="http://schemas.openxmlformats.org/drawingml/2006/main">
              <a:ext uri="{FF2B5EF4-FFF2-40B4-BE49-F238E27FC236}">
                <a16:creationId xmlns:a16="http://schemas.microsoft.com/office/drawing/2014/main" id="{6E376C96-A9C5-47C3-ABEF-EAFD663FFE7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618006426" name="Oval 1242283889">
            <a:extLst xmlns:a="http://schemas.openxmlformats.org/drawingml/2006/main">
              <a:ext uri="{FF2B5EF4-FFF2-40B4-BE49-F238E27FC236}">
                <a16:creationId xmlns:a16="http://schemas.microsoft.com/office/drawing/2014/main" id="{BF6D8737-A622-4921-9C8D-64BABCCAE82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2007049168" name="Rectangle 760971764">
            <a:extLst xmlns:a="http://schemas.openxmlformats.org/drawingml/2006/main">
              <a:ext uri="{FF2B5EF4-FFF2-40B4-BE49-F238E27FC236}">
                <a16:creationId xmlns:a16="http://schemas.microsoft.com/office/drawing/2014/main" id="{33E5B4AF-0135-4E01-88F5-05F4F5F7D692}"/>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116725509" name="Rectangle 236810503">
            <a:extLst xmlns:a="http://schemas.openxmlformats.org/drawingml/2006/main">
              <a:ext uri="{FF2B5EF4-FFF2-40B4-BE49-F238E27FC236}">
                <a16:creationId xmlns:a16="http://schemas.microsoft.com/office/drawing/2014/main" id="{A10265E0-743A-436A-9E50-980AB1A95159}"/>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423430862" name="Rectangle 297379142">
            <a:extLst xmlns:a="http://schemas.openxmlformats.org/drawingml/2006/main">
              <a:ext uri="{FF2B5EF4-FFF2-40B4-BE49-F238E27FC236}">
                <a16:creationId xmlns:a16="http://schemas.microsoft.com/office/drawing/2014/main" id="{C5E97DC5-4FB0-45AA-A644-ABB18B913653}"/>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361009392" name="Oval 886147111">
            <a:extLst xmlns:a="http://schemas.openxmlformats.org/drawingml/2006/main">
              <a:ext uri="{FF2B5EF4-FFF2-40B4-BE49-F238E27FC236}">
                <a16:creationId xmlns:a16="http://schemas.microsoft.com/office/drawing/2014/main" id="{7504027F-A34B-4790-BB12-2252E3059BE9}"/>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095450419" name="Rectangle 1979103398">
            <a:extLst xmlns:a="http://schemas.openxmlformats.org/drawingml/2006/main">
              <a:ext uri="{FF2B5EF4-FFF2-40B4-BE49-F238E27FC236}">
                <a16:creationId xmlns:a16="http://schemas.microsoft.com/office/drawing/2014/main" id="{4AE908EF-69A5-493E-B46D-5CFDA2BA0A3B}"/>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08645433" name="Rectangle 668892514">
            <a:extLst xmlns:a="http://schemas.openxmlformats.org/drawingml/2006/main">
              <a:ext uri="{FF2B5EF4-FFF2-40B4-BE49-F238E27FC236}">
                <a16:creationId xmlns:a16="http://schemas.microsoft.com/office/drawing/2014/main" id="{9BAD99D6-F8D8-4F21-8BF0-A3016727299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533880405" name="Rectangle 846714876">
            <a:extLst xmlns:a="http://schemas.openxmlformats.org/drawingml/2006/main">
              <a:ext uri="{FF2B5EF4-FFF2-40B4-BE49-F238E27FC236}">
                <a16:creationId xmlns:a16="http://schemas.microsoft.com/office/drawing/2014/main" id="{06F79320-42F2-43E8-8890-C54FD75FE5A4}"/>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35529803" name="Rectangle 612628765">
            <a:extLst xmlns:a="http://schemas.openxmlformats.org/drawingml/2006/main">
              <a:ext uri="{FF2B5EF4-FFF2-40B4-BE49-F238E27FC236}">
                <a16:creationId xmlns:a16="http://schemas.microsoft.com/office/drawing/2014/main" id="{089F51E2-F836-4688-8291-5D9B75651D79}"/>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89843084" name="Rectangle 1343619986">
            <a:extLst xmlns:a="http://schemas.openxmlformats.org/drawingml/2006/main">
              <a:ext uri="{FF2B5EF4-FFF2-40B4-BE49-F238E27FC236}">
                <a16:creationId xmlns:a16="http://schemas.microsoft.com/office/drawing/2014/main" id="{486E03DC-0D04-403C-8CFD-34B7D53EEF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29342277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920512" name="Rectangle 935271156">
            <a:extLst xmlns:a="http://schemas.openxmlformats.org/drawingml/2006/main">
              <a:ext uri="{FF2B5EF4-FFF2-40B4-BE49-F238E27FC236}">
                <a16:creationId xmlns:a16="http://schemas.microsoft.com/office/drawing/2014/main" id="{D249DC65-B09D-4916-A5B7-59D46C433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42502162" name="Rectangle 251777344">
            <a:extLst xmlns:a="http://schemas.openxmlformats.org/drawingml/2006/main">
              <a:ext uri="{FF2B5EF4-FFF2-40B4-BE49-F238E27FC236}">
                <a16:creationId xmlns:a16="http://schemas.microsoft.com/office/drawing/2014/main" id="{3899E2EA-A7B6-4E01-AF9A-062569F6E88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48205303" name="Rectangle: Rounded Corners 1456392341">
            <a:extLst xmlns:a="http://schemas.openxmlformats.org/drawingml/2006/main">
              <a:ext uri="{FF2B5EF4-FFF2-40B4-BE49-F238E27FC236}">
                <a16:creationId xmlns:a16="http://schemas.microsoft.com/office/drawing/2014/main" id="{EE6D3DAD-7D9E-4382-9822-9ABF48D6101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670302" name="Rectangle: Rounded Corners 1987074982">
            <a:extLst xmlns:a="http://schemas.openxmlformats.org/drawingml/2006/main">
              <a:ext uri="{FF2B5EF4-FFF2-40B4-BE49-F238E27FC236}">
                <a16:creationId xmlns:a16="http://schemas.microsoft.com/office/drawing/2014/main" id="{8C6E7007-1BF4-44A7-903B-2B762C14BE6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700205" name="Rectangle 1286956634">
            <a:extLst xmlns:a="http://schemas.openxmlformats.org/drawingml/2006/main">
              <a:ext uri="{FF2B5EF4-FFF2-40B4-BE49-F238E27FC236}">
                <a16:creationId xmlns:a16="http://schemas.microsoft.com/office/drawing/2014/main" id="{DEE63C0E-5902-4104-9A49-33C2BF8DF51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23003942" name="Rectangle 399762638">
            <a:extLst xmlns:a="http://schemas.openxmlformats.org/drawingml/2006/main">
              <a:ext uri="{FF2B5EF4-FFF2-40B4-BE49-F238E27FC236}">
                <a16:creationId xmlns:a16="http://schemas.microsoft.com/office/drawing/2014/main" id="{B757CA9B-72D2-4BA9-9D74-AA9C2AD5279D}"/>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69907429" name="Rectangle 1233632033">
            <a:extLst xmlns:a="http://schemas.openxmlformats.org/drawingml/2006/main">
              <a:ext uri="{FF2B5EF4-FFF2-40B4-BE49-F238E27FC236}">
                <a16:creationId xmlns:a16="http://schemas.microsoft.com/office/drawing/2014/main" id="{A7B0010D-3C7D-456C-A3B0-FD64610AFED8}"/>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450023583" name="Rectangle 987778106">
            <a:extLst xmlns:a="http://schemas.openxmlformats.org/drawingml/2006/main">
              <a:ext uri="{FF2B5EF4-FFF2-40B4-BE49-F238E27FC236}">
                <a16:creationId xmlns:a16="http://schemas.microsoft.com/office/drawing/2014/main" id="{73C46F15-B424-44BE-B0B7-A02251C816DC}"/>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44697037" name="Rectangle 1495975732">
            <a:extLst xmlns:a="http://schemas.openxmlformats.org/drawingml/2006/main">
              <a:ext uri="{FF2B5EF4-FFF2-40B4-BE49-F238E27FC236}">
                <a16:creationId xmlns:a16="http://schemas.microsoft.com/office/drawing/2014/main" id="{D802A7B3-E143-4A14-B5D5-0AFC9D81D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204250217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fec88732c0d1403f"/>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19766463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484954" name="Rectangle 197505908">
            <a:extLst xmlns:a="http://schemas.openxmlformats.org/drawingml/2006/main">
              <a:ext uri="{FF2B5EF4-FFF2-40B4-BE49-F238E27FC236}">
                <a16:creationId xmlns:a16="http://schemas.microsoft.com/office/drawing/2014/main" id="{71EF816E-A40F-498A-B3EA-14682582C9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87058182" name="Rectangle 1909048147">
            <a:extLst xmlns:a="http://schemas.openxmlformats.org/drawingml/2006/main">
              <a:ext uri="{FF2B5EF4-FFF2-40B4-BE49-F238E27FC236}">
                <a16:creationId xmlns:a16="http://schemas.microsoft.com/office/drawing/2014/main" id="{8712EE5F-C940-4D61-A9CE-CAF95C49A8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986892359" name="Rectangle: Rounded Corners 816331080">
            <a:extLst xmlns:a="http://schemas.openxmlformats.org/drawingml/2006/main">
              <a:ext uri="{FF2B5EF4-FFF2-40B4-BE49-F238E27FC236}">
                <a16:creationId xmlns:a16="http://schemas.microsoft.com/office/drawing/2014/main" id="{104ECFA2-6982-4C8F-AF4C-605D2AF623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058187"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f3e75aaa6ffe42c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2091499" name="Straight Connector 161416146">
            <a:extLst xmlns:a="http://schemas.openxmlformats.org/drawingml/2006/main">
              <a:ext uri="{FF2B5EF4-FFF2-40B4-BE49-F238E27FC236}">
                <a16:creationId xmlns:a16="http://schemas.microsoft.com/office/drawing/2014/main" id="{3D55A7EA-DF1D-492F-A46A-DA53ECA6FB6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268589" name="Straight Connector 61902172">
            <a:extLst xmlns:a="http://schemas.openxmlformats.org/drawingml/2006/main">
              <a:ext uri="{FF2B5EF4-FFF2-40B4-BE49-F238E27FC236}">
                <a16:creationId xmlns:a16="http://schemas.microsoft.com/office/drawing/2014/main" id="{74341F3E-28D5-45DE-9093-6B9C2AAF676B}"/>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050345" name="Rectangle: Rounded Corners 898681238">
            <a:extLst xmlns:a="http://schemas.openxmlformats.org/drawingml/2006/main">
              <a:ext uri="{FF2B5EF4-FFF2-40B4-BE49-F238E27FC236}">
                <a16:creationId xmlns:a16="http://schemas.microsoft.com/office/drawing/2014/main" id="{1304AD53-14F1-4570-B694-63B15E17A97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65070858" name="Rectangle 1225503430">
            <a:extLst xmlns:a="http://schemas.openxmlformats.org/drawingml/2006/main">
              <a:ext uri="{FF2B5EF4-FFF2-40B4-BE49-F238E27FC236}">
                <a16:creationId xmlns:a16="http://schemas.microsoft.com/office/drawing/2014/main" id="{05B5F883-EFE6-444C-A95A-7E5B64C29D8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739899073" name="Straight Connector 1461826591">
            <a:extLst xmlns:a="http://schemas.openxmlformats.org/drawingml/2006/main">
              <a:ext uri="{FF2B5EF4-FFF2-40B4-BE49-F238E27FC236}">
                <a16:creationId xmlns:a16="http://schemas.microsoft.com/office/drawing/2014/main" id="{FBC7E6F1-D895-446E-9414-77C68B90D6FA}"/>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478034" name="Oval 308551117">
            <a:extLst xmlns:a="http://schemas.openxmlformats.org/drawingml/2006/main">
              <a:ext uri="{FF2B5EF4-FFF2-40B4-BE49-F238E27FC236}">
                <a16:creationId xmlns:a16="http://schemas.microsoft.com/office/drawing/2014/main" id="{2C839B10-E812-42F0-81AE-A7BD9E9B134A}"/>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734932" name="Straight Connector 2122530921">
            <a:extLst xmlns:a="http://schemas.openxmlformats.org/drawingml/2006/main">
              <a:ext uri="{FF2B5EF4-FFF2-40B4-BE49-F238E27FC236}">
                <a16:creationId xmlns:a16="http://schemas.microsoft.com/office/drawing/2014/main" id="{3420983C-442E-4D72-8E58-F00D0AD2CE6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044188" name="Oval 1902723883">
            <a:extLst xmlns:a="http://schemas.openxmlformats.org/drawingml/2006/main">
              <a:ext uri="{FF2B5EF4-FFF2-40B4-BE49-F238E27FC236}">
                <a16:creationId xmlns:a16="http://schemas.microsoft.com/office/drawing/2014/main" id="{847B8547-381D-4B38-A3B1-BEC4A27A826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86816" name="Straight Connector 167498950">
            <a:extLst xmlns:a="http://schemas.openxmlformats.org/drawingml/2006/main">
              <a:ext uri="{FF2B5EF4-FFF2-40B4-BE49-F238E27FC236}">
                <a16:creationId xmlns:a16="http://schemas.microsoft.com/office/drawing/2014/main" id="{46622798-9772-4D30-A390-F02B922D31F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950403" name="Oval 1159963357">
            <a:extLst xmlns:a="http://schemas.openxmlformats.org/drawingml/2006/main">
              <a:ext uri="{FF2B5EF4-FFF2-40B4-BE49-F238E27FC236}">
                <a16:creationId xmlns:a16="http://schemas.microsoft.com/office/drawing/2014/main" id="{C23F725F-EE05-475E-8D38-929FA70E663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26" name="Straight Connector 1986469558">
            <a:extLst xmlns:a="http://schemas.openxmlformats.org/drawingml/2006/main">
              <a:ext uri="{FF2B5EF4-FFF2-40B4-BE49-F238E27FC236}">
                <a16:creationId xmlns:a16="http://schemas.microsoft.com/office/drawing/2014/main" id="{01E627F2-1889-43D1-9C44-73FC2106A1C0}"/>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0370493" name="Oval 1145200305">
            <a:extLst xmlns:a="http://schemas.openxmlformats.org/drawingml/2006/main">
              <a:ext uri="{FF2B5EF4-FFF2-40B4-BE49-F238E27FC236}">
                <a16:creationId xmlns:a16="http://schemas.microsoft.com/office/drawing/2014/main" id="{A646AF23-2AC6-49E1-A7BA-87030BC74A0B}"/>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717435" name="Straight Connector 1746813433">
            <a:extLst xmlns:a="http://schemas.openxmlformats.org/drawingml/2006/main">
              <a:ext uri="{FF2B5EF4-FFF2-40B4-BE49-F238E27FC236}">
                <a16:creationId xmlns:a16="http://schemas.microsoft.com/office/drawing/2014/main" id="{FA495C97-C539-4500-952B-4DEF7B5B4BC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126318" name="Oval 2137688682">
            <a:extLst xmlns:a="http://schemas.openxmlformats.org/drawingml/2006/main">
              <a:ext uri="{FF2B5EF4-FFF2-40B4-BE49-F238E27FC236}">
                <a16:creationId xmlns:a16="http://schemas.microsoft.com/office/drawing/2014/main" id="{8E2386E2-E3CB-4B85-8115-855402833C4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108470" name="Straight Connector 696285493">
            <a:extLst xmlns:a="http://schemas.openxmlformats.org/drawingml/2006/main">
              <a:ext uri="{FF2B5EF4-FFF2-40B4-BE49-F238E27FC236}">
                <a16:creationId xmlns:a16="http://schemas.microsoft.com/office/drawing/2014/main" id="{96E21F2E-D49B-4AF1-AF88-D58FA23A624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1159" name="Oval 1445698389">
            <a:extLst xmlns:a="http://schemas.openxmlformats.org/drawingml/2006/main">
              <a:ext uri="{FF2B5EF4-FFF2-40B4-BE49-F238E27FC236}">
                <a16:creationId xmlns:a16="http://schemas.microsoft.com/office/drawing/2014/main" id="{DF127883-1F9A-4900-A4A1-7A8A52E80C0C}"/>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748725" name="Rectangle 1506024003">
            <a:extLst xmlns:a="http://schemas.openxmlformats.org/drawingml/2006/main">
              <a:ext uri="{FF2B5EF4-FFF2-40B4-BE49-F238E27FC236}">
                <a16:creationId xmlns:a16="http://schemas.microsoft.com/office/drawing/2014/main" id="{96CFD691-B723-4DAB-9797-F9771F84DE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852898845" name="Rectangle 340544592">
            <a:extLst xmlns:a="http://schemas.openxmlformats.org/drawingml/2006/main">
              <a:ext uri="{FF2B5EF4-FFF2-40B4-BE49-F238E27FC236}">
                <a16:creationId xmlns:a16="http://schemas.microsoft.com/office/drawing/2014/main" id="{234B616E-4BD7-448F-B6BD-4D6CC6579BD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58772330" name="Rectangle 191215672">
            <a:extLst xmlns:a="http://schemas.openxmlformats.org/drawingml/2006/main">
              <a:ext uri="{FF2B5EF4-FFF2-40B4-BE49-F238E27FC236}">
                <a16:creationId xmlns:a16="http://schemas.microsoft.com/office/drawing/2014/main" id="{24F5D7B8-54A6-4C99-97DD-5E9796A360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665803351" name="Straight Connector 523934700">
            <a:extLst xmlns:a="http://schemas.openxmlformats.org/drawingml/2006/main">
              <a:ext uri="{FF2B5EF4-FFF2-40B4-BE49-F238E27FC236}">
                <a16:creationId xmlns:a16="http://schemas.microsoft.com/office/drawing/2014/main" id="{A14512D2-2B09-4B04-9534-575F6300FEB1}"/>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5396874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5627072" name="Rectangle 764921179">
            <a:extLst xmlns:a="http://schemas.openxmlformats.org/drawingml/2006/main">
              <a:ext uri="{FF2B5EF4-FFF2-40B4-BE49-F238E27FC236}">
                <a16:creationId xmlns:a16="http://schemas.microsoft.com/office/drawing/2014/main" id="{213BC3D4-6616-4790-975E-96A705E7F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08183758" name="Rectangle 1306971651">
            <a:extLst xmlns:a="http://schemas.openxmlformats.org/drawingml/2006/main">
              <a:ext uri="{FF2B5EF4-FFF2-40B4-BE49-F238E27FC236}">
                <a16:creationId xmlns:a16="http://schemas.microsoft.com/office/drawing/2014/main" id="{D22FB868-436C-49BD-9D48-39FB08F37C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826362991" name="Rectangle: Rounded Corners 1651333515">
            <a:extLst xmlns:a="http://schemas.openxmlformats.org/drawingml/2006/main">
              <a:ext uri="{FF2B5EF4-FFF2-40B4-BE49-F238E27FC236}">
                <a16:creationId xmlns:a16="http://schemas.microsoft.com/office/drawing/2014/main" id="{D0B5B49A-85B9-4B08-8E6D-0429F039429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807868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1492f709138f419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376838995" name="Straight Connector 673215582">
            <a:extLst xmlns:a="http://schemas.openxmlformats.org/drawingml/2006/main">
              <a:ext uri="{FF2B5EF4-FFF2-40B4-BE49-F238E27FC236}">
                <a16:creationId xmlns:a16="http://schemas.microsoft.com/office/drawing/2014/main" id="{0758B56B-0AE9-420E-93D7-D9E1C112C99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103862" name="Straight Connector 1831783794">
            <a:extLst xmlns:a="http://schemas.openxmlformats.org/drawingml/2006/main">
              <a:ext uri="{FF2B5EF4-FFF2-40B4-BE49-F238E27FC236}">
                <a16:creationId xmlns:a16="http://schemas.microsoft.com/office/drawing/2014/main" id="{3A247C5B-1BEF-4DFD-BC01-F365AA2C294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0031802" name="Rectangle: Rounded Corners 1519439690">
            <a:extLst xmlns:a="http://schemas.openxmlformats.org/drawingml/2006/main">
              <a:ext uri="{FF2B5EF4-FFF2-40B4-BE49-F238E27FC236}">
                <a16:creationId xmlns:a16="http://schemas.microsoft.com/office/drawing/2014/main" id="{4F3B53FE-10EE-4B5A-AFAE-FAAF4E238B63}"/>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76660065" name="Rectangle 1880411001">
            <a:extLst xmlns:a="http://schemas.openxmlformats.org/drawingml/2006/main">
              <a:ext uri="{FF2B5EF4-FFF2-40B4-BE49-F238E27FC236}">
                <a16:creationId xmlns:a16="http://schemas.microsoft.com/office/drawing/2014/main" id="{870C23BB-5081-438E-BE75-0990748F44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698895737" name="Straight Connector 63070562">
            <a:extLst xmlns:a="http://schemas.openxmlformats.org/drawingml/2006/main">
              <a:ext uri="{FF2B5EF4-FFF2-40B4-BE49-F238E27FC236}">
                <a16:creationId xmlns:a16="http://schemas.microsoft.com/office/drawing/2014/main" id="{CB87D837-5939-481E-B032-4DD28A26839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823766" name="Oval 723606972">
            <a:extLst xmlns:a="http://schemas.openxmlformats.org/drawingml/2006/main">
              <a:ext uri="{FF2B5EF4-FFF2-40B4-BE49-F238E27FC236}">
                <a16:creationId xmlns:a16="http://schemas.microsoft.com/office/drawing/2014/main" id="{2FC3B728-47F6-4EE6-8BE9-6149B50A7BC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262628" name="Straight Connector 1295429066">
            <a:extLst xmlns:a="http://schemas.openxmlformats.org/drawingml/2006/main">
              <a:ext uri="{FF2B5EF4-FFF2-40B4-BE49-F238E27FC236}">
                <a16:creationId xmlns:a16="http://schemas.microsoft.com/office/drawing/2014/main" id="{3EBD29ED-211B-43AF-A6DC-F26E8654100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64123" name="Oval 8682068">
            <a:extLst xmlns:a="http://schemas.openxmlformats.org/drawingml/2006/main">
              <a:ext uri="{FF2B5EF4-FFF2-40B4-BE49-F238E27FC236}">
                <a16:creationId xmlns:a16="http://schemas.microsoft.com/office/drawing/2014/main" id="{7BD5F56A-AAC0-4BB4-96FE-A28BE2E0225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36873" name="Straight Connector 2139346071">
            <a:extLst xmlns:a="http://schemas.openxmlformats.org/drawingml/2006/main">
              <a:ext uri="{FF2B5EF4-FFF2-40B4-BE49-F238E27FC236}">
                <a16:creationId xmlns:a16="http://schemas.microsoft.com/office/drawing/2014/main" id="{85F2A94D-635A-446C-BB89-F7F00E9EE0B0}"/>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4228471" name="Oval 2066189596">
            <a:extLst xmlns:a="http://schemas.openxmlformats.org/drawingml/2006/main">
              <a:ext uri="{FF2B5EF4-FFF2-40B4-BE49-F238E27FC236}">
                <a16:creationId xmlns:a16="http://schemas.microsoft.com/office/drawing/2014/main" id="{B772D2BD-9739-4A86-809D-8AEC1073762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106511" name="Straight Connector 272593582">
            <a:extLst xmlns:a="http://schemas.openxmlformats.org/drawingml/2006/main">
              <a:ext uri="{FF2B5EF4-FFF2-40B4-BE49-F238E27FC236}">
                <a16:creationId xmlns:a16="http://schemas.microsoft.com/office/drawing/2014/main" id="{2EDF847B-44C1-4E50-9C57-E4A807AD06D0}"/>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0408" name="Oval 134232463">
            <a:extLst xmlns:a="http://schemas.openxmlformats.org/drawingml/2006/main">
              <a:ext uri="{FF2B5EF4-FFF2-40B4-BE49-F238E27FC236}">
                <a16:creationId xmlns:a16="http://schemas.microsoft.com/office/drawing/2014/main" id="{4CBC9EA8-044E-48D1-ACE0-2257FBEBEE2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45498" name="Straight Connector 775049891">
            <a:extLst xmlns:a="http://schemas.openxmlformats.org/drawingml/2006/main">
              <a:ext uri="{FF2B5EF4-FFF2-40B4-BE49-F238E27FC236}">
                <a16:creationId xmlns:a16="http://schemas.microsoft.com/office/drawing/2014/main" id="{E153E4DB-A375-4519-B5D0-B708EDED655A}"/>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48961" name="Oval 1072269508">
            <a:extLst xmlns:a="http://schemas.openxmlformats.org/drawingml/2006/main">
              <a:ext uri="{FF2B5EF4-FFF2-40B4-BE49-F238E27FC236}">
                <a16:creationId xmlns:a16="http://schemas.microsoft.com/office/drawing/2014/main" id="{28A6D9D0-ED05-4752-8329-669D1BB4B4C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50598" name="Straight Connector 982061214">
            <a:extLst xmlns:a="http://schemas.openxmlformats.org/drawingml/2006/main">
              <a:ext uri="{FF2B5EF4-FFF2-40B4-BE49-F238E27FC236}">
                <a16:creationId xmlns:a16="http://schemas.microsoft.com/office/drawing/2014/main" id="{59EF6478-07C3-4AC8-9F21-D19998B37C0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3290110" name="Oval 1509233170">
            <a:extLst xmlns:a="http://schemas.openxmlformats.org/drawingml/2006/main">
              <a:ext uri="{FF2B5EF4-FFF2-40B4-BE49-F238E27FC236}">
                <a16:creationId xmlns:a16="http://schemas.microsoft.com/office/drawing/2014/main" id="{C11BCC13-8392-468F-8C4C-5E318191C33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542584" name="Rectangle 835713909">
            <a:extLst xmlns:a="http://schemas.openxmlformats.org/drawingml/2006/main">
              <a:ext uri="{FF2B5EF4-FFF2-40B4-BE49-F238E27FC236}">
                <a16:creationId xmlns:a16="http://schemas.microsoft.com/office/drawing/2014/main" id="{FDC63302-47A5-42BF-9C23-D408758E08C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54309339" name="Rectangle 891411324">
            <a:extLst xmlns:a="http://schemas.openxmlformats.org/drawingml/2006/main">
              <a:ext uri="{FF2B5EF4-FFF2-40B4-BE49-F238E27FC236}">
                <a16:creationId xmlns:a16="http://schemas.microsoft.com/office/drawing/2014/main" id="{1890788F-B2D4-4C6E-9E2E-23FC4CC67DBF}"/>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78817618" name="Rectangle 1615394469">
            <a:extLst xmlns:a="http://schemas.openxmlformats.org/drawingml/2006/main">
              <a:ext uri="{FF2B5EF4-FFF2-40B4-BE49-F238E27FC236}">
                <a16:creationId xmlns:a16="http://schemas.microsoft.com/office/drawing/2014/main" id="{E021CFBD-8A33-48F2-A6A7-8A3C778B10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2098078680" name="solidguide_flipV">
            <a:extLst xmlns:a="http://schemas.openxmlformats.org/drawingml/2006/main">
              <a:ext uri="{FF2B5EF4-FFF2-40B4-BE49-F238E27FC236}">
                <a16:creationId xmlns:a16="http://schemas.microsoft.com/office/drawing/2014/main" id="{B6F3FE98-5CA5-47E3-B85E-ADA746440A5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85491654"/>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1412796" name="Rectangle 810486817">
            <a:extLst xmlns:a="http://schemas.openxmlformats.org/drawingml/2006/main">
              <a:ext uri="{FF2B5EF4-FFF2-40B4-BE49-F238E27FC236}">
                <a16:creationId xmlns:a16="http://schemas.microsoft.com/office/drawing/2014/main" id="{AC25E25D-6C04-4170-AA64-C81B7A97BF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1866645" name="Rectangle 1387195607">
            <a:extLst xmlns:a="http://schemas.openxmlformats.org/drawingml/2006/main">
              <a:ext uri="{FF2B5EF4-FFF2-40B4-BE49-F238E27FC236}">
                <a16:creationId xmlns:a16="http://schemas.microsoft.com/office/drawing/2014/main" id="{B0ADD15C-222D-429F-A32B-D4DA3DE99A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4781276" name="Rectangle: Rounded Corners 2010506367">
            <a:extLst xmlns:a="http://schemas.openxmlformats.org/drawingml/2006/main">
              <a:ext uri="{FF2B5EF4-FFF2-40B4-BE49-F238E27FC236}">
                <a16:creationId xmlns:a16="http://schemas.microsoft.com/office/drawing/2014/main" id="{979E1D41-4FF3-4E7E-81C1-4ACFE02E14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1412801"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ea6dc9a70654499d"/>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9814057" name="Straight Connector 1226520373">
            <a:extLst xmlns:a="http://schemas.openxmlformats.org/drawingml/2006/main">
              <a:ext uri="{FF2B5EF4-FFF2-40B4-BE49-F238E27FC236}">
                <a16:creationId xmlns:a16="http://schemas.microsoft.com/office/drawing/2014/main" id="{E00F67D8-5EE5-423D-8458-443AA9A52C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803136" name="Straight Connector 1752169602">
            <a:extLst xmlns:a="http://schemas.openxmlformats.org/drawingml/2006/main">
              <a:ext uri="{FF2B5EF4-FFF2-40B4-BE49-F238E27FC236}">
                <a16:creationId xmlns:a16="http://schemas.microsoft.com/office/drawing/2014/main" id="{F4F20E00-0712-4E7D-88B1-AA2D77A3C70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74703" name="Rectangle: Rounded Corners 917000957">
            <a:extLst xmlns:a="http://schemas.openxmlformats.org/drawingml/2006/main">
              <a:ext uri="{FF2B5EF4-FFF2-40B4-BE49-F238E27FC236}">
                <a16:creationId xmlns:a16="http://schemas.microsoft.com/office/drawing/2014/main" id="{722DEF0B-3106-4B06-8FFD-DE9987CB05B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25274470" name="Rectangle 835812764">
            <a:extLst xmlns:a="http://schemas.openxmlformats.org/drawingml/2006/main">
              <a:ext uri="{FF2B5EF4-FFF2-40B4-BE49-F238E27FC236}">
                <a16:creationId xmlns:a16="http://schemas.microsoft.com/office/drawing/2014/main" id="{378E0BE5-A5D1-4E40-9731-7A3A20AAA640}"/>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47834223" name="Straight Connector 1136040176">
            <a:extLst xmlns:a="http://schemas.openxmlformats.org/drawingml/2006/main">
              <a:ext uri="{FF2B5EF4-FFF2-40B4-BE49-F238E27FC236}">
                <a16:creationId xmlns:a16="http://schemas.microsoft.com/office/drawing/2014/main" id="{02B938FD-ABD6-4EA9-9427-38CE2FD9CF9D}"/>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032307" name="Oval 583075002">
            <a:extLst xmlns:a="http://schemas.openxmlformats.org/drawingml/2006/main">
              <a:ext uri="{FF2B5EF4-FFF2-40B4-BE49-F238E27FC236}">
                <a16:creationId xmlns:a16="http://schemas.microsoft.com/office/drawing/2014/main" id="{31AB8228-FF12-47AD-81E8-4F668C90271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668344" name="Straight Connector 337929435">
            <a:extLst xmlns:a="http://schemas.openxmlformats.org/drawingml/2006/main">
              <a:ext uri="{FF2B5EF4-FFF2-40B4-BE49-F238E27FC236}">
                <a16:creationId xmlns:a16="http://schemas.microsoft.com/office/drawing/2014/main" id="{9393C379-32F3-4650-AE01-1BEC8B8B2F80}"/>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342749" name="Oval 2108938194">
            <a:extLst xmlns:a="http://schemas.openxmlformats.org/drawingml/2006/main">
              <a:ext uri="{FF2B5EF4-FFF2-40B4-BE49-F238E27FC236}">
                <a16:creationId xmlns:a16="http://schemas.microsoft.com/office/drawing/2014/main" id="{3CC273BA-BBCD-4CCD-B7B1-DC834C22CD6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701707" name="Straight Connector 1089038474">
            <a:extLst xmlns:a="http://schemas.openxmlformats.org/drawingml/2006/main">
              <a:ext uri="{FF2B5EF4-FFF2-40B4-BE49-F238E27FC236}">
                <a16:creationId xmlns:a16="http://schemas.microsoft.com/office/drawing/2014/main" id="{8C3B8C53-E26B-4CC3-A5AF-E16C1F5435A7}"/>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4622707" name="Oval 344103133">
            <a:extLst xmlns:a="http://schemas.openxmlformats.org/drawingml/2006/main">
              <a:ext uri="{FF2B5EF4-FFF2-40B4-BE49-F238E27FC236}">
                <a16:creationId xmlns:a16="http://schemas.microsoft.com/office/drawing/2014/main" id="{47AD0DDE-A6BA-4B6D-98D2-43CF760994F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6992882" name="Straight Connector 116319933">
            <a:extLst xmlns:a="http://schemas.openxmlformats.org/drawingml/2006/main">
              <a:ext uri="{FF2B5EF4-FFF2-40B4-BE49-F238E27FC236}">
                <a16:creationId xmlns:a16="http://schemas.microsoft.com/office/drawing/2014/main" id="{F1E2C10B-77A8-4341-BBB0-EAA27617F52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538050" name="Oval 1497503668">
            <a:extLst xmlns:a="http://schemas.openxmlformats.org/drawingml/2006/main">
              <a:ext uri="{FF2B5EF4-FFF2-40B4-BE49-F238E27FC236}">
                <a16:creationId xmlns:a16="http://schemas.microsoft.com/office/drawing/2014/main" id="{7D851C5A-5AEE-4B46-A3B5-37FD5C090D2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3721466" name="Straight Connector 1398652273">
            <a:extLst xmlns:a="http://schemas.openxmlformats.org/drawingml/2006/main">
              <a:ext uri="{FF2B5EF4-FFF2-40B4-BE49-F238E27FC236}">
                <a16:creationId xmlns:a16="http://schemas.microsoft.com/office/drawing/2014/main" id="{56692D30-B2B5-4D7E-AB6F-B68A06CE999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0143490" name="Oval 1635056806">
            <a:extLst xmlns:a="http://schemas.openxmlformats.org/drawingml/2006/main">
              <a:ext uri="{FF2B5EF4-FFF2-40B4-BE49-F238E27FC236}">
                <a16:creationId xmlns:a16="http://schemas.microsoft.com/office/drawing/2014/main" id="{79EE555E-DB5A-4ECB-8F3B-24B18E027C3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682266" name="Straight Connector 1900162545">
            <a:extLst xmlns:a="http://schemas.openxmlformats.org/drawingml/2006/main">
              <a:ext uri="{FF2B5EF4-FFF2-40B4-BE49-F238E27FC236}">
                <a16:creationId xmlns:a16="http://schemas.microsoft.com/office/drawing/2014/main" id="{24E14BDD-B9E0-42DE-B70C-569483C78DCF}"/>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460240" name="Oval 781560171">
            <a:extLst xmlns:a="http://schemas.openxmlformats.org/drawingml/2006/main">
              <a:ext uri="{FF2B5EF4-FFF2-40B4-BE49-F238E27FC236}">
                <a16:creationId xmlns:a16="http://schemas.microsoft.com/office/drawing/2014/main" id="{66024D16-161F-441E-80E6-7B6B483AA57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516956" name="Rectangle 1575462251">
            <a:extLst xmlns:a="http://schemas.openxmlformats.org/drawingml/2006/main">
              <a:ext uri="{FF2B5EF4-FFF2-40B4-BE49-F238E27FC236}">
                <a16:creationId xmlns:a16="http://schemas.microsoft.com/office/drawing/2014/main" id="{D5F4C2A2-397D-43A3-9514-0B9E2D687F2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456495701" name="Rectangle 1355267839">
            <a:extLst xmlns:a="http://schemas.openxmlformats.org/drawingml/2006/main">
              <a:ext uri="{FF2B5EF4-FFF2-40B4-BE49-F238E27FC236}">
                <a16:creationId xmlns:a16="http://schemas.microsoft.com/office/drawing/2014/main" id="{7B04CAC4-0AEF-4836-BDE8-29AEEAFF6ECD}"/>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68566154" name="Rectangle 1311817854">
            <a:extLst xmlns:a="http://schemas.openxmlformats.org/drawingml/2006/main">
              <a:ext uri="{FF2B5EF4-FFF2-40B4-BE49-F238E27FC236}">
                <a16:creationId xmlns:a16="http://schemas.microsoft.com/office/drawing/2014/main" id="{0608F436-8416-4A98-AACC-21CBA3E33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261781624" name="solidguide_flipV">
            <a:extLst xmlns:a="http://schemas.openxmlformats.org/drawingml/2006/main">
              <a:ext uri="{FF2B5EF4-FFF2-40B4-BE49-F238E27FC236}">
                <a16:creationId xmlns:a16="http://schemas.microsoft.com/office/drawing/2014/main" id="{322AFF34-C51E-4B67-9B29-849144144DA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2205644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1855857" name="Rectangle 896921065">
            <a:extLst xmlns:a="http://schemas.openxmlformats.org/drawingml/2006/main">
              <a:ext uri="{FF2B5EF4-FFF2-40B4-BE49-F238E27FC236}">
                <a16:creationId xmlns:a16="http://schemas.microsoft.com/office/drawing/2014/main" id="{2FF9FA99-9E7E-4144-A282-511950504C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27671961" name="Rectangle 873289791">
            <a:extLst xmlns:a="http://schemas.openxmlformats.org/drawingml/2006/main">
              <a:ext uri="{FF2B5EF4-FFF2-40B4-BE49-F238E27FC236}">
                <a16:creationId xmlns:a16="http://schemas.microsoft.com/office/drawing/2014/main" id="{B4EC28CA-4A9B-40F4-AC6C-70AA36396A5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64956740" name="Rectangle: Rounded Corners 1535529518">
            <a:extLst xmlns:a="http://schemas.openxmlformats.org/drawingml/2006/main">
              <a:ext uri="{FF2B5EF4-FFF2-40B4-BE49-F238E27FC236}">
                <a16:creationId xmlns:a16="http://schemas.microsoft.com/office/drawing/2014/main" id="{D2EBBC3D-2C84-4620-9581-D63A34BF5F3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557593" name="Straight Connector 56707613">
            <a:extLst xmlns:a="http://schemas.openxmlformats.org/drawingml/2006/main">
              <a:ext uri="{FF2B5EF4-FFF2-40B4-BE49-F238E27FC236}">
                <a16:creationId xmlns:a16="http://schemas.microsoft.com/office/drawing/2014/main" id="{C5F788F1-D4E0-4BC5-B51E-F1967B5380B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974718" name="Straight Connector 1473988392">
            <a:extLst xmlns:a="http://schemas.openxmlformats.org/drawingml/2006/main">
              <a:ext uri="{FF2B5EF4-FFF2-40B4-BE49-F238E27FC236}">
                <a16:creationId xmlns:a16="http://schemas.microsoft.com/office/drawing/2014/main" id="{0C94DFBB-9A37-4A2D-B346-C4AB16D26100}"/>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084764" name="Rectangle 1804586365">
            <a:extLst xmlns:a="http://schemas.openxmlformats.org/drawingml/2006/main">
              <a:ext uri="{FF2B5EF4-FFF2-40B4-BE49-F238E27FC236}">
                <a16:creationId xmlns:a16="http://schemas.microsoft.com/office/drawing/2014/main" id="{47870297-D7D3-462C-BE00-45E301AB9E9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622891986" name="Rectangle 1864669960">
            <a:extLst xmlns:a="http://schemas.openxmlformats.org/drawingml/2006/main">
              <a:ext uri="{FF2B5EF4-FFF2-40B4-BE49-F238E27FC236}">
                <a16:creationId xmlns:a16="http://schemas.microsoft.com/office/drawing/2014/main" id="{BAEBA802-0F17-4F4D-A4CC-44BED14BCB0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12586216" name="Oval 1888914903">
            <a:extLst xmlns:a="http://schemas.openxmlformats.org/drawingml/2006/main">
              <a:ext uri="{FF2B5EF4-FFF2-40B4-BE49-F238E27FC236}">
                <a16:creationId xmlns:a16="http://schemas.microsoft.com/office/drawing/2014/main" id="{1563DA28-5F65-47D7-9762-6A3AF79D0964}"/>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126385" name="Oval 832749497">
            <a:extLst xmlns:a="http://schemas.openxmlformats.org/drawingml/2006/main">
              <a:ext uri="{FF2B5EF4-FFF2-40B4-BE49-F238E27FC236}">
                <a16:creationId xmlns:a16="http://schemas.microsoft.com/office/drawing/2014/main" id="{04E012B3-4FA3-403F-9F8B-B677CE3E02DC}"/>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407937" name="Oval 2073900984">
            <a:extLst xmlns:a="http://schemas.openxmlformats.org/drawingml/2006/main">
              <a:ext uri="{FF2B5EF4-FFF2-40B4-BE49-F238E27FC236}">
                <a16:creationId xmlns:a16="http://schemas.microsoft.com/office/drawing/2014/main" id="{003E72E3-36BA-4EC6-9BE3-9EC949240D7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647419" name="Oval 1025225897">
            <a:extLst xmlns:a="http://schemas.openxmlformats.org/drawingml/2006/main">
              <a:ext uri="{FF2B5EF4-FFF2-40B4-BE49-F238E27FC236}">
                <a16:creationId xmlns:a16="http://schemas.microsoft.com/office/drawing/2014/main" id="{7E69BD95-BC85-4BD9-A9E8-DC0F67EFACA9}"/>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64552" name="Oval 393992283">
            <a:extLst xmlns:a="http://schemas.openxmlformats.org/drawingml/2006/main">
              <a:ext uri="{FF2B5EF4-FFF2-40B4-BE49-F238E27FC236}">
                <a16:creationId xmlns:a16="http://schemas.microsoft.com/office/drawing/2014/main" id="{0406152C-6B21-444A-9015-435EB6F8749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02757" name="Oval 1602577504">
            <a:extLst xmlns:a="http://schemas.openxmlformats.org/drawingml/2006/main">
              <a:ext uri="{FF2B5EF4-FFF2-40B4-BE49-F238E27FC236}">
                <a16:creationId xmlns:a16="http://schemas.microsoft.com/office/drawing/2014/main" id="{D0B6D1EC-6BF5-4068-BA3C-C353642A4ED8}"/>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20492" name="Oval 1371923820">
            <a:extLst xmlns:a="http://schemas.openxmlformats.org/drawingml/2006/main">
              <a:ext uri="{FF2B5EF4-FFF2-40B4-BE49-F238E27FC236}">
                <a16:creationId xmlns:a16="http://schemas.microsoft.com/office/drawing/2014/main" id="{BD891DCA-019E-4EAD-9985-82C6D758DA8A}"/>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9576" name="Oval 1753025884">
            <a:extLst xmlns:a="http://schemas.openxmlformats.org/drawingml/2006/main">
              <a:ext uri="{FF2B5EF4-FFF2-40B4-BE49-F238E27FC236}">
                <a16:creationId xmlns:a16="http://schemas.microsoft.com/office/drawing/2014/main" id="{FEEC51B0-1A16-483D-9508-EBCA362F2F7C}"/>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94109" name="Oval 1468286775">
            <a:extLst xmlns:a="http://schemas.openxmlformats.org/drawingml/2006/main">
              <a:ext uri="{FF2B5EF4-FFF2-40B4-BE49-F238E27FC236}">
                <a16:creationId xmlns:a16="http://schemas.microsoft.com/office/drawing/2014/main" id="{09F28B53-D93A-445E-ACDD-100C2FF0D872}"/>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240543" name="Oval 1303532533">
            <a:extLst xmlns:a="http://schemas.openxmlformats.org/drawingml/2006/main">
              <a:ext uri="{FF2B5EF4-FFF2-40B4-BE49-F238E27FC236}">
                <a16:creationId xmlns:a16="http://schemas.microsoft.com/office/drawing/2014/main" id="{0481F322-40DA-4E54-8198-7C60C973AF9F}"/>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216003" name="Oval 1098580289">
            <a:extLst xmlns:a="http://schemas.openxmlformats.org/drawingml/2006/main">
              <a:ext uri="{FF2B5EF4-FFF2-40B4-BE49-F238E27FC236}">
                <a16:creationId xmlns:a16="http://schemas.microsoft.com/office/drawing/2014/main" id="{7175F1DC-C2CD-47A2-8F58-A56D1F5A1426}"/>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956094" name="Oval 747856202">
            <a:extLst xmlns:a="http://schemas.openxmlformats.org/drawingml/2006/main">
              <a:ext uri="{FF2B5EF4-FFF2-40B4-BE49-F238E27FC236}">
                <a16:creationId xmlns:a16="http://schemas.microsoft.com/office/drawing/2014/main" id="{F2DBA15B-1D1C-4566-8A81-9C02FAD53CFB}"/>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5450655" name="Oval 1515170768">
            <a:extLst xmlns:a="http://schemas.openxmlformats.org/drawingml/2006/main">
              <a:ext uri="{FF2B5EF4-FFF2-40B4-BE49-F238E27FC236}">
                <a16:creationId xmlns:a16="http://schemas.microsoft.com/office/drawing/2014/main" id="{2F1AF8DF-313E-414C-81D3-0CE799282762}"/>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180382" name="Oval 758272404">
            <a:extLst xmlns:a="http://schemas.openxmlformats.org/drawingml/2006/main">
              <a:ext uri="{FF2B5EF4-FFF2-40B4-BE49-F238E27FC236}">
                <a16:creationId xmlns:a16="http://schemas.microsoft.com/office/drawing/2014/main" id="{A8819007-429B-48B4-8CC9-5E242FF13B2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108243" name="Oval 539647180">
            <a:extLst xmlns:a="http://schemas.openxmlformats.org/drawingml/2006/main">
              <a:ext uri="{FF2B5EF4-FFF2-40B4-BE49-F238E27FC236}">
                <a16:creationId xmlns:a16="http://schemas.microsoft.com/office/drawing/2014/main" id="{0339250D-AF1C-488A-A8A4-AC0170620891}"/>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69034" name="Oval 382130369">
            <a:extLst xmlns:a="http://schemas.openxmlformats.org/drawingml/2006/main">
              <a:ext uri="{FF2B5EF4-FFF2-40B4-BE49-F238E27FC236}">
                <a16:creationId xmlns:a16="http://schemas.microsoft.com/office/drawing/2014/main" id="{FDF44252-CF76-4565-8AEB-E6A2AAE54C60}"/>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013380" name="Oval 347626963">
            <a:extLst xmlns:a="http://schemas.openxmlformats.org/drawingml/2006/main">
              <a:ext uri="{FF2B5EF4-FFF2-40B4-BE49-F238E27FC236}">
                <a16:creationId xmlns:a16="http://schemas.microsoft.com/office/drawing/2014/main" id="{2201831A-2868-4996-A4D1-B26DD86B8F95}"/>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368854" name="Rectangle: Rounded Corners 1734367546">
            <a:extLst xmlns:a="http://schemas.openxmlformats.org/drawingml/2006/main">
              <a:ext uri="{FF2B5EF4-FFF2-40B4-BE49-F238E27FC236}">
                <a16:creationId xmlns:a16="http://schemas.microsoft.com/office/drawing/2014/main" id="{088D45B0-6298-4CFC-AC3B-0FF919689230}"/>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92362126" name="Rectangle: Rounded Corners 1497716320">
            <a:extLst xmlns:a="http://schemas.openxmlformats.org/drawingml/2006/main">
              <a:ext uri="{FF2B5EF4-FFF2-40B4-BE49-F238E27FC236}">
                <a16:creationId xmlns:a16="http://schemas.microsoft.com/office/drawing/2014/main" id="{5A96E85C-2EA8-49F9-92C1-07AF3AE5F098}"/>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859800787" name="Rectangle: Rounded Corners 119055209">
            <a:extLst xmlns:a="http://schemas.openxmlformats.org/drawingml/2006/main">
              <a:ext uri="{FF2B5EF4-FFF2-40B4-BE49-F238E27FC236}">
                <a16:creationId xmlns:a16="http://schemas.microsoft.com/office/drawing/2014/main" id="{0B08736A-4195-459E-BE98-E4703DFC0D97}"/>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349893851" name="Rectangle 1782549367">
            <a:extLst xmlns:a="http://schemas.openxmlformats.org/drawingml/2006/main">
              <a:ext uri="{FF2B5EF4-FFF2-40B4-BE49-F238E27FC236}">
                <a16:creationId xmlns:a16="http://schemas.microsoft.com/office/drawing/2014/main" id="{9E5A01E5-4BD1-42B0-974D-1510618ACEA4}"/>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772283160" name="Rectangle 1717240199">
            <a:extLst xmlns:a="http://schemas.openxmlformats.org/drawingml/2006/main">
              <a:ext uri="{FF2B5EF4-FFF2-40B4-BE49-F238E27FC236}">
                <a16:creationId xmlns:a16="http://schemas.microsoft.com/office/drawing/2014/main" id="{4FEF6BB8-F4D3-468E-9AFE-AE5893AA09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769191844" name="solidguide_flipV">
            <a:extLst xmlns:a="http://schemas.openxmlformats.org/drawingml/2006/main">
              <a:ext uri="{FF2B5EF4-FFF2-40B4-BE49-F238E27FC236}">
                <a16:creationId xmlns:a16="http://schemas.microsoft.com/office/drawing/2014/main" id="{A4ABBB98-9E78-469C-9A06-26C0FC76EDE7}"/>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1537028"/>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2901286" name="Rectangle 876043219">
            <a:extLst xmlns:a="http://schemas.openxmlformats.org/drawingml/2006/main">
              <a:ext uri="{FF2B5EF4-FFF2-40B4-BE49-F238E27FC236}">
                <a16:creationId xmlns:a16="http://schemas.microsoft.com/office/drawing/2014/main" id="{B6CEF7BD-8FD4-4190-B588-79C1786F61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75549843" name="Rectangle 1970303406">
            <a:extLst xmlns:a="http://schemas.openxmlformats.org/drawingml/2006/main">
              <a:ext uri="{FF2B5EF4-FFF2-40B4-BE49-F238E27FC236}">
                <a16:creationId xmlns:a16="http://schemas.microsoft.com/office/drawing/2014/main" id="{CF14BDD6-3349-49A9-A625-7E52ED3B868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0504178" name="Rectangle: Rounded Corners 1375366023">
            <a:extLst xmlns:a="http://schemas.openxmlformats.org/drawingml/2006/main">
              <a:ext uri="{FF2B5EF4-FFF2-40B4-BE49-F238E27FC236}">
                <a16:creationId xmlns:a16="http://schemas.microsoft.com/office/drawing/2014/main" id="{4B5EA7D2-7649-49A4-9A7D-FEF15C94400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574371" name="Straight Connector 1537688957">
            <a:extLst xmlns:a="http://schemas.openxmlformats.org/drawingml/2006/main">
              <a:ext uri="{FF2B5EF4-FFF2-40B4-BE49-F238E27FC236}">
                <a16:creationId xmlns:a16="http://schemas.microsoft.com/office/drawing/2014/main" id="{72D0266C-F752-48DF-ACE6-25EBD993FEA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107327" name="Straight Connector 2007704337">
            <a:extLst xmlns:a="http://schemas.openxmlformats.org/drawingml/2006/main">
              <a:ext uri="{FF2B5EF4-FFF2-40B4-BE49-F238E27FC236}">
                <a16:creationId xmlns:a16="http://schemas.microsoft.com/office/drawing/2014/main" id="{B442AB8F-B5F4-402B-AB2F-E4797C90F75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061480" name="Rectangle 65599505">
            <a:extLst xmlns:a="http://schemas.openxmlformats.org/drawingml/2006/main">
              <a:ext uri="{FF2B5EF4-FFF2-40B4-BE49-F238E27FC236}">
                <a16:creationId xmlns:a16="http://schemas.microsoft.com/office/drawing/2014/main" id="{CBB6083B-38C9-4F7E-9571-2AEFA8A91C49}"/>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98023589" name="Rectangle 1251237696">
            <a:extLst xmlns:a="http://schemas.openxmlformats.org/drawingml/2006/main">
              <a:ext uri="{FF2B5EF4-FFF2-40B4-BE49-F238E27FC236}">
                <a16:creationId xmlns:a16="http://schemas.microsoft.com/office/drawing/2014/main" id="{FB287860-72C1-4D1D-A6C8-A9A9ECAB3BA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8919114" name="Oval 1695470153">
            <a:extLst xmlns:a="http://schemas.openxmlformats.org/drawingml/2006/main">
              <a:ext uri="{FF2B5EF4-FFF2-40B4-BE49-F238E27FC236}">
                <a16:creationId xmlns:a16="http://schemas.microsoft.com/office/drawing/2014/main" id="{508310E0-925F-415D-9819-3463755D0AE0}"/>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407772" name="Oval 815448562">
            <a:extLst xmlns:a="http://schemas.openxmlformats.org/drawingml/2006/main">
              <a:ext uri="{FF2B5EF4-FFF2-40B4-BE49-F238E27FC236}">
                <a16:creationId xmlns:a16="http://schemas.microsoft.com/office/drawing/2014/main" id="{A68B4F48-250E-43EA-ADF6-17F475A521B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79514" name="Oval 1303472677">
            <a:extLst xmlns:a="http://schemas.openxmlformats.org/drawingml/2006/main">
              <a:ext uri="{FF2B5EF4-FFF2-40B4-BE49-F238E27FC236}">
                <a16:creationId xmlns:a16="http://schemas.microsoft.com/office/drawing/2014/main" id="{511B96CC-1CDE-43CA-994D-FD851319126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782821" name="Oval 674269756">
            <a:extLst xmlns:a="http://schemas.openxmlformats.org/drawingml/2006/main">
              <a:ext uri="{FF2B5EF4-FFF2-40B4-BE49-F238E27FC236}">
                <a16:creationId xmlns:a16="http://schemas.microsoft.com/office/drawing/2014/main" id="{912A2D4B-C810-4ECA-9720-16F86DAB5F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714856" name="Oval 163294809">
            <a:extLst xmlns:a="http://schemas.openxmlformats.org/drawingml/2006/main">
              <a:ext uri="{FF2B5EF4-FFF2-40B4-BE49-F238E27FC236}">
                <a16:creationId xmlns:a16="http://schemas.microsoft.com/office/drawing/2014/main" id="{C856D3AF-23C6-4EB2-97F9-C00BC7EB0569}"/>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5525" name="Oval 1733278306">
            <a:extLst xmlns:a="http://schemas.openxmlformats.org/drawingml/2006/main">
              <a:ext uri="{FF2B5EF4-FFF2-40B4-BE49-F238E27FC236}">
                <a16:creationId xmlns:a16="http://schemas.microsoft.com/office/drawing/2014/main" id="{B243D4C2-F73B-4E43-B5B7-07058862D69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577573" name="Oval 880799253">
            <a:extLst xmlns:a="http://schemas.openxmlformats.org/drawingml/2006/main">
              <a:ext uri="{FF2B5EF4-FFF2-40B4-BE49-F238E27FC236}">
                <a16:creationId xmlns:a16="http://schemas.microsoft.com/office/drawing/2014/main" id="{47795DDF-0611-4168-8B12-EF034DFBF906}"/>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763247" name="Oval 834346434">
            <a:extLst xmlns:a="http://schemas.openxmlformats.org/drawingml/2006/main">
              <a:ext uri="{FF2B5EF4-FFF2-40B4-BE49-F238E27FC236}">
                <a16:creationId xmlns:a16="http://schemas.microsoft.com/office/drawing/2014/main" id="{2BC2FF7A-2A35-4E75-85CB-512C907E347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154514" name="Oval 558427810">
            <a:extLst xmlns:a="http://schemas.openxmlformats.org/drawingml/2006/main">
              <a:ext uri="{FF2B5EF4-FFF2-40B4-BE49-F238E27FC236}">
                <a16:creationId xmlns:a16="http://schemas.microsoft.com/office/drawing/2014/main" id="{6493E341-7986-4441-83A8-1ECA18CA795D}"/>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8606460" name="Oval 1580509645">
            <a:extLst xmlns:a="http://schemas.openxmlformats.org/drawingml/2006/main">
              <a:ext uri="{FF2B5EF4-FFF2-40B4-BE49-F238E27FC236}">
                <a16:creationId xmlns:a16="http://schemas.microsoft.com/office/drawing/2014/main" id="{11FA9E95-8A48-476F-B5F3-28973F44FE7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3113366" name="Oval 572736301">
            <a:extLst xmlns:a="http://schemas.openxmlformats.org/drawingml/2006/main">
              <a:ext uri="{FF2B5EF4-FFF2-40B4-BE49-F238E27FC236}">
                <a16:creationId xmlns:a16="http://schemas.microsoft.com/office/drawing/2014/main" id="{3D542755-B2ED-4ADC-98EC-B44FB303B93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5544709" name="Oval 777734922">
            <a:extLst xmlns:a="http://schemas.openxmlformats.org/drawingml/2006/main">
              <a:ext uri="{FF2B5EF4-FFF2-40B4-BE49-F238E27FC236}">
                <a16:creationId xmlns:a16="http://schemas.microsoft.com/office/drawing/2014/main" id="{97B5F8D6-E0D5-40DA-849C-7C7881A3D97E}"/>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087944" name="Oval 113252181">
            <a:extLst xmlns:a="http://schemas.openxmlformats.org/drawingml/2006/main">
              <a:ext uri="{FF2B5EF4-FFF2-40B4-BE49-F238E27FC236}">
                <a16:creationId xmlns:a16="http://schemas.microsoft.com/office/drawing/2014/main" id="{56633768-D759-44BA-9A8A-BB88A57BFA6B}"/>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022803" name="Oval 1702038152">
            <a:extLst xmlns:a="http://schemas.openxmlformats.org/drawingml/2006/main">
              <a:ext uri="{FF2B5EF4-FFF2-40B4-BE49-F238E27FC236}">
                <a16:creationId xmlns:a16="http://schemas.microsoft.com/office/drawing/2014/main" id="{18341092-972A-435E-9CB9-AC25BA32317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6058307" name="Oval 1781702022">
            <a:extLst xmlns:a="http://schemas.openxmlformats.org/drawingml/2006/main">
              <a:ext uri="{FF2B5EF4-FFF2-40B4-BE49-F238E27FC236}">
                <a16:creationId xmlns:a16="http://schemas.microsoft.com/office/drawing/2014/main" id="{D5EBE688-9A01-48F5-8E88-180F573E08C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133786" name="Oval 164012884">
            <a:extLst xmlns:a="http://schemas.openxmlformats.org/drawingml/2006/main">
              <a:ext uri="{FF2B5EF4-FFF2-40B4-BE49-F238E27FC236}">
                <a16:creationId xmlns:a16="http://schemas.microsoft.com/office/drawing/2014/main" id="{650B8BC1-3667-4775-925D-AC428151753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348804" name="Oval 991339259">
            <a:extLst xmlns:a="http://schemas.openxmlformats.org/drawingml/2006/main">
              <a:ext uri="{FF2B5EF4-FFF2-40B4-BE49-F238E27FC236}">
                <a16:creationId xmlns:a16="http://schemas.microsoft.com/office/drawing/2014/main" id="{642557B9-476A-4A73-9DBE-561D306DFB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30339" name="Rectangle: Rounded Corners 2031926644">
            <a:extLst xmlns:a="http://schemas.openxmlformats.org/drawingml/2006/main">
              <a:ext uri="{FF2B5EF4-FFF2-40B4-BE49-F238E27FC236}">
                <a16:creationId xmlns:a16="http://schemas.microsoft.com/office/drawing/2014/main" id="{6FDB335F-1BA3-48C6-9401-C3E8EB08637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2135203783" name="Rectangle: Rounded Corners 1514015500">
            <a:extLst xmlns:a="http://schemas.openxmlformats.org/drawingml/2006/main">
              <a:ext uri="{FF2B5EF4-FFF2-40B4-BE49-F238E27FC236}">
                <a16:creationId xmlns:a16="http://schemas.microsoft.com/office/drawing/2014/main" id="{356C45EB-751F-4705-8192-7298D27F930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569055291" name="Rectangle 738739686">
            <a:extLst xmlns:a="http://schemas.openxmlformats.org/drawingml/2006/main">
              <a:ext uri="{FF2B5EF4-FFF2-40B4-BE49-F238E27FC236}">
                <a16:creationId xmlns:a16="http://schemas.microsoft.com/office/drawing/2014/main" id="{9E234945-B95C-4598-AEC5-DCFF7D0E272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552635731" name="Rectangle 1843306662">
            <a:extLst xmlns:a="http://schemas.openxmlformats.org/drawingml/2006/main">
              <a:ext uri="{FF2B5EF4-FFF2-40B4-BE49-F238E27FC236}">
                <a16:creationId xmlns:a16="http://schemas.microsoft.com/office/drawing/2014/main" id="{E3FD3B6B-4EF8-4A17-A352-9C9D9721C3B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540510737" name="Rectangle 940562735">
            <a:extLst xmlns:a="http://schemas.openxmlformats.org/drawingml/2006/main">
              <a:ext uri="{FF2B5EF4-FFF2-40B4-BE49-F238E27FC236}">
                <a16:creationId xmlns:a16="http://schemas.microsoft.com/office/drawing/2014/main" id="{17373BF4-9728-4F77-8488-D75345E15B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830910733" name="solidguide_flipV">
            <a:extLst xmlns:a="http://schemas.openxmlformats.org/drawingml/2006/main">
              <a:ext uri="{FF2B5EF4-FFF2-40B4-BE49-F238E27FC236}">
                <a16:creationId xmlns:a16="http://schemas.microsoft.com/office/drawing/2014/main" id="{E1EF84F5-E429-43FE-A169-8CB2CA82ED0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5203815"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dd645f19efb94103">
            <a:extLst>
              <a:ext uri="{96DAC541-7B7A-43D3-8B79-37D633B846F1}">
                <asvg:svgBlip xmlns:asvg="http://schemas.microsoft.com/office/drawing/2016/SVG/main" r:embed="R272cc54613ca4111"/>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8510453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5950846" name="Rectangle 1896240478">
            <a:extLst xmlns:a="http://schemas.openxmlformats.org/drawingml/2006/main">
              <a:ext uri="{FF2B5EF4-FFF2-40B4-BE49-F238E27FC236}">
                <a16:creationId xmlns:a16="http://schemas.microsoft.com/office/drawing/2014/main" id="{B71335F8-FDE8-4D5F-A55D-73D226B4C3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06480903" name="Rectangle 574298503">
            <a:extLst xmlns:a="http://schemas.openxmlformats.org/drawingml/2006/main">
              <a:ext uri="{FF2B5EF4-FFF2-40B4-BE49-F238E27FC236}">
                <a16:creationId xmlns:a16="http://schemas.microsoft.com/office/drawing/2014/main" id="{28B60954-E957-4684-B13E-2A17726E31C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02791808" name="Rectangle: Rounded Corners 682947437">
            <a:extLst xmlns:a="http://schemas.openxmlformats.org/drawingml/2006/main">
              <a:ext uri="{FF2B5EF4-FFF2-40B4-BE49-F238E27FC236}">
                <a16:creationId xmlns:a16="http://schemas.microsoft.com/office/drawing/2014/main" id="{CEE804B4-FC4E-45D7-9993-C087A075969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649988" name="Straight Connector 1968719096">
            <a:extLst xmlns:a="http://schemas.openxmlformats.org/drawingml/2006/main">
              <a:ext uri="{FF2B5EF4-FFF2-40B4-BE49-F238E27FC236}">
                <a16:creationId xmlns:a16="http://schemas.microsoft.com/office/drawing/2014/main" id="{DA724221-25A2-4240-B85F-445A9AF0701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472069" name="Straight Connector 1324465773">
            <a:extLst xmlns:a="http://schemas.openxmlformats.org/drawingml/2006/main">
              <a:ext uri="{FF2B5EF4-FFF2-40B4-BE49-F238E27FC236}">
                <a16:creationId xmlns:a16="http://schemas.microsoft.com/office/drawing/2014/main" id="{8125A710-5E70-4271-8A2F-11FAC54AE2F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599516" name="Rectangle 910257484">
            <a:extLst xmlns:a="http://schemas.openxmlformats.org/drawingml/2006/main">
              <a:ext uri="{FF2B5EF4-FFF2-40B4-BE49-F238E27FC236}">
                <a16:creationId xmlns:a16="http://schemas.microsoft.com/office/drawing/2014/main" id="{EB5A3B55-2C79-49C0-9A02-2048ACF5A2C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10696452" name="Rectangle 1246496868">
            <a:extLst xmlns:a="http://schemas.openxmlformats.org/drawingml/2006/main">
              <a:ext uri="{FF2B5EF4-FFF2-40B4-BE49-F238E27FC236}">
                <a16:creationId xmlns:a16="http://schemas.microsoft.com/office/drawing/2014/main" id="{2E87EF6B-575B-4AAF-8289-568D9D5414C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96176930" name="Oval 1811837015">
            <a:extLst xmlns:a="http://schemas.openxmlformats.org/drawingml/2006/main">
              <a:ext uri="{FF2B5EF4-FFF2-40B4-BE49-F238E27FC236}">
                <a16:creationId xmlns:a16="http://schemas.microsoft.com/office/drawing/2014/main" id="{584B605F-5250-440C-9767-6466E1EE37B7}"/>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289527" name="Oval 453346286">
            <a:extLst xmlns:a="http://schemas.openxmlformats.org/drawingml/2006/main">
              <a:ext uri="{FF2B5EF4-FFF2-40B4-BE49-F238E27FC236}">
                <a16:creationId xmlns:a16="http://schemas.microsoft.com/office/drawing/2014/main" id="{17557D3B-2E47-4FC6-BF08-20CF9E80248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913233" name="Oval 1618228278">
            <a:extLst xmlns:a="http://schemas.openxmlformats.org/drawingml/2006/main">
              <a:ext uri="{FF2B5EF4-FFF2-40B4-BE49-F238E27FC236}">
                <a16:creationId xmlns:a16="http://schemas.microsoft.com/office/drawing/2014/main" id="{A08A64C0-95B1-40AE-A371-78178764F96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639592" name="Oval 2089599102">
            <a:extLst xmlns:a="http://schemas.openxmlformats.org/drawingml/2006/main">
              <a:ext uri="{FF2B5EF4-FFF2-40B4-BE49-F238E27FC236}">
                <a16:creationId xmlns:a16="http://schemas.microsoft.com/office/drawing/2014/main" id="{93DC02A2-B669-4E41-BEDC-20EF4A8DE1B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29120" name="Oval 1457916702">
            <a:extLst xmlns:a="http://schemas.openxmlformats.org/drawingml/2006/main">
              <a:ext uri="{FF2B5EF4-FFF2-40B4-BE49-F238E27FC236}">
                <a16:creationId xmlns:a16="http://schemas.microsoft.com/office/drawing/2014/main" id="{CDE8ACAC-DC4F-406E-8B20-5612C6DDDD2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389164" name="Oval 1250923537">
            <a:extLst xmlns:a="http://schemas.openxmlformats.org/drawingml/2006/main">
              <a:ext uri="{FF2B5EF4-FFF2-40B4-BE49-F238E27FC236}">
                <a16:creationId xmlns:a16="http://schemas.microsoft.com/office/drawing/2014/main" id="{74334D7B-2C5D-40C2-B983-088FBB068DC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964637" name="Oval 579714091">
            <a:extLst xmlns:a="http://schemas.openxmlformats.org/drawingml/2006/main">
              <a:ext uri="{FF2B5EF4-FFF2-40B4-BE49-F238E27FC236}">
                <a16:creationId xmlns:a16="http://schemas.microsoft.com/office/drawing/2014/main" id="{D1F4146C-9165-45FD-9AAC-744AA1B7996E}"/>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79267" name="Oval 1188193174">
            <a:extLst xmlns:a="http://schemas.openxmlformats.org/drawingml/2006/main">
              <a:ext uri="{FF2B5EF4-FFF2-40B4-BE49-F238E27FC236}">
                <a16:creationId xmlns:a16="http://schemas.microsoft.com/office/drawing/2014/main" id="{CC782436-0DF7-4CF9-BCD3-AFA56CAF22D0}"/>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390352" name="Oval 2075857352">
            <a:extLst xmlns:a="http://schemas.openxmlformats.org/drawingml/2006/main">
              <a:ext uri="{FF2B5EF4-FFF2-40B4-BE49-F238E27FC236}">
                <a16:creationId xmlns:a16="http://schemas.microsoft.com/office/drawing/2014/main" id="{B9F2849B-0B36-43DA-86C9-F19563CB9BBE}"/>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25028" name="Oval 260739156">
            <a:extLst xmlns:a="http://schemas.openxmlformats.org/drawingml/2006/main">
              <a:ext uri="{FF2B5EF4-FFF2-40B4-BE49-F238E27FC236}">
                <a16:creationId xmlns:a16="http://schemas.microsoft.com/office/drawing/2014/main" id="{3D895923-70FA-4E83-9EDC-D06531939A4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4068" name="Oval 472597423">
            <a:extLst xmlns:a="http://schemas.openxmlformats.org/drawingml/2006/main">
              <a:ext uri="{FF2B5EF4-FFF2-40B4-BE49-F238E27FC236}">
                <a16:creationId xmlns:a16="http://schemas.microsoft.com/office/drawing/2014/main" id="{5E687C19-7BB6-4E65-8E8E-D7C5ACE2C239}"/>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950430" name="Oval 311162583">
            <a:extLst xmlns:a="http://schemas.openxmlformats.org/drawingml/2006/main">
              <a:ext uri="{FF2B5EF4-FFF2-40B4-BE49-F238E27FC236}">
                <a16:creationId xmlns:a16="http://schemas.microsoft.com/office/drawing/2014/main" id="{FAB7ABEA-5CC8-4655-9A98-E346E133F44F}"/>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1999" name="Oval 418592258">
            <a:extLst xmlns:a="http://schemas.openxmlformats.org/drawingml/2006/main">
              <a:ext uri="{FF2B5EF4-FFF2-40B4-BE49-F238E27FC236}">
                <a16:creationId xmlns:a16="http://schemas.microsoft.com/office/drawing/2014/main" id="{321E73AB-3E11-490C-B515-12C70D3A30B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133112" name="Oval 391215337">
            <a:extLst xmlns:a="http://schemas.openxmlformats.org/drawingml/2006/main">
              <a:ext uri="{FF2B5EF4-FFF2-40B4-BE49-F238E27FC236}">
                <a16:creationId xmlns:a16="http://schemas.microsoft.com/office/drawing/2014/main" id="{C7C98912-8198-4AEF-9340-DB2547D1E82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22290" name="Oval 1707420591">
            <a:extLst xmlns:a="http://schemas.openxmlformats.org/drawingml/2006/main">
              <a:ext uri="{FF2B5EF4-FFF2-40B4-BE49-F238E27FC236}">
                <a16:creationId xmlns:a16="http://schemas.microsoft.com/office/drawing/2014/main" id="{9062460B-5DB9-42C1-A278-F1FAB50DB5F1}"/>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4397" name="Oval 1324466289">
            <a:extLst xmlns:a="http://schemas.openxmlformats.org/drawingml/2006/main">
              <a:ext uri="{FF2B5EF4-FFF2-40B4-BE49-F238E27FC236}">
                <a16:creationId xmlns:a16="http://schemas.microsoft.com/office/drawing/2014/main" id="{BB45BBAF-DC25-45BB-B38E-9BD4BFEBE6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03646" name="Oval 1167646443">
            <a:extLst xmlns:a="http://schemas.openxmlformats.org/drawingml/2006/main">
              <a:ext uri="{FF2B5EF4-FFF2-40B4-BE49-F238E27FC236}">
                <a16:creationId xmlns:a16="http://schemas.microsoft.com/office/drawing/2014/main" id="{D6930288-CBDA-4A29-9852-B6115BDA38E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42830" name="Rectangle: Rounded Corners 1367024097">
            <a:extLst xmlns:a="http://schemas.openxmlformats.org/drawingml/2006/main">
              <a:ext uri="{FF2B5EF4-FFF2-40B4-BE49-F238E27FC236}">
                <a16:creationId xmlns:a16="http://schemas.microsoft.com/office/drawing/2014/main" id="{33636BCD-91BA-4B2F-AD89-25EE6F2CEF31}"/>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128698060" name="Rectangle: Rounded Corners 2069871042">
            <a:extLst xmlns:a="http://schemas.openxmlformats.org/drawingml/2006/main">
              <a:ext uri="{FF2B5EF4-FFF2-40B4-BE49-F238E27FC236}">
                <a16:creationId xmlns:a16="http://schemas.microsoft.com/office/drawing/2014/main" id="{D4D8B5C4-E5A0-41DD-A9DE-EE7B9C33933A}"/>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16071935" name="Rectangle 2096192631">
            <a:extLst xmlns:a="http://schemas.openxmlformats.org/drawingml/2006/main">
              <a:ext uri="{FF2B5EF4-FFF2-40B4-BE49-F238E27FC236}">
                <a16:creationId xmlns:a16="http://schemas.microsoft.com/office/drawing/2014/main" id="{1F230B97-A8CD-45B0-9DAB-7FD10703B48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680432499" name="Rectangle 969777747">
            <a:extLst xmlns:a="http://schemas.openxmlformats.org/drawingml/2006/main">
              <a:ext uri="{FF2B5EF4-FFF2-40B4-BE49-F238E27FC236}">
                <a16:creationId xmlns:a16="http://schemas.microsoft.com/office/drawing/2014/main" id="{8F49077E-166D-4B7E-9CCD-00B04BDA36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2869809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05f6e6e29ab9428e">
            <a:extLst>
              <a:ext uri="{96DAC541-7B7A-43D3-8B79-37D633B846F1}">
                <asvg:svgBlip xmlns:asvg="http://schemas.microsoft.com/office/drawing/2016/SVG/main" r:embed="Reb84c47cdc3745d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4130865" name="solidguide_flipV">
            <a:extLst xmlns:a="http://schemas.openxmlformats.org/drawingml/2006/main">
              <a:ext uri="{FF2B5EF4-FFF2-40B4-BE49-F238E27FC236}">
                <a16:creationId xmlns:a16="http://schemas.microsoft.com/office/drawing/2014/main" id="{180DF64D-0A73-4049-8DD4-5F1A81584D8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6816852"/>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6694600" name="Rectangle 1890818175">
            <a:extLst xmlns:a="http://schemas.openxmlformats.org/drawingml/2006/main">
              <a:ext uri="{FF2B5EF4-FFF2-40B4-BE49-F238E27FC236}">
                <a16:creationId xmlns:a16="http://schemas.microsoft.com/office/drawing/2014/main" id="{4DDF26D4-DCFE-4F21-94FE-6A44673361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40076898" name="Rectangle 785272061">
            <a:extLst xmlns:a="http://schemas.openxmlformats.org/drawingml/2006/main">
              <a:ext uri="{FF2B5EF4-FFF2-40B4-BE49-F238E27FC236}">
                <a16:creationId xmlns:a16="http://schemas.microsoft.com/office/drawing/2014/main" id="{BADE1692-B44A-4CDC-9FD4-D4B7BF36B4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04405496" name="Rectangle: Rounded Corners 1266136651">
            <a:extLst xmlns:a="http://schemas.openxmlformats.org/drawingml/2006/main">
              <a:ext uri="{FF2B5EF4-FFF2-40B4-BE49-F238E27FC236}">
                <a16:creationId xmlns:a16="http://schemas.microsoft.com/office/drawing/2014/main" id="{3118A0C7-51D4-4440-8E25-085237A3A79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961964" name="Rectangle: Rounded Corners 1050748594">
            <a:extLst xmlns:a="http://schemas.openxmlformats.org/drawingml/2006/main">
              <a:ext uri="{FF2B5EF4-FFF2-40B4-BE49-F238E27FC236}">
                <a16:creationId xmlns:a16="http://schemas.microsoft.com/office/drawing/2014/main" id="{A558AE69-ECD6-448D-90A9-3E6E2E665EB9}"/>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428570" name="Rectangle 1752567775">
            <a:extLst xmlns:a="http://schemas.openxmlformats.org/drawingml/2006/main">
              <a:ext uri="{FF2B5EF4-FFF2-40B4-BE49-F238E27FC236}">
                <a16:creationId xmlns:a16="http://schemas.microsoft.com/office/drawing/2014/main" id="{D30DCA38-E794-4170-96F2-D6FB8489C0D5}"/>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936265892" name="Rectangle 397256149">
            <a:extLst xmlns:a="http://schemas.openxmlformats.org/drawingml/2006/main">
              <a:ext uri="{FF2B5EF4-FFF2-40B4-BE49-F238E27FC236}">
                <a16:creationId xmlns:a16="http://schemas.microsoft.com/office/drawing/2014/main" id="{12B433A8-299D-495D-A9AF-2875ECA4CA3F}"/>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918011643" name="Rectangle 528734129">
            <a:extLst xmlns:a="http://schemas.openxmlformats.org/drawingml/2006/main">
              <a:ext uri="{FF2B5EF4-FFF2-40B4-BE49-F238E27FC236}">
                <a16:creationId xmlns:a16="http://schemas.microsoft.com/office/drawing/2014/main" id="{BF4A97D8-C586-4874-9818-C0B6241D277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488295478" name="Rectangle 1008566192">
            <a:extLst xmlns:a="http://schemas.openxmlformats.org/drawingml/2006/main">
              <a:ext uri="{FF2B5EF4-FFF2-40B4-BE49-F238E27FC236}">
                <a16:creationId xmlns:a16="http://schemas.microsoft.com/office/drawing/2014/main" id="{FD69F67C-2BD5-4D53-B4F6-07C73C51CF48}"/>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721947378" name="Straight Connector 2104166465">
            <a:extLst xmlns:a="http://schemas.openxmlformats.org/drawingml/2006/main">
              <a:ext uri="{FF2B5EF4-FFF2-40B4-BE49-F238E27FC236}">
                <a16:creationId xmlns:a16="http://schemas.microsoft.com/office/drawing/2014/main" id="{79ECC822-D934-4073-A1C0-38CAFC79BE63}"/>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308147" name="Rectangle 1391317270">
            <a:extLst xmlns:a="http://schemas.openxmlformats.org/drawingml/2006/main">
              <a:ext uri="{FF2B5EF4-FFF2-40B4-BE49-F238E27FC236}">
                <a16:creationId xmlns:a16="http://schemas.microsoft.com/office/drawing/2014/main" id="{9B7835BF-2872-4D6E-AD1B-80B0E3096F6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54010571" name="Rectangle 2139818398">
            <a:extLst xmlns:a="http://schemas.openxmlformats.org/drawingml/2006/main">
              <a:ext uri="{FF2B5EF4-FFF2-40B4-BE49-F238E27FC236}">
                <a16:creationId xmlns:a16="http://schemas.microsoft.com/office/drawing/2014/main" id="{21B1CCE8-0672-4DAA-B7A2-31E3AE6F265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86963872" name="Straight Connector 756114381">
            <a:extLst xmlns:a="http://schemas.openxmlformats.org/drawingml/2006/main">
              <a:ext uri="{FF2B5EF4-FFF2-40B4-BE49-F238E27FC236}">
                <a16:creationId xmlns:a16="http://schemas.microsoft.com/office/drawing/2014/main" id="{CBDC2180-330D-43AD-86A2-CA8748A0661A}"/>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590989" name="Rectangle 1665170772">
            <a:extLst xmlns:a="http://schemas.openxmlformats.org/drawingml/2006/main">
              <a:ext uri="{FF2B5EF4-FFF2-40B4-BE49-F238E27FC236}">
                <a16:creationId xmlns:a16="http://schemas.microsoft.com/office/drawing/2014/main" id="{17C40B02-ED1C-46C8-A7C4-96079F885B12}"/>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521355193" name="Rectangle 1710634736">
            <a:extLst xmlns:a="http://schemas.openxmlformats.org/drawingml/2006/main">
              <a:ext uri="{FF2B5EF4-FFF2-40B4-BE49-F238E27FC236}">
                <a16:creationId xmlns:a16="http://schemas.microsoft.com/office/drawing/2014/main" id="{09F3AB9A-FA17-4B73-A999-9F3870761393}"/>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56209890" name="Rectangle: Rounded Corners 1872312689">
            <a:extLst xmlns:a="http://schemas.openxmlformats.org/drawingml/2006/main">
              <a:ext uri="{FF2B5EF4-FFF2-40B4-BE49-F238E27FC236}">
                <a16:creationId xmlns:a16="http://schemas.microsoft.com/office/drawing/2014/main" id="{255FA323-0B4D-4BEB-B6A9-CE7E598A1A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089806" name="Rectangle 1638876599">
            <a:extLst xmlns:a="http://schemas.openxmlformats.org/drawingml/2006/main">
              <a:ext uri="{FF2B5EF4-FFF2-40B4-BE49-F238E27FC236}">
                <a16:creationId xmlns:a16="http://schemas.microsoft.com/office/drawing/2014/main" id="{940FB072-4525-46AF-9DA8-A376DB75231E}"/>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091524386" name="Rectangle 815678976">
            <a:extLst xmlns:a="http://schemas.openxmlformats.org/drawingml/2006/main">
              <a:ext uri="{FF2B5EF4-FFF2-40B4-BE49-F238E27FC236}">
                <a16:creationId xmlns:a16="http://schemas.microsoft.com/office/drawing/2014/main" id="{41F66127-122C-4CCE-A26A-393DBAC5153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621704714" name="Rectangle 815528297">
            <a:extLst xmlns:a="http://schemas.openxmlformats.org/drawingml/2006/main">
              <a:ext uri="{FF2B5EF4-FFF2-40B4-BE49-F238E27FC236}">
                <a16:creationId xmlns:a16="http://schemas.microsoft.com/office/drawing/2014/main" id="{343C53F6-B4EE-4D54-8734-1F19F249134F}"/>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325957872" name="Rectangle 478170369">
            <a:extLst xmlns:a="http://schemas.openxmlformats.org/drawingml/2006/main">
              <a:ext uri="{FF2B5EF4-FFF2-40B4-BE49-F238E27FC236}">
                <a16:creationId xmlns:a16="http://schemas.microsoft.com/office/drawing/2014/main" id="{9F2C53E3-0A0A-4ED2-B250-B0357BC18DB0}"/>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502282594" name="Straight Connector 533968529">
            <a:extLst xmlns:a="http://schemas.openxmlformats.org/drawingml/2006/main">
              <a:ext uri="{FF2B5EF4-FFF2-40B4-BE49-F238E27FC236}">
                <a16:creationId xmlns:a16="http://schemas.microsoft.com/office/drawing/2014/main" id="{50FFF9D8-814C-483D-B793-424D79B026C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96111" name="Rectangle 195109745">
            <a:extLst xmlns:a="http://schemas.openxmlformats.org/drawingml/2006/main">
              <a:ext uri="{FF2B5EF4-FFF2-40B4-BE49-F238E27FC236}">
                <a16:creationId xmlns:a16="http://schemas.microsoft.com/office/drawing/2014/main" id="{60916D15-F66E-4C5E-A260-5FB2B39A8069}"/>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965297005" name="Rectangle 1008757044">
            <a:extLst xmlns:a="http://schemas.openxmlformats.org/drawingml/2006/main">
              <a:ext uri="{FF2B5EF4-FFF2-40B4-BE49-F238E27FC236}">
                <a16:creationId xmlns:a16="http://schemas.microsoft.com/office/drawing/2014/main" id="{D9BEF317-CD94-4918-BF6C-405ED904A0E9}"/>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53713053" name="Straight Connector 1685278168">
            <a:extLst xmlns:a="http://schemas.openxmlformats.org/drawingml/2006/main">
              <a:ext uri="{FF2B5EF4-FFF2-40B4-BE49-F238E27FC236}">
                <a16:creationId xmlns:a16="http://schemas.microsoft.com/office/drawing/2014/main" id="{236A84DB-3404-4343-941F-6F125202342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169324" name="Rectangle 1256120152">
            <a:extLst xmlns:a="http://schemas.openxmlformats.org/drawingml/2006/main">
              <a:ext uri="{FF2B5EF4-FFF2-40B4-BE49-F238E27FC236}">
                <a16:creationId xmlns:a16="http://schemas.microsoft.com/office/drawing/2014/main" id="{ADC0FE8C-9EE3-4CD1-A303-160051A81F1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311316188" name="Rectangle 686280821">
            <a:extLst xmlns:a="http://schemas.openxmlformats.org/drawingml/2006/main">
              <a:ext uri="{FF2B5EF4-FFF2-40B4-BE49-F238E27FC236}">
                <a16:creationId xmlns:a16="http://schemas.microsoft.com/office/drawing/2014/main" id="{59FD7BFA-64C0-42C1-9204-D0C7B4489E9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21220684" name="Rectangle: Rounded Corners 312764701">
            <a:extLst xmlns:a="http://schemas.openxmlformats.org/drawingml/2006/main">
              <a:ext uri="{FF2B5EF4-FFF2-40B4-BE49-F238E27FC236}">
                <a16:creationId xmlns:a16="http://schemas.microsoft.com/office/drawing/2014/main" id="{D48B1D7D-B069-430E-B87C-85337BE426BC}"/>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610866" name="Rectangle 2086773709">
            <a:extLst xmlns:a="http://schemas.openxmlformats.org/drawingml/2006/main">
              <a:ext uri="{FF2B5EF4-FFF2-40B4-BE49-F238E27FC236}">
                <a16:creationId xmlns:a16="http://schemas.microsoft.com/office/drawing/2014/main" id="{C958850D-6C6B-496C-8B6F-521B0077D8E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683065699" name="Rectangle 2025467514">
            <a:extLst xmlns:a="http://schemas.openxmlformats.org/drawingml/2006/main">
              <a:ext uri="{FF2B5EF4-FFF2-40B4-BE49-F238E27FC236}">
                <a16:creationId xmlns:a16="http://schemas.microsoft.com/office/drawing/2014/main" id="{98DE15B2-255B-4B65-8224-75B8252602C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563154117" name="Rectangle 957358411">
            <a:extLst xmlns:a="http://schemas.openxmlformats.org/drawingml/2006/main">
              <a:ext uri="{FF2B5EF4-FFF2-40B4-BE49-F238E27FC236}">
                <a16:creationId xmlns:a16="http://schemas.microsoft.com/office/drawing/2014/main" id="{B08F5FE9-F61E-49B1-823D-B4A17192B30F}"/>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77426580" name="Rectangle 1167683203">
            <a:extLst xmlns:a="http://schemas.openxmlformats.org/drawingml/2006/main">
              <a:ext uri="{FF2B5EF4-FFF2-40B4-BE49-F238E27FC236}">
                <a16:creationId xmlns:a16="http://schemas.microsoft.com/office/drawing/2014/main" id="{7DF1CA8F-39A2-468C-A6C9-2D419DB9ABD5}"/>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273417950" name="Straight Connector 935775799">
            <a:extLst xmlns:a="http://schemas.openxmlformats.org/drawingml/2006/main">
              <a:ext uri="{FF2B5EF4-FFF2-40B4-BE49-F238E27FC236}">
                <a16:creationId xmlns:a16="http://schemas.microsoft.com/office/drawing/2014/main" id="{29E7B056-4743-4F24-9E4B-10D1D682D25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282657" name="Rectangle 1650430570">
            <a:extLst xmlns:a="http://schemas.openxmlformats.org/drawingml/2006/main">
              <a:ext uri="{FF2B5EF4-FFF2-40B4-BE49-F238E27FC236}">
                <a16:creationId xmlns:a16="http://schemas.microsoft.com/office/drawing/2014/main" id="{AC53D2A9-6EC3-493C-90C4-1CB86E4ED01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78892060" name="Rectangle 1673598855">
            <a:extLst xmlns:a="http://schemas.openxmlformats.org/drawingml/2006/main">
              <a:ext uri="{FF2B5EF4-FFF2-40B4-BE49-F238E27FC236}">
                <a16:creationId xmlns:a16="http://schemas.microsoft.com/office/drawing/2014/main" id="{15A98B58-048C-4223-8A0B-217C43D0F9F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834106800" name="Straight Connector 796017482">
            <a:extLst xmlns:a="http://schemas.openxmlformats.org/drawingml/2006/main">
              <a:ext uri="{FF2B5EF4-FFF2-40B4-BE49-F238E27FC236}">
                <a16:creationId xmlns:a16="http://schemas.microsoft.com/office/drawing/2014/main" id="{D186FB03-6120-4605-A8AB-ADAC02645982}"/>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392738" name="Rectangle 150138993">
            <a:extLst xmlns:a="http://schemas.openxmlformats.org/drawingml/2006/main">
              <a:ext uri="{FF2B5EF4-FFF2-40B4-BE49-F238E27FC236}">
                <a16:creationId xmlns:a16="http://schemas.microsoft.com/office/drawing/2014/main" id="{C69613F4-F060-4D5E-8A15-4112B2DEF424}"/>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462576536" name="Rectangle 1355132477">
            <a:extLst xmlns:a="http://schemas.openxmlformats.org/drawingml/2006/main">
              <a:ext uri="{FF2B5EF4-FFF2-40B4-BE49-F238E27FC236}">
                <a16:creationId xmlns:a16="http://schemas.microsoft.com/office/drawing/2014/main" id="{8E446F88-D2A6-4492-BEB5-E385B95F9602}"/>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024110116" name="Straight Connector 2121780220">
            <a:extLst xmlns:a="http://schemas.openxmlformats.org/drawingml/2006/main">
              <a:ext uri="{FF2B5EF4-FFF2-40B4-BE49-F238E27FC236}">
                <a16:creationId xmlns:a16="http://schemas.microsoft.com/office/drawing/2014/main" id="{8DBF1206-0626-470C-96A8-EFB62E859BF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44260" name="Straight Connector 835810551">
            <a:extLst xmlns:a="http://schemas.openxmlformats.org/drawingml/2006/main">
              <a:ext uri="{FF2B5EF4-FFF2-40B4-BE49-F238E27FC236}">
                <a16:creationId xmlns:a16="http://schemas.microsoft.com/office/drawing/2014/main" id="{BD0ABC3A-1F19-4531-95EE-DD917A5DF84E}"/>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242218" name="Rectangle 1100880979">
            <a:extLst xmlns:a="http://schemas.openxmlformats.org/drawingml/2006/main">
              <a:ext uri="{FF2B5EF4-FFF2-40B4-BE49-F238E27FC236}">
                <a16:creationId xmlns:a16="http://schemas.microsoft.com/office/drawing/2014/main" id="{60F2412B-6B59-4B7B-AE4E-DC60ED3E7DAB}"/>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2073460" name="Rectangle 1811406449">
            <a:extLst xmlns:a="http://schemas.openxmlformats.org/drawingml/2006/main">
              <a:ext uri="{FF2B5EF4-FFF2-40B4-BE49-F238E27FC236}">
                <a16:creationId xmlns:a16="http://schemas.microsoft.com/office/drawing/2014/main" id="{FB65403A-8F00-4327-B716-2B409A34B9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203408823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4240311" name="Rectangle 854926774">
            <a:extLst xmlns:a="http://schemas.openxmlformats.org/drawingml/2006/main">
              <a:ext uri="{FF2B5EF4-FFF2-40B4-BE49-F238E27FC236}">
                <a16:creationId xmlns:a16="http://schemas.microsoft.com/office/drawing/2014/main" id="{DA7CEB40-F93D-4D5F-841E-B5C06E6136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8086097" name="Rectangle 1150295720">
            <a:extLst xmlns:a="http://schemas.openxmlformats.org/drawingml/2006/main">
              <a:ext uri="{FF2B5EF4-FFF2-40B4-BE49-F238E27FC236}">
                <a16:creationId xmlns:a16="http://schemas.microsoft.com/office/drawing/2014/main" id="{4C224025-FA93-4D2C-BFB3-3D84CBC6E9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711239530" name="Rectangle: Rounded Corners 2106832513">
            <a:extLst xmlns:a="http://schemas.openxmlformats.org/drawingml/2006/main">
              <a:ext uri="{FF2B5EF4-FFF2-40B4-BE49-F238E27FC236}">
                <a16:creationId xmlns:a16="http://schemas.microsoft.com/office/drawing/2014/main" id="{5DD9ADF6-3D5B-4F45-80B4-2967DCCDED69}"/>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36125201" name="Rectangle 537144149">
            <a:extLst xmlns:a="http://schemas.openxmlformats.org/drawingml/2006/main">
              <a:ext uri="{FF2B5EF4-FFF2-40B4-BE49-F238E27FC236}">
                <a16:creationId xmlns:a16="http://schemas.microsoft.com/office/drawing/2014/main" id="{66949B34-2DF7-45A6-8065-CB07055DC50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409440338" name="Straight Connector 1844070667">
            <a:extLst xmlns:a="http://schemas.openxmlformats.org/drawingml/2006/main">
              <a:ext uri="{FF2B5EF4-FFF2-40B4-BE49-F238E27FC236}">
                <a16:creationId xmlns:a16="http://schemas.microsoft.com/office/drawing/2014/main" id="{B83E3962-1244-40D4-AF54-903C688B22F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268227" name="Rectangle: Rounded Corners 1156722812">
            <a:extLst xmlns:a="http://schemas.openxmlformats.org/drawingml/2006/main">
              <a:ext uri="{FF2B5EF4-FFF2-40B4-BE49-F238E27FC236}">
                <a16:creationId xmlns:a16="http://schemas.microsoft.com/office/drawing/2014/main" id="{C17A2CCB-0F28-4A1E-BAE7-285E9FB1BD2A}"/>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809817677" name="Rectangle 555957418">
            <a:extLst xmlns:a="http://schemas.openxmlformats.org/drawingml/2006/main">
              <a:ext uri="{FF2B5EF4-FFF2-40B4-BE49-F238E27FC236}">
                <a16:creationId xmlns:a16="http://schemas.microsoft.com/office/drawing/2014/main" id="{5C944C5E-BAC0-4CD8-8AE5-C6ECAD186F9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042800946" name="Straight Connector 1221881980">
            <a:extLst xmlns:a="http://schemas.openxmlformats.org/drawingml/2006/main">
              <a:ext uri="{FF2B5EF4-FFF2-40B4-BE49-F238E27FC236}">
                <a16:creationId xmlns:a16="http://schemas.microsoft.com/office/drawing/2014/main" id="{A97480B2-F3C6-4060-B13F-3AAA8B60D9F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71333" name="Rectangle: Rounded Corners 942243679">
            <a:extLst xmlns:a="http://schemas.openxmlformats.org/drawingml/2006/main">
              <a:ext uri="{FF2B5EF4-FFF2-40B4-BE49-F238E27FC236}">
                <a16:creationId xmlns:a16="http://schemas.microsoft.com/office/drawing/2014/main" id="{B54B198D-FC1C-45EB-AE0A-11A141FFAF20}"/>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40640985" name="Rectangle 1558388499">
            <a:extLst xmlns:a="http://schemas.openxmlformats.org/drawingml/2006/main">
              <a:ext uri="{FF2B5EF4-FFF2-40B4-BE49-F238E27FC236}">
                <a16:creationId xmlns:a16="http://schemas.microsoft.com/office/drawing/2014/main" id="{041F733A-63F0-4512-A278-117A418048E6}"/>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55172948" name="Rectangle: Rounded Corners 497016789">
            <a:extLst xmlns:a="http://schemas.openxmlformats.org/drawingml/2006/main">
              <a:ext uri="{FF2B5EF4-FFF2-40B4-BE49-F238E27FC236}">
                <a16:creationId xmlns:a16="http://schemas.microsoft.com/office/drawing/2014/main" id="{171A428D-2CCA-4AFF-82F7-CEA0229D04B9}"/>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203032" name="Straight Connector 944728692">
            <a:extLst xmlns:a="http://schemas.openxmlformats.org/drawingml/2006/main">
              <a:ext uri="{FF2B5EF4-FFF2-40B4-BE49-F238E27FC236}">
                <a16:creationId xmlns:a16="http://schemas.microsoft.com/office/drawing/2014/main" id="{351D9821-1CAB-4A8F-AEEC-340443F0235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124964" name="Straight Connector 492924597">
            <a:extLst xmlns:a="http://schemas.openxmlformats.org/drawingml/2006/main">
              <a:ext uri="{FF2B5EF4-FFF2-40B4-BE49-F238E27FC236}">
                <a16:creationId xmlns:a16="http://schemas.microsoft.com/office/drawing/2014/main" id="{D7715926-4B97-4335-B75C-890C869F8000}"/>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717281" name="Rectangle 1897545627">
            <a:extLst xmlns:a="http://schemas.openxmlformats.org/drawingml/2006/main">
              <a:ext uri="{FF2B5EF4-FFF2-40B4-BE49-F238E27FC236}">
                <a16:creationId xmlns:a16="http://schemas.microsoft.com/office/drawing/2014/main" id="{19F61BA2-C820-4FC4-BEAF-C1CDBDEA9CF3}"/>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60045118" name="Rectangle 567799544">
            <a:extLst xmlns:a="http://schemas.openxmlformats.org/drawingml/2006/main">
              <a:ext uri="{FF2B5EF4-FFF2-40B4-BE49-F238E27FC236}">
                <a16:creationId xmlns:a16="http://schemas.microsoft.com/office/drawing/2014/main" id="{9D3A427D-23D2-423F-AAF1-C598677F098D}"/>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3732291" name="Rectangle 163568202">
            <a:extLst xmlns:a="http://schemas.openxmlformats.org/drawingml/2006/main">
              <a:ext uri="{FF2B5EF4-FFF2-40B4-BE49-F238E27FC236}">
                <a16:creationId xmlns:a16="http://schemas.microsoft.com/office/drawing/2014/main" id="{0BC3725A-6FC7-476D-92C1-34CDD0FC5F6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450613631" name="Rectangle 1723731144">
            <a:extLst xmlns:a="http://schemas.openxmlformats.org/drawingml/2006/main">
              <a:ext uri="{FF2B5EF4-FFF2-40B4-BE49-F238E27FC236}">
                <a16:creationId xmlns:a16="http://schemas.microsoft.com/office/drawing/2014/main" id="{80CAB1A0-A50C-4580-96B9-75A2312FCC7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05146483" name="Rectangle 326786159">
            <a:extLst xmlns:a="http://schemas.openxmlformats.org/drawingml/2006/main">
              <a:ext uri="{FF2B5EF4-FFF2-40B4-BE49-F238E27FC236}">
                <a16:creationId xmlns:a16="http://schemas.microsoft.com/office/drawing/2014/main" id="{A6925620-C389-4980-9599-6741CC5CFFD4}"/>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841057215" name="Rectangle 1482802785">
            <a:extLst xmlns:a="http://schemas.openxmlformats.org/drawingml/2006/main">
              <a:ext uri="{FF2B5EF4-FFF2-40B4-BE49-F238E27FC236}">
                <a16:creationId xmlns:a16="http://schemas.microsoft.com/office/drawing/2014/main" id="{47251C8A-4762-4E99-BB74-0438A699881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25997071" name="Rectangle 947956942">
            <a:extLst xmlns:a="http://schemas.openxmlformats.org/drawingml/2006/main">
              <a:ext uri="{FF2B5EF4-FFF2-40B4-BE49-F238E27FC236}">
                <a16:creationId xmlns:a16="http://schemas.microsoft.com/office/drawing/2014/main" id="{9AA23073-989A-422F-970B-E0847BA1C889}"/>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92176600" name="Rectangle 2016319604">
            <a:extLst xmlns:a="http://schemas.openxmlformats.org/drawingml/2006/main">
              <a:ext uri="{FF2B5EF4-FFF2-40B4-BE49-F238E27FC236}">
                <a16:creationId xmlns:a16="http://schemas.microsoft.com/office/drawing/2014/main" id="{72690016-CE87-41E6-BF65-C08604C5A83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447969935" name="Rectangle 759240474">
            <a:extLst xmlns:a="http://schemas.openxmlformats.org/drawingml/2006/main">
              <a:ext uri="{FF2B5EF4-FFF2-40B4-BE49-F238E27FC236}">
                <a16:creationId xmlns:a16="http://schemas.microsoft.com/office/drawing/2014/main" id="{2945C9D2-8D6D-48A1-8AD4-9D621DA2A903}"/>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7614151" name="Rectangle 1102304899">
            <a:extLst xmlns:a="http://schemas.openxmlformats.org/drawingml/2006/main">
              <a:ext uri="{FF2B5EF4-FFF2-40B4-BE49-F238E27FC236}">
                <a16:creationId xmlns:a16="http://schemas.microsoft.com/office/drawing/2014/main" id="{C42F0D1E-BCCF-4A3A-94F1-ECC7A2E1B86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653659102" name="Rectangle 1141042966">
            <a:extLst xmlns:a="http://schemas.openxmlformats.org/drawingml/2006/main">
              <a:ext uri="{FF2B5EF4-FFF2-40B4-BE49-F238E27FC236}">
                <a16:creationId xmlns:a16="http://schemas.microsoft.com/office/drawing/2014/main" id="{32283B75-D078-4E5A-B22D-8ADBA9209E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601342793" name="solidguide_normal">
            <a:extLst xmlns:a="http://schemas.openxmlformats.org/drawingml/2006/main">
              <a:ext uri="{FF2B5EF4-FFF2-40B4-BE49-F238E27FC236}">
                <a16:creationId xmlns:a16="http://schemas.microsoft.com/office/drawing/2014/main" id="{528FC322-367D-4B24-81A7-F26F6BD54897}"/>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883487" name="solidguide_normal">
            <a:extLst xmlns:a="http://schemas.openxmlformats.org/drawingml/2006/main">
              <a:ext uri="{FF2B5EF4-FFF2-40B4-BE49-F238E27FC236}">
                <a16:creationId xmlns:a16="http://schemas.microsoft.com/office/drawing/2014/main" id="{8FE72D77-0AA7-4937-89B5-CCA204DD2E6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7614179"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7527144e7fa042f0">
            <a:extLst>
              <a:ext uri="{96DAC541-7B7A-43D3-8B79-37D633B846F1}">
                <asvg:svgBlip xmlns:asvg="http://schemas.microsoft.com/office/drawing/2016/SVG/main" r:embed="Rf702227905094db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898323"/>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0331381" name="Rectangle 1470283906">
            <a:extLst xmlns:a="http://schemas.openxmlformats.org/drawingml/2006/main">
              <a:ext uri="{FF2B5EF4-FFF2-40B4-BE49-F238E27FC236}">
                <a16:creationId xmlns:a16="http://schemas.microsoft.com/office/drawing/2014/main" id="{334C0F5B-A5E4-4EC4-82D1-2DC6D429847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259855584" name="Rectangle 843139879">
            <a:extLst xmlns:a="http://schemas.openxmlformats.org/drawingml/2006/main">
              <a:ext uri="{FF2B5EF4-FFF2-40B4-BE49-F238E27FC236}">
                <a16:creationId xmlns:a16="http://schemas.microsoft.com/office/drawing/2014/main" id="{DA7FA66C-51B8-445A-8C5E-E63F28941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011482645" name="Rectangle: Rounded Corners 441777437">
            <a:extLst xmlns:a="http://schemas.openxmlformats.org/drawingml/2006/main">
              <a:ext uri="{FF2B5EF4-FFF2-40B4-BE49-F238E27FC236}">
                <a16:creationId xmlns:a16="http://schemas.microsoft.com/office/drawing/2014/main" id="{A60C63D1-1D9D-4E95-BFE2-F1C7F63F0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4326946"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da848953da0044ba"/>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78444028" name="Oval 1369448292">
            <a:extLst xmlns:a="http://schemas.openxmlformats.org/drawingml/2006/main">
              <a:ext uri="{FF2B5EF4-FFF2-40B4-BE49-F238E27FC236}">
                <a16:creationId xmlns:a16="http://schemas.microsoft.com/office/drawing/2014/main" id="{3F41E32E-B3EC-4474-A039-209F3663AFA2}"/>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803878558" name="Rectangle 119453285">
            <a:extLst xmlns:a="http://schemas.openxmlformats.org/drawingml/2006/main">
              <a:ext uri="{FF2B5EF4-FFF2-40B4-BE49-F238E27FC236}">
                <a16:creationId xmlns:a16="http://schemas.microsoft.com/office/drawing/2014/main" id="{D9C43FFA-1137-4A94-A688-89EB684FAD0E}"/>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3593151" name="Oval 1329949566">
            <a:extLst xmlns:a="http://schemas.openxmlformats.org/drawingml/2006/main">
              <a:ext uri="{FF2B5EF4-FFF2-40B4-BE49-F238E27FC236}">
                <a16:creationId xmlns:a16="http://schemas.microsoft.com/office/drawing/2014/main" id="{1BF56C3C-2CDB-4241-8F0E-2E08BDA2BEE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084326941" name="Rectangle 1856458307">
            <a:extLst xmlns:a="http://schemas.openxmlformats.org/drawingml/2006/main">
              <a:ext uri="{FF2B5EF4-FFF2-40B4-BE49-F238E27FC236}">
                <a16:creationId xmlns:a16="http://schemas.microsoft.com/office/drawing/2014/main" id="{0C77E90C-3B71-40F0-B79D-A2FF123D9FE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591892302" name="Oval 167515331">
            <a:extLst xmlns:a="http://schemas.openxmlformats.org/drawingml/2006/main">
              <a:ext uri="{FF2B5EF4-FFF2-40B4-BE49-F238E27FC236}">
                <a16:creationId xmlns:a16="http://schemas.microsoft.com/office/drawing/2014/main" id="{0CCB8850-D0E5-43C7-B277-5B88A619DC0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809242649" name="Rectangle 324280658">
            <a:extLst xmlns:a="http://schemas.openxmlformats.org/drawingml/2006/main">
              <a:ext uri="{FF2B5EF4-FFF2-40B4-BE49-F238E27FC236}">
                <a16:creationId xmlns:a16="http://schemas.microsoft.com/office/drawing/2014/main" id="{88622B95-8B6F-47FB-8401-83B8543E8A46}"/>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808460605" name="Rectangle 220100613">
            <a:extLst xmlns:a="http://schemas.openxmlformats.org/drawingml/2006/main">
              <a:ext uri="{FF2B5EF4-FFF2-40B4-BE49-F238E27FC236}">
                <a16:creationId xmlns:a16="http://schemas.microsoft.com/office/drawing/2014/main" id="{7F17D6A1-A041-4121-AA07-FBC8F0D048FF}"/>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365413243" name="Rectangle 1638243303">
            <a:extLst xmlns:a="http://schemas.openxmlformats.org/drawingml/2006/main">
              <a:ext uri="{FF2B5EF4-FFF2-40B4-BE49-F238E27FC236}">
                <a16:creationId xmlns:a16="http://schemas.microsoft.com/office/drawing/2014/main" id="{B9B7BEC3-C543-41C7-AA51-C3B1D3D546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93318099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597039" name="Rectangle 914741475">
            <a:extLst xmlns:a="http://schemas.openxmlformats.org/drawingml/2006/main">
              <a:ext uri="{FF2B5EF4-FFF2-40B4-BE49-F238E27FC236}">
                <a16:creationId xmlns:a16="http://schemas.microsoft.com/office/drawing/2014/main" id="{3B80757B-7332-437A-85DA-1EB632CCDB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561991875" name="Rectangle 763526406">
            <a:extLst xmlns:a="http://schemas.openxmlformats.org/drawingml/2006/main">
              <a:ext uri="{FF2B5EF4-FFF2-40B4-BE49-F238E27FC236}">
                <a16:creationId xmlns:a16="http://schemas.microsoft.com/office/drawing/2014/main" id="{03978278-5CCF-4C7D-8AB3-C1DE6973BE7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069339408" name="Rectangle: Rounded Corners 611293625">
            <a:extLst xmlns:a="http://schemas.openxmlformats.org/drawingml/2006/main">
              <a:ext uri="{FF2B5EF4-FFF2-40B4-BE49-F238E27FC236}">
                <a16:creationId xmlns:a16="http://schemas.microsoft.com/office/drawing/2014/main" id="{644CBF46-8CBA-48A5-B9F4-DB4C44281668}"/>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02"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9c13990a470c437b"/>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22800993" name="Straight Connector 1032169778">
            <a:extLst xmlns:a="http://schemas.openxmlformats.org/drawingml/2006/main">
              <a:ext uri="{FF2B5EF4-FFF2-40B4-BE49-F238E27FC236}">
                <a16:creationId xmlns:a16="http://schemas.microsoft.com/office/drawing/2014/main" id="{F3D2C2F8-F590-4659-9DA5-386C0A4B2C52}"/>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8426" name="Straight Connector 1768100698">
            <a:extLst xmlns:a="http://schemas.openxmlformats.org/drawingml/2006/main">
              <a:ext uri="{FF2B5EF4-FFF2-40B4-BE49-F238E27FC236}">
                <a16:creationId xmlns:a16="http://schemas.microsoft.com/office/drawing/2014/main" id="{3DB5167A-A9EF-456E-AA65-0808504A959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21249" name="Rectangle 1922458400">
            <a:extLst xmlns:a="http://schemas.openxmlformats.org/drawingml/2006/main">
              <a:ext uri="{FF2B5EF4-FFF2-40B4-BE49-F238E27FC236}">
                <a16:creationId xmlns:a16="http://schemas.microsoft.com/office/drawing/2014/main" id="{16A2556D-196E-4136-A3A1-8658978C630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8491652" name="Rectangle 1402654062">
            <a:extLst xmlns:a="http://schemas.openxmlformats.org/drawingml/2006/main">
              <a:ext uri="{FF2B5EF4-FFF2-40B4-BE49-F238E27FC236}">
                <a16:creationId xmlns:a16="http://schemas.microsoft.com/office/drawing/2014/main" id="{683FDDD9-8626-4012-8BA2-C54264F19D18}"/>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3192660" name="Oval 1006697960">
            <a:extLst xmlns:a="http://schemas.openxmlformats.org/drawingml/2006/main">
              <a:ext uri="{FF2B5EF4-FFF2-40B4-BE49-F238E27FC236}">
                <a16:creationId xmlns:a16="http://schemas.microsoft.com/office/drawing/2014/main" id="{66470A15-27E5-4F80-95EE-A76F9A367136}"/>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006495" name="Straight Connector 772079832">
            <a:extLst xmlns:a="http://schemas.openxmlformats.org/drawingml/2006/main">
              <a:ext uri="{FF2B5EF4-FFF2-40B4-BE49-F238E27FC236}">
                <a16:creationId xmlns:a16="http://schemas.microsoft.com/office/drawing/2014/main" id="{D15A07D8-6DBF-486C-B0AF-7079F953E95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25241" name="Oval 1493081963">
            <a:extLst xmlns:a="http://schemas.openxmlformats.org/drawingml/2006/main">
              <a:ext uri="{FF2B5EF4-FFF2-40B4-BE49-F238E27FC236}">
                <a16:creationId xmlns:a16="http://schemas.microsoft.com/office/drawing/2014/main" id="{D4B647B7-FFF9-419A-BB34-6E0E0D3AA33C}"/>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4339835" name="Oval 1125848367">
            <a:extLst xmlns:a="http://schemas.openxmlformats.org/drawingml/2006/main">
              <a:ext uri="{FF2B5EF4-FFF2-40B4-BE49-F238E27FC236}">
                <a16:creationId xmlns:a16="http://schemas.microsoft.com/office/drawing/2014/main" id="{8A62D7BA-347A-43D1-80E4-62C454DC7C21}"/>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42688" name="Rectangle 1431459787">
            <a:extLst xmlns:a="http://schemas.openxmlformats.org/drawingml/2006/main">
              <a:ext uri="{FF2B5EF4-FFF2-40B4-BE49-F238E27FC236}">
                <a16:creationId xmlns:a16="http://schemas.microsoft.com/office/drawing/2014/main" id="{B24B883B-546F-429D-82E8-6D6010821052}"/>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990486492" name="Rectangle 551453139">
            <a:extLst xmlns:a="http://schemas.openxmlformats.org/drawingml/2006/main">
              <a:ext uri="{FF2B5EF4-FFF2-40B4-BE49-F238E27FC236}">
                <a16:creationId xmlns:a16="http://schemas.microsoft.com/office/drawing/2014/main" id="{A02EB347-4C79-4339-BB69-188445D0C16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575390230" name="Rectangle 1387627842">
            <a:extLst xmlns:a="http://schemas.openxmlformats.org/drawingml/2006/main">
              <a:ext uri="{FF2B5EF4-FFF2-40B4-BE49-F238E27FC236}">
                <a16:creationId xmlns:a16="http://schemas.microsoft.com/office/drawing/2014/main" id="{37F32ED3-884B-4316-99A3-D15BFFE749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37793268" name="Straight Connector 1489075409">
            <a:extLst xmlns:a="http://schemas.openxmlformats.org/drawingml/2006/main">
              <a:ext uri="{FF2B5EF4-FFF2-40B4-BE49-F238E27FC236}">
                <a16:creationId xmlns:a16="http://schemas.microsoft.com/office/drawing/2014/main" id="{5F4BD80C-9475-438B-A577-B80EB88FAE6A}"/>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877596" name="Straight Connector 768615074">
            <a:extLst xmlns:a="http://schemas.openxmlformats.org/drawingml/2006/main">
              <a:ext uri="{FF2B5EF4-FFF2-40B4-BE49-F238E27FC236}">
                <a16:creationId xmlns:a16="http://schemas.microsoft.com/office/drawing/2014/main" id="{20DC26BF-D6F7-4957-8AA1-86FACFE179A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16"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e398ae19279345a9">
            <a:extLst>
              <a:ext uri="{96DAC541-7B7A-43D3-8B79-37D633B846F1}">
                <asvg:svgBlip xmlns:asvg="http://schemas.microsoft.com/office/drawing/2016/SVG/main" r:embed="R50978ab439f9482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021408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04233" name="Rectangle 151304597">
            <a:extLst xmlns:a="http://schemas.openxmlformats.org/drawingml/2006/main">
              <a:ext uri="{FF2B5EF4-FFF2-40B4-BE49-F238E27FC236}">
                <a16:creationId xmlns:a16="http://schemas.microsoft.com/office/drawing/2014/main" id="{A24F9129-EDD6-41B9-B3F1-77B59AC937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04859134" name="Rectangle 177396171">
            <a:extLst xmlns:a="http://schemas.openxmlformats.org/drawingml/2006/main">
              <a:ext uri="{FF2B5EF4-FFF2-40B4-BE49-F238E27FC236}">
                <a16:creationId xmlns:a16="http://schemas.microsoft.com/office/drawing/2014/main" id="{5E1F28D9-1DAD-4B8F-A114-9AD451F556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850308603" name="Rectangle: Rounded Corners 960318418">
            <a:extLst xmlns:a="http://schemas.openxmlformats.org/drawingml/2006/main">
              <a:ext uri="{FF2B5EF4-FFF2-40B4-BE49-F238E27FC236}">
                <a16:creationId xmlns:a16="http://schemas.microsoft.com/office/drawing/2014/main" id="{5E2AE0A3-1A43-4B62-AE26-46B7C69FBC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324114" name="Straight Connector 53979157">
            <a:extLst xmlns:a="http://schemas.openxmlformats.org/drawingml/2006/main">
              <a:ext uri="{FF2B5EF4-FFF2-40B4-BE49-F238E27FC236}">
                <a16:creationId xmlns:a16="http://schemas.microsoft.com/office/drawing/2014/main" id="{F0B6C282-99BF-486A-977B-A6274AFF9CF1}"/>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388285" name="Straight Connector 627639122">
            <a:extLst xmlns:a="http://schemas.openxmlformats.org/drawingml/2006/main">
              <a:ext uri="{FF2B5EF4-FFF2-40B4-BE49-F238E27FC236}">
                <a16:creationId xmlns:a16="http://schemas.microsoft.com/office/drawing/2014/main" id="{01B6890A-FEAD-494D-B3EB-397C0996528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177250" name="Rectangle 466830898">
            <a:extLst xmlns:a="http://schemas.openxmlformats.org/drawingml/2006/main">
              <a:ext uri="{FF2B5EF4-FFF2-40B4-BE49-F238E27FC236}">
                <a16:creationId xmlns:a16="http://schemas.microsoft.com/office/drawing/2014/main" id="{31124CF3-F535-409B-94B9-A174C1D01DF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78700295" name="Rectangle 1905295987">
            <a:extLst xmlns:a="http://schemas.openxmlformats.org/drawingml/2006/main">
              <a:ext uri="{FF2B5EF4-FFF2-40B4-BE49-F238E27FC236}">
                <a16:creationId xmlns:a16="http://schemas.microsoft.com/office/drawing/2014/main" id="{25FF7BDB-D02C-4FE0-9CFD-8A5276FCE0B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29748388" name="Oval 917868853">
            <a:extLst xmlns:a="http://schemas.openxmlformats.org/drawingml/2006/main">
              <a:ext uri="{FF2B5EF4-FFF2-40B4-BE49-F238E27FC236}">
                <a16:creationId xmlns:a16="http://schemas.microsoft.com/office/drawing/2014/main" id="{91D8F4DC-AFE2-4A1F-8813-FA6F07399AA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5355265" name="Oval 1147861544">
            <a:extLst xmlns:a="http://schemas.openxmlformats.org/drawingml/2006/main">
              <a:ext uri="{FF2B5EF4-FFF2-40B4-BE49-F238E27FC236}">
                <a16:creationId xmlns:a16="http://schemas.microsoft.com/office/drawing/2014/main" id="{9888A638-6F8A-44B0-9050-509EDEFF15C9}"/>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172490" name="Oval 453648762">
            <a:extLst xmlns:a="http://schemas.openxmlformats.org/drawingml/2006/main">
              <a:ext uri="{FF2B5EF4-FFF2-40B4-BE49-F238E27FC236}">
                <a16:creationId xmlns:a16="http://schemas.microsoft.com/office/drawing/2014/main" id="{F27C4B24-E392-4570-A42B-175FE57C041E}"/>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571276" name="Oval 1758550888">
            <a:extLst xmlns:a="http://schemas.openxmlformats.org/drawingml/2006/main">
              <a:ext uri="{FF2B5EF4-FFF2-40B4-BE49-F238E27FC236}">
                <a16:creationId xmlns:a16="http://schemas.microsoft.com/office/drawing/2014/main" id="{07F6C187-7CB9-4694-8178-AE46E439AC0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45986" name="Rectangle: Rounded Corners 1781569673">
            <a:extLst xmlns:a="http://schemas.openxmlformats.org/drawingml/2006/main">
              <a:ext uri="{FF2B5EF4-FFF2-40B4-BE49-F238E27FC236}">
                <a16:creationId xmlns:a16="http://schemas.microsoft.com/office/drawing/2014/main" id="{ECBCE1BA-6249-4CCE-AF5B-9643A4E663F6}"/>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320244489" name="Rectangle: Rounded Corners 140372676">
            <a:extLst xmlns:a="http://schemas.openxmlformats.org/drawingml/2006/main">
              <a:ext uri="{FF2B5EF4-FFF2-40B4-BE49-F238E27FC236}">
                <a16:creationId xmlns:a16="http://schemas.microsoft.com/office/drawing/2014/main" id="{CCA588E7-ACB1-4FF4-B99C-A2101AD5620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70042691" name="Rectangle: Rounded Corners 457547252">
            <a:extLst xmlns:a="http://schemas.openxmlformats.org/drawingml/2006/main">
              <a:ext uri="{FF2B5EF4-FFF2-40B4-BE49-F238E27FC236}">
                <a16:creationId xmlns:a16="http://schemas.microsoft.com/office/drawing/2014/main" id="{BC575909-AC29-4045-9BA6-369FE3DFAE1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74001813" name="Rectangle 126664147">
            <a:extLst xmlns:a="http://schemas.openxmlformats.org/drawingml/2006/main">
              <a:ext uri="{FF2B5EF4-FFF2-40B4-BE49-F238E27FC236}">
                <a16:creationId xmlns:a16="http://schemas.microsoft.com/office/drawing/2014/main" id="{7A140D77-A2BF-4C1A-96B8-0D716582006C}"/>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76794742" name="Rectangle 638283189">
            <a:extLst xmlns:a="http://schemas.openxmlformats.org/drawingml/2006/main">
              <a:ext uri="{FF2B5EF4-FFF2-40B4-BE49-F238E27FC236}">
                <a16:creationId xmlns:a16="http://schemas.microsoft.com/office/drawing/2014/main" id="{2B00451D-98A2-46FA-9544-8500897DD5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1876794760"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f5ef516453c1421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7056817"/>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918755" name="Rectangle 1072400785">
            <a:extLst xmlns:a="http://schemas.openxmlformats.org/drawingml/2006/main">
              <a:ext uri="{FF2B5EF4-FFF2-40B4-BE49-F238E27FC236}">
                <a16:creationId xmlns:a16="http://schemas.microsoft.com/office/drawing/2014/main" id="{F92778F3-BE5E-4CF6-BF9E-A785DC3F38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598455988" name="Rectangle 1682929385">
            <a:extLst xmlns:a="http://schemas.openxmlformats.org/drawingml/2006/main">
              <a:ext uri="{FF2B5EF4-FFF2-40B4-BE49-F238E27FC236}">
                <a16:creationId xmlns:a16="http://schemas.microsoft.com/office/drawing/2014/main" id="{E29D06B5-F324-4C38-892E-9FDD568F1B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70922371" name="Rectangle: Rounded Corners 1080314407">
            <a:extLst xmlns:a="http://schemas.openxmlformats.org/drawingml/2006/main">
              <a:ext uri="{FF2B5EF4-FFF2-40B4-BE49-F238E27FC236}">
                <a16:creationId xmlns:a16="http://schemas.microsoft.com/office/drawing/2014/main" id="{69D198A4-D2A9-4851-9CE8-814F79006E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00820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cfa32b34166f4176"/>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454604302" name="Straight Connector 707499443">
            <a:extLst xmlns:a="http://schemas.openxmlformats.org/drawingml/2006/main">
              <a:ext uri="{FF2B5EF4-FFF2-40B4-BE49-F238E27FC236}">
                <a16:creationId xmlns:a16="http://schemas.microsoft.com/office/drawing/2014/main" id="{5427821F-889A-4395-B51C-104A59454A3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814059" name="Straight Connector 1076861610">
            <a:extLst xmlns:a="http://schemas.openxmlformats.org/drawingml/2006/main">
              <a:ext uri="{FF2B5EF4-FFF2-40B4-BE49-F238E27FC236}">
                <a16:creationId xmlns:a16="http://schemas.microsoft.com/office/drawing/2014/main" id="{0763EC06-98B2-40EA-B5D2-B4245A22E3E0}"/>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6250090" name="Rectangle 1618224149">
            <a:extLst xmlns:a="http://schemas.openxmlformats.org/drawingml/2006/main">
              <a:ext uri="{FF2B5EF4-FFF2-40B4-BE49-F238E27FC236}">
                <a16:creationId xmlns:a16="http://schemas.microsoft.com/office/drawing/2014/main" id="{2C0F66D3-17C8-4ABE-8FFD-B8F5EC5F2DD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4334018" name="Rectangle 1957330890">
            <a:extLst xmlns:a="http://schemas.openxmlformats.org/drawingml/2006/main">
              <a:ext uri="{FF2B5EF4-FFF2-40B4-BE49-F238E27FC236}">
                <a16:creationId xmlns:a16="http://schemas.microsoft.com/office/drawing/2014/main" id="{61A4033D-B2E5-4635-89FA-2406F2C690C5}"/>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30436757" name="Oval 1428842632">
            <a:extLst xmlns:a="http://schemas.openxmlformats.org/drawingml/2006/main">
              <a:ext uri="{FF2B5EF4-FFF2-40B4-BE49-F238E27FC236}">
                <a16:creationId xmlns:a16="http://schemas.microsoft.com/office/drawing/2014/main" id="{C17829AA-A6E0-42D0-B736-FCDF4F018B3B}"/>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7112443" name="Oval 94324771">
            <a:extLst xmlns:a="http://schemas.openxmlformats.org/drawingml/2006/main">
              <a:ext uri="{FF2B5EF4-FFF2-40B4-BE49-F238E27FC236}">
                <a16:creationId xmlns:a16="http://schemas.microsoft.com/office/drawing/2014/main" id="{601CE7CF-0F58-41C9-837A-AC374C580A48}"/>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82499" name="Oval 1474916117">
            <a:extLst xmlns:a="http://schemas.openxmlformats.org/drawingml/2006/main">
              <a:ext uri="{FF2B5EF4-FFF2-40B4-BE49-F238E27FC236}">
                <a16:creationId xmlns:a16="http://schemas.microsoft.com/office/drawing/2014/main" id="{FBF23491-1045-495A-8447-000F679B47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0082076" name="Rectangle 1335518815">
            <a:extLst xmlns:a="http://schemas.openxmlformats.org/drawingml/2006/main">
              <a:ext uri="{FF2B5EF4-FFF2-40B4-BE49-F238E27FC236}">
                <a16:creationId xmlns:a16="http://schemas.microsoft.com/office/drawing/2014/main" id="{E3903D6E-DB1F-421E-B75D-378605DC546E}"/>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326625697" name="Rectangle 971869567">
            <a:extLst xmlns:a="http://schemas.openxmlformats.org/drawingml/2006/main">
              <a:ext uri="{FF2B5EF4-FFF2-40B4-BE49-F238E27FC236}">
                <a16:creationId xmlns:a16="http://schemas.microsoft.com/office/drawing/2014/main" id="{C29D99D7-D2B6-47A3-93D1-35BA4657350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258792646" name="Rectangle: Rounded Corners 76329123">
            <a:extLst xmlns:a="http://schemas.openxmlformats.org/drawingml/2006/main">
              <a:ext uri="{FF2B5EF4-FFF2-40B4-BE49-F238E27FC236}">
                <a16:creationId xmlns:a16="http://schemas.microsoft.com/office/drawing/2014/main" id="{09A1551C-04DE-41B6-90E0-0E97C3ADA134}"/>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965635488" name="Rectangle 237806933">
            <a:extLst xmlns:a="http://schemas.openxmlformats.org/drawingml/2006/main">
              <a:ext uri="{FF2B5EF4-FFF2-40B4-BE49-F238E27FC236}">
                <a16:creationId xmlns:a16="http://schemas.microsoft.com/office/drawing/2014/main" id="{FBBBACBE-0845-4552-891E-4C1E890B61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155866573" name="solid-loss-curve">
            <a:extLst xmlns:a="http://schemas.openxmlformats.org/drawingml/2006/main">
              <a:ext uri="{FF2B5EF4-FFF2-40B4-BE49-F238E27FC236}">
                <a16:creationId xmlns:a16="http://schemas.microsoft.com/office/drawing/2014/main" id="{B1091982-EEFB-4D61-B6D8-780B9D7D4B83}"/>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057594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8889056" name="Rectangle 935271156">
            <a:extLst xmlns:a="http://schemas.openxmlformats.org/drawingml/2006/main">
              <a:ext uri="{FF2B5EF4-FFF2-40B4-BE49-F238E27FC236}">
                <a16:creationId xmlns:a16="http://schemas.microsoft.com/office/drawing/2014/main" id="{06812B97-ED36-4A34-A652-691293F5E4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70294594" name="Rectangle 251777344">
            <a:extLst xmlns:a="http://schemas.openxmlformats.org/drawingml/2006/main">
              <a:ext uri="{FF2B5EF4-FFF2-40B4-BE49-F238E27FC236}">
                <a16:creationId xmlns:a16="http://schemas.microsoft.com/office/drawing/2014/main" id="{8F397B46-6954-4B30-AA25-B2B4A3DCB81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76140550" name="Rectangle: Rounded Corners 1456392341">
            <a:extLst xmlns:a="http://schemas.openxmlformats.org/drawingml/2006/main">
              <a:ext uri="{FF2B5EF4-FFF2-40B4-BE49-F238E27FC236}">
                <a16:creationId xmlns:a16="http://schemas.microsoft.com/office/drawing/2014/main" id="{9B2DDD5A-5D02-49B1-AA21-FFC42CF4B4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28874" name="Rectangle 615225220">
            <a:extLst xmlns:a="http://schemas.openxmlformats.org/drawingml/2006/main">
              <a:ext uri="{FF2B5EF4-FFF2-40B4-BE49-F238E27FC236}">
                <a16:creationId xmlns:a16="http://schemas.microsoft.com/office/drawing/2014/main" id="{29E01128-E298-47AE-8830-DD865EABD23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862967531" name="Rectangle: Rounded Corners 1987074982">
            <a:extLst xmlns:a="http://schemas.openxmlformats.org/drawingml/2006/main">
              <a:ext uri="{FF2B5EF4-FFF2-40B4-BE49-F238E27FC236}">
                <a16:creationId xmlns:a16="http://schemas.microsoft.com/office/drawing/2014/main" id="{7C2CF24A-57F4-4591-BDED-21727383A7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394956" name="Rectangle 1286956634">
            <a:extLst xmlns:a="http://schemas.openxmlformats.org/drawingml/2006/main">
              <a:ext uri="{FF2B5EF4-FFF2-40B4-BE49-F238E27FC236}">
                <a16:creationId xmlns:a16="http://schemas.microsoft.com/office/drawing/2014/main" id="{EB668E95-CA66-4695-A819-95E650AD206E}"/>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57246430" name="Rectangle 399762638">
            <a:extLst xmlns:a="http://schemas.openxmlformats.org/drawingml/2006/main">
              <a:ext uri="{FF2B5EF4-FFF2-40B4-BE49-F238E27FC236}">
                <a16:creationId xmlns:a16="http://schemas.microsoft.com/office/drawing/2014/main" id="{06B1C4BA-4C99-4785-ADB4-09FF93CAEE33}"/>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270715702" name="Straight Connector 1664744869">
            <a:extLst xmlns:a="http://schemas.openxmlformats.org/drawingml/2006/main">
              <a:ext uri="{FF2B5EF4-FFF2-40B4-BE49-F238E27FC236}">
                <a16:creationId xmlns:a16="http://schemas.microsoft.com/office/drawing/2014/main" id="{4EBFF7CF-BDB9-41F6-9DB0-B7D7F0D65482}"/>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696051" name="Straight Connector 598323690">
            <a:extLst xmlns:a="http://schemas.openxmlformats.org/drawingml/2006/main">
              <a:ext uri="{FF2B5EF4-FFF2-40B4-BE49-F238E27FC236}">
                <a16:creationId xmlns:a16="http://schemas.microsoft.com/office/drawing/2014/main" id="{46462558-6113-4BBE-ADAD-9CBDA04BFDEE}"/>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997417" name="Rectangle 1233632033">
            <a:extLst xmlns:a="http://schemas.openxmlformats.org/drawingml/2006/main">
              <a:ext uri="{FF2B5EF4-FFF2-40B4-BE49-F238E27FC236}">
                <a16:creationId xmlns:a16="http://schemas.microsoft.com/office/drawing/2014/main" id="{FB22E24A-87A5-4CD1-AC4D-0C291C00FA02}"/>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402175540" name="Rectangle 987778106">
            <a:extLst xmlns:a="http://schemas.openxmlformats.org/drawingml/2006/main">
              <a:ext uri="{FF2B5EF4-FFF2-40B4-BE49-F238E27FC236}">
                <a16:creationId xmlns:a16="http://schemas.microsoft.com/office/drawing/2014/main" id="{F9E83D15-E69B-46C7-A74F-55F369E8EC29}"/>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1314760" name="Rectangle 1454394643">
            <a:extLst xmlns:a="http://schemas.openxmlformats.org/drawingml/2006/main">
              <a:ext uri="{FF2B5EF4-FFF2-40B4-BE49-F238E27FC236}">
                <a16:creationId xmlns:a16="http://schemas.microsoft.com/office/drawing/2014/main" id="{11E31EC2-EFF9-4F93-AA50-E3F0197338CA}"/>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46422723" name="Oval 1043049251">
            <a:extLst xmlns:a="http://schemas.openxmlformats.org/drawingml/2006/main">
              <a:ext uri="{FF2B5EF4-FFF2-40B4-BE49-F238E27FC236}">
                <a16:creationId xmlns:a16="http://schemas.microsoft.com/office/drawing/2014/main" id="{1C4A2DD0-73B6-4464-8490-9F67F5F7B2CD}"/>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031583" name="Oval 103022139">
            <a:extLst xmlns:a="http://schemas.openxmlformats.org/drawingml/2006/main">
              <a:ext uri="{FF2B5EF4-FFF2-40B4-BE49-F238E27FC236}">
                <a16:creationId xmlns:a16="http://schemas.microsoft.com/office/drawing/2014/main" id="{FF1CE4C6-B084-4979-8114-C29541CEC1F2}"/>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133203" name="Rectangle 1601714725">
            <a:extLst xmlns:a="http://schemas.openxmlformats.org/drawingml/2006/main">
              <a:ext uri="{FF2B5EF4-FFF2-40B4-BE49-F238E27FC236}">
                <a16:creationId xmlns:a16="http://schemas.microsoft.com/office/drawing/2014/main" id="{490713FB-3D58-40AE-9897-08025ECACDA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382883515" name="Rectangle 1242132362">
            <a:extLst xmlns:a="http://schemas.openxmlformats.org/drawingml/2006/main">
              <a:ext uri="{FF2B5EF4-FFF2-40B4-BE49-F238E27FC236}">
                <a16:creationId xmlns:a16="http://schemas.microsoft.com/office/drawing/2014/main" id="{AF7C7B52-05D8-4DF3-B57D-1CEE0070AE4A}"/>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89704424" name="Rectangle 2132047703">
            <a:extLst xmlns:a="http://schemas.openxmlformats.org/drawingml/2006/main">
              <a:ext uri="{FF2B5EF4-FFF2-40B4-BE49-F238E27FC236}">
                <a16:creationId xmlns:a16="http://schemas.microsoft.com/office/drawing/2014/main" id="{65337EFF-E514-4ACA-98A0-BC347D702CEC}"/>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27777741" name="Rectangle 1495975732">
            <a:extLst xmlns:a="http://schemas.openxmlformats.org/drawingml/2006/main">
              <a:ext uri="{FF2B5EF4-FFF2-40B4-BE49-F238E27FC236}">
                <a16:creationId xmlns:a16="http://schemas.microsoft.com/office/drawing/2014/main" id="{3744EF9E-F59E-4DF8-A5B9-C6DDEDEAFB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76140571"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318acc5e7c704aac"/>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6140572"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ac0e202b1b254a81">
            <a:extLst>
              <a:ext uri="{96DAC541-7B7A-43D3-8B79-37D633B846F1}">
                <asvg:svgBlip xmlns:asvg="http://schemas.microsoft.com/office/drawing/2016/SVG/main" r:embed="Re6d7ea1cbec74f0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041021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8409131" name="Rectangle 549712311">
            <a:extLst xmlns:a="http://schemas.openxmlformats.org/drawingml/2006/main">
              <a:ext uri="{FF2B5EF4-FFF2-40B4-BE49-F238E27FC236}">
                <a16:creationId xmlns:a16="http://schemas.microsoft.com/office/drawing/2014/main" id="{5DDDDC9D-4CDE-471E-8C42-D00E6B39DE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36068235" name="Rectangle 504424573">
            <a:extLst xmlns:a="http://schemas.openxmlformats.org/drawingml/2006/main">
              <a:ext uri="{FF2B5EF4-FFF2-40B4-BE49-F238E27FC236}">
                <a16:creationId xmlns:a16="http://schemas.microsoft.com/office/drawing/2014/main" id="{FFE81C4A-3774-4060-9191-AA6B81B682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360202828" name="Rectangle: Rounded Corners 8473207">
            <a:extLst xmlns:a="http://schemas.openxmlformats.org/drawingml/2006/main">
              <a:ext uri="{FF2B5EF4-FFF2-40B4-BE49-F238E27FC236}">
                <a16:creationId xmlns:a16="http://schemas.microsoft.com/office/drawing/2014/main" id="{BDCF2BF3-D198-4837-84AF-9C1EDCBE70DB}"/>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0397880" name="Oval 1713827263">
            <a:extLst xmlns:a="http://schemas.openxmlformats.org/drawingml/2006/main">
              <a:ext uri="{FF2B5EF4-FFF2-40B4-BE49-F238E27FC236}">
                <a16:creationId xmlns:a16="http://schemas.microsoft.com/office/drawing/2014/main" id="{DD4972E3-8ABD-4C8E-AEDB-C80317DC205A}"/>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339094" name="Oval 324013536">
            <a:extLst xmlns:a="http://schemas.openxmlformats.org/drawingml/2006/main">
              <a:ext uri="{FF2B5EF4-FFF2-40B4-BE49-F238E27FC236}">
                <a16:creationId xmlns:a16="http://schemas.microsoft.com/office/drawing/2014/main" id="{BE1F2CAE-654D-491D-9BDD-B291C6B6345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903366" name="Oval 1149235491">
            <a:extLst xmlns:a="http://schemas.openxmlformats.org/drawingml/2006/main">
              <a:ext uri="{FF2B5EF4-FFF2-40B4-BE49-F238E27FC236}">
                <a16:creationId xmlns:a16="http://schemas.microsoft.com/office/drawing/2014/main" id="{404CA660-A373-471E-A34A-7C1B2A327BB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024960" name="Oval 1750953689">
            <a:extLst xmlns:a="http://schemas.openxmlformats.org/drawingml/2006/main">
              <a:ext uri="{FF2B5EF4-FFF2-40B4-BE49-F238E27FC236}">
                <a16:creationId xmlns:a16="http://schemas.microsoft.com/office/drawing/2014/main" id="{E40A8CB9-DBED-435E-A7B3-98D7C80445A6}"/>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041661" name="Oval 1513393046">
            <a:extLst xmlns:a="http://schemas.openxmlformats.org/drawingml/2006/main">
              <a:ext uri="{FF2B5EF4-FFF2-40B4-BE49-F238E27FC236}">
                <a16:creationId xmlns:a16="http://schemas.microsoft.com/office/drawing/2014/main" id="{569493D9-F41D-451E-AAD3-AE73536FA65A}"/>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08576" name="Oval 496081326">
            <a:extLst xmlns:a="http://schemas.openxmlformats.org/drawingml/2006/main">
              <a:ext uri="{FF2B5EF4-FFF2-40B4-BE49-F238E27FC236}">
                <a16:creationId xmlns:a16="http://schemas.microsoft.com/office/drawing/2014/main" id="{91A2A2EF-4C04-498E-AD00-4BB5E119CE6D}"/>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3559713" name="Oval 953579843">
            <a:extLst xmlns:a="http://schemas.openxmlformats.org/drawingml/2006/main">
              <a:ext uri="{FF2B5EF4-FFF2-40B4-BE49-F238E27FC236}">
                <a16:creationId xmlns:a16="http://schemas.microsoft.com/office/drawing/2014/main" id="{2B2AE035-4687-4BD8-AE80-061DC08AD56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659723" name="Oval 268581152">
            <a:extLst xmlns:a="http://schemas.openxmlformats.org/drawingml/2006/main">
              <a:ext uri="{FF2B5EF4-FFF2-40B4-BE49-F238E27FC236}">
                <a16:creationId xmlns:a16="http://schemas.microsoft.com/office/drawing/2014/main" id="{72E640CB-8A08-41AC-ABF1-04A330EEF22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6682897" name="Oval 1782461718">
            <a:extLst xmlns:a="http://schemas.openxmlformats.org/drawingml/2006/main">
              <a:ext uri="{FF2B5EF4-FFF2-40B4-BE49-F238E27FC236}">
                <a16:creationId xmlns:a16="http://schemas.microsoft.com/office/drawing/2014/main" id="{BA826A60-CA3A-4926-ADA7-059E10977FE4}"/>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682908" name="Oval 1638488983">
            <a:extLst xmlns:a="http://schemas.openxmlformats.org/drawingml/2006/main">
              <a:ext uri="{FF2B5EF4-FFF2-40B4-BE49-F238E27FC236}">
                <a16:creationId xmlns:a16="http://schemas.microsoft.com/office/drawing/2014/main" id="{28DDDB52-9F7C-4E09-B1B1-38B7CF985B6C}"/>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804980" name="Oval 1018913497">
            <a:extLst xmlns:a="http://schemas.openxmlformats.org/drawingml/2006/main">
              <a:ext uri="{FF2B5EF4-FFF2-40B4-BE49-F238E27FC236}">
                <a16:creationId xmlns:a16="http://schemas.microsoft.com/office/drawing/2014/main" id="{4C9B90D3-3D6A-4005-A254-845CBAB23ED6}"/>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158105" name="Oval 1292287629">
            <a:extLst xmlns:a="http://schemas.openxmlformats.org/drawingml/2006/main">
              <a:ext uri="{FF2B5EF4-FFF2-40B4-BE49-F238E27FC236}">
                <a16:creationId xmlns:a16="http://schemas.microsoft.com/office/drawing/2014/main" id="{0EF0BCCB-C579-4811-B81C-59BE7EB78DC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88452" name="Oval 1410545746">
            <a:extLst xmlns:a="http://schemas.openxmlformats.org/drawingml/2006/main">
              <a:ext uri="{FF2B5EF4-FFF2-40B4-BE49-F238E27FC236}">
                <a16:creationId xmlns:a16="http://schemas.microsoft.com/office/drawing/2014/main" id="{0CD04B48-42D0-41E8-9D0C-DE994A94781C}"/>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973923" name="Oval 1923839338">
            <a:extLst xmlns:a="http://schemas.openxmlformats.org/drawingml/2006/main">
              <a:ext uri="{FF2B5EF4-FFF2-40B4-BE49-F238E27FC236}">
                <a16:creationId xmlns:a16="http://schemas.microsoft.com/office/drawing/2014/main" id="{02FDA592-BC7B-49BB-A686-28E6FF0DD73F}"/>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72174" name="Oval 452248781">
            <a:extLst xmlns:a="http://schemas.openxmlformats.org/drawingml/2006/main">
              <a:ext uri="{FF2B5EF4-FFF2-40B4-BE49-F238E27FC236}">
                <a16:creationId xmlns:a16="http://schemas.microsoft.com/office/drawing/2014/main" id="{F5D9D9AF-4FD5-476A-BFB5-4D9A341A1DAC}"/>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339985" name="Rectangle 2036757279">
            <a:extLst xmlns:a="http://schemas.openxmlformats.org/drawingml/2006/main">
              <a:ext uri="{FF2B5EF4-FFF2-40B4-BE49-F238E27FC236}">
                <a16:creationId xmlns:a16="http://schemas.microsoft.com/office/drawing/2014/main" id="{1884C33A-8BBD-435A-8461-97B5BE124CD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64647830" name="Rectangle 899691756">
            <a:extLst xmlns:a="http://schemas.openxmlformats.org/drawingml/2006/main">
              <a:ext uri="{FF2B5EF4-FFF2-40B4-BE49-F238E27FC236}">
                <a16:creationId xmlns:a16="http://schemas.microsoft.com/office/drawing/2014/main" id="{32530353-19A4-4C64-A0B6-3D2DB6CF369F}"/>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708780851" name="Rectangle 1393267236">
            <a:extLst xmlns:a="http://schemas.openxmlformats.org/drawingml/2006/main">
              <a:ext uri="{FF2B5EF4-FFF2-40B4-BE49-F238E27FC236}">
                <a16:creationId xmlns:a16="http://schemas.microsoft.com/office/drawing/2014/main" id="{18E4D5CF-8B8E-48F1-8F0D-DC7E2563D451}"/>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20012278" name="Rectangle 1802476533">
            <a:extLst xmlns:a="http://schemas.openxmlformats.org/drawingml/2006/main">
              <a:ext uri="{FF2B5EF4-FFF2-40B4-BE49-F238E27FC236}">
                <a16:creationId xmlns:a16="http://schemas.microsoft.com/office/drawing/2014/main" id="{F3EE5FC0-D85C-4E24-B92B-A4F359BDC6C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193427160" name="Rectangle 1736954645">
            <a:extLst xmlns:a="http://schemas.openxmlformats.org/drawingml/2006/main">
              <a:ext uri="{FF2B5EF4-FFF2-40B4-BE49-F238E27FC236}">
                <a16:creationId xmlns:a16="http://schemas.microsoft.com/office/drawing/2014/main" id="{7D61D3C7-8943-458A-A8F4-AEA7FF3AED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4555819" name="Straight Arrow Connector 2036758667"/>
          <p:cNvCxnSpPr>
            <a:stCxn xmlns:a="http://schemas.openxmlformats.org/drawingml/2006/main" id="490397880" idx="6"/>
            <a:endCxn xmlns:a="http://schemas.openxmlformats.org/drawingml/2006/main" id="153202496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0" name="Straight Arrow Connector 2036758668"/>
          <p:cNvCxnSpPr>
            <a:stCxn xmlns:a="http://schemas.openxmlformats.org/drawingml/2006/main" id="490397880" idx="6"/>
            <a:endCxn xmlns:a="http://schemas.openxmlformats.org/drawingml/2006/main" id="875041661"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1" name="Straight Arrow Connector 2036758669"/>
          <p:cNvCxnSpPr>
            <a:stCxn xmlns:a="http://schemas.openxmlformats.org/drawingml/2006/main" id="490397880" idx="6"/>
            <a:endCxn xmlns:a="http://schemas.openxmlformats.org/drawingml/2006/main" id="885508576"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2" name="Straight Arrow Connector 2036758670"/>
          <p:cNvCxnSpPr>
            <a:stCxn xmlns:a="http://schemas.openxmlformats.org/drawingml/2006/main" id="490397880" idx="6"/>
            <a:endCxn xmlns:a="http://schemas.openxmlformats.org/drawingml/2006/main" id="182355971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3" name="Straight Arrow Connector 2036758671"/>
          <p:cNvCxnSpPr>
            <a:stCxn xmlns:a="http://schemas.openxmlformats.org/drawingml/2006/main" id="490397880" idx="6"/>
            <a:endCxn xmlns:a="http://schemas.openxmlformats.org/drawingml/2006/main" id="164165972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4" name="Straight Arrow Connector 2036758672"/>
          <p:cNvCxnSpPr>
            <a:stCxn xmlns:a="http://schemas.openxmlformats.org/drawingml/2006/main" id="633339094" idx="6"/>
            <a:endCxn xmlns:a="http://schemas.openxmlformats.org/drawingml/2006/main" id="153202496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5" name="Straight Arrow Connector 2036758673"/>
          <p:cNvCxnSpPr>
            <a:stCxn xmlns:a="http://schemas.openxmlformats.org/drawingml/2006/main" id="633339094" idx="6"/>
            <a:endCxn xmlns:a="http://schemas.openxmlformats.org/drawingml/2006/main" id="875041661"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6" name="Straight Arrow Connector 2036758674"/>
          <p:cNvCxnSpPr>
            <a:stCxn xmlns:a="http://schemas.openxmlformats.org/drawingml/2006/main" id="633339094" idx="6"/>
            <a:endCxn xmlns:a="http://schemas.openxmlformats.org/drawingml/2006/main" id="885508576"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7" name="Straight Arrow Connector 2036758675"/>
          <p:cNvCxnSpPr>
            <a:stCxn xmlns:a="http://schemas.openxmlformats.org/drawingml/2006/main" id="633339094" idx="6"/>
            <a:endCxn xmlns:a="http://schemas.openxmlformats.org/drawingml/2006/main" id="182355971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8" name="Straight Arrow Connector 2036758676"/>
          <p:cNvCxnSpPr>
            <a:stCxn xmlns:a="http://schemas.openxmlformats.org/drawingml/2006/main" id="633339094" idx="6"/>
            <a:endCxn xmlns:a="http://schemas.openxmlformats.org/drawingml/2006/main" id="164165972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29" name="Straight Arrow Connector 2036758677"/>
          <p:cNvCxnSpPr>
            <a:stCxn xmlns:a="http://schemas.openxmlformats.org/drawingml/2006/main" id="498903366" idx="6"/>
            <a:endCxn xmlns:a="http://schemas.openxmlformats.org/drawingml/2006/main" id="153202496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0" name="Straight Arrow Connector 2036758678"/>
          <p:cNvCxnSpPr>
            <a:stCxn xmlns:a="http://schemas.openxmlformats.org/drawingml/2006/main" id="498903366" idx="6"/>
            <a:endCxn xmlns:a="http://schemas.openxmlformats.org/drawingml/2006/main" id="875041661"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1"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2" name="Straight Arrow Connector 2036758680"/>
          <p:cNvCxnSpPr>
            <a:stCxn xmlns:a="http://schemas.openxmlformats.org/drawingml/2006/main" id="498903366" idx="6"/>
            <a:endCxn xmlns:a="http://schemas.openxmlformats.org/drawingml/2006/main" id="182355971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3" name="Straight Arrow Connector 2036758681"/>
          <p:cNvCxnSpPr>
            <a:stCxn xmlns:a="http://schemas.openxmlformats.org/drawingml/2006/main" id="498903366" idx="6"/>
            <a:endCxn xmlns:a="http://schemas.openxmlformats.org/drawingml/2006/main" id="164165972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4" name="Straight Arrow Connector 2036758682"/>
          <p:cNvCxnSpPr>
            <a:stCxn xmlns:a="http://schemas.openxmlformats.org/drawingml/2006/main" id="1532024960" idx="6"/>
            <a:endCxn xmlns:a="http://schemas.openxmlformats.org/drawingml/2006/main" id="1626682897"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5" name="Straight Arrow Connector 2036758683"/>
          <p:cNvCxnSpPr>
            <a:stCxn xmlns:a="http://schemas.openxmlformats.org/drawingml/2006/main" id="1532024960" idx="6"/>
            <a:endCxn xmlns:a="http://schemas.openxmlformats.org/drawingml/2006/main" id="14506829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6" name="Straight Arrow Connector 2036758684"/>
          <p:cNvCxnSpPr>
            <a:stCxn xmlns:a="http://schemas.openxmlformats.org/drawingml/2006/main" id="1532024960" idx="6"/>
            <a:endCxn xmlns:a="http://schemas.openxmlformats.org/drawingml/2006/main" id="6848049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7" name="Straight Arrow Connector 2036758685"/>
          <p:cNvCxnSpPr>
            <a:stCxn xmlns:a="http://schemas.openxmlformats.org/drawingml/2006/main" id="1532024960" idx="6"/>
            <a:endCxn xmlns:a="http://schemas.openxmlformats.org/drawingml/2006/main" id="167715810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8" name="Straight Arrow Connector 2036758686"/>
          <p:cNvCxnSpPr>
            <a:stCxn xmlns:a="http://schemas.openxmlformats.org/drawingml/2006/main" id="1532024960" idx="6"/>
            <a:endCxn xmlns:a="http://schemas.openxmlformats.org/drawingml/2006/main" id="15778845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39" name="Straight Arrow Connector 2036758687"/>
          <p:cNvCxnSpPr>
            <a:stCxn xmlns:a="http://schemas.openxmlformats.org/drawingml/2006/main" id="875041661" idx="6"/>
            <a:endCxn xmlns:a="http://schemas.openxmlformats.org/drawingml/2006/main" id="1626682897"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0" name="Straight Arrow Connector 2036758688"/>
          <p:cNvCxnSpPr>
            <a:stCxn xmlns:a="http://schemas.openxmlformats.org/drawingml/2006/main" id="875041661" idx="6"/>
            <a:endCxn xmlns:a="http://schemas.openxmlformats.org/drawingml/2006/main" id="14506829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1" name="Straight Arrow Connector 2036758689"/>
          <p:cNvCxnSpPr>
            <a:stCxn xmlns:a="http://schemas.openxmlformats.org/drawingml/2006/main" id="875041661" idx="6"/>
            <a:endCxn xmlns:a="http://schemas.openxmlformats.org/drawingml/2006/main" id="6848049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2" name="Straight Arrow Connector 2036758690"/>
          <p:cNvCxnSpPr>
            <a:stCxn xmlns:a="http://schemas.openxmlformats.org/drawingml/2006/main" id="875041661" idx="6"/>
            <a:endCxn xmlns:a="http://schemas.openxmlformats.org/drawingml/2006/main" id="167715810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3" name="Straight Arrow Connector 2036758691"/>
          <p:cNvCxnSpPr>
            <a:stCxn xmlns:a="http://schemas.openxmlformats.org/drawingml/2006/main" id="875041661" idx="6"/>
            <a:endCxn xmlns:a="http://schemas.openxmlformats.org/drawingml/2006/main" id="15778845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4" name="Straight Arrow Connector 2036758692"/>
          <p:cNvCxnSpPr>
            <a:stCxn xmlns:a="http://schemas.openxmlformats.org/drawingml/2006/main" id="885508576" idx="6"/>
            <a:endCxn xmlns:a="http://schemas.openxmlformats.org/drawingml/2006/main" id="1626682897"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5" name="Straight Arrow Connector 2036758693"/>
          <p:cNvCxnSpPr>
            <a:stCxn xmlns:a="http://schemas.openxmlformats.org/drawingml/2006/main" id="885508576" idx="6"/>
            <a:endCxn xmlns:a="http://schemas.openxmlformats.org/drawingml/2006/main" id="14506829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6" name="Straight Arrow Connector 2036758694"/>
          <p:cNvCxnSpPr>
            <a:stCxn xmlns:a="http://schemas.openxmlformats.org/drawingml/2006/main" id="885508576" idx="6"/>
            <a:endCxn xmlns:a="http://schemas.openxmlformats.org/drawingml/2006/main" id="6848049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7" name="Straight Arrow Connector 2036758695"/>
          <p:cNvCxnSpPr>
            <a:stCxn xmlns:a="http://schemas.openxmlformats.org/drawingml/2006/main" id="885508576" idx="6"/>
            <a:endCxn xmlns:a="http://schemas.openxmlformats.org/drawingml/2006/main" id="167715810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8" name="Straight Arrow Connector 2036758696"/>
          <p:cNvCxnSpPr>
            <a:stCxn xmlns:a="http://schemas.openxmlformats.org/drawingml/2006/main" id="885508576" idx="6"/>
            <a:endCxn xmlns:a="http://schemas.openxmlformats.org/drawingml/2006/main" id="15778845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49" name="Straight Arrow Connector 2036758697"/>
          <p:cNvCxnSpPr>
            <a:stCxn xmlns:a="http://schemas.openxmlformats.org/drawingml/2006/main" id="1823559713" idx="6"/>
            <a:endCxn xmlns:a="http://schemas.openxmlformats.org/drawingml/2006/main" id="1626682897"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0" name="Straight Arrow Connector 2036758698"/>
          <p:cNvCxnSpPr>
            <a:stCxn xmlns:a="http://schemas.openxmlformats.org/drawingml/2006/main" id="1823559713" idx="6"/>
            <a:endCxn xmlns:a="http://schemas.openxmlformats.org/drawingml/2006/main" id="14506829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1" name="Straight Arrow Connector 2036758699"/>
          <p:cNvCxnSpPr>
            <a:stCxn xmlns:a="http://schemas.openxmlformats.org/drawingml/2006/main" id="1823559713" idx="6"/>
            <a:endCxn xmlns:a="http://schemas.openxmlformats.org/drawingml/2006/main" id="6848049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2" name="Straight Arrow Connector 2036758700"/>
          <p:cNvCxnSpPr>
            <a:stCxn xmlns:a="http://schemas.openxmlformats.org/drawingml/2006/main" id="1823559713" idx="6"/>
            <a:endCxn xmlns:a="http://schemas.openxmlformats.org/drawingml/2006/main" id="167715810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3" name="Straight Arrow Connector 2036758701"/>
          <p:cNvCxnSpPr>
            <a:stCxn xmlns:a="http://schemas.openxmlformats.org/drawingml/2006/main" id="1823559713" idx="6"/>
            <a:endCxn xmlns:a="http://schemas.openxmlformats.org/drawingml/2006/main" id="15778845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4" name="Straight Arrow Connector 2036758702"/>
          <p:cNvCxnSpPr>
            <a:stCxn xmlns:a="http://schemas.openxmlformats.org/drawingml/2006/main" id="1641659723" idx="6"/>
            <a:endCxn xmlns:a="http://schemas.openxmlformats.org/drawingml/2006/main" id="1626682897"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5" name="Straight Arrow Connector 2036758703"/>
          <p:cNvCxnSpPr>
            <a:stCxn xmlns:a="http://schemas.openxmlformats.org/drawingml/2006/main" id="1641659723" idx="6"/>
            <a:endCxn xmlns:a="http://schemas.openxmlformats.org/drawingml/2006/main" id="14506829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6" name="Straight Arrow Connector 2036758704"/>
          <p:cNvCxnSpPr>
            <a:stCxn xmlns:a="http://schemas.openxmlformats.org/drawingml/2006/main" id="1641659723" idx="6"/>
            <a:endCxn xmlns:a="http://schemas.openxmlformats.org/drawingml/2006/main" id="6848049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7" name="Straight Arrow Connector 2036758705"/>
          <p:cNvCxnSpPr>
            <a:stCxn xmlns:a="http://schemas.openxmlformats.org/drawingml/2006/main" id="1641659723" idx="6"/>
            <a:endCxn xmlns:a="http://schemas.openxmlformats.org/drawingml/2006/main" id="167715810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8" name="Straight Arrow Connector 2036758706"/>
          <p:cNvCxnSpPr>
            <a:stCxn xmlns:a="http://schemas.openxmlformats.org/drawingml/2006/main" id="1641659723" idx="6"/>
            <a:endCxn xmlns:a="http://schemas.openxmlformats.org/drawingml/2006/main" id="15778845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59" name="Straight Arrow Connector 2036758707"/>
          <p:cNvCxnSpPr>
            <a:stCxn xmlns:a="http://schemas.openxmlformats.org/drawingml/2006/main" id="1626682897" idx="6"/>
            <a:endCxn xmlns:a="http://schemas.openxmlformats.org/drawingml/2006/main" id="157497392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60" name="Straight Arrow Connector 2036758708"/>
          <p:cNvCxnSpPr>
            <a:stCxn xmlns:a="http://schemas.openxmlformats.org/drawingml/2006/main" id="1626682897" idx="6"/>
            <a:endCxn xmlns:a="http://schemas.openxmlformats.org/drawingml/2006/main" id="152457217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61" name="Straight Arrow Connector 2036758709"/>
          <p:cNvCxnSpPr>
            <a:stCxn xmlns:a="http://schemas.openxmlformats.org/drawingml/2006/main" id="1450682908" idx="6"/>
            <a:endCxn xmlns:a="http://schemas.openxmlformats.org/drawingml/2006/main" id="157497392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62" name="Straight Arrow Connector 2036758710"/>
          <p:cNvCxnSpPr>
            <a:stCxn xmlns:a="http://schemas.openxmlformats.org/drawingml/2006/main" id="1450682908" idx="6"/>
            <a:endCxn xmlns:a="http://schemas.openxmlformats.org/drawingml/2006/main" id="152457217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63" name="Straight Arrow Connector 2036758711"/>
          <p:cNvCxnSpPr>
            <a:stCxn xmlns:a="http://schemas.openxmlformats.org/drawingml/2006/main" id="684804980" idx="6"/>
            <a:endCxn xmlns:a="http://schemas.openxmlformats.org/drawingml/2006/main" id="157497392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64" name="Straight Arrow Connector 2036758712"/>
          <p:cNvCxnSpPr>
            <a:stCxn xmlns:a="http://schemas.openxmlformats.org/drawingml/2006/main" id="684804980" idx="6"/>
            <a:endCxn xmlns:a="http://schemas.openxmlformats.org/drawingml/2006/main" id="152457217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65" name="Straight Arrow Connector 2036758713"/>
          <p:cNvCxnSpPr>
            <a:stCxn xmlns:a="http://schemas.openxmlformats.org/drawingml/2006/main" id="1677158105" idx="6"/>
            <a:endCxn xmlns:a="http://schemas.openxmlformats.org/drawingml/2006/main" id="157497392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66" name="Straight Arrow Connector 2036758714"/>
          <p:cNvCxnSpPr>
            <a:stCxn xmlns:a="http://schemas.openxmlformats.org/drawingml/2006/main" id="1677158105" idx="6"/>
            <a:endCxn xmlns:a="http://schemas.openxmlformats.org/drawingml/2006/main" id="152457217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67" name="Straight Arrow Connector 2036758715"/>
          <p:cNvCxnSpPr>
            <a:stCxn xmlns:a="http://schemas.openxmlformats.org/drawingml/2006/main" id="157788452" idx="6"/>
            <a:endCxn xmlns:a="http://schemas.openxmlformats.org/drawingml/2006/main" id="157497392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868" name="Straight Arrow Connector 2036758716"/>
          <p:cNvCxnSpPr>
            <a:stCxn xmlns:a="http://schemas.openxmlformats.org/drawingml/2006/main" id="157788452" idx="6"/>
            <a:endCxn xmlns:a="http://schemas.openxmlformats.org/drawingml/2006/main" id="152457217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262121300"/>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66199" name="">
            <a:extLst xmlns:a="http://schemas.openxmlformats.org/drawingml/2006/main">
              <a:ext uri="{FF2B5EF4-FFF2-40B4-BE49-F238E27FC236}">
                <a16:creationId xmlns:a16="http://schemas.microsoft.com/office/drawing/2014/main" id="{D1E43922-8DC5-45C9-BF3E-5FF7D7E18B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131447" name="">
            <a:extLst xmlns:a="http://schemas.openxmlformats.org/drawingml/2006/main">
              <a:ext uri="{FF2B5EF4-FFF2-40B4-BE49-F238E27FC236}">
                <a16:creationId xmlns:a16="http://schemas.microsoft.com/office/drawing/2014/main" id="{576C2B71-E0DF-41EB-802E-4F209A99D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270858556" name="">
            <a:extLst xmlns:a="http://schemas.openxmlformats.org/drawingml/2006/main">
              <a:ext uri="{FF2B5EF4-FFF2-40B4-BE49-F238E27FC236}">
                <a16:creationId xmlns:a16="http://schemas.microsoft.com/office/drawing/2014/main" id="{7B297B9A-D6D3-426C-93F1-5DEDCCABD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812736985" name="">
            <a:extLst xmlns:a="http://schemas.openxmlformats.org/drawingml/2006/main">
              <a:ext uri="{FF2B5EF4-FFF2-40B4-BE49-F238E27FC236}">
                <a16:creationId xmlns:a16="http://schemas.microsoft.com/office/drawing/2014/main" id="{021A459F-CB6A-42C8-930D-EF455021B21E}"/>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397819494" name="">
            <a:extLst xmlns:a="http://schemas.openxmlformats.org/drawingml/2006/main">
              <a:ext uri="{FF2B5EF4-FFF2-40B4-BE49-F238E27FC236}">
                <a16:creationId xmlns:a16="http://schemas.microsoft.com/office/drawing/2014/main" id="{4EE412E3-E872-4470-9DAD-552EFA14F6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909810972" name="">
            <a:extLst xmlns:a="http://schemas.openxmlformats.org/drawingml/2006/main">
              <a:ext uri="{FF2B5EF4-FFF2-40B4-BE49-F238E27FC236}">
                <a16:creationId xmlns:a16="http://schemas.microsoft.com/office/drawing/2014/main" id="{F4541118-E7AF-4380-B11A-C6AC7721DD9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729776765" name="">
            <a:extLst xmlns:a="http://schemas.openxmlformats.org/drawingml/2006/main">
              <a:ext uri="{FF2B5EF4-FFF2-40B4-BE49-F238E27FC236}">
                <a16:creationId xmlns:a16="http://schemas.microsoft.com/office/drawing/2014/main" id="{5234CE9C-BAD9-4678-8C32-7AA383C53707}"/>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461960186" name="">
            <a:extLst xmlns:a="http://schemas.openxmlformats.org/drawingml/2006/main">
              <a:ext uri="{FF2B5EF4-FFF2-40B4-BE49-F238E27FC236}">
                <a16:creationId xmlns:a16="http://schemas.microsoft.com/office/drawing/2014/main" id="{C3BBF61C-17A2-474B-9234-F6489B3CB07F}"/>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93941666" name="">
            <a:extLst xmlns:a="http://schemas.openxmlformats.org/drawingml/2006/main">
              <a:ext uri="{FF2B5EF4-FFF2-40B4-BE49-F238E27FC236}">
                <a16:creationId xmlns:a16="http://schemas.microsoft.com/office/drawing/2014/main" id="{1D078DF2-93E5-4FA8-9D76-5337269A47D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40662781" name="">
            <a:extLst xmlns:a="http://schemas.openxmlformats.org/drawingml/2006/main">
              <a:ext uri="{FF2B5EF4-FFF2-40B4-BE49-F238E27FC236}">
                <a16:creationId xmlns:a16="http://schemas.microsoft.com/office/drawing/2014/main" id="{B83BA0EA-EC44-4469-8945-923081DB09EA}"/>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284583827" name="">
            <a:extLst xmlns:a="http://schemas.openxmlformats.org/drawingml/2006/main">
              <a:ext uri="{FF2B5EF4-FFF2-40B4-BE49-F238E27FC236}">
                <a16:creationId xmlns:a16="http://schemas.microsoft.com/office/drawing/2014/main" id="{C22B18EE-4C37-4497-9986-5A52EBE0B16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214152565" name="">
            <a:extLst xmlns:a="http://schemas.openxmlformats.org/drawingml/2006/main">
              <a:ext uri="{FF2B5EF4-FFF2-40B4-BE49-F238E27FC236}">
                <a16:creationId xmlns:a16="http://schemas.microsoft.com/office/drawing/2014/main" id="{51876FEF-B7E5-458B-8146-7E25555F79E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7782651" name="">
            <a:extLst xmlns:a="http://schemas.openxmlformats.org/drawingml/2006/main">
              <a:ext uri="{FF2B5EF4-FFF2-40B4-BE49-F238E27FC236}">
                <a16:creationId xmlns:a16="http://schemas.microsoft.com/office/drawing/2014/main" id="{56405960-3EEE-4407-BEB4-E08CEF95BA47}"/>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31619485" name="">
            <a:extLst xmlns:a="http://schemas.openxmlformats.org/drawingml/2006/main">
              <a:ext uri="{FF2B5EF4-FFF2-40B4-BE49-F238E27FC236}">
                <a16:creationId xmlns:a16="http://schemas.microsoft.com/office/drawing/2014/main" id="{F4D5641F-C5A3-4B5A-AFC6-5A86B48E619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541881327" name="">
            <a:extLst xmlns:a="http://schemas.openxmlformats.org/drawingml/2006/main">
              <a:ext uri="{FF2B5EF4-FFF2-40B4-BE49-F238E27FC236}">
                <a16:creationId xmlns:a16="http://schemas.microsoft.com/office/drawing/2014/main" id="{5274994F-566E-46ED-9BB6-8950C4226D3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024578866" name="">
            <a:extLst xmlns:a="http://schemas.openxmlformats.org/drawingml/2006/main">
              <a:ext uri="{FF2B5EF4-FFF2-40B4-BE49-F238E27FC236}">
                <a16:creationId xmlns:a16="http://schemas.microsoft.com/office/drawing/2014/main" id="{366113DC-82D7-431F-81E4-E54CD0FD6D7E}"/>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697269679" name="">
            <a:extLst xmlns:a="http://schemas.openxmlformats.org/drawingml/2006/main">
              <a:ext uri="{FF2B5EF4-FFF2-40B4-BE49-F238E27FC236}">
                <a16:creationId xmlns:a16="http://schemas.microsoft.com/office/drawing/2014/main" id="{F61A290F-2D1A-4FF5-B4B9-CBFEDC7D7805}"/>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047886809" name="">
            <a:extLst xmlns:a="http://schemas.openxmlformats.org/drawingml/2006/main">
              <a:ext uri="{FF2B5EF4-FFF2-40B4-BE49-F238E27FC236}">
                <a16:creationId xmlns:a16="http://schemas.microsoft.com/office/drawing/2014/main" id="{34D67161-C2AF-4F50-9336-7D50D6B8E943}"/>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71679979" name="">
            <a:extLst xmlns:a="http://schemas.openxmlformats.org/drawingml/2006/main">
              <a:ext uri="{FF2B5EF4-FFF2-40B4-BE49-F238E27FC236}">
                <a16:creationId xmlns:a16="http://schemas.microsoft.com/office/drawing/2014/main" id="{2420D0E3-4725-40D7-B7FA-6352BF5AB640}"/>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041922984" name="">
            <a:extLst xmlns:a="http://schemas.openxmlformats.org/drawingml/2006/main">
              <a:ext uri="{FF2B5EF4-FFF2-40B4-BE49-F238E27FC236}">
                <a16:creationId xmlns:a16="http://schemas.microsoft.com/office/drawing/2014/main" id="{9EB31E98-0A74-41BC-ADFE-4075EDAA7514}"/>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054753732"/>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680314" name="">
            <a:extLst xmlns:a="http://schemas.openxmlformats.org/drawingml/2006/main">
              <a:ext uri="{FF2B5EF4-FFF2-40B4-BE49-F238E27FC236}">
                <a16:creationId xmlns:a16="http://schemas.microsoft.com/office/drawing/2014/main" id="{14440A3B-823E-4822-ADD4-429148DCF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080191" name="">
            <a:extLst xmlns:a="http://schemas.openxmlformats.org/drawingml/2006/main">
              <a:ext uri="{FF2B5EF4-FFF2-40B4-BE49-F238E27FC236}">
                <a16:creationId xmlns:a16="http://schemas.microsoft.com/office/drawing/2014/main" id="{8C1EF1E5-AF7A-4155-9610-91D70C3582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417427903" name="">
            <a:extLst xmlns:a="http://schemas.openxmlformats.org/drawingml/2006/main">
              <a:ext uri="{FF2B5EF4-FFF2-40B4-BE49-F238E27FC236}">
                <a16:creationId xmlns:a16="http://schemas.microsoft.com/office/drawing/2014/main" id="{DF4605E6-BBDF-46D2-A3C8-DB72A672241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8085894" name="">
            <a:extLst xmlns:a="http://schemas.openxmlformats.org/drawingml/2006/main">
              <a:ext uri="{FF2B5EF4-FFF2-40B4-BE49-F238E27FC236}">
                <a16:creationId xmlns:a16="http://schemas.microsoft.com/office/drawing/2014/main" id="{A82BB697-4A24-41FB-B482-65147E99E1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779687710" name="">
            <a:extLst xmlns:a="http://schemas.openxmlformats.org/drawingml/2006/main">
              <a:ext uri="{FF2B5EF4-FFF2-40B4-BE49-F238E27FC236}">
                <a16:creationId xmlns:a16="http://schemas.microsoft.com/office/drawing/2014/main" id="{4CE28386-59F1-4149-BE92-BBA712D4A7B4}"/>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540101611" name="">
            <a:extLst xmlns:a="http://schemas.openxmlformats.org/drawingml/2006/main">
              <a:ext uri="{FF2B5EF4-FFF2-40B4-BE49-F238E27FC236}">
                <a16:creationId xmlns:a16="http://schemas.microsoft.com/office/drawing/2014/main" id="{42395B9B-106A-48CA-BECF-08BC94E43802}"/>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22215526" name="">
            <a:extLst xmlns:a="http://schemas.openxmlformats.org/drawingml/2006/main">
              <a:ext uri="{FF2B5EF4-FFF2-40B4-BE49-F238E27FC236}">
                <a16:creationId xmlns:a16="http://schemas.microsoft.com/office/drawing/2014/main" id="{068AB1A5-0D3B-4190-9B90-57508B83A06B}"/>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545158906" name="">
            <a:extLst xmlns:a="http://schemas.openxmlformats.org/drawingml/2006/main">
              <a:ext uri="{FF2B5EF4-FFF2-40B4-BE49-F238E27FC236}">
                <a16:creationId xmlns:a16="http://schemas.microsoft.com/office/drawing/2014/main" id="{31A3DF5D-2638-49A7-929E-8FEDD6CDB367}"/>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54768422" name="">
            <a:extLst xmlns:a="http://schemas.openxmlformats.org/drawingml/2006/main">
              <a:ext uri="{FF2B5EF4-FFF2-40B4-BE49-F238E27FC236}">
                <a16:creationId xmlns:a16="http://schemas.microsoft.com/office/drawing/2014/main" id="{1EBFD659-7DBB-405F-A5DB-75001FDFEF38}"/>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2127350140" name="">
            <a:extLst xmlns:a="http://schemas.openxmlformats.org/drawingml/2006/main">
              <a:ext uri="{FF2B5EF4-FFF2-40B4-BE49-F238E27FC236}">
                <a16:creationId xmlns:a16="http://schemas.microsoft.com/office/drawing/2014/main" id="{572E55EB-A9D5-441E-9C7A-E86840EDBA37}"/>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4028486" name="">
            <a:extLst xmlns:a="http://schemas.openxmlformats.org/drawingml/2006/main">
              <a:ext uri="{FF2B5EF4-FFF2-40B4-BE49-F238E27FC236}">
                <a16:creationId xmlns:a16="http://schemas.microsoft.com/office/drawing/2014/main" id="{D489F83B-905D-4C4A-BCC0-14170490608E}"/>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836321162" name="">
            <a:extLst xmlns:a="http://schemas.openxmlformats.org/drawingml/2006/main">
              <a:ext uri="{FF2B5EF4-FFF2-40B4-BE49-F238E27FC236}">
                <a16:creationId xmlns:a16="http://schemas.microsoft.com/office/drawing/2014/main" id="{00CD88A1-90F9-4D88-9BBF-CF958B2425B8}"/>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864931419" name="">
            <a:extLst xmlns:a="http://schemas.openxmlformats.org/drawingml/2006/main">
              <a:ext uri="{FF2B5EF4-FFF2-40B4-BE49-F238E27FC236}">
                <a16:creationId xmlns:a16="http://schemas.microsoft.com/office/drawing/2014/main" id="{82214C59-E2CC-4010-B6BD-FAB52A08AD25}"/>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067498598" name="">
            <a:extLst xmlns:a="http://schemas.openxmlformats.org/drawingml/2006/main">
              <a:ext uri="{FF2B5EF4-FFF2-40B4-BE49-F238E27FC236}">
                <a16:creationId xmlns:a16="http://schemas.microsoft.com/office/drawing/2014/main" id="{45C78100-D1C3-49C9-B5D8-BAC16F46A304}"/>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361634784" name="">
            <a:extLst xmlns:a="http://schemas.openxmlformats.org/drawingml/2006/main">
              <a:ext uri="{FF2B5EF4-FFF2-40B4-BE49-F238E27FC236}">
                <a16:creationId xmlns:a16="http://schemas.microsoft.com/office/drawing/2014/main" id="{10E52ADF-07F1-4C0A-9319-77787BA45BB4}"/>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63577551" name="">
            <a:extLst xmlns:a="http://schemas.openxmlformats.org/drawingml/2006/main">
              <a:ext uri="{FF2B5EF4-FFF2-40B4-BE49-F238E27FC236}">
                <a16:creationId xmlns:a16="http://schemas.microsoft.com/office/drawing/2014/main" id="{52E4F22D-A41B-44D0-93FC-E51C77042BAB}"/>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827667860" name="">
            <a:extLst xmlns:a="http://schemas.openxmlformats.org/drawingml/2006/main">
              <a:ext uri="{FF2B5EF4-FFF2-40B4-BE49-F238E27FC236}">
                <a16:creationId xmlns:a16="http://schemas.microsoft.com/office/drawing/2014/main" id="{92CA6087-7406-4A08-8B94-BA4D27D32C31}"/>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315816037" name="">
            <a:extLst xmlns:a="http://schemas.openxmlformats.org/drawingml/2006/main">
              <a:ext uri="{FF2B5EF4-FFF2-40B4-BE49-F238E27FC236}">
                <a16:creationId xmlns:a16="http://schemas.microsoft.com/office/drawing/2014/main" id="{1ABCA07F-9932-4AAE-A7FB-B622C4FDD32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234413702" name="">
            <a:extLst xmlns:a="http://schemas.openxmlformats.org/drawingml/2006/main">
              <a:ext uri="{FF2B5EF4-FFF2-40B4-BE49-F238E27FC236}">
                <a16:creationId xmlns:a16="http://schemas.microsoft.com/office/drawing/2014/main" id="{F9442335-F48D-440B-B6ED-10B29DF2671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628348457" name="">
            <a:extLst xmlns:a="http://schemas.openxmlformats.org/drawingml/2006/main">
              <a:ext uri="{FF2B5EF4-FFF2-40B4-BE49-F238E27FC236}">
                <a16:creationId xmlns:a16="http://schemas.microsoft.com/office/drawing/2014/main" id="{C847C616-E390-4C26-981D-386DA621EE5B}"/>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706507903" name="">
            <a:extLst xmlns:a="http://schemas.openxmlformats.org/drawingml/2006/main">
              <a:ext uri="{FF2B5EF4-FFF2-40B4-BE49-F238E27FC236}">
                <a16:creationId xmlns:a16="http://schemas.microsoft.com/office/drawing/2014/main" id="{A51F111A-EA71-4169-B76C-2171E16F26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29335858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4069894" name="">
            <a:extLst xmlns:a="http://schemas.openxmlformats.org/drawingml/2006/main">
              <a:ext uri="{FF2B5EF4-FFF2-40B4-BE49-F238E27FC236}">
                <a16:creationId xmlns:a16="http://schemas.microsoft.com/office/drawing/2014/main" id="{C8E02DFD-BB5D-464A-B271-ADBAA9AFC2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900572716" name="">
            <a:extLst xmlns:a="http://schemas.openxmlformats.org/drawingml/2006/main">
              <a:ext uri="{FF2B5EF4-FFF2-40B4-BE49-F238E27FC236}">
                <a16:creationId xmlns:a16="http://schemas.microsoft.com/office/drawing/2014/main" id="{10209CD3-D223-480C-A73F-B2FCAADFB74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348662401" name="">
            <a:extLst xmlns:a="http://schemas.openxmlformats.org/drawingml/2006/main">
              <a:ext uri="{FF2B5EF4-FFF2-40B4-BE49-F238E27FC236}">
                <a16:creationId xmlns:a16="http://schemas.microsoft.com/office/drawing/2014/main" id="{F0471304-8E1B-470D-BE03-1E91D1FF7E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00572721" name=""/>
          <p:cNvPicPr>
            <a:picLocks xmlns:a="http://schemas.openxmlformats.org/drawingml/2006/main" noChangeAspect="1"/>
          </p:cNvPicPr>
          <p:nvPr/>
        </p:nvPicPr>
        <p:blipFill rotWithShape="1">
          <a:blip xmlns:r="http://schemas.openxmlformats.org/officeDocument/2006/relationships" xmlns:a="http://schemas.openxmlformats.org/drawingml/2006/main" r:embed="R3fe3bf77e6fc433e"/>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70688261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1426493562" name="">
            <a:extLst xmlns:a="http://schemas.openxmlformats.org/drawingml/2006/main">
              <a:ext uri="{FF2B5EF4-FFF2-40B4-BE49-F238E27FC236}">
                <a16:creationId xmlns:a16="http://schemas.microsoft.com/office/drawing/2014/main" id="{D5C32671-1A49-4044-A43A-CDCCC9651F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E1503713-8F96-413A-AEA8-398B6AF6CBA6}"/>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426493564" name="">
            <a:extLst xmlns:a="http://schemas.openxmlformats.org/drawingml/2006/main">
              <a:ext uri="{FF2B5EF4-FFF2-40B4-BE49-F238E27FC236}">
                <a16:creationId xmlns:a16="http://schemas.microsoft.com/office/drawing/2014/main" id="{ECFF19DB-DF9C-4997-ABE3-4AF4A0866AC8}"/>
              </a:ext>
            </a:extLst>
          </p:cNvPr>
          <p:cNvSpPr>
            <a:spLocks xmlns:a="http://schemas.openxmlformats.org/drawingml/2006/main" noGrp="1"/>
          </p:cNvSpPr>
          <p:nvPr/>
        </p:nvSpPr>
        <p:spPr>
          <a:xfrm xmlns:a="http://schemas.openxmlformats.org/drawingml/2006/main">
            <a:off x="339090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8C2BD3FB-8B67-47D6-B07B-7741709773EC}"/>
              </a:ext>
            </a:extLst>
          </p:cNvPr>
          <p:cNvSpPr>
            <a:spLocks xmlns:a="http://schemas.openxmlformats.org/drawingml/2006/main" noGrp="1"/>
          </p:cNvSpPr>
          <p:nvPr/>
        </p:nvSpPr>
        <p:spPr>
          <a:xfrm xmlns:a="http://schemas.openxmlformats.org/drawingml/2006/main">
            <a:off x="683895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481E0B1B-1992-4F8B-8A0D-EC7DF407C3C1}"/>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426493567" name="">
            <a:extLst xmlns:a="http://schemas.openxmlformats.org/drawingml/2006/main">
              <a:ext uri="{FF2B5EF4-FFF2-40B4-BE49-F238E27FC236}">
                <a16:creationId xmlns:a16="http://schemas.microsoft.com/office/drawing/2014/main" id="{48962C8F-1588-41E2-B7AE-E1ABB97F27C3}"/>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u = g(x)</a:t>
            </a:r>
          </a:p>
        </p:txBody>
      </p:sp>
      <p:sp>
        <p:nvSpPr>
          <p:cNvPr id="1426493568" name="">
            <a:extLst xmlns:a="http://schemas.openxmlformats.org/drawingml/2006/main">
              <a:ext uri="{FF2B5EF4-FFF2-40B4-BE49-F238E27FC236}">
                <a16:creationId xmlns:a16="http://schemas.microsoft.com/office/drawing/2014/main" id="{CC731D96-2768-432F-A6D8-32E4A9B663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59669"/>
                </a:solidFill>
                <a:latin typeface="Calibri"/>
                <a:ea typeface="Calibri"/>
                <a:cs typeface="Calibri"/>
              </a:defRPr>
            </a:pPr>
            <a:r>
              <a:rPr sz="2025" b="1">
                <a:solidFill>
                  <a:srgbClr val="059669"/>
                </a:solidFill>
                <a:latin typeface="Calibri"/>
                <a:ea typeface="Calibri"/>
                <a:cs typeface="Calibri"/>
              </a:rPr>
              <a:t>y = f(u)</a:t>
            </a:r>
          </a:p>
        </p:txBody>
      </p:sp>
      <p:sp>
        <p:nvSpPr>
          <p:cNvPr id="1426493569" name="">
            <a:extLst xmlns:a="http://schemas.openxmlformats.org/drawingml/2006/main">
              <a:ext uri="{FF2B5EF4-FFF2-40B4-BE49-F238E27FC236}">
                <a16:creationId xmlns:a16="http://schemas.microsoft.com/office/drawing/2014/main" id="{2E4DE417-9E0A-48E1-A801-7FCF4819B755}"/>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B0F19"/>
                </a:solidFill>
                <a:latin typeface="Calibri"/>
                <a:ea typeface="Calibri"/>
                <a:cs typeface="Calibri"/>
              </a:defRPr>
            </a:pPr>
            <a:r>
              <a:rPr sz="2325" b="1">
                <a:solidFill>
                  <a:srgbClr val="0B0F19"/>
                </a:solidFill>
                <a:latin typeface="Calibri"/>
                <a:ea typeface="Calibri"/>
                <a:cs typeface="Calibri"/>
              </a:rPr>
              <a:t/>
            </a:r>
          </a:p>
        </p:txBody>
      </p:sp>
      <p:sp>
        <p:nvSpPr>
          <p:cNvPr id="1426493570" name="">
            <a:extLst xmlns:a="http://schemas.openxmlformats.org/drawingml/2006/main">
              <a:ext uri="{FF2B5EF4-FFF2-40B4-BE49-F238E27FC236}">
                <a16:creationId xmlns:a16="http://schemas.microsoft.com/office/drawing/2014/main" id="{C33EF0A2-014C-4FDF-9401-857F3671B881}"/>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426493584" name=""/>
          <p:cNvPicPr>
            <a:picLocks xmlns:a="http://schemas.openxmlformats.org/drawingml/2006/main" noChangeAspect="1"/>
          </p:cNvPicPr>
          <p:nvPr/>
        </p:nvPicPr>
        <p:blipFill>
          <a:blip xmlns:r="http://schemas.openxmlformats.org/officeDocument/2006/relationships" xmlns:a="http://schemas.openxmlformats.org/drawingml/2006/main" r:embed="R8552581795bc49ea">
            <a:extLst>
              <a:ext uri="{96DAC541-7B7A-43D3-8B79-37D633B846F1}">
                <asvg:svgBlip xmlns:asvg="http://schemas.microsoft.com/office/drawing/2016/SVG/main" r:embed="Rc2ef4abe94c2422c"/>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426493562" name="">
            <a:extLst xmlns:a="http://schemas.openxmlformats.org/drawingml/2006/main">
              <a:ext uri="{FF2B5EF4-FFF2-40B4-BE49-F238E27FC236}">
                <a16:creationId xmlns:a16="http://schemas.microsoft.com/office/drawing/2014/main" id="{B3C16D39-F07D-4F3D-B36B-1314C9128BB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427AD57E-ACCF-47DD-B216-C38209C5226E}"/>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426493564" name="">
            <a:extLst xmlns:a="http://schemas.openxmlformats.org/drawingml/2006/main">
              <a:ext uri="{FF2B5EF4-FFF2-40B4-BE49-F238E27FC236}">
                <a16:creationId xmlns:a16="http://schemas.microsoft.com/office/drawing/2014/main" id="{C729E3F0-6B1E-4EE5-A523-53AC52C065DC}"/>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F0D5F276-9059-4A5A-8D11-FF7E109401D9}"/>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06B5404A-BBD3-411F-9B64-979072E551BF}"/>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1426493593" name=""/>
          <p:cNvPicPr>
            <a:picLocks xmlns:a="http://schemas.openxmlformats.org/drawingml/2006/main" noChangeAspect="1"/>
          </p:cNvPicPr>
          <p:nvPr/>
        </p:nvPicPr>
        <p:blipFill>
          <a:blip xmlns:r="http://schemas.openxmlformats.org/officeDocument/2006/relationships" xmlns:a="http://schemas.openxmlformats.org/drawingml/2006/main" r:embed="R5885b47e3c224583">
            <a:extLst>
              <a:ext uri="{96DAC541-7B7A-43D3-8B79-37D633B846F1}">
                <asvg:svgBlip xmlns:asvg="http://schemas.microsoft.com/office/drawing/2016/SVG/main" r:embed="Ra02db23f3f1549aa"/>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1426493594" name=""/>
          <p:cNvPicPr>
            <a:picLocks xmlns:a="http://schemas.openxmlformats.org/drawingml/2006/main" noChangeAspect="1"/>
          </p:cNvPicPr>
          <p:nvPr/>
        </p:nvPicPr>
        <p:blipFill>
          <a:blip xmlns:r="http://schemas.openxmlformats.org/officeDocument/2006/relationships" xmlns:a="http://schemas.openxmlformats.org/drawingml/2006/main" r:embed="R254b26fad37d4cdd">
            <a:extLst>
              <a:ext uri="{96DAC541-7B7A-43D3-8B79-37D633B846F1}">
                <asvg:svgBlip xmlns:asvg="http://schemas.microsoft.com/office/drawing/2016/SVG/main" r:embed="Rbbb47c6e24804d17"/>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1426493569" name="">
            <a:extLst xmlns:a="http://schemas.openxmlformats.org/drawingml/2006/main">
              <a:ext uri="{FF2B5EF4-FFF2-40B4-BE49-F238E27FC236}">
                <a16:creationId xmlns:a16="http://schemas.microsoft.com/office/drawing/2014/main" id="{E80C3C51-C458-4482-A341-9C4B0DADA846}"/>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426493570" name="">
            <a:extLst xmlns:a="http://schemas.openxmlformats.org/drawingml/2006/main">
              <a:ext uri="{FF2B5EF4-FFF2-40B4-BE49-F238E27FC236}">
                <a16:creationId xmlns:a16="http://schemas.microsoft.com/office/drawing/2014/main" id="{218160C2-A877-4385-94C4-AD612CED4CF1}"/>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prstGeom>
          <a:solidFill xmlns:a="http://schemas.openxmlformats.org/drawingml/2006/main">
            <a:srgbClr val="ECFDF5"/>
          </a:solidFill>
          <a:ln xmlns:a="http://schemas.openxmlformats.org/drawingml/2006/main" w="13335">
            <a:solidFill>
              <a:srgbClr val="059669"/>
            </a:solidFill>
            <a:prstDash val="solid"/>
          </a:ln>
        </p:spPr>
      </p:sp>
      <p:sp>
        <p:nvSpPr>
          <p:cNvPr id="1426493571" name="">
            <a:extLst xmlns:a="http://schemas.openxmlformats.org/drawingml/2006/main">
              <a:ext uri="{FF2B5EF4-FFF2-40B4-BE49-F238E27FC236}">
                <a16:creationId xmlns:a16="http://schemas.microsoft.com/office/drawing/2014/main" id="{87188C40-7041-4ED7-B3C8-5DDC3AAA67E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426493572" name="">
            <a:extLst xmlns:a="http://schemas.openxmlformats.org/drawingml/2006/main">
              <a:ext uri="{FF2B5EF4-FFF2-40B4-BE49-F238E27FC236}">
                <a16:creationId xmlns:a16="http://schemas.microsoft.com/office/drawing/2014/main" id="{E38EE6FF-72E2-4E6B-816C-108C26D289EE}"/>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1426493599" name=""/>
          <p:cNvPicPr>
            <a:picLocks xmlns:a="http://schemas.openxmlformats.org/drawingml/2006/main" noChangeAspect="1"/>
          </p:cNvPicPr>
          <p:nvPr/>
        </p:nvPicPr>
        <p:blipFill>
          <a:blip xmlns:r="http://schemas.openxmlformats.org/officeDocument/2006/relationships" xmlns:a="http://schemas.openxmlformats.org/drawingml/2006/main" r:embed="Rdd8ca70076564ea2">
            <a:extLst>
              <a:ext uri="{96DAC541-7B7A-43D3-8B79-37D633B846F1}">
                <asvg:svgBlip xmlns:asvg="http://schemas.microsoft.com/office/drawing/2016/SVG/main" r:embed="R9d6cea2c6d4b455b"/>
              </a:ext>
            </a:extLst>
          </a:blip>
          <a:stretch xmlns:a="http://schemas.openxmlformats.org/drawingml/2006/main"/>
        </p:blipFill>
        <p:spPr>
          <a:xfrm xmlns:a="http://schemas.openxmlformats.org/drawingml/2006/main">
            <a:off x="1857375" y="3219450"/>
            <a:ext cx="3048000" cy="476250"/>
          </a:xfrm>
          <a:prstGeom xmlns:a="http://schemas.openxmlformats.org/drawingml/2006/main" prst="rect">
            <a:avLst/>
          </a:prstGeom>
        </p:spPr>
      </p:pic>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30c38935bf30446e">
            <a:extLst>
              <a:ext uri="{96DAC541-7B7A-43D3-8B79-37D633B846F1}">
                <asvg:svgBlip xmlns:asvg="http://schemas.microsoft.com/office/drawing/2016/SVG/main" r:embed="Reeed582aa78048c5"/>
              </a:ext>
            </a:extLst>
          </a:blip>
          <a:stretch xmlns:a="http://schemas.openxmlformats.org/drawingml/2006/main"/>
        </p:blipFill>
        <p:spPr>
          <a:xfrm xmlns:a="http://schemas.openxmlformats.org/drawingml/2006/main">
            <a:off x="7096125" y="3219450"/>
            <a:ext cx="3048000" cy="476250"/>
          </a:xfrm>
          <a:prstGeom xmlns:a="http://schemas.openxmlformats.org/drawingml/2006/main" prst="rect">
            <a:avLst/>
          </a:prstGeom>
        </p:spPr>
      </p:pic>
      <p:sp>
        <p:nvSpPr>
          <p:cNvPr id="1426493575" name="">
            <a:extLst xmlns:a="http://schemas.openxmlformats.org/drawingml/2006/main">
              <a:ext uri="{FF2B5EF4-FFF2-40B4-BE49-F238E27FC236}">
                <a16:creationId xmlns:a16="http://schemas.microsoft.com/office/drawing/2014/main" id="{2ABB1DC5-9DDE-4580-81D8-8C2A1F154037}"/>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426493576" name="">
            <a:extLst xmlns:a="http://schemas.openxmlformats.org/drawingml/2006/main">
              <a:ext uri="{FF2B5EF4-FFF2-40B4-BE49-F238E27FC236}">
                <a16:creationId xmlns:a16="http://schemas.microsoft.com/office/drawing/2014/main" id="{5CC63AF1-B3C9-44FF-BD8D-DD7421E6E425}"/>
              </a:ext>
            </a:extLst>
          </p:cNvPr>
          <p:cNvSpPr>
            <a:spLocks xmlns:a="http://schemas.openxmlformats.org/drawingml/2006/main" noGrp="1"/>
          </p:cNvSpPr>
          <p:nvPr/>
        </p:nvSpPr>
        <p:spPr>
          <a:xfrm xmlns:a="http://schemas.openxmlformats.org/drawingml/2006/main">
            <a:off x="1428750" y="4410075"/>
            <a:ext cx="93345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1426493603" name=""/>
          <p:cNvPicPr>
            <a:picLocks xmlns:a="http://schemas.openxmlformats.org/drawingml/2006/main" noChangeAspect="1"/>
          </p:cNvPicPr>
          <p:nvPr/>
        </p:nvPicPr>
        <p:blipFill>
          <a:blip xmlns:r="http://schemas.openxmlformats.org/officeDocument/2006/relationships" xmlns:a="http://schemas.openxmlformats.org/drawingml/2006/main" r:embed="R9840d08c5b6f49c5">
            <a:extLst>
              <a:ext uri="{96DAC541-7B7A-43D3-8B79-37D633B846F1}">
                <asvg:svgBlip xmlns:asvg="http://schemas.microsoft.com/office/drawing/2016/SVG/main" r:embed="Rbf6698aae36b4748"/>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426493578" name="">
            <a:extLst xmlns:a="http://schemas.openxmlformats.org/drawingml/2006/main">
              <a:ext uri="{FF2B5EF4-FFF2-40B4-BE49-F238E27FC236}">
                <a16:creationId xmlns:a16="http://schemas.microsoft.com/office/drawing/2014/main" id="{E341F208-3371-4A6E-A554-A5BC48E9B7AD}"/>
              </a:ext>
            </a:extLst>
          </p:cNvPr>
          <p:cNvSpPr>
            <a:spLocks xmlns:a="http://schemas.openxmlformats.org/drawingml/2006/main" noGrp="1"/>
          </p:cNvSpPr>
          <p:nvPr/>
        </p:nvSpPr>
        <p:spPr>
          <a:xfrm xmlns:a="http://schemas.openxmlformats.org/drawingml/2006/main">
            <a:off x="3143250" y="5314950"/>
            <a:ext cx="5905500" cy="495300"/>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1426493605" name=""/>
          <p:cNvPicPr>
            <a:picLocks xmlns:a="http://schemas.openxmlformats.org/drawingml/2006/main" noChangeAspect="1"/>
          </p:cNvPicPr>
          <p:nvPr/>
        </p:nvPicPr>
        <p:blipFill>
          <a:blip xmlns:r="http://schemas.openxmlformats.org/officeDocument/2006/relationships" xmlns:a="http://schemas.openxmlformats.org/drawingml/2006/main" r:embed="R95ef2bf6886f4a3f">
            <a:extLst>
              <a:ext uri="{96DAC541-7B7A-43D3-8B79-37D633B846F1}">
                <asvg:svgBlip xmlns:asvg="http://schemas.microsoft.com/office/drawing/2016/SVG/main" r:embed="R0376fe41950841e1"/>
              </a:ext>
            </a:extLst>
          </a:blip>
          <a:stretch xmlns:a="http://schemas.openxmlformats.org/drawingml/2006/main"/>
        </p:blipFill>
        <p:spPr>
          <a:xfrm xmlns:a="http://schemas.openxmlformats.org/drawingml/2006/main">
            <a:off x="3429000" y="5343525"/>
            <a:ext cx="5334000" cy="4381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1426493562" name="">
            <a:extLst xmlns:a="http://schemas.openxmlformats.org/drawingml/2006/main">
              <a:ext uri="{FF2B5EF4-FFF2-40B4-BE49-F238E27FC236}">
                <a16:creationId xmlns:a16="http://schemas.microsoft.com/office/drawing/2014/main" id="{D33CBEB9-A20C-4CBF-AEDD-4C1514541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FD9D6181-3710-4027-BC36-5ADA6574D82E}"/>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426493564" name="">
            <a:extLst xmlns:a="http://schemas.openxmlformats.org/drawingml/2006/main">
              <a:ext uri="{FF2B5EF4-FFF2-40B4-BE49-F238E27FC236}">
                <a16:creationId xmlns:a16="http://schemas.microsoft.com/office/drawing/2014/main" id="{07AA681B-6229-4BB0-92B1-7EC9B8F1FFF0}"/>
              </a:ext>
            </a:extLst>
          </p:cNvPr>
          <p:cNvSpPr>
            <a:spLocks xmlns:a="http://schemas.openxmlformats.org/drawingml/2006/main" noGrp="1"/>
          </p:cNvSpPr>
          <p:nvPr/>
        </p:nvSpPr>
        <p:spPr>
          <a:xfrm xmlns:a="http://schemas.openxmlformats.org/drawingml/2006/main">
            <a:off x="282892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0F10C041-E7AA-42AC-B4E8-31866F92BA6F}"/>
              </a:ext>
            </a:extLst>
          </p:cNvPr>
          <p:cNvSpPr>
            <a:spLocks xmlns:a="http://schemas.openxmlformats.org/drawingml/2006/main" noGrp="1"/>
          </p:cNvSpPr>
          <p:nvPr/>
        </p:nvSpPr>
        <p:spPr>
          <a:xfrm xmlns:a="http://schemas.openxmlformats.org/drawingml/2006/main">
            <a:off x="5400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557C80DD-86EA-49A1-AE9C-91965A997854}"/>
              </a:ext>
            </a:extLst>
          </p:cNvPr>
          <p:cNvSpPr>
            <a:spLocks xmlns:a="http://schemas.openxmlformats.org/drawingml/2006/main" noGrp="1"/>
          </p:cNvSpPr>
          <p:nvPr/>
        </p:nvSpPr>
        <p:spPr>
          <a:xfrm xmlns:a="http://schemas.openxmlformats.org/drawingml/2006/main">
            <a:off x="8067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7" name="">
            <a:extLst xmlns:a="http://schemas.openxmlformats.org/drawingml/2006/main">
              <a:ext uri="{FF2B5EF4-FFF2-40B4-BE49-F238E27FC236}">
                <a16:creationId xmlns:a16="http://schemas.microsoft.com/office/drawing/2014/main" id="{AA71727D-B83D-4E0B-942D-4BB528F99BED}"/>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8" name="">
            <a:extLst xmlns:a="http://schemas.openxmlformats.org/drawingml/2006/main">
              <a:ext uri="{FF2B5EF4-FFF2-40B4-BE49-F238E27FC236}">
                <a16:creationId xmlns:a16="http://schemas.microsoft.com/office/drawing/2014/main" id="{56F34E1D-A71A-406F-9D08-F7FC438929E0}"/>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9" name="">
            <a:extLst xmlns:a="http://schemas.openxmlformats.org/drawingml/2006/main">
              <a:ext uri="{FF2B5EF4-FFF2-40B4-BE49-F238E27FC236}">
                <a16:creationId xmlns:a16="http://schemas.microsoft.com/office/drawing/2014/main" id="{EB266ECA-A0CF-4899-A346-FBDC63B943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70" name="">
            <a:extLst xmlns:a="http://schemas.openxmlformats.org/drawingml/2006/main">
              <a:ext uri="{FF2B5EF4-FFF2-40B4-BE49-F238E27FC236}">
                <a16:creationId xmlns:a16="http://schemas.microsoft.com/office/drawing/2014/main" id="{45194331-0F78-40F9-9601-DAFF88BEA384}"/>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426493571" name="">
            <a:extLst xmlns:a="http://schemas.openxmlformats.org/drawingml/2006/main">
              <a:ext uri="{FF2B5EF4-FFF2-40B4-BE49-F238E27FC236}">
                <a16:creationId xmlns:a16="http://schemas.microsoft.com/office/drawing/2014/main" id="{8D1F6B35-55B9-4C79-933A-E2B916F1CA4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z = wx + b</a:t>
            </a:r>
          </a:p>
        </p:txBody>
      </p:sp>
      <p:sp>
        <p:nvSpPr>
          <p:cNvPr id="1426493572" name="">
            <a:extLst xmlns:a="http://schemas.openxmlformats.org/drawingml/2006/main">
              <a:ext uri="{FF2B5EF4-FFF2-40B4-BE49-F238E27FC236}">
                <a16:creationId xmlns:a16="http://schemas.microsoft.com/office/drawing/2014/main" id="{DE5ADB65-1A6D-4AC2-80CF-D4FB1390A22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a = σ(z)</a:t>
            </a:r>
          </a:p>
        </p:txBody>
      </p:sp>
      <p:sp>
        <p:nvSpPr>
          <p:cNvPr id="1426493573" name="">
            <a:extLst xmlns:a="http://schemas.openxmlformats.org/drawingml/2006/main">
              <a:ext uri="{FF2B5EF4-FFF2-40B4-BE49-F238E27FC236}">
                <a16:creationId xmlns:a16="http://schemas.microsoft.com/office/drawing/2014/main" id="{848F6F1D-CDB7-4A39-8F3B-B5E6D0FFFD6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L(a)</a:t>
            </a:r>
          </a:p>
        </p:txBody>
      </p:sp>
      <p:sp>
        <p:nvSpPr>
          <p:cNvPr id="1426493574" name="">
            <a:extLst xmlns:a="http://schemas.openxmlformats.org/drawingml/2006/main">
              <a:ext uri="{FF2B5EF4-FFF2-40B4-BE49-F238E27FC236}">
                <a16:creationId xmlns:a16="http://schemas.microsoft.com/office/drawing/2014/main" id="{1E8A8AED-45DD-44C2-8415-3CC2240F1995}"/>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forward: compute activations and loss</a:t>
            </a:r>
          </a:p>
        </p:txBody>
      </p:sp>
      <p:sp>
        <p:nvSpPr>
          <p:cNvPr id="1426493575" name="">
            <a:extLst xmlns:a="http://schemas.openxmlformats.org/drawingml/2006/main">
              <a:ext uri="{FF2B5EF4-FFF2-40B4-BE49-F238E27FC236}">
                <a16:creationId xmlns:a16="http://schemas.microsoft.com/office/drawing/2014/main" id="{568A93BC-CF10-471F-82D6-E3C6740D4EC6}"/>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backward: propagate gradients toward earlier parameters</a:t>
            </a:r>
          </a:p>
        </p:txBody>
      </p:sp>
      <p:sp>
        <p:nvSpPr>
          <p:cNvPr id="1426493576" name="">
            <a:extLst xmlns:a="http://schemas.openxmlformats.org/drawingml/2006/main">
              <a:ext uri="{FF2B5EF4-FFF2-40B4-BE49-F238E27FC236}">
                <a16:creationId xmlns:a16="http://schemas.microsoft.com/office/drawing/2014/main" id="{E7BC7AE2-EF0D-4E71-8E13-2161A837A190}"/>
              </a:ext>
            </a:extLst>
          </p:cNvPr>
          <p:cNvSpPr>
            <a:spLocks xmlns:a="http://schemas.openxmlformats.org/drawingml/2006/main" noGrp="1"/>
          </p:cNvSpPr>
          <p:nvPr/>
        </p:nvSpPr>
        <p:spPr>
          <a:xfrm xmlns:a="http://schemas.openxmlformats.org/drawingml/2006/main">
            <a:off x="1571625" y="4524375"/>
            <a:ext cx="9048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latin typeface="Calibri"/>
                <a:ea typeface="Calibri"/>
                <a:cs typeface="Calibri"/>
              </a:defRPr>
            </a:pPr>
            <a:r>
              <a:rPr sz="2025" b="1">
                <a:solidFill>
                  <a:srgbClr val="0B0F19"/>
                </a:solidFill>
                <a:latin typeface="Calibri"/>
                <a:ea typeface="Calibri"/>
                <a:cs typeface="Calibri"/>
              </a:rPr>
              <a:t/>
            </a:r>
          </a:p>
        </p:txBody>
      </p:sp>
      <p:sp>
        <p:nvSpPr>
          <p:cNvPr id="1426493577" name="">
            <a:extLst xmlns:a="http://schemas.openxmlformats.org/drawingml/2006/main">
              <a:ext uri="{FF2B5EF4-FFF2-40B4-BE49-F238E27FC236}">
                <a16:creationId xmlns:a16="http://schemas.microsoft.com/office/drawing/2014/main" id="{F0294B97-A900-4546-B4A2-F9247743F4CF}"/>
              </a:ext>
            </a:extLst>
          </p:cNvPr>
          <p:cNvSpPr>
            <a:spLocks xmlns:a="http://schemas.openxmlformats.org/drawingml/2006/main" noGrp="1"/>
          </p:cNvSpPr>
          <p:nvPr/>
        </p:nvSpPr>
        <p:spPr>
          <a:xfrm xmlns:a="http://schemas.openxmlformats.org/drawingml/2006/main">
            <a:off x="3333750" y="5381625"/>
            <a:ext cx="55245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r>
              <a:rPr sz="1650" b="1">
                <a:solidFill>
                  <a:srgbClr val="C2410C"/>
                </a:solidFill>
                <a:latin typeface="Calibri"/>
                <a:ea typeface="Calibri"/>
                <a:cs typeface="Calibri"/>
              </a:rPr>
              <a:t/>
            </a:r>
          </a:p>
        </p:txBody>
      </p:sp>
      <p:pic>
        <p:nvPicPr>
          <p:cNvPr id="1426493599" name=""/>
          <p:cNvPicPr>
            <a:picLocks xmlns:a="http://schemas.openxmlformats.org/drawingml/2006/main" noChangeAspect="1"/>
          </p:cNvPicPr>
          <p:nvPr/>
        </p:nvPicPr>
        <p:blipFill>
          <a:blip xmlns:r="http://schemas.openxmlformats.org/officeDocument/2006/relationships" xmlns:a="http://schemas.openxmlformats.org/drawingml/2006/main" r:embed="R20581bfcdb28433b">
            <a:extLst>
              <a:ext uri="{96DAC541-7B7A-43D3-8B79-37D633B846F1}">
                <asvg:svgBlip xmlns:asvg="http://schemas.microsoft.com/office/drawing/2016/SVG/main" r:embed="R34d252038068494b"/>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4576a4e4cefc4235">
            <a:extLst>
              <a:ext uri="{96DAC541-7B7A-43D3-8B79-37D633B846F1}">
                <asvg:svgBlip xmlns:asvg="http://schemas.microsoft.com/office/drawing/2016/SVG/main" r:embed="R92919c6345164bab"/>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452614755" name=""/>
          <p:cNvPicPr>
            <a:picLocks xmlns:a="http://schemas.openxmlformats.org/drawingml/2006/main" noChangeAspect="1"/>
          </p:cNvPicPr>
          <p:nvPr/>
        </p:nvPicPr>
        <p:blipFill rotWithShape="1">
          <a:blip xmlns:r="http://schemas.openxmlformats.org/officeDocument/2006/relationships" xmlns:a="http://schemas.openxmlformats.org/drawingml/2006/main" r:embed="Re77b013b06b940e0"/>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3418431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1452614751" name="">
            <a:extLst xmlns:a="http://schemas.openxmlformats.org/drawingml/2006/main">
              <a:ext uri="{FF2B5EF4-FFF2-40B4-BE49-F238E27FC236}">
                <a16:creationId xmlns:a16="http://schemas.microsoft.com/office/drawing/2014/main" id="{45D4D325-4D4C-4288-8551-D9974ED5DC93}"/>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1452614760" name=""/>
          <p:cNvPicPr>
            <a:picLocks xmlns:a="http://schemas.openxmlformats.org/drawingml/2006/main" noChangeAspect="1"/>
          </p:cNvPicPr>
          <p:nvPr/>
        </p:nvPicPr>
        <p:blipFill>
          <a:blip xmlns:r="http://schemas.openxmlformats.org/officeDocument/2006/relationships" xmlns:a="http://schemas.openxmlformats.org/drawingml/2006/main" r:embed="R593fe4ac75e6469e"/>
          <a:stretch xmlns:a="http://schemas.openxmlformats.org/drawingml/2006/main"/>
        </p:blipFill>
        <p:spPr>
          <a:xfrm xmlns:a="http://schemas.openxmlformats.org/drawingml/2006/main">
            <a:off x="2047875" y="1809750"/>
            <a:ext cx="8096250" cy="3648075"/>
          </a:xfrm>
          <a:prstGeom xmlns:a="http://schemas.openxmlformats.org/drawingml/2006/main" prst="rect">
            <a:avLst/>
          </a:prstGeom>
        </p:spPr>
      </p:pic>
      <p:sp>
        <p:nvSpPr>
          <p:cNvPr id="1452614753" name="">
            <a:extLst xmlns:a="http://schemas.openxmlformats.org/drawingml/2006/main">
              <a:ext uri="{FF2B5EF4-FFF2-40B4-BE49-F238E27FC236}">
                <a16:creationId xmlns:a16="http://schemas.microsoft.com/office/drawing/2014/main" id="{236176DD-A3D2-41A3-AF74-649152429EB2}"/>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134184310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pic>
        <p:nvPicPr>
          <p:cNvPr id="1452614756" name=""/>
          <p:cNvPicPr>
            <a:picLocks xmlns:a="http://schemas.openxmlformats.org/drawingml/2006/main" noChangeAspect="1"/>
          </p:cNvPicPr>
          <p:nvPr/>
        </p:nvPicPr>
        <p:blipFill>
          <a:blip xmlns:r="http://schemas.openxmlformats.org/officeDocument/2006/relationships" xmlns:a="http://schemas.openxmlformats.org/drawingml/2006/main" r:embed="R1f6270b3f6364667"/>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1341843104"/>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1422867" name="Rectangle 596912551">
            <a:extLst xmlns:a="http://schemas.openxmlformats.org/drawingml/2006/main">
              <a:ext uri="{FF2B5EF4-FFF2-40B4-BE49-F238E27FC236}">
                <a16:creationId xmlns:a16="http://schemas.microsoft.com/office/drawing/2014/main" id="{4AC30D62-1B27-4365-B6CE-922F105E1C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1186107" name="Rectangle 290873250">
            <a:extLst xmlns:a="http://schemas.openxmlformats.org/drawingml/2006/main">
              <a:ext uri="{FF2B5EF4-FFF2-40B4-BE49-F238E27FC236}">
                <a16:creationId xmlns:a16="http://schemas.microsoft.com/office/drawing/2014/main" id="{A4C322F9-9C1E-4050-8616-05556E8261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477048531" name="Rectangle: Rounded Corners 81270832">
            <a:extLst xmlns:a="http://schemas.openxmlformats.org/drawingml/2006/main">
              <a:ext uri="{FF2B5EF4-FFF2-40B4-BE49-F238E27FC236}">
                <a16:creationId xmlns:a16="http://schemas.microsoft.com/office/drawing/2014/main" id="{0F03C36E-704E-4BD5-AF1C-A65F5DE677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53856" name="Rectangle: Rounded Corners 1587413913">
            <a:extLst xmlns:a="http://schemas.openxmlformats.org/drawingml/2006/main">
              <a:ext uri="{FF2B5EF4-FFF2-40B4-BE49-F238E27FC236}">
                <a16:creationId xmlns:a16="http://schemas.microsoft.com/office/drawing/2014/main" id="{E2125905-4C20-4D65-AE83-A1D538B4145E}"/>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06178119" name="Rectangle: Rounded Corners 493815563">
            <a:extLst xmlns:a="http://schemas.openxmlformats.org/drawingml/2006/main">
              <a:ext uri="{FF2B5EF4-FFF2-40B4-BE49-F238E27FC236}">
                <a16:creationId xmlns:a16="http://schemas.microsoft.com/office/drawing/2014/main" id="{282077D2-23BA-4037-B0DA-E2B2DBDD41C1}"/>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1738410" name="Rectangle: Rounded Corners 770580154">
            <a:extLst xmlns:a="http://schemas.openxmlformats.org/drawingml/2006/main">
              <a:ext uri="{FF2B5EF4-FFF2-40B4-BE49-F238E27FC236}">
                <a16:creationId xmlns:a16="http://schemas.microsoft.com/office/drawing/2014/main" id="{9D6C4BA9-5CF7-48A4-8D6D-01E3ACAFD8AA}"/>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484282510" name="Arrow: Right 719400496">
            <a:extLst xmlns:a="http://schemas.openxmlformats.org/drawingml/2006/main">
              <a:ext uri="{FF2B5EF4-FFF2-40B4-BE49-F238E27FC236}">
                <a16:creationId xmlns:a16="http://schemas.microsoft.com/office/drawing/2014/main" id="{1D3085DF-F1B2-4D68-AE68-28010921B1FC}"/>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069234" name="Rectangle: Rounded Corners 1479447591">
            <a:extLst xmlns:a="http://schemas.openxmlformats.org/drawingml/2006/main">
              <a:ext uri="{FF2B5EF4-FFF2-40B4-BE49-F238E27FC236}">
                <a16:creationId xmlns:a16="http://schemas.microsoft.com/office/drawing/2014/main" id="{2FE8BB83-35AE-4655-9CB6-4B6B61D95793}"/>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36191770" name="Rectangle: Rounded Corners 2028005840">
            <a:extLst xmlns:a="http://schemas.openxmlformats.org/drawingml/2006/main">
              <a:ext uri="{FF2B5EF4-FFF2-40B4-BE49-F238E27FC236}">
                <a16:creationId xmlns:a16="http://schemas.microsoft.com/office/drawing/2014/main" id="{9E84F973-6B96-41B2-B5F9-3D407881F5F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30059386" name="Rectangle: Rounded Corners 1882830141">
            <a:extLst xmlns:a="http://schemas.openxmlformats.org/drawingml/2006/main">
              <a:ext uri="{FF2B5EF4-FFF2-40B4-BE49-F238E27FC236}">
                <a16:creationId xmlns:a16="http://schemas.microsoft.com/office/drawing/2014/main" id="{4AC26BC0-2DDB-42F5-BB80-4736778D0BEB}"/>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3883833" name="Rectangle: Rounded Corners 60243026">
            <a:extLst xmlns:a="http://schemas.openxmlformats.org/drawingml/2006/main">
              <a:ext uri="{FF2B5EF4-FFF2-40B4-BE49-F238E27FC236}">
                <a16:creationId xmlns:a16="http://schemas.microsoft.com/office/drawing/2014/main" id="{1AFEEBDC-9601-4E7F-99B6-C0CCDE07C8BD}"/>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433818" name="Rectangle: Rounded Corners 1134928050">
            <a:extLst xmlns:a="http://schemas.openxmlformats.org/drawingml/2006/main">
              <a:ext uri="{FF2B5EF4-FFF2-40B4-BE49-F238E27FC236}">
                <a16:creationId xmlns:a16="http://schemas.microsoft.com/office/drawing/2014/main" id="{D2BF254A-885C-4891-99BC-3AC12D48D7CF}"/>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47849166" name="Rectangle 1354337603">
            <a:extLst xmlns:a="http://schemas.openxmlformats.org/drawingml/2006/main">
              <a:ext uri="{FF2B5EF4-FFF2-40B4-BE49-F238E27FC236}">
                <a16:creationId xmlns:a16="http://schemas.microsoft.com/office/drawing/2014/main" id="{FBC28BF5-310C-42C6-BB15-2294A31811C5}"/>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323001209" name="Rectangle 564634627">
            <a:extLst xmlns:a="http://schemas.openxmlformats.org/drawingml/2006/main">
              <a:ext uri="{FF2B5EF4-FFF2-40B4-BE49-F238E27FC236}">
                <a16:creationId xmlns:a16="http://schemas.microsoft.com/office/drawing/2014/main" id="{86BB261F-9990-40B0-9710-D6F3D1D39D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983050978"/>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2044170" name="Rectangle 804913496">
            <a:extLst xmlns:a="http://schemas.openxmlformats.org/drawingml/2006/main">
              <a:ext uri="{FF2B5EF4-FFF2-40B4-BE49-F238E27FC236}">
                <a16:creationId xmlns:a16="http://schemas.microsoft.com/office/drawing/2014/main" id="{7ED8E0E2-7418-42C2-BC0A-2B5427C745F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540588804" name="Rectangle 977578111">
            <a:extLst xmlns:a="http://schemas.openxmlformats.org/drawingml/2006/main">
              <a:ext uri="{FF2B5EF4-FFF2-40B4-BE49-F238E27FC236}">
                <a16:creationId xmlns:a16="http://schemas.microsoft.com/office/drawing/2014/main" id="{30C7DA8E-5FE8-41D3-992D-9FE4F8E62A9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331013797" name="Rectangle: Rounded Corners 1169649151">
            <a:extLst xmlns:a="http://schemas.openxmlformats.org/drawingml/2006/main">
              <a:ext uri="{FF2B5EF4-FFF2-40B4-BE49-F238E27FC236}">
                <a16:creationId xmlns:a16="http://schemas.microsoft.com/office/drawing/2014/main" id="{7179C78A-372A-4C6C-9A81-181C4ED054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07542" name="Straight Connector 2011469827">
            <a:extLst xmlns:a="http://schemas.openxmlformats.org/drawingml/2006/main">
              <a:ext uri="{FF2B5EF4-FFF2-40B4-BE49-F238E27FC236}">
                <a16:creationId xmlns:a16="http://schemas.microsoft.com/office/drawing/2014/main" id="{3ED2829A-3DAA-428B-9572-903A3DB7B489}"/>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920640" name="Straight Connector 181034433">
            <a:extLst xmlns:a="http://schemas.openxmlformats.org/drawingml/2006/main">
              <a:ext uri="{FF2B5EF4-FFF2-40B4-BE49-F238E27FC236}">
                <a16:creationId xmlns:a16="http://schemas.microsoft.com/office/drawing/2014/main" id="{A9096C0C-DA22-4DC5-B613-E301A924A4B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632227" name="Oval 1553006746">
            <a:extLst xmlns:a="http://schemas.openxmlformats.org/drawingml/2006/main">
              <a:ext uri="{FF2B5EF4-FFF2-40B4-BE49-F238E27FC236}">
                <a16:creationId xmlns:a16="http://schemas.microsoft.com/office/drawing/2014/main" id="{D90664E9-9CFA-4325-BA62-41D5667D36B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0776" name="Rectangle 1709600281">
            <a:extLst xmlns:a="http://schemas.openxmlformats.org/drawingml/2006/main">
              <a:ext uri="{FF2B5EF4-FFF2-40B4-BE49-F238E27FC236}">
                <a16:creationId xmlns:a16="http://schemas.microsoft.com/office/drawing/2014/main" id="{BA5ECCF1-7E76-40FA-B6DD-18650D2AB43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416806304" name="Oval 21898783">
            <a:extLst xmlns:a="http://schemas.openxmlformats.org/drawingml/2006/main">
              <a:ext uri="{FF2B5EF4-FFF2-40B4-BE49-F238E27FC236}">
                <a16:creationId xmlns:a16="http://schemas.microsoft.com/office/drawing/2014/main" id="{B96324AD-A3EF-411B-AA70-6B5B9C42E11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3352333" name="Rectangle 948343370">
            <a:extLst xmlns:a="http://schemas.openxmlformats.org/drawingml/2006/main">
              <a:ext uri="{FF2B5EF4-FFF2-40B4-BE49-F238E27FC236}">
                <a16:creationId xmlns:a16="http://schemas.microsoft.com/office/drawing/2014/main" id="{62832C01-E6D4-4FF0-A0B8-3ABFB554A35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39563090" name="Oval 2041526387">
            <a:extLst xmlns:a="http://schemas.openxmlformats.org/drawingml/2006/main">
              <a:ext uri="{FF2B5EF4-FFF2-40B4-BE49-F238E27FC236}">
                <a16:creationId xmlns:a16="http://schemas.microsoft.com/office/drawing/2014/main" id="{8B573BAE-E38A-4335-8797-D7D926D337D5}"/>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6257362" name="Rectangle 1876813262">
            <a:extLst xmlns:a="http://schemas.openxmlformats.org/drawingml/2006/main">
              <a:ext uri="{FF2B5EF4-FFF2-40B4-BE49-F238E27FC236}">
                <a16:creationId xmlns:a16="http://schemas.microsoft.com/office/drawing/2014/main" id="{3055BFF9-4A88-4B37-BD16-655CBD9BBE6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573138490" name="Oval 1942427474">
            <a:extLst xmlns:a="http://schemas.openxmlformats.org/drawingml/2006/main">
              <a:ext uri="{FF2B5EF4-FFF2-40B4-BE49-F238E27FC236}">
                <a16:creationId xmlns:a16="http://schemas.microsoft.com/office/drawing/2014/main" id="{8233F7E7-C62D-4DA4-98FC-FB5B69473A7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334618" name="Rectangle 888296365">
            <a:extLst xmlns:a="http://schemas.openxmlformats.org/drawingml/2006/main">
              <a:ext uri="{FF2B5EF4-FFF2-40B4-BE49-F238E27FC236}">
                <a16:creationId xmlns:a16="http://schemas.microsoft.com/office/drawing/2014/main" id="{D5ABFC57-536F-4B47-A2B0-6B26400915C4}"/>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10657493" name="Oval 358440105">
            <a:extLst xmlns:a="http://schemas.openxmlformats.org/drawingml/2006/main">
              <a:ext uri="{FF2B5EF4-FFF2-40B4-BE49-F238E27FC236}">
                <a16:creationId xmlns:a16="http://schemas.microsoft.com/office/drawing/2014/main" id="{E221B227-BD7D-4D21-B17D-64A72E723AE5}"/>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71967" name="Rectangle 1076600515">
            <a:extLst xmlns:a="http://schemas.openxmlformats.org/drawingml/2006/main">
              <a:ext uri="{FF2B5EF4-FFF2-40B4-BE49-F238E27FC236}">
                <a16:creationId xmlns:a16="http://schemas.microsoft.com/office/drawing/2014/main" id="{9E340FB5-A8C5-4856-B27E-69B20A115C9D}"/>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1155982" name="Oval 1935212152">
            <a:extLst xmlns:a="http://schemas.openxmlformats.org/drawingml/2006/main">
              <a:ext uri="{FF2B5EF4-FFF2-40B4-BE49-F238E27FC236}">
                <a16:creationId xmlns:a16="http://schemas.microsoft.com/office/drawing/2014/main" id="{D5A4A869-1F68-4E1B-BEFE-5D14C70DB37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7592277" name="Rectangle 40298214">
            <a:extLst xmlns:a="http://schemas.openxmlformats.org/drawingml/2006/main">
              <a:ext uri="{FF2B5EF4-FFF2-40B4-BE49-F238E27FC236}">
                <a16:creationId xmlns:a16="http://schemas.microsoft.com/office/drawing/2014/main" id="{86908DF7-4D3D-42BA-A4CB-2B8958C8F8A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440555096" name="Oval 1096938976">
            <a:extLst xmlns:a="http://schemas.openxmlformats.org/drawingml/2006/main">
              <a:ext uri="{FF2B5EF4-FFF2-40B4-BE49-F238E27FC236}">
                <a16:creationId xmlns:a16="http://schemas.microsoft.com/office/drawing/2014/main" id="{6662549C-3D6C-4E3F-9BFB-C2C66FD059F5}"/>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345409" name="Rectangle 251020529">
            <a:extLst xmlns:a="http://schemas.openxmlformats.org/drawingml/2006/main">
              <a:ext uri="{FF2B5EF4-FFF2-40B4-BE49-F238E27FC236}">
                <a16:creationId xmlns:a16="http://schemas.microsoft.com/office/drawing/2014/main" id="{EA2A9A74-10D2-4693-A979-19973B38F8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098787071" name="Rectangle 1844580113">
            <a:extLst xmlns:a="http://schemas.openxmlformats.org/drawingml/2006/main">
              <a:ext uri="{FF2B5EF4-FFF2-40B4-BE49-F238E27FC236}">
                <a16:creationId xmlns:a16="http://schemas.microsoft.com/office/drawing/2014/main" id="{FDA02AA2-12ED-4495-9A29-248AA806B4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98086298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8865755" name="Rectangle 316490786">
            <a:extLst xmlns:a="http://schemas.openxmlformats.org/drawingml/2006/main">
              <a:ext uri="{FF2B5EF4-FFF2-40B4-BE49-F238E27FC236}">
                <a16:creationId xmlns:a16="http://schemas.microsoft.com/office/drawing/2014/main" id="{DD0251FF-2E51-447E-A7D9-6E5C011FC9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766726990" name="Rectangle 1088829960">
            <a:extLst xmlns:a="http://schemas.openxmlformats.org/drawingml/2006/main">
              <a:ext uri="{FF2B5EF4-FFF2-40B4-BE49-F238E27FC236}">
                <a16:creationId xmlns:a16="http://schemas.microsoft.com/office/drawing/2014/main" id="{1EDB4B4A-E914-4551-B4D3-CE4B08C5AD9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19357588" name="Rectangle: Rounded Corners 1185614033">
            <a:extLst xmlns:a="http://schemas.openxmlformats.org/drawingml/2006/main">
              <a:ext uri="{FF2B5EF4-FFF2-40B4-BE49-F238E27FC236}">
                <a16:creationId xmlns:a16="http://schemas.microsoft.com/office/drawing/2014/main" id="{7966F34C-8857-46E6-B867-C694C0BBC72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833043" name="Rectangle: Rounded Corners 1637263549">
            <a:extLst xmlns:a="http://schemas.openxmlformats.org/drawingml/2006/main">
              <a:ext uri="{FF2B5EF4-FFF2-40B4-BE49-F238E27FC236}">
                <a16:creationId xmlns:a16="http://schemas.microsoft.com/office/drawing/2014/main" id="{6B61019C-8B2C-4689-BF05-B54FB91B5765}"/>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73331796" name="Arrow: Right 483904790">
            <a:extLst xmlns:a="http://schemas.openxmlformats.org/drawingml/2006/main">
              <a:ext uri="{FF2B5EF4-FFF2-40B4-BE49-F238E27FC236}">
                <a16:creationId xmlns:a16="http://schemas.microsoft.com/office/drawing/2014/main" id="{52590FDE-15B6-4C0C-96E2-67C4D810D94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247195505" name="Rectangle: Rounded Corners 112366508">
            <a:extLst xmlns:a="http://schemas.openxmlformats.org/drawingml/2006/main">
              <a:ext uri="{FF2B5EF4-FFF2-40B4-BE49-F238E27FC236}">
                <a16:creationId xmlns:a16="http://schemas.microsoft.com/office/drawing/2014/main" id="{D312E9B9-D8C5-4B58-A3A7-72612BCE91EA}"/>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1202222" name="Rectangle: Rounded Corners 1684869887">
            <a:extLst xmlns:a="http://schemas.openxmlformats.org/drawingml/2006/main">
              <a:ext uri="{FF2B5EF4-FFF2-40B4-BE49-F238E27FC236}">
                <a16:creationId xmlns:a16="http://schemas.microsoft.com/office/drawing/2014/main" id="{15A54194-28D1-4A5A-A98A-C1CE8055E6E5}"/>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817779800" name="Arrow: Right 582027638">
            <a:extLst xmlns:a="http://schemas.openxmlformats.org/drawingml/2006/main">
              <a:ext uri="{FF2B5EF4-FFF2-40B4-BE49-F238E27FC236}">
                <a16:creationId xmlns:a16="http://schemas.microsoft.com/office/drawing/2014/main" id="{B3F16E38-85F5-4675-B297-D1A0A5BF823C}"/>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467072940" name="Rectangle: Rounded Corners 415203980">
            <a:extLst xmlns:a="http://schemas.openxmlformats.org/drawingml/2006/main">
              <a:ext uri="{FF2B5EF4-FFF2-40B4-BE49-F238E27FC236}">
                <a16:creationId xmlns:a16="http://schemas.microsoft.com/office/drawing/2014/main" id="{CBF4EDA6-1C94-480D-94D3-4A51DE9F051B}"/>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23136334" name="Rectangle 1659565154">
            <a:extLst xmlns:a="http://schemas.openxmlformats.org/drawingml/2006/main">
              <a:ext uri="{FF2B5EF4-FFF2-40B4-BE49-F238E27FC236}">
                <a16:creationId xmlns:a16="http://schemas.microsoft.com/office/drawing/2014/main" id="{4C26CA29-6D4B-4913-BC3D-2B61FEA0ED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213823498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3590386" name="Rectangle 1412031494">
            <a:extLst xmlns:a="http://schemas.openxmlformats.org/drawingml/2006/main">
              <a:ext uri="{FF2B5EF4-FFF2-40B4-BE49-F238E27FC236}">
                <a16:creationId xmlns:a16="http://schemas.microsoft.com/office/drawing/2014/main" id="{E8008657-35AC-4D41-8C95-5C86B0E42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1835240161" name="Rectangle 795213251">
            <a:extLst xmlns:a="http://schemas.openxmlformats.org/drawingml/2006/main">
              <a:ext uri="{FF2B5EF4-FFF2-40B4-BE49-F238E27FC236}">
                <a16:creationId xmlns:a16="http://schemas.microsoft.com/office/drawing/2014/main" id="{CAEDDA25-629D-4F28-BF8D-6E7D94B711B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526947674" name="Rectangle: Rounded Corners 39970162">
            <a:extLst xmlns:a="http://schemas.openxmlformats.org/drawingml/2006/main">
              <a:ext uri="{FF2B5EF4-FFF2-40B4-BE49-F238E27FC236}">
                <a16:creationId xmlns:a16="http://schemas.microsoft.com/office/drawing/2014/main" id="{31BF03CA-6476-48AA-9C91-27DD1DE6C8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630835" name="Rectangle: Rounded Corners 1580614387">
            <a:extLst xmlns:a="http://schemas.openxmlformats.org/drawingml/2006/main">
              <a:ext uri="{FF2B5EF4-FFF2-40B4-BE49-F238E27FC236}">
                <a16:creationId xmlns:a16="http://schemas.microsoft.com/office/drawing/2014/main" id="{0F610023-8ADD-482B-841A-5745A9E4616D}"/>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141976408" name="Oval 1990550395">
            <a:extLst xmlns:a="http://schemas.openxmlformats.org/drawingml/2006/main">
              <a:ext uri="{FF2B5EF4-FFF2-40B4-BE49-F238E27FC236}">
                <a16:creationId xmlns:a16="http://schemas.microsoft.com/office/drawing/2014/main" id="{6B56226B-F259-4047-9D60-7C5BB39FB574}"/>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836466378" name="Straight Connector 2100406639">
            <a:extLst xmlns:a="http://schemas.openxmlformats.org/drawingml/2006/main">
              <a:ext uri="{FF2B5EF4-FFF2-40B4-BE49-F238E27FC236}">
                <a16:creationId xmlns:a16="http://schemas.microsoft.com/office/drawing/2014/main" id="{74B1EFA1-5CED-45CC-9628-5053107D2471}"/>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116094" name="Arrow: Right 538775388">
            <a:extLst xmlns:a="http://schemas.openxmlformats.org/drawingml/2006/main">
              <a:ext uri="{FF2B5EF4-FFF2-40B4-BE49-F238E27FC236}">
                <a16:creationId xmlns:a16="http://schemas.microsoft.com/office/drawing/2014/main" id="{3C46560C-8970-481E-9331-0721328089B0}"/>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828899" name="Rectangle: Rounded Corners 1064614972">
            <a:extLst xmlns:a="http://schemas.openxmlformats.org/drawingml/2006/main">
              <a:ext uri="{FF2B5EF4-FFF2-40B4-BE49-F238E27FC236}">
                <a16:creationId xmlns:a16="http://schemas.microsoft.com/office/drawing/2014/main" id="{7C764619-9700-4303-8891-C70354E52816}"/>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3163778" name="Oval 1803721867">
            <a:extLst xmlns:a="http://schemas.openxmlformats.org/drawingml/2006/main">
              <a:ext uri="{FF2B5EF4-FFF2-40B4-BE49-F238E27FC236}">
                <a16:creationId xmlns:a16="http://schemas.microsoft.com/office/drawing/2014/main" id="{CAC96823-C9BD-45C4-94FC-42A556DE47E5}"/>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57857576" name="Straight Connector 583856608">
            <a:extLst xmlns:a="http://schemas.openxmlformats.org/drawingml/2006/main">
              <a:ext uri="{FF2B5EF4-FFF2-40B4-BE49-F238E27FC236}">
                <a16:creationId xmlns:a16="http://schemas.microsoft.com/office/drawing/2014/main" id="{3F8255A7-F7BB-48E8-A50D-BE9CED65CDA0}"/>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692942" name="Arrow: Right 2139349875">
            <a:extLst xmlns:a="http://schemas.openxmlformats.org/drawingml/2006/main">
              <a:ext uri="{FF2B5EF4-FFF2-40B4-BE49-F238E27FC236}">
                <a16:creationId xmlns:a16="http://schemas.microsoft.com/office/drawing/2014/main" id="{2318E60B-E30C-4896-8F15-BB0195662D5E}"/>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869496" name="Rectangle: Rounded Corners 1635700100">
            <a:extLst xmlns:a="http://schemas.openxmlformats.org/drawingml/2006/main">
              <a:ext uri="{FF2B5EF4-FFF2-40B4-BE49-F238E27FC236}">
                <a16:creationId xmlns:a16="http://schemas.microsoft.com/office/drawing/2014/main" id="{DC9C70A3-9525-4CCB-9A44-B27D1B7CABBA}"/>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30321383" name="Oval 841796169">
            <a:extLst xmlns:a="http://schemas.openxmlformats.org/drawingml/2006/main">
              <a:ext uri="{FF2B5EF4-FFF2-40B4-BE49-F238E27FC236}">
                <a16:creationId xmlns:a16="http://schemas.microsoft.com/office/drawing/2014/main" id="{A0874DB0-3F16-4572-B39D-588AB84C3F45}"/>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358826" name="Straight Connector 925426090">
            <a:extLst xmlns:a="http://schemas.openxmlformats.org/drawingml/2006/main">
              <a:ext uri="{FF2B5EF4-FFF2-40B4-BE49-F238E27FC236}">
                <a16:creationId xmlns:a16="http://schemas.microsoft.com/office/drawing/2014/main" id="{3F18AA87-7015-464F-B151-D51375E7B79B}"/>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80157" name="Arrow: Right 999883120">
            <a:extLst xmlns:a="http://schemas.openxmlformats.org/drawingml/2006/main">
              <a:ext uri="{FF2B5EF4-FFF2-40B4-BE49-F238E27FC236}">
                <a16:creationId xmlns:a16="http://schemas.microsoft.com/office/drawing/2014/main" id="{37FA444D-342A-4378-B120-FFFA482264A6}"/>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080483" name="Rectangle: Rounded Corners 1232593896">
            <a:extLst xmlns:a="http://schemas.openxmlformats.org/drawingml/2006/main">
              <a:ext uri="{FF2B5EF4-FFF2-40B4-BE49-F238E27FC236}">
                <a16:creationId xmlns:a16="http://schemas.microsoft.com/office/drawing/2014/main" id="{C124F0AE-1243-432A-8399-370192BFA8F0}"/>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1501475264" name="Oval 353672065">
            <a:extLst xmlns:a="http://schemas.openxmlformats.org/drawingml/2006/main">
              <a:ext uri="{FF2B5EF4-FFF2-40B4-BE49-F238E27FC236}">
                <a16:creationId xmlns:a16="http://schemas.microsoft.com/office/drawing/2014/main" id="{C6C4823A-33E9-47A1-80A0-2BB9A067290F}"/>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027149914" name="Straight Connector 250778965">
            <a:extLst xmlns:a="http://schemas.openxmlformats.org/drawingml/2006/main">
              <a:ext uri="{FF2B5EF4-FFF2-40B4-BE49-F238E27FC236}">
                <a16:creationId xmlns:a16="http://schemas.microsoft.com/office/drawing/2014/main" id="{F5E030E4-D0E4-41C5-857D-112B87FE5EEF}"/>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8774" name="Rectangle 558237288">
            <a:extLst xmlns:a="http://schemas.openxmlformats.org/drawingml/2006/main">
              <a:ext uri="{FF2B5EF4-FFF2-40B4-BE49-F238E27FC236}">
                <a16:creationId xmlns:a16="http://schemas.microsoft.com/office/drawing/2014/main" id="{087FD7F8-F344-4ABC-8D31-1155AB10CD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29158533"/>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0127488" name="Rectangle 1731358443">
            <a:extLst xmlns:a="http://schemas.openxmlformats.org/drawingml/2006/main">
              <a:ext uri="{FF2B5EF4-FFF2-40B4-BE49-F238E27FC236}">
                <a16:creationId xmlns:a16="http://schemas.microsoft.com/office/drawing/2014/main" id="{86675BBC-6210-4CDE-8152-A391FFB6C4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999750948" name="Rectangle 1129691951">
            <a:extLst xmlns:a="http://schemas.openxmlformats.org/drawingml/2006/main">
              <a:ext uri="{FF2B5EF4-FFF2-40B4-BE49-F238E27FC236}">
                <a16:creationId xmlns:a16="http://schemas.microsoft.com/office/drawing/2014/main" id="{BE2642CF-CDBA-4BC9-9A28-8602CDCE78B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673272250" name="Rectangle: Rounded Corners 153614357">
            <a:extLst xmlns:a="http://schemas.openxmlformats.org/drawingml/2006/main">
              <a:ext uri="{FF2B5EF4-FFF2-40B4-BE49-F238E27FC236}">
                <a16:creationId xmlns:a16="http://schemas.microsoft.com/office/drawing/2014/main" id="{131CE094-E216-407B-863C-13699A213E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664036" name="Rectangle: Rounded Corners 1660434667">
            <a:extLst xmlns:a="http://schemas.openxmlformats.org/drawingml/2006/main">
              <a:ext uri="{FF2B5EF4-FFF2-40B4-BE49-F238E27FC236}">
                <a16:creationId xmlns:a16="http://schemas.microsoft.com/office/drawing/2014/main" id="{C062F959-6322-42A7-85EA-264ED8C8582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202921616" name="Rectangle: Rounded Corners 331123784">
            <a:extLst xmlns:a="http://schemas.openxmlformats.org/drawingml/2006/main">
              <a:ext uri="{FF2B5EF4-FFF2-40B4-BE49-F238E27FC236}">
                <a16:creationId xmlns:a16="http://schemas.microsoft.com/office/drawing/2014/main" id="{3638B6C0-5E0D-477F-9575-8E98130C3259}"/>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8262953" name="Rectangle: Rounded Corners 1408528115">
            <a:extLst xmlns:a="http://schemas.openxmlformats.org/drawingml/2006/main">
              <a:ext uri="{FF2B5EF4-FFF2-40B4-BE49-F238E27FC236}">
                <a16:creationId xmlns:a16="http://schemas.microsoft.com/office/drawing/2014/main" id="{79BFCA2A-1D53-4F8F-922C-F67A1AEA569A}"/>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410535070" name="Rectangle: Rounded Corners 929702956">
            <a:extLst xmlns:a="http://schemas.openxmlformats.org/drawingml/2006/main">
              <a:ext uri="{FF2B5EF4-FFF2-40B4-BE49-F238E27FC236}">
                <a16:creationId xmlns:a16="http://schemas.microsoft.com/office/drawing/2014/main" id="{08CA6F1D-8C39-47C2-BD8B-81D8A88D4C57}"/>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161141560" name="Rectangle: Rounded Corners 747840371">
            <a:extLst xmlns:a="http://schemas.openxmlformats.org/drawingml/2006/main">
              <a:ext uri="{FF2B5EF4-FFF2-40B4-BE49-F238E27FC236}">
                <a16:creationId xmlns:a16="http://schemas.microsoft.com/office/drawing/2014/main" id="{680A7E5B-972E-48A1-924A-6CA27163A257}"/>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96164854" name="Rectangle: Rounded Corners 1625402858">
            <a:extLst xmlns:a="http://schemas.openxmlformats.org/drawingml/2006/main">
              <a:ext uri="{FF2B5EF4-FFF2-40B4-BE49-F238E27FC236}">
                <a16:creationId xmlns:a16="http://schemas.microsoft.com/office/drawing/2014/main" id="{9B73154A-60CB-4F42-A2CC-670439AAC875}"/>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806868327" name="Rectangle: Rounded Corners 1678137837">
            <a:extLst xmlns:a="http://schemas.openxmlformats.org/drawingml/2006/main">
              <a:ext uri="{FF2B5EF4-FFF2-40B4-BE49-F238E27FC236}">
                <a16:creationId xmlns:a16="http://schemas.microsoft.com/office/drawing/2014/main" id="{48D000D3-69E9-4CFD-89B4-EF143FE8083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645046832" name="Straight Connector 1472942795">
            <a:extLst xmlns:a="http://schemas.openxmlformats.org/drawingml/2006/main">
              <a:ext uri="{FF2B5EF4-FFF2-40B4-BE49-F238E27FC236}">
                <a16:creationId xmlns:a16="http://schemas.microsoft.com/office/drawing/2014/main" id="{A266A276-0518-4CDF-B549-7C99EA899A71}"/>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346606" name="Oval 1613721530">
            <a:extLst xmlns:a="http://schemas.openxmlformats.org/drawingml/2006/main">
              <a:ext uri="{FF2B5EF4-FFF2-40B4-BE49-F238E27FC236}">
                <a16:creationId xmlns:a16="http://schemas.microsoft.com/office/drawing/2014/main" id="{614864C3-2A14-4AE8-A533-0664CD12D13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51534" name="Oval 1579085889">
            <a:extLst xmlns:a="http://schemas.openxmlformats.org/drawingml/2006/main">
              <a:ext uri="{FF2B5EF4-FFF2-40B4-BE49-F238E27FC236}">
                <a16:creationId xmlns:a16="http://schemas.microsoft.com/office/drawing/2014/main" id="{6BE100E3-5D81-4D68-8273-9DC62F931D27}"/>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429148" name="Oval 2077149345">
            <a:extLst xmlns:a="http://schemas.openxmlformats.org/drawingml/2006/main">
              <a:ext uri="{FF2B5EF4-FFF2-40B4-BE49-F238E27FC236}">
                <a16:creationId xmlns:a16="http://schemas.microsoft.com/office/drawing/2014/main" id="{FD66502B-1E8D-4A2D-A84A-C8BFF928FF9A}"/>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45616" name="Oval 1872952085">
            <a:extLst xmlns:a="http://schemas.openxmlformats.org/drawingml/2006/main">
              <a:ext uri="{FF2B5EF4-FFF2-40B4-BE49-F238E27FC236}">
                <a16:creationId xmlns:a16="http://schemas.microsoft.com/office/drawing/2014/main" id="{8A3F8849-71F4-4FAE-919F-A7730AE234A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737744" name="Oval 20816396">
            <a:extLst xmlns:a="http://schemas.openxmlformats.org/drawingml/2006/main">
              <a:ext uri="{FF2B5EF4-FFF2-40B4-BE49-F238E27FC236}">
                <a16:creationId xmlns:a16="http://schemas.microsoft.com/office/drawing/2014/main" id="{678B2AA8-BB14-4342-82F5-19CBA839B79E}"/>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224266" name="Oval 677953628">
            <a:extLst xmlns:a="http://schemas.openxmlformats.org/drawingml/2006/main">
              <a:ext uri="{FF2B5EF4-FFF2-40B4-BE49-F238E27FC236}">
                <a16:creationId xmlns:a16="http://schemas.microsoft.com/office/drawing/2014/main" id="{F4EA51BE-3CD1-477A-9FB7-E55BC1982E08}"/>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96244" name="Oval 1792512939">
            <a:extLst xmlns:a="http://schemas.openxmlformats.org/drawingml/2006/main">
              <a:ext uri="{FF2B5EF4-FFF2-40B4-BE49-F238E27FC236}">
                <a16:creationId xmlns:a16="http://schemas.microsoft.com/office/drawing/2014/main" id="{9007ECF9-2D48-44CE-A0A1-6B20099BBA2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32817" name="Rectangle 1915767503">
            <a:extLst xmlns:a="http://schemas.openxmlformats.org/drawingml/2006/main">
              <a:ext uri="{FF2B5EF4-FFF2-40B4-BE49-F238E27FC236}">
                <a16:creationId xmlns:a16="http://schemas.microsoft.com/office/drawing/2014/main" id="{A95DAA57-4AED-4205-B717-C71A2381320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403613628" name="Rectangle 523783432">
            <a:extLst xmlns:a="http://schemas.openxmlformats.org/drawingml/2006/main">
              <a:ext uri="{FF2B5EF4-FFF2-40B4-BE49-F238E27FC236}">
                <a16:creationId xmlns:a16="http://schemas.microsoft.com/office/drawing/2014/main" id="{5BC42766-B3D9-46D9-A19D-35C9897D8C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1456952667"/>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428844" name="Rectangle 935271156">
            <a:extLst xmlns:a="http://schemas.openxmlformats.org/drawingml/2006/main">
              <a:ext uri="{FF2B5EF4-FFF2-40B4-BE49-F238E27FC236}">
                <a16:creationId xmlns:a16="http://schemas.microsoft.com/office/drawing/2014/main" id="{79010399-A423-4CF5-835A-256AEB2D27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082144235" name="Rectangle 251777344">
            <a:extLst xmlns:a="http://schemas.openxmlformats.org/drawingml/2006/main">
              <a:ext uri="{FF2B5EF4-FFF2-40B4-BE49-F238E27FC236}">
                <a16:creationId xmlns:a16="http://schemas.microsoft.com/office/drawing/2014/main" id="{AF0F9105-1249-445E-99AD-07B565F7F78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946184463" name="Rectangle: Rounded Corners 1456392341">
            <a:extLst xmlns:a="http://schemas.openxmlformats.org/drawingml/2006/main">
              <a:ext uri="{FF2B5EF4-FFF2-40B4-BE49-F238E27FC236}">
                <a16:creationId xmlns:a16="http://schemas.microsoft.com/office/drawing/2014/main" id="{492390D7-E05F-4E8B-B4A6-6DB1F616B37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700785" name="Rectangle 2132047703">
            <a:extLst xmlns:a="http://schemas.openxmlformats.org/drawingml/2006/main">
              <a:ext uri="{FF2B5EF4-FFF2-40B4-BE49-F238E27FC236}">
                <a16:creationId xmlns:a16="http://schemas.microsoft.com/office/drawing/2014/main" id="{986E3754-EA0E-4EDB-B058-694679B1250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9764164" name="Rectangle 1495975732">
            <a:extLst xmlns:a="http://schemas.openxmlformats.org/drawingml/2006/main">
              <a:ext uri="{FF2B5EF4-FFF2-40B4-BE49-F238E27FC236}">
                <a16:creationId xmlns:a16="http://schemas.microsoft.com/office/drawing/2014/main" id="{AECF85DC-C411-45D5-92A7-97249FED50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pic>
        <p:nvPicPr>
          <p:cNvPr id="2082144242"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4e938f02afee4baa"/>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709412598"/>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840086" name="Rectangle 935271156">
            <a:extLst xmlns:a="http://schemas.openxmlformats.org/drawingml/2006/main">
              <a:ext uri="{FF2B5EF4-FFF2-40B4-BE49-F238E27FC236}">
                <a16:creationId xmlns:a16="http://schemas.microsoft.com/office/drawing/2014/main" id="{A6B503B3-4924-4FA5-B3E4-E4F8F99BAA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1170886648" name="Rectangle 251777344">
            <a:extLst xmlns:a="http://schemas.openxmlformats.org/drawingml/2006/main">
              <a:ext uri="{FF2B5EF4-FFF2-40B4-BE49-F238E27FC236}">
                <a16:creationId xmlns:a16="http://schemas.microsoft.com/office/drawing/2014/main" id="{F8412B1F-391E-4DBC-B90F-DAF501FB90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6625913" name="Rectangle: Rounded Corners 1456392341">
            <a:extLst xmlns:a="http://schemas.openxmlformats.org/drawingml/2006/main">
              <a:ext uri="{FF2B5EF4-FFF2-40B4-BE49-F238E27FC236}">
                <a16:creationId xmlns:a16="http://schemas.microsoft.com/office/drawing/2014/main" id="{7EE1E6CB-AB65-4073-80F3-E718126E754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1962" name="Rectangle 2132047703">
            <a:extLst xmlns:a="http://schemas.openxmlformats.org/drawingml/2006/main">
              <a:ext uri="{FF2B5EF4-FFF2-40B4-BE49-F238E27FC236}">
                <a16:creationId xmlns:a16="http://schemas.microsoft.com/office/drawing/2014/main" id="{9A9482F2-DA40-4DAD-9620-1E2194195AEA}"/>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965331056" name="Rectangle 1495975732">
            <a:extLst xmlns:a="http://schemas.openxmlformats.org/drawingml/2006/main">
              <a:ext uri="{FF2B5EF4-FFF2-40B4-BE49-F238E27FC236}">
                <a16:creationId xmlns:a16="http://schemas.microsoft.com/office/drawing/2014/main" id="{60CC69BA-29A3-40B8-80A5-54EFA3B06B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pic>
        <p:nvPicPr>
          <p:cNvPr id="1965331063"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afbcf879d0d240ba"/>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690576555"/>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9055409" name="Rectangle 828705700">
            <a:extLst xmlns:a="http://schemas.openxmlformats.org/drawingml/2006/main">
              <a:ext uri="{FF2B5EF4-FFF2-40B4-BE49-F238E27FC236}">
                <a16:creationId xmlns:a16="http://schemas.microsoft.com/office/drawing/2014/main" id="{0C50FF72-D2F4-439C-87F7-78C834671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82206178" name="Rectangle 1834494691">
            <a:extLst xmlns:a="http://schemas.openxmlformats.org/drawingml/2006/main">
              <a:ext uri="{FF2B5EF4-FFF2-40B4-BE49-F238E27FC236}">
                <a16:creationId xmlns:a16="http://schemas.microsoft.com/office/drawing/2014/main" id="{F2E97757-7B9B-4529-9C2C-9169B87302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01952377" name="Rectangle: Rounded Corners 1119805207">
            <a:extLst xmlns:a="http://schemas.openxmlformats.org/drawingml/2006/main">
              <a:ext uri="{FF2B5EF4-FFF2-40B4-BE49-F238E27FC236}">
                <a16:creationId xmlns:a16="http://schemas.microsoft.com/office/drawing/2014/main" id="{A67EE6B2-E8AC-4608-9294-CB5A8A2101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428386" name="Oval 378451326">
            <a:extLst xmlns:a="http://schemas.openxmlformats.org/drawingml/2006/main">
              <a:ext uri="{FF2B5EF4-FFF2-40B4-BE49-F238E27FC236}">
                <a16:creationId xmlns:a16="http://schemas.microsoft.com/office/drawing/2014/main" id="{61A0A25D-C3D7-43C0-BD5D-4FA334B39104}"/>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53247466" name="Oval 1710653340">
            <a:extLst xmlns:a="http://schemas.openxmlformats.org/drawingml/2006/main">
              <a:ext uri="{FF2B5EF4-FFF2-40B4-BE49-F238E27FC236}">
                <a16:creationId xmlns:a16="http://schemas.microsoft.com/office/drawing/2014/main" id="{48D819B6-155F-417A-82CF-8EF73414B299}"/>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323838626" name="Oval 1215104595">
            <a:extLst xmlns:a="http://schemas.openxmlformats.org/drawingml/2006/main">
              <a:ext uri="{FF2B5EF4-FFF2-40B4-BE49-F238E27FC236}">
                <a16:creationId xmlns:a16="http://schemas.microsoft.com/office/drawing/2014/main" id="{1E793000-33F4-429E-A601-DFDF7715FF8F}"/>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53435119" name="Oval 1626294488">
            <a:extLst xmlns:a="http://schemas.openxmlformats.org/drawingml/2006/main">
              <a:ext uri="{FF2B5EF4-FFF2-40B4-BE49-F238E27FC236}">
                <a16:creationId xmlns:a16="http://schemas.microsoft.com/office/drawing/2014/main" id="{42B53210-D7CF-494F-9C05-CAE8AB51D9E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767154723" name="Oval 1273413100">
            <a:extLst xmlns:a="http://schemas.openxmlformats.org/drawingml/2006/main">
              <a:ext uri="{FF2B5EF4-FFF2-40B4-BE49-F238E27FC236}">
                <a16:creationId xmlns:a16="http://schemas.microsoft.com/office/drawing/2014/main" id="{7243B9FE-360E-46A2-899C-3960133DDB57}"/>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419765725" name="Straight Connector 1283471484">
            <a:extLst xmlns:a="http://schemas.openxmlformats.org/drawingml/2006/main">
              <a:ext uri="{FF2B5EF4-FFF2-40B4-BE49-F238E27FC236}">
                <a16:creationId xmlns:a16="http://schemas.microsoft.com/office/drawing/2014/main" id="{17CD4C48-FE5E-4988-B4C5-91C3FEFF418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459666" name="Straight Connector 366393265">
            <a:extLst xmlns:a="http://schemas.openxmlformats.org/drawingml/2006/main">
              <a:ext uri="{FF2B5EF4-FFF2-40B4-BE49-F238E27FC236}">
                <a16:creationId xmlns:a16="http://schemas.microsoft.com/office/drawing/2014/main" id="{AF9485F7-FF8E-4C59-B7DC-A4184394236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637729" name="Straight Connector 682316421">
            <a:extLst xmlns:a="http://schemas.openxmlformats.org/drawingml/2006/main">
              <a:ext uri="{FF2B5EF4-FFF2-40B4-BE49-F238E27FC236}">
                <a16:creationId xmlns:a16="http://schemas.microsoft.com/office/drawing/2014/main" id="{9FA58912-FD22-43E9-BF35-16AE717A7C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484749" name="Straight Connector 1432998768">
            <a:extLst xmlns:a="http://schemas.openxmlformats.org/drawingml/2006/main">
              <a:ext uri="{FF2B5EF4-FFF2-40B4-BE49-F238E27FC236}">
                <a16:creationId xmlns:a16="http://schemas.microsoft.com/office/drawing/2014/main" id="{5CD0CA2A-D920-4B04-8375-F975971CA36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8695687" name="Rectangle 2040235337">
            <a:extLst xmlns:a="http://schemas.openxmlformats.org/drawingml/2006/main">
              <a:ext uri="{FF2B5EF4-FFF2-40B4-BE49-F238E27FC236}">
                <a16:creationId xmlns:a16="http://schemas.microsoft.com/office/drawing/2014/main" id="{B6B3C49B-411F-458F-9F4A-45B7EC20366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55877722" name="Rectangle 1823092831">
            <a:extLst xmlns:a="http://schemas.openxmlformats.org/drawingml/2006/main">
              <a:ext uri="{FF2B5EF4-FFF2-40B4-BE49-F238E27FC236}">
                <a16:creationId xmlns:a16="http://schemas.microsoft.com/office/drawing/2014/main" id="{D3FDC6BB-7F6A-40F3-AEC1-1B42ECB20B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705613394"/>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128618" name="Rectangle 2031595678">
            <a:extLst xmlns:a="http://schemas.openxmlformats.org/drawingml/2006/main">
              <a:ext uri="{FF2B5EF4-FFF2-40B4-BE49-F238E27FC236}">
                <a16:creationId xmlns:a16="http://schemas.microsoft.com/office/drawing/2014/main" id="{B511F9E2-F37A-4DC0-81C1-8C673AB6C0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69106439" name="Rectangle 1958034541">
            <a:extLst xmlns:a="http://schemas.openxmlformats.org/drawingml/2006/main">
              <a:ext uri="{FF2B5EF4-FFF2-40B4-BE49-F238E27FC236}">
                <a16:creationId xmlns:a16="http://schemas.microsoft.com/office/drawing/2014/main" id="{A9E776AB-E455-4A64-8AB5-B9233B343D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34056359" name="Rectangle: Rounded Corners 856291304">
            <a:extLst xmlns:a="http://schemas.openxmlformats.org/drawingml/2006/main">
              <a:ext uri="{FF2B5EF4-FFF2-40B4-BE49-F238E27FC236}">
                <a16:creationId xmlns:a16="http://schemas.microsoft.com/office/drawing/2014/main" id="{5A49CE16-6FDB-436B-84B6-0748B492A35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627735" name="Oval 915562435">
            <a:extLst xmlns:a="http://schemas.openxmlformats.org/drawingml/2006/main">
              <a:ext uri="{FF2B5EF4-FFF2-40B4-BE49-F238E27FC236}">
                <a16:creationId xmlns:a16="http://schemas.microsoft.com/office/drawing/2014/main" id="{3FABDE96-A3B8-41E8-AE8C-791646EA2542}"/>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504363089" name="Oval 2063706273">
            <a:extLst xmlns:a="http://schemas.openxmlformats.org/drawingml/2006/main">
              <a:ext uri="{FF2B5EF4-FFF2-40B4-BE49-F238E27FC236}">
                <a16:creationId xmlns:a16="http://schemas.microsoft.com/office/drawing/2014/main" id="{FF5F3684-2D45-47A3-BB2E-73DFFF2A876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61505884" name="Oval 1843251255">
            <a:extLst xmlns:a="http://schemas.openxmlformats.org/drawingml/2006/main">
              <a:ext uri="{FF2B5EF4-FFF2-40B4-BE49-F238E27FC236}">
                <a16:creationId xmlns:a16="http://schemas.microsoft.com/office/drawing/2014/main" id="{C3024BF5-751B-4DF0-9FE3-C50938564A93}"/>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01183739" name="Arrow: Right 1047507270">
            <a:extLst xmlns:a="http://schemas.openxmlformats.org/drawingml/2006/main">
              <a:ext uri="{FF2B5EF4-FFF2-40B4-BE49-F238E27FC236}">
                <a16:creationId xmlns:a16="http://schemas.microsoft.com/office/drawing/2014/main" id="{69617638-660B-477B-9977-8A34C8F3F9CE}"/>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86554501" name="Arrow: Right 416431706">
            <a:extLst xmlns:a="http://schemas.openxmlformats.org/drawingml/2006/main">
              <a:ext uri="{FF2B5EF4-FFF2-40B4-BE49-F238E27FC236}">
                <a16:creationId xmlns:a16="http://schemas.microsoft.com/office/drawing/2014/main" id="{1DE92202-2508-4E2B-BF19-8B266B79ACB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13270977" name="Rectangle: Rounded Corners 685887359">
            <a:extLst xmlns:a="http://schemas.openxmlformats.org/drawingml/2006/main">
              <a:ext uri="{FF2B5EF4-FFF2-40B4-BE49-F238E27FC236}">
                <a16:creationId xmlns:a16="http://schemas.microsoft.com/office/drawing/2014/main" id="{BE8AF65D-550D-428B-A4C7-1F079F2DC87A}"/>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364382" name="Rectangle 1087270730">
            <a:extLst xmlns:a="http://schemas.openxmlformats.org/drawingml/2006/main">
              <a:ext uri="{FF2B5EF4-FFF2-40B4-BE49-F238E27FC236}">
                <a16:creationId xmlns:a16="http://schemas.microsoft.com/office/drawing/2014/main" id="{93702538-D60D-4D4F-BFDF-B0F7C28010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Tree>
    <p:extLst>
      <p:ext uri="{BB962C8B-B14F-4D97-AF65-F5344CB8AC3E}">
        <p14:creationId xmlns:p14="http://schemas.microsoft.com/office/powerpoint/2010/main" val="835073637"/>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0481349" name="Rectangle 274056230">
            <a:extLst xmlns:a="http://schemas.openxmlformats.org/drawingml/2006/main">
              <a:ext uri="{FF2B5EF4-FFF2-40B4-BE49-F238E27FC236}">
                <a16:creationId xmlns:a16="http://schemas.microsoft.com/office/drawing/2014/main" id="{BB4CFB28-4ACB-454B-B69D-72F5A14FF4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48898006" name="Rectangle 2069842662">
            <a:extLst xmlns:a="http://schemas.openxmlformats.org/drawingml/2006/main">
              <a:ext uri="{FF2B5EF4-FFF2-40B4-BE49-F238E27FC236}">
                <a16:creationId xmlns:a16="http://schemas.microsoft.com/office/drawing/2014/main" id="{3FD7E79D-932D-4D78-87C4-5662417965F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30634808" name="Rectangle: Rounded Corners 1012080298">
            <a:extLst xmlns:a="http://schemas.openxmlformats.org/drawingml/2006/main">
              <a:ext uri="{FF2B5EF4-FFF2-40B4-BE49-F238E27FC236}">
                <a16:creationId xmlns:a16="http://schemas.microsoft.com/office/drawing/2014/main" id="{1BA56A1D-ED29-456F-BEAB-AE9D988B3D0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324404" name="Rectangle: Rounded Corners 268010825">
            <a:extLst xmlns:a="http://schemas.openxmlformats.org/drawingml/2006/main">
              <a:ext uri="{FF2B5EF4-FFF2-40B4-BE49-F238E27FC236}">
                <a16:creationId xmlns:a16="http://schemas.microsoft.com/office/drawing/2014/main" id="{91E142AE-DF7F-4E41-87C6-DFF39214EFF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0819545" name="Rectangle 859411994">
            <a:extLst xmlns:a="http://schemas.openxmlformats.org/drawingml/2006/main">
              <a:ext uri="{FF2B5EF4-FFF2-40B4-BE49-F238E27FC236}">
                <a16:creationId xmlns:a16="http://schemas.microsoft.com/office/drawing/2014/main" id="{FC360541-18CA-4ABC-8B9D-6B45A06B26CC}"/>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47649387" name="Rectangle: Rounded Corners 462313761">
            <a:extLst xmlns:a="http://schemas.openxmlformats.org/drawingml/2006/main">
              <a:ext uri="{FF2B5EF4-FFF2-40B4-BE49-F238E27FC236}">
                <a16:creationId xmlns:a16="http://schemas.microsoft.com/office/drawing/2014/main" id="{4579EA7D-231D-4576-A06C-D8A1936161B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54305029" name="Rectangle 256178726">
            <a:extLst xmlns:a="http://schemas.openxmlformats.org/drawingml/2006/main">
              <a:ext uri="{FF2B5EF4-FFF2-40B4-BE49-F238E27FC236}">
                <a16:creationId xmlns:a16="http://schemas.microsoft.com/office/drawing/2014/main" id="{693BE106-1D23-4EA3-BCEA-2566FF65065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330356886" name="Rectangle: Rounded Corners 570514558">
            <a:extLst xmlns:a="http://schemas.openxmlformats.org/drawingml/2006/main">
              <a:ext uri="{FF2B5EF4-FFF2-40B4-BE49-F238E27FC236}">
                <a16:creationId xmlns:a16="http://schemas.microsoft.com/office/drawing/2014/main" id="{97C2D777-422C-4705-AC9C-E99CA95D098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872820" name="Rectangle: Rounded Corners 1825339525">
            <a:extLst xmlns:a="http://schemas.openxmlformats.org/drawingml/2006/main">
              <a:ext uri="{FF2B5EF4-FFF2-40B4-BE49-F238E27FC236}">
                <a16:creationId xmlns:a16="http://schemas.microsoft.com/office/drawing/2014/main" id="{CCD351B0-456C-4E0C-9BD7-77640D4AED78}"/>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601202" name="Rectangle: Rounded Corners 1330424870">
            <a:extLst xmlns:a="http://schemas.openxmlformats.org/drawingml/2006/main">
              <a:ext uri="{FF2B5EF4-FFF2-40B4-BE49-F238E27FC236}">
                <a16:creationId xmlns:a16="http://schemas.microsoft.com/office/drawing/2014/main" id="{8E189BD3-FE92-4F8B-B7C8-F6C679A469CA}"/>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6033490" name="Rectangle: Rounded Corners 1894137061">
            <a:extLst xmlns:a="http://schemas.openxmlformats.org/drawingml/2006/main">
              <a:ext uri="{FF2B5EF4-FFF2-40B4-BE49-F238E27FC236}">
                <a16:creationId xmlns:a16="http://schemas.microsoft.com/office/drawing/2014/main" id="{A544E0CF-B71D-4DE3-8A8B-A3B7BBA0FD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340145" name="Rectangle: Rounded Corners 402898928">
            <a:extLst xmlns:a="http://schemas.openxmlformats.org/drawingml/2006/main">
              <a:ext uri="{FF2B5EF4-FFF2-40B4-BE49-F238E27FC236}">
                <a16:creationId xmlns:a16="http://schemas.microsoft.com/office/drawing/2014/main" id="{4BF984D5-CBA1-4A1F-B882-31B2D6FF9E2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655" name="Rectangle 1777770755">
            <a:extLst xmlns:a="http://schemas.openxmlformats.org/drawingml/2006/main">
              <a:ext uri="{FF2B5EF4-FFF2-40B4-BE49-F238E27FC236}">
                <a16:creationId xmlns:a16="http://schemas.microsoft.com/office/drawing/2014/main" id="{4663E5F0-0DE2-4588-B423-5FB38AE8C9C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319486486" name="Rectangle 664374673">
            <a:extLst xmlns:a="http://schemas.openxmlformats.org/drawingml/2006/main">
              <a:ext uri="{FF2B5EF4-FFF2-40B4-BE49-F238E27FC236}">
                <a16:creationId xmlns:a16="http://schemas.microsoft.com/office/drawing/2014/main" id="{67ED26A3-601E-4DCE-9635-553A3A0C57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515248638" name="qk-score-formula">
            <a:extLst xmlns:a="http://schemas.openxmlformats.org/drawingml/2006/main">
              <a:ext uri="{FF2B5EF4-FFF2-40B4-BE49-F238E27FC236}">
                <a16:creationId xmlns:a16="http://schemas.microsoft.com/office/drawing/2014/main" id="{077A0E01-7118-4817-BC64-4715D205395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57739868" name="dot-product-explanation">
            <a:extLst xmlns:a="http://schemas.openxmlformats.org/drawingml/2006/main">
              <a:ext uri="{FF2B5EF4-FFF2-40B4-BE49-F238E27FC236}">
                <a16:creationId xmlns:a16="http://schemas.microsoft.com/office/drawing/2014/main" id="{03754BDA-66B8-4EF4-8B0E-15C67D24010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8615895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6994550" name="Rectangle 1701338696">
            <a:extLst xmlns:a="http://schemas.openxmlformats.org/drawingml/2006/main">
              <a:ext uri="{FF2B5EF4-FFF2-40B4-BE49-F238E27FC236}">
                <a16:creationId xmlns:a16="http://schemas.microsoft.com/office/drawing/2014/main" id="{A963B9C8-B12D-4C92-B1FF-B99FC131FBC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326332811" name="Rectangle 1786653114">
            <a:extLst xmlns:a="http://schemas.openxmlformats.org/drawingml/2006/main">
              <a:ext uri="{FF2B5EF4-FFF2-40B4-BE49-F238E27FC236}">
                <a16:creationId xmlns:a16="http://schemas.microsoft.com/office/drawing/2014/main" id="{C729918E-0B2F-43AF-8DC7-76DDB0F9F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362100394" name="Rectangle: Rounded Corners 464705818">
            <a:extLst xmlns:a="http://schemas.openxmlformats.org/drawingml/2006/main">
              <a:ext uri="{FF2B5EF4-FFF2-40B4-BE49-F238E27FC236}">
                <a16:creationId xmlns:a16="http://schemas.microsoft.com/office/drawing/2014/main" id="{B00CD342-F4E2-47C4-AAE0-3DE7E66EAA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3922" name="Rectangle: Rounded Corners 1141548239">
            <a:extLst xmlns:a="http://schemas.openxmlformats.org/drawingml/2006/main">
              <a:ext uri="{FF2B5EF4-FFF2-40B4-BE49-F238E27FC236}">
                <a16:creationId xmlns:a16="http://schemas.microsoft.com/office/drawing/2014/main" id="{7CAC3297-4BF3-49DD-A866-883A92A9A59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377603" name="Rectangle: Rounded Corners 498832919">
            <a:extLst xmlns:a="http://schemas.openxmlformats.org/drawingml/2006/main">
              <a:ext uri="{FF2B5EF4-FFF2-40B4-BE49-F238E27FC236}">
                <a16:creationId xmlns:a16="http://schemas.microsoft.com/office/drawing/2014/main" id="{02D72169-3990-4A97-9ECA-AB4AECD7A456}"/>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833970" name="Rectangle: Rounded Corners 1769908897">
            <a:extLst xmlns:a="http://schemas.openxmlformats.org/drawingml/2006/main">
              <a:ext uri="{FF2B5EF4-FFF2-40B4-BE49-F238E27FC236}">
                <a16:creationId xmlns:a16="http://schemas.microsoft.com/office/drawing/2014/main" id="{81203CBE-9420-4B97-8A70-34F52C10E07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2813" name="Rectangle: Rounded Corners 1914348486">
            <a:extLst xmlns:a="http://schemas.openxmlformats.org/drawingml/2006/main">
              <a:ext uri="{FF2B5EF4-FFF2-40B4-BE49-F238E27FC236}">
                <a16:creationId xmlns:a16="http://schemas.microsoft.com/office/drawing/2014/main" id="{502B0CA6-2FF9-48F9-8E47-713C2DD14AB7}"/>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081458" name="Rectangle: Rounded Corners 1678518739">
            <a:extLst xmlns:a="http://schemas.openxmlformats.org/drawingml/2006/main">
              <a:ext uri="{FF2B5EF4-FFF2-40B4-BE49-F238E27FC236}">
                <a16:creationId xmlns:a16="http://schemas.microsoft.com/office/drawing/2014/main" id="{2776BB3F-227F-4DB3-A241-BBE60FAAABB4}"/>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821648" name="Arrow: Right 2119966246">
            <a:extLst xmlns:a="http://schemas.openxmlformats.org/drawingml/2006/main">
              <a:ext uri="{FF2B5EF4-FFF2-40B4-BE49-F238E27FC236}">
                <a16:creationId xmlns:a16="http://schemas.microsoft.com/office/drawing/2014/main" id="{85966327-6A07-48C9-8858-807905D41057}"/>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44819495" name="Rectangle: Rounded Corners 211572738">
            <a:extLst xmlns:a="http://schemas.openxmlformats.org/drawingml/2006/main">
              <a:ext uri="{FF2B5EF4-FFF2-40B4-BE49-F238E27FC236}">
                <a16:creationId xmlns:a16="http://schemas.microsoft.com/office/drawing/2014/main" id="{BD16F89A-6AAA-40C6-8321-D84BF95125F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642813" name="Rectangle: Rounded Corners 1030269239">
            <a:extLst xmlns:a="http://schemas.openxmlformats.org/drawingml/2006/main">
              <a:ext uri="{FF2B5EF4-FFF2-40B4-BE49-F238E27FC236}">
                <a16:creationId xmlns:a16="http://schemas.microsoft.com/office/drawing/2014/main" id="{118E86EA-4D2F-4BDB-8B8B-4538CDC74E16}"/>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555805" name="Rectangle: Rounded Corners 642494706">
            <a:extLst xmlns:a="http://schemas.openxmlformats.org/drawingml/2006/main">
              <a:ext uri="{FF2B5EF4-FFF2-40B4-BE49-F238E27FC236}">
                <a16:creationId xmlns:a16="http://schemas.microsoft.com/office/drawing/2014/main" id="{664EA688-8528-4B2B-903B-BA069F7A9AC1}"/>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02259" name="Rectangle: Rounded Corners 1203968868">
            <a:extLst xmlns:a="http://schemas.openxmlformats.org/drawingml/2006/main">
              <a:ext uri="{FF2B5EF4-FFF2-40B4-BE49-F238E27FC236}">
                <a16:creationId xmlns:a16="http://schemas.microsoft.com/office/drawing/2014/main" id="{80964ACE-2A4F-455A-BA40-737E71DD664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04001" name="Rectangle: Rounded Corners 666818066">
            <a:extLst xmlns:a="http://schemas.openxmlformats.org/drawingml/2006/main">
              <a:ext uri="{FF2B5EF4-FFF2-40B4-BE49-F238E27FC236}">
                <a16:creationId xmlns:a16="http://schemas.microsoft.com/office/drawing/2014/main" id="{7F07D904-6BC0-4F03-9528-4E42A6791E8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0797591" name="Rectangle 1940968764">
            <a:extLst xmlns:a="http://schemas.openxmlformats.org/drawingml/2006/main">
              <a:ext uri="{FF2B5EF4-FFF2-40B4-BE49-F238E27FC236}">
                <a16:creationId xmlns:a16="http://schemas.microsoft.com/office/drawing/2014/main" id="{F137CDBF-563C-4DEF-BFE2-3590B6965B0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308682868" name="Rectangle 1848061419">
            <a:extLst xmlns:a="http://schemas.openxmlformats.org/drawingml/2006/main">
              <a:ext uri="{FF2B5EF4-FFF2-40B4-BE49-F238E27FC236}">
                <a16:creationId xmlns:a16="http://schemas.microsoft.com/office/drawing/2014/main" id="{005D3A64-E6FD-4486-BC1E-D0EC11186AF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566315467" name="Rectangle 2016234214">
            <a:extLst xmlns:a="http://schemas.openxmlformats.org/drawingml/2006/main">
              <a:ext uri="{FF2B5EF4-FFF2-40B4-BE49-F238E27FC236}">
                <a16:creationId xmlns:a16="http://schemas.microsoft.com/office/drawing/2014/main" id="{1B3BE156-1861-4C30-A1F2-C8FAAFA447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643314332" name="scaled-dot-product-attention-formula">
            <a:extLst xmlns:a="http://schemas.openxmlformats.org/drawingml/2006/main">
              <a:ext uri="{FF2B5EF4-FFF2-40B4-BE49-F238E27FC236}">
                <a16:creationId xmlns:a16="http://schemas.microsoft.com/office/drawing/2014/main" id="{64BC878B-5EE2-41CD-AC81-0E47728005A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57923796" name="scaling-explanation">
            <a:extLst xmlns:a="http://schemas.openxmlformats.org/drawingml/2006/main">
              <a:ext uri="{FF2B5EF4-FFF2-40B4-BE49-F238E27FC236}">
                <a16:creationId xmlns:a16="http://schemas.microsoft.com/office/drawing/2014/main" id="{771E46C6-8726-42FB-B165-EFA5A81803B8}"/>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169265336"/>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819634" name="Rectangle 667720717">
            <a:extLst xmlns:a="http://schemas.openxmlformats.org/drawingml/2006/main">
              <a:ext uri="{FF2B5EF4-FFF2-40B4-BE49-F238E27FC236}">
                <a16:creationId xmlns:a16="http://schemas.microsoft.com/office/drawing/2014/main" id="{06DB85DA-E1E8-485D-8DC6-69D1C5348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73378970" name="Rectangle 1521779778">
            <a:extLst xmlns:a="http://schemas.openxmlformats.org/drawingml/2006/main">
              <a:ext uri="{FF2B5EF4-FFF2-40B4-BE49-F238E27FC236}">
                <a16:creationId xmlns:a16="http://schemas.microsoft.com/office/drawing/2014/main" id="{C3EE4948-8BC5-4CF3-8FC6-8B7F920AF88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54475853" name="Rectangle: Rounded Corners 832807897">
            <a:extLst xmlns:a="http://schemas.openxmlformats.org/drawingml/2006/main">
              <a:ext uri="{FF2B5EF4-FFF2-40B4-BE49-F238E27FC236}">
                <a16:creationId xmlns:a16="http://schemas.microsoft.com/office/drawing/2014/main" id="{A4F8DC9C-EEEB-4670-8C0A-41144DC5A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613550" name="Rectangle: Rounded Corners 1099418884">
            <a:extLst xmlns:a="http://schemas.openxmlformats.org/drawingml/2006/main">
              <a:ext uri="{FF2B5EF4-FFF2-40B4-BE49-F238E27FC236}">
                <a16:creationId xmlns:a16="http://schemas.microsoft.com/office/drawing/2014/main" id="{1C97AD3B-4E63-4DB0-8B1C-BCBEC8693C5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584933761" name="Rectangle 605842497">
            <a:extLst xmlns:a="http://schemas.openxmlformats.org/drawingml/2006/main">
              <a:ext uri="{FF2B5EF4-FFF2-40B4-BE49-F238E27FC236}">
                <a16:creationId xmlns:a16="http://schemas.microsoft.com/office/drawing/2014/main" id="{12689AED-9D10-48FA-8F2B-72C3689FD8C4}"/>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970961898" name="Rectangle: Rounded Corners 1810780251">
            <a:extLst xmlns:a="http://schemas.openxmlformats.org/drawingml/2006/main">
              <a:ext uri="{FF2B5EF4-FFF2-40B4-BE49-F238E27FC236}">
                <a16:creationId xmlns:a16="http://schemas.microsoft.com/office/drawing/2014/main" id="{2B97267C-CA4E-40AD-9536-950440D81905}"/>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46472994" name="Rectangle 1903860279">
            <a:extLst xmlns:a="http://schemas.openxmlformats.org/drawingml/2006/main">
              <a:ext uri="{FF2B5EF4-FFF2-40B4-BE49-F238E27FC236}">
                <a16:creationId xmlns:a16="http://schemas.microsoft.com/office/drawing/2014/main" id="{4D872137-7A5F-4D75-B05A-29A4A00D4D7D}"/>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13226104" name="Rectangle: Rounded Corners 453837605">
            <a:extLst xmlns:a="http://schemas.openxmlformats.org/drawingml/2006/main">
              <a:ext uri="{FF2B5EF4-FFF2-40B4-BE49-F238E27FC236}">
                <a16:creationId xmlns:a16="http://schemas.microsoft.com/office/drawing/2014/main" id="{3014F4DB-EA07-467D-B8CC-A60138859483}"/>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364221242" name="Rectangle 1961512127">
            <a:extLst xmlns:a="http://schemas.openxmlformats.org/drawingml/2006/main">
              <a:ext uri="{FF2B5EF4-FFF2-40B4-BE49-F238E27FC236}">
                <a16:creationId xmlns:a16="http://schemas.microsoft.com/office/drawing/2014/main" id="{95C7CBA0-D20F-4B3C-B828-B4F213F8929A}"/>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642247693" name="Rectangle: Rounded Corners 866508350">
            <a:extLst xmlns:a="http://schemas.openxmlformats.org/drawingml/2006/main">
              <a:ext uri="{FF2B5EF4-FFF2-40B4-BE49-F238E27FC236}">
                <a16:creationId xmlns:a16="http://schemas.microsoft.com/office/drawing/2014/main" id="{B079189B-39C9-45E9-8001-A3D7C7279D70}"/>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935130095" name="Rectangle 1031075147">
            <a:extLst xmlns:a="http://schemas.openxmlformats.org/drawingml/2006/main">
              <a:ext uri="{FF2B5EF4-FFF2-40B4-BE49-F238E27FC236}">
                <a16:creationId xmlns:a16="http://schemas.microsoft.com/office/drawing/2014/main" id="{1E198342-FE6F-454C-8C86-9DF6E1814D43}"/>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96570096" name="Arrow: Right 691035972">
            <a:extLst xmlns:a="http://schemas.openxmlformats.org/drawingml/2006/main">
              <a:ext uri="{FF2B5EF4-FFF2-40B4-BE49-F238E27FC236}">
                <a16:creationId xmlns:a16="http://schemas.microsoft.com/office/drawing/2014/main" id="{5EFD8581-9214-47CE-9D36-7B31E52ACC8C}"/>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70664182" name="Rectangle: Rounded Corners 997542731">
            <a:extLst xmlns:a="http://schemas.openxmlformats.org/drawingml/2006/main">
              <a:ext uri="{FF2B5EF4-FFF2-40B4-BE49-F238E27FC236}">
                <a16:creationId xmlns:a16="http://schemas.microsoft.com/office/drawing/2014/main" id="{7ED9BD29-EB87-4706-9AA5-ABDD74D67FA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956616655" name="Rectangle 1562003282">
            <a:extLst xmlns:a="http://schemas.openxmlformats.org/drawingml/2006/main">
              <a:ext uri="{FF2B5EF4-FFF2-40B4-BE49-F238E27FC236}">
                <a16:creationId xmlns:a16="http://schemas.microsoft.com/office/drawing/2014/main" id="{49F97B84-2254-4E74-A5C0-8A57151572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1066493605"/>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0004958" name="Rectangle 836461681">
            <a:extLst xmlns:a="http://schemas.openxmlformats.org/drawingml/2006/main">
              <a:ext uri="{FF2B5EF4-FFF2-40B4-BE49-F238E27FC236}">
                <a16:creationId xmlns:a16="http://schemas.microsoft.com/office/drawing/2014/main" id="{697EC723-C267-467D-8FE4-376A915E7A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7019380" name="Rectangle 1767099124">
            <a:extLst xmlns:a="http://schemas.openxmlformats.org/drawingml/2006/main">
              <a:ext uri="{FF2B5EF4-FFF2-40B4-BE49-F238E27FC236}">
                <a16:creationId xmlns:a16="http://schemas.microsoft.com/office/drawing/2014/main" id="{83C73681-B599-45D9-85AE-C4DAAE6D2A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428329198" name="Rectangle: Rounded Corners 658275056">
            <a:extLst xmlns:a="http://schemas.openxmlformats.org/drawingml/2006/main">
              <a:ext uri="{FF2B5EF4-FFF2-40B4-BE49-F238E27FC236}">
                <a16:creationId xmlns:a16="http://schemas.microsoft.com/office/drawing/2014/main" id="{7D6EA5D4-4676-470D-94D3-0E527FB19A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0408887" name="Oval 1632534857">
            <a:extLst xmlns:a="http://schemas.openxmlformats.org/drawingml/2006/main">
              <a:ext uri="{FF2B5EF4-FFF2-40B4-BE49-F238E27FC236}">
                <a16:creationId xmlns:a16="http://schemas.microsoft.com/office/drawing/2014/main" id="{2BF52B1C-48E7-4AA5-B6E4-DE9F5C9DAD8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32031015" name="Oval 1413970628">
            <a:extLst xmlns:a="http://schemas.openxmlformats.org/drawingml/2006/main">
              <a:ext uri="{FF2B5EF4-FFF2-40B4-BE49-F238E27FC236}">
                <a16:creationId xmlns:a16="http://schemas.microsoft.com/office/drawing/2014/main" id="{6D460E87-01C1-49E1-967A-E7E4E1AAFC7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38990305" name="Oval 1148745044">
            <a:extLst xmlns:a="http://schemas.openxmlformats.org/drawingml/2006/main">
              <a:ext uri="{FF2B5EF4-FFF2-40B4-BE49-F238E27FC236}">
                <a16:creationId xmlns:a16="http://schemas.microsoft.com/office/drawing/2014/main" id="{65F24538-FDA5-4395-86F3-D3A36A658FCE}"/>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00506352" name="Oval 1579502936">
            <a:extLst xmlns:a="http://schemas.openxmlformats.org/drawingml/2006/main">
              <a:ext uri="{FF2B5EF4-FFF2-40B4-BE49-F238E27FC236}">
                <a16:creationId xmlns:a16="http://schemas.microsoft.com/office/drawing/2014/main" id="{1E0ECA0E-19BB-4EC5-8FAB-9535BF957460}"/>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397993221" name="Oval 638914901">
            <a:extLst xmlns:a="http://schemas.openxmlformats.org/drawingml/2006/main">
              <a:ext uri="{FF2B5EF4-FFF2-40B4-BE49-F238E27FC236}">
                <a16:creationId xmlns:a16="http://schemas.microsoft.com/office/drawing/2014/main" id="{03150273-FECC-43B6-9C8D-38065DDAF494}"/>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70280064" name="Oval 1524084679">
            <a:extLst xmlns:a="http://schemas.openxmlformats.org/drawingml/2006/main">
              <a:ext uri="{FF2B5EF4-FFF2-40B4-BE49-F238E27FC236}">
                <a16:creationId xmlns:a16="http://schemas.microsoft.com/office/drawing/2014/main" id="{46AB3FB7-4E77-4577-A3E6-E28BD16EC141}"/>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34315241" name="Oval 1617060268">
            <a:extLst xmlns:a="http://schemas.openxmlformats.org/drawingml/2006/main">
              <a:ext uri="{FF2B5EF4-FFF2-40B4-BE49-F238E27FC236}">
                <a16:creationId xmlns:a16="http://schemas.microsoft.com/office/drawing/2014/main" id="{5020F24A-9694-4253-AFD6-63D354F2481E}"/>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630202684" name="Oval 1577893088">
            <a:extLst xmlns:a="http://schemas.openxmlformats.org/drawingml/2006/main">
              <a:ext uri="{FF2B5EF4-FFF2-40B4-BE49-F238E27FC236}">
                <a16:creationId xmlns:a16="http://schemas.microsoft.com/office/drawing/2014/main" id="{C9255A5D-E9DB-4EAB-8ADB-9E94C44427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10791781" name="Oval 1071333543">
            <a:extLst xmlns:a="http://schemas.openxmlformats.org/drawingml/2006/main">
              <a:ext uri="{FF2B5EF4-FFF2-40B4-BE49-F238E27FC236}">
                <a16:creationId xmlns:a16="http://schemas.microsoft.com/office/drawing/2014/main" id="{576414DF-1E2F-4DAB-9C83-0A8663B0628A}"/>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919882100" name="Oval 399974577">
            <a:extLst xmlns:a="http://schemas.openxmlformats.org/drawingml/2006/main">
              <a:ext uri="{FF2B5EF4-FFF2-40B4-BE49-F238E27FC236}">
                <a16:creationId xmlns:a16="http://schemas.microsoft.com/office/drawing/2014/main" id="{9DE93C40-36EF-4BE0-90A2-2F008D45BD6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5931652" name="Oval 1223483228">
            <a:extLst xmlns:a="http://schemas.openxmlformats.org/drawingml/2006/main">
              <a:ext uri="{FF2B5EF4-FFF2-40B4-BE49-F238E27FC236}">
                <a16:creationId xmlns:a16="http://schemas.microsoft.com/office/drawing/2014/main" id="{1EB5737F-D527-4D00-B17F-51853E4844C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910319200" name="Oval 494721319">
            <a:extLst xmlns:a="http://schemas.openxmlformats.org/drawingml/2006/main">
              <a:ext uri="{FF2B5EF4-FFF2-40B4-BE49-F238E27FC236}">
                <a16:creationId xmlns:a16="http://schemas.microsoft.com/office/drawing/2014/main" id="{9785C863-44E6-4076-BE79-F75760FBC3CC}"/>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57061824" name="Straight Connector 484203624">
            <a:extLst xmlns:a="http://schemas.openxmlformats.org/drawingml/2006/main">
              <a:ext uri="{FF2B5EF4-FFF2-40B4-BE49-F238E27FC236}">
                <a16:creationId xmlns:a16="http://schemas.microsoft.com/office/drawing/2014/main" id="{DD5CCDF5-561F-4933-B12C-D20CBC76FB36}"/>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640092" name="Straight Connector 390803704">
            <a:extLst xmlns:a="http://schemas.openxmlformats.org/drawingml/2006/main">
              <a:ext uri="{FF2B5EF4-FFF2-40B4-BE49-F238E27FC236}">
                <a16:creationId xmlns:a16="http://schemas.microsoft.com/office/drawing/2014/main" id="{7C529A43-3E7C-40F5-A479-FDE38CAD9D1C}"/>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8403955" name="Straight Connector 1483356268">
            <a:extLst xmlns:a="http://schemas.openxmlformats.org/drawingml/2006/main">
              <a:ext uri="{FF2B5EF4-FFF2-40B4-BE49-F238E27FC236}">
                <a16:creationId xmlns:a16="http://schemas.microsoft.com/office/drawing/2014/main" id="{F70FB9F3-5AE6-495E-B4CC-5092845A1EB5}"/>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389572" name="Straight Connector 491113418">
            <a:extLst xmlns:a="http://schemas.openxmlformats.org/drawingml/2006/main">
              <a:ext uri="{FF2B5EF4-FFF2-40B4-BE49-F238E27FC236}">
                <a16:creationId xmlns:a16="http://schemas.microsoft.com/office/drawing/2014/main" id="{14334255-CCD3-44DC-90ED-2BB418BD04EF}"/>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85692" name="Straight Connector 1895177637">
            <a:extLst xmlns:a="http://schemas.openxmlformats.org/drawingml/2006/main">
              <a:ext uri="{FF2B5EF4-FFF2-40B4-BE49-F238E27FC236}">
                <a16:creationId xmlns:a16="http://schemas.microsoft.com/office/drawing/2014/main" id="{BCB78032-E4AC-4914-A02A-82DA31F8176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3726540" name="Straight Connector 1498279708">
            <a:extLst xmlns:a="http://schemas.openxmlformats.org/drawingml/2006/main">
              <a:ext uri="{FF2B5EF4-FFF2-40B4-BE49-F238E27FC236}">
                <a16:creationId xmlns:a16="http://schemas.microsoft.com/office/drawing/2014/main" id="{CBA3F5D3-DA39-429D-9282-8709EE727386}"/>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6586879" name="Straight Connector 139583842">
            <a:extLst xmlns:a="http://schemas.openxmlformats.org/drawingml/2006/main">
              <a:ext uri="{FF2B5EF4-FFF2-40B4-BE49-F238E27FC236}">
                <a16:creationId xmlns:a16="http://schemas.microsoft.com/office/drawing/2014/main" id="{0D43B64E-ADB4-4456-BCD5-5A14BAE3462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35254" name="Straight Connector 810730709">
            <a:extLst xmlns:a="http://schemas.openxmlformats.org/drawingml/2006/main">
              <a:ext uri="{FF2B5EF4-FFF2-40B4-BE49-F238E27FC236}">
                <a16:creationId xmlns:a16="http://schemas.microsoft.com/office/drawing/2014/main" id="{05FA3FEF-5981-4913-BDBF-DE026FBB4970}"/>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122100" name="Straight Connector 521066155">
            <a:extLst xmlns:a="http://schemas.openxmlformats.org/drawingml/2006/main">
              <a:ext uri="{FF2B5EF4-FFF2-40B4-BE49-F238E27FC236}">
                <a16:creationId xmlns:a16="http://schemas.microsoft.com/office/drawing/2014/main" id="{104A0E2C-7BCF-4642-8BBA-E6DEA59DABA6}"/>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712448" name="Straight Connector 316407275">
            <a:extLst xmlns:a="http://schemas.openxmlformats.org/drawingml/2006/main">
              <a:ext uri="{FF2B5EF4-FFF2-40B4-BE49-F238E27FC236}">
                <a16:creationId xmlns:a16="http://schemas.microsoft.com/office/drawing/2014/main" id="{A4868725-7147-4169-BDB8-2CED9A63D03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186821" name="Straight Connector 218150276">
            <a:extLst xmlns:a="http://schemas.openxmlformats.org/drawingml/2006/main">
              <a:ext uri="{FF2B5EF4-FFF2-40B4-BE49-F238E27FC236}">
                <a16:creationId xmlns:a16="http://schemas.microsoft.com/office/drawing/2014/main" id="{9B8F50F2-217A-48FF-BF1E-C59EF73D309B}"/>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677731" name="Straight Connector 499927860">
            <a:extLst xmlns:a="http://schemas.openxmlformats.org/drawingml/2006/main">
              <a:ext uri="{FF2B5EF4-FFF2-40B4-BE49-F238E27FC236}">
                <a16:creationId xmlns:a16="http://schemas.microsoft.com/office/drawing/2014/main" id="{CC2FF307-57E4-419E-B97A-5CD6E4C409D8}"/>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4920003" name="Straight Connector 1350622295">
            <a:extLst xmlns:a="http://schemas.openxmlformats.org/drawingml/2006/main">
              <a:ext uri="{FF2B5EF4-FFF2-40B4-BE49-F238E27FC236}">
                <a16:creationId xmlns:a16="http://schemas.microsoft.com/office/drawing/2014/main" id="{73529E21-B37A-446E-9A87-3D1C2E586EFC}"/>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3126540" name="Straight Connector 45691064">
            <a:extLst xmlns:a="http://schemas.openxmlformats.org/drawingml/2006/main">
              <a:ext uri="{FF2B5EF4-FFF2-40B4-BE49-F238E27FC236}">
                <a16:creationId xmlns:a16="http://schemas.microsoft.com/office/drawing/2014/main" id="{AA52C624-0B00-4D14-A4AC-17799DB783B8}"/>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73858" name="Straight Connector 1145050028">
            <a:extLst xmlns:a="http://schemas.openxmlformats.org/drawingml/2006/main">
              <a:ext uri="{FF2B5EF4-FFF2-40B4-BE49-F238E27FC236}">
                <a16:creationId xmlns:a16="http://schemas.microsoft.com/office/drawing/2014/main" id="{6A3E3759-FC79-4BA0-96E4-A382C6F79C4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860034" name="Straight Connector 969983034">
            <a:extLst xmlns:a="http://schemas.openxmlformats.org/drawingml/2006/main">
              <a:ext uri="{FF2B5EF4-FFF2-40B4-BE49-F238E27FC236}">
                <a16:creationId xmlns:a16="http://schemas.microsoft.com/office/drawing/2014/main" id="{1FE70838-64F2-40CC-A2C8-A0A2A92B7BA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492583" name="Straight Connector 452016390">
            <a:extLst xmlns:a="http://schemas.openxmlformats.org/drawingml/2006/main">
              <a:ext uri="{FF2B5EF4-FFF2-40B4-BE49-F238E27FC236}">
                <a16:creationId xmlns:a16="http://schemas.microsoft.com/office/drawing/2014/main" id="{C89F7A57-8391-40F6-96DA-C4C6E771E89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514304" name="Straight Connector 1200418004">
            <a:extLst xmlns:a="http://schemas.openxmlformats.org/drawingml/2006/main">
              <a:ext uri="{FF2B5EF4-FFF2-40B4-BE49-F238E27FC236}">
                <a16:creationId xmlns:a16="http://schemas.microsoft.com/office/drawing/2014/main" id="{2C3A2D54-D832-43D1-A3EE-A05904D19C9E}"/>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1409988" name="Straight Connector 1516866411">
            <a:extLst xmlns:a="http://schemas.openxmlformats.org/drawingml/2006/main">
              <a:ext uri="{FF2B5EF4-FFF2-40B4-BE49-F238E27FC236}">
                <a16:creationId xmlns:a16="http://schemas.microsoft.com/office/drawing/2014/main" id="{6F2BAB60-52C6-49F9-8879-65F1E9CFF6A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107661" name="Straight Connector 251999135">
            <a:extLst xmlns:a="http://schemas.openxmlformats.org/drawingml/2006/main">
              <a:ext uri="{FF2B5EF4-FFF2-40B4-BE49-F238E27FC236}">
                <a16:creationId xmlns:a16="http://schemas.microsoft.com/office/drawing/2014/main" id="{79D193F5-3296-4A38-B434-97DB7D210115}"/>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191965" name="Straight Connector 86571184">
            <a:extLst xmlns:a="http://schemas.openxmlformats.org/drawingml/2006/main">
              <a:ext uri="{FF2B5EF4-FFF2-40B4-BE49-F238E27FC236}">
                <a16:creationId xmlns:a16="http://schemas.microsoft.com/office/drawing/2014/main" id="{47F3BCD6-D15D-4CAE-8673-4FD4B56C6EF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6659468" name="Straight Connector 602661193">
            <a:extLst xmlns:a="http://schemas.openxmlformats.org/drawingml/2006/main">
              <a:ext uri="{FF2B5EF4-FFF2-40B4-BE49-F238E27FC236}">
                <a16:creationId xmlns:a16="http://schemas.microsoft.com/office/drawing/2014/main" id="{3A618581-5D2C-4E27-A8A0-DEE4604E4066}"/>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021720" name="Straight Connector 2078817605">
            <a:extLst xmlns:a="http://schemas.openxmlformats.org/drawingml/2006/main">
              <a:ext uri="{FF2B5EF4-FFF2-40B4-BE49-F238E27FC236}">
                <a16:creationId xmlns:a16="http://schemas.microsoft.com/office/drawing/2014/main" id="{A8E88E9C-8078-4810-A69F-02E1FE2D09F8}"/>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931171" name="Straight Connector 37467791">
            <a:extLst xmlns:a="http://schemas.openxmlformats.org/drawingml/2006/main">
              <a:ext uri="{FF2B5EF4-FFF2-40B4-BE49-F238E27FC236}">
                <a16:creationId xmlns:a16="http://schemas.microsoft.com/office/drawing/2014/main" id="{F17B487A-2D61-4707-879E-4AA8CED3E22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11580" name="Rectangle 118172492">
            <a:extLst xmlns:a="http://schemas.openxmlformats.org/drawingml/2006/main">
              <a:ext uri="{FF2B5EF4-FFF2-40B4-BE49-F238E27FC236}">
                <a16:creationId xmlns:a16="http://schemas.microsoft.com/office/drawing/2014/main" id="{839358F5-7ABF-4277-9479-372B1866A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71790588"/>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119865" name="Rectangle 1367258729">
            <a:extLst xmlns:a="http://schemas.openxmlformats.org/drawingml/2006/main">
              <a:ext uri="{FF2B5EF4-FFF2-40B4-BE49-F238E27FC236}">
                <a16:creationId xmlns:a16="http://schemas.microsoft.com/office/drawing/2014/main" id="{934A6D8A-824F-4DE3-953C-E1F1297B48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30283056" name="Rectangle 1284678877">
            <a:extLst xmlns:a="http://schemas.openxmlformats.org/drawingml/2006/main">
              <a:ext uri="{FF2B5EF4-FFF2-40B4-BE49-F238E27FC236}">
                <a16:creationId xmlns:a16="http://schemas.microsoft.com/office/drawing/2014/main" id="{8AE772D1-01A6-45EA-B758-E61997D2A8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995258802" name="Rectangle: Rounded Corners 800864107">
            <a:extLst xmlns:a="http://schemas.openxmlformats.org/drawingml/2006/main">
              <a:ext uri="{FF2B5EF4-FFF2-40B4-BE49-F238E27FC236}">
                <a16:creationId xmlns:a16="http://schemas.microsoft.com/office/drawing/2014/main" id="{31B918F9-F98A-4205-9EC1-61F457B3AF7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760175" name="Oval 233773315">
            <a:extLst xmlns:a="http://schemas.openxmlformats.org/drawingml/2006/main">
              <a:ext uri="{FF2B5EF4-FFF2-40B4-BE49-F238E27FC236}">
                <a16:creationId xmlns:a16="http://schemas.microsoft.com/office/drawing/2014/main" id="{09B1B56C-24E1-42BF-A7D7-9536466DE59B}"/>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007432" name="Straight Connector 1564947674">
            <a:extLst xmlns:a="http://schemas.openxmlformats.org/drawingml/2006/main">
              <a:ext uri="{FF2B5EF4-FFF2-40B4-BE49-F238E27FC236}">
                <a16:creationId xmlns:a16="http://schemas.microsoft.com/office/drawing/2014/main" id="{FE942627-5070-4A71-B774-A78E58C9C06E}"/>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253681" name="Straight Connector 995560161">
            <a:extLst xmlns:a="http://schemas.openxmlformats.org/drawingml/2006/main">
              <a:ext uri="{FF2B5EF4-FFF2-40B4-BE49-F238E27FC236}">
                <a16:creationId xmlns:a16="http://schemas.microsoft.com/office/drawing/2014/main" id="{A376235A-CA82-44F1-BFE3-C29E2E34BA1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314211" name="Rectangle 1698038425">
            <a:extLst xmlns:a="http://schemas.openxmlformats.org/drawingml/2006/main">
              <a:ext uri="{FF2B5EF4-FFF2-40B4-BE49-F238E27FC236}">
                <a16:creationId xmlns:a16="http://schemas.microsoft.com/office/drawing/2014/main" id="{7E362070-9E55-4818-9E83-97AB00B0018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220257320" name="Oval 79558485">
            <a:extLst xmlns:a="http://schemas.openxmlformats.org/drawingml/2006/main">
              <a:ext uri="{FF2B5EF4-FFF2-40B4-BE49-F238E27FC236}">
                <a16:creationId xmlns:a16="http://schemas.microsoft.com/office/drawing/2014/main" id="{16461E05-5A18-41EA-8F79-B517ACFDBC0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4685" name="Straight Connector 1609830998">
            <a:extLst xmlns:a="http://schemas.openxmlformats.org/drawingml/2006/main">
              <a:ext uri="{FF2B5EF4-FFF2-40B4-BE49-F238E27FC236}">
                <a16:creationId xmlns:a16="http://schemas.microsoft.com/office/drawing/2014/main" id="{702090EA-FCA3-4ED9-9A76-27FDF5495E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150554" name="Straight Connector 1713490366">
            <a:extLst xmlns:a="http://schemas.openxmlformats.org/drawingml/2006/main">
              <a:ext uri="{FF2B5EF4-FFF2-40B4-BE49-F238E27FC236}">
                <a16:creationId xmlns:a16="http://schemas.microsoft.com/office/drawing/2014/main" id="{59249E88-459D-438C-9B0F-C81023DE63C4}"/>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047898" name="Rectangle 1540777176">
            <a:extLst xmlns:a="http://schemas.openxmlformats.org/drawingml/2006/main">
              <a:ext uri="{FF2B5EF4-FFF2-40B4-BE49-F238E27FC236}">
                <a16:creationId xmlns:a16="http://schemas.microsoft.com/office/drawing/2014/main" id="{5BE4E47A-6F98-4966-90E7-80A1B525F920}"/>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3777537" name="Oval 1805008483">
            <a:extLst xmlns:a="http://schemas.openxmlformats.org/drawingml/2006/main">
              <a:ext uri="{FF2B5EF4-FFF2-40B4-BE49-F238E27FC236}">
                <a16:creationId xmlns:a16="http://schemas.microsoft.com/office/drawing/2014/main" id="{DB639AF9-2BD3-48CF-8142-EABBD940DB80}"/>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718966" name="Straight Connector 1911549704">
            <a:extLst xmlns:a="http://schemas.openxmlformats.org/drawingml/2006/main">
              <a:ext uri="{FF2B5EF4-FFF2-40B4-BE49-F238E27FC236}">
                <a16:creationId xmlns:a16="http://schemas.microsoft.com/office/drawing/2014/main" id="{63D4E1BD-F892-41BA-995B-F0330B48F4B2}"/>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50047" name="Straight Connector 1791936671">
            <a:extLst xmlns:a="http://schemas.openxmlformats.org/drawingml/2006/main">
              <a:ext uri="{FF2B5EF4-FFF2-40B4-BE49-F238E27FC236}">
                <a16:creationId xmlns:a16="http://schemas.microsoft.com/office/drawing/2014/main" id="{A6F2B95E-1BC6-4649-B3B9-406DD17F1ED4}"/>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889282" name="Rectangle 109414286">
            <a:extLst xmlns:a="http://schemas.openxmlformats.org/drawingml/2006/main">
              <a:ext uri="{FF2B5EF4-FFF2-40B4-BE49-F238E27FC236}">
                <a16:creationId xmlns:a16="http://schemas.microsoft.com/office/drawing/2014/main" id="{E00D3EFB-9CDF-4F32-A222-75C01A5C8666}"/>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694793793" name="Oval 446622830">
            <a:extLst xmlns:a="http://schemas.openxmlformats.org/drawingml/2006/main">
              <a:ext uri="{FF2B5EF4-FFF2-40B4-BE49-F238E27FC236}">
                <a16:creationId xmlns:a16="http://schemas.microsoft.com/office/drawing/2014/main" id="{C41CD3D1-8F58-4BFC-9ED8-47C25EE964E9}"/>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35556" name="Straight Connector 858706386">
            <a:extLst xmlns:a="http://schemas.openxmlformats.org/drawingml/2006/main">
              <a:ext uri="{FF2B5EF4-FFF2-40B4-BE49-F238E27FC236}">
                <a16:creationId xmlns:a16="http://schemas.microsoft.com/office/drawing/2014/main" id="{49291A3F-7489-4F06-BC54-EA3D0EDEC04F}"/>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15743" name="Straight Connector 1428863682">
            <a:extLst xmlns:a="http://schemas.openxmlformats.org/drawingml/2006/main">
              <a:ext uri="{FF2B5EF4-FFF2-40B4-BE49-F238E27FC236}">
                <a16:creationId xmlns:a16="http://schemas.microsoft.com/office/drawing/2014/main" id="{02F57149-C714-483A-8639-AE92DCA1A910}"/>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145204" name="Rectangle 1133392472">
            <a:extLst xmlns:a="http://schemas.openxmlformats.org/drawingml/2006/main">
              <a:ext uri="{FF2B5EF4-FFF2-40B4-BE49-F238E27FC236}">
                <a16:creationId xmlns:a16="http://schemas.microsoft.com/office/drawing/2014/main" id="{938DD020-9480-43FB-935F-9DE6C95B93D9}"/>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398416444" name="Rectangle 438456562">
            <a:extLst xmlns:a="http://schemas.openxmlformats.org/drawingml/2006/main">
              <a:ext uri="{FF2B5EF4-FFF2-40B4-BE49-F238E27FC236}">
                <a16:creationId xmlns:a16="http://schemas.microsoft.com/office/drawing/2014/main" id="{65CBFF62-0BDF-47D4-A0E7-9CBA0FE771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Tree>
    <p:extLst>
      <p:ext uri="{BB962C8B-B14F-4D97-AF65-F5344CB8AC3E}">
        <p14:creationId xmlns:p14="http://schemas.microsoft.com/office/powerpoint/2010/main" val="176639325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048553" name="Rectangle 1411052237">
            <a:extLst xmlns:a="http://schemas.openxmlformats.org/drawingml/2006/main">
              <a:ext uri="{FF2B5EF4-FFF2-40B4-BE49-F238E27FC236}">
                <a16:creationId xmlns:a16="http://schemas.microsoft.com/office/drawing/2014/main" id="{D441BDA4-8DEE-4A6D-9968-67E0BB4CDB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776254428" name="Rectangle 106512870">
            <a:extLst xmlns:a="http://schemas.openxmlformats.org/drawingml/2006/main">
              <a:ext uri="{FF2B5EF4-FFF2-40B4-BE49-F238E27FC236}">
                <a16:creationId xmlns:a16="http://schemas.microsoft.com/office/drawing/2014/main" id="{EEF1DF8A-1FFA-45BC-98B8-3CE399FF963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20072554" name="Rectangle: Rounded Corners 87118212">
            <a:extLst xmlns:a="http://schemas.openxmlformats.org/drawingml/2006/main">
              <a:ext uri="{FF2B5EF4-FFF2-40B4-BE49-F238E27FC236}">
                <a16:creationId xmlns:a16="http://schemas.microsoft.com/office/drawing/2014/main" id="{9CCFFEEB-0055-4958-A090-FEC239F1E3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745213" name="Rectangle: Rounded Corners 437710827">
            <a:extLst xmlns:a="http://schemas.openxmlformats.org/drawingml/2006/main">
              <a:ext uri="{FF2B5EF4-FFF2-40B4-BE49-F238E27FC236}">
                <a16:creationId xmlns:a16="http://schemas.microsoft.com/office/drawing/2014/main" id="{BF97DE2E-04BB-4F8D-9413-A42D4C8E244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49627429" name="Rectangle 1111010882">
            <a:extLst xmlns:a="http://schemas.openxmlformats.org/drawingml/2006/main">
              <a:ext uri="{FF2B5EF4-FFF2-40B4-BE49-F238E27FC236}">
                <a16:creationId xmlns:a16="http://schemas.microsoft.com/office/drawing/2014/main" id="{7DD3D89B-2CE6-47D8-9E21-8181855AB61D}"/>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744137764" name="Rectangle: Rounded Corners 1831606846">
            <a:extLst xmlns:a="http://schemas.openxmlformats.org/drawingml/2006/main">
              <a:ext uri="{FF2B5EF4-FFF2-40B4-BE49-F238E27FC236}">
                <a16:creationId xmlns:a16="http://schemas.microsoft.com/office/drawing/2014/main" id="{951482B8-567B-465B-BC5B-321933232B03}"/>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0519353" name="Rectangle 1646324530">
            <a:extLst xmlns:a="http://schemas.openxmlformats.org/drawingml/2006/main">
              <a:ext uri="{FF2B5EF4-FFF2-40B4-BE49-F238E27FC236}">
                <a16:creationId xmlns:a16="http://schemas.microsoft.com/office/drawing/2014/main" id="{7F400F4C-8ED6-4CA1-BF1A-C597623EA308}"/>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33919394" name="Rectangle: Rounded Corners 1489327302">
            <a:extLst xmlns:a="http://schemas.openxmlformats.org/drawingml/2006/main">
              <a:ext uri="{FF2B5EF4-FFF2-40B4-BE49-F238E27FC236}">
                <a16:creationId xmlns:a16="http://schemas.microsoft.com/office/drawing/2014/main" id="{F87C9CA1-A720-4DF6-B201-0B7C76B07E64}"/>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294116580" name="Rectangle 1229374656">
            <a:extLst xmlns:a="http://schemas.openxmlformats.org/drawingml/2006/main">
              <a:ext uri="{FF2B5EF4-FFF2-40B4-BE49-F238E27FC236}">
                <a16:creationId xmlns:a16="http://schemas.microsoft.com/office/drawing/2014/main" id="{A7721202-1DF8-4B3E-B49F-42BAB0554C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81280889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6287863" name="Rectangle 935271156">
            <a:extLst xmlns:a="http://schemas.openxmlformats.org/drawingml/2006/main">
              <a:ext uri="{FF2B5EF4-FFF2-40B4-BE49-F238E27FC236}">
                <a16:creationId xmlns:a16="http://schemas.microsoft.com/office/drawing/2014/main" id="{75AFB8F2-A30A-4138-A4FB-E1CB2C49BD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81049046" name="Rectangle 251777344">
            <a:extLst xmlns:a="http://schemas.openxmlformats.org/drawingml/2006/main">
              <a:ext uri="{FF2B5EF4-FFF2-40B4-BE49-F238E27FC236}">
                <a16:creationId xmlns:a16="http://schemas.microsoft.com/office/drawing/2014/main" id="{B87DF26E-9B72-4ACC-8CA1-E66678943BD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36651902" name="Rectangle: Rounded Corners 1456392341">
            <a:extLst xmlns:a="http://schemas.openxmlformats.org/drawingml/2006/main">
              <a:ext uri="{FF2B5EF4-FFF2-40B4-BE49-F238E27FC236}">
                <a16:creationId xmlns:a16="http://schemas.microsoft.com/office/drawing/2014/main" id="{C1865918-DA66-49CC-8238-34D07700F73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358442" name="Rectangle: Rounded Corners 1987074982">
            <a:extLst xmlns:a="http://schemas.openxmlformats.org/drawingml/2006/main">
              <a:ext uri="{FF2B5EF4-FFF2-40B4-BE49-F238E27FC236}">
                <a16:creationId xmlns:a16="http://schemas.microsoft.com/office/drawing/2014/main" id="{8E49BB90-C4D9-4FB9-AAC6-A53DF4DA9EB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703994" name="Rectangle 1286956634">
            <a:extLst xmlns:a="http://schemas.openxmlformats.org/drawingml/2006/main">
              <a:ext uri="{FF2B5EF4-FFF2-40B4-BE49-F238E27FC236}">
                <a16:creationId xmlns:a16="http://schemas.microsoft.com/office/drawing/2014/main" id="{31C63B60-80E2-4B3D-9E85-5252D13A6DA2}"/>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923787716" name="Rectangle 399762638">
            <a:extLst xmlns:a="http://schemas.openxmlformats.org/drawingml/2006/main">
              <a:ext uri="{FF2B5EF4-FFF2-40B4-BE49-F238E27FC236}">
                <a16:creationId xmlns:a16="http://schemas.microsoft.com/office/drawing/2014/main" id="{12EDF6AB-2E54-4C0A-9C92-649345082D41}"/>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41684140" name="Rectangle 1233632033">
            <a:extLst xmlns:a="http://schemas.openxmlformats.org/drawingml/2006/main">
              <a:ext uri="{FF2B5EF4-FFF2-40B4-BE49-F238E27FC236}">
                <a16:creationId xmlns:a16="http://schemas.microsoft.com/office/drawing/2014/main" id="{C4E68915-C78F-4694-82BE-1B8C3704EC17}"/>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270608857" name="Rectangle 987778106">
            <a:extLst xmlns:a="http://schemas.openxmlformats.org/drawingml/2006/main">
              <a:ext uri="{FF2B5EF4-FFF2-40B4-BE49-F238E27FC236}">
                <a16:creationId xmlns:a16="http://schemas.microsoft.com/office/drawing/2014/main" id="{A324AEC9-1959-4DF8-8565-09D4F8F13FE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486658787" name="Rectangle 1495975732">
            <a:extLst xmlns:a="http://schemas.openxmlformats.org/drawingml/2006/main">
              <a:ext uri="{FF2B5EF4-FFF2-40B4-BE49-F238E27FC236}">
                <a16:creationId xmlns:a16="http://schemas.microsoft.com/office/drawing/2014/main" id="{4641B270-F605-45D0-B838-1F876AD994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pic>
        <p:nvPicPr>
          <p:cNvPr id="192378772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560b6f649f5b42d1"/>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338075181"/>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3924395" name="Rectangle 1844228020">
            <a:extLst xmlns:a="http://schemas.openxmlformats.org/drawingml/2006/main">
              <a:ext uri="{FF2B5EF4-FFF2-40B4-BE49-F238E27FC236}">
                <a16:creationId xmlns:a16="http://schemas.microsoft.com/office/drawing/2014/main" id="{F05D6AE4-BD34-4D87-A1B9-BF7A62985A3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26492505" name="Rectangle 619868867">
            <a:extLst xmlns:a="http://schemas.openxmlformats.org/drawingml/2006/main">
              <a:ext uri="{FF2B5EF4-FFF2-40B4-BE49-F238E27FC236}">
                <a16:creationId xmlns:a16="http://schemas.microsoft.com/office/drawing/2014/main" id="{B9380BDD-D3FC-4C5F-AA41-5C95FD40C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79060361" name="Rectangle: Rounded Corners 1987948612">
            <a:extLst xmlns:a="http://schemas.openxmlformats.org/drawingml/2006/main">
              <a:ext uri="{FF2B5EF4-FFF2-40B4-BE49-F238E27FC236}">
                <a16:creationId xmlns:a16="http://schemas.microsoft.com/office/drawing/2014/main" id="{B604EB9C-54C5-449F-B3FB-AFC8413996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35426" name="Rectangle: Rounded Corners 1704183002">
            <a:extLst xmlns:a="http://schemas.openxmlformats.org/drawingml/2006/main">
              <a:ext uri="{FF2B5EF4-FFF2-40B4-BE49-F238E27FC236}">
                <a16:creationId xmlns:a16="http://schemas.microsoft.com/office/drawing/2014/main" id="{09864805-2781-40E8-B8D0-69905E036AC3}"/>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67109962" name="Rectangle: Rounded Corners 2064136095">
            <a:extLst xmlns:a="http://schemas.openxmlformats.org/drawingml/2006/main">
              <a:ext uri="{FF2B5EF4-FFF2-40B4-BE49-F238E27FC236}">
                <a16:creationId xmlns:a16="http://schemas.microsoft.com/office/drawing/2014/main" id="{31C4A398-D410-4F8C-9EC9-C555FA734338}"/>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609092891" name="Rectangle: Rounded Corners 1859104578">
            <a:extLst xmlns:a="http://schemas.openxmlformats.org/drawingml/2006/main">
              <a:ext uri="{FF2B5EF4-FFF2-40B4-BE49-F238E27FC236}">
                <a16:creationId xmlns:a16="http://schemas.microsoft.com/office/drawing/2014/main" id="{ABD4C6FB-7602-4FCC-B4D1-1A15D5608EED}"/>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47624898" name="Rectangle: Rounded Corners 1016569497">
            <a:extLst xmlns:a="http://schemas.openxmlformats.org/drawingml/2006/main">
              <a:ext uri="{FF2B5EF4-FFF2-40B4-BE49-F238E27FC236}">
                <a16:creationId xmlns:a16="http://schemas.microsoft.com/office/drawing/2014/main" id="{DA3B3FED-23B4-48F9-B4D7-78159287B334}"/>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78206195" name="Straight Connector 94601081">
            <a:extLst xmlns:a="http://schemas.openxmlformats.org/drawingml/2006/main">
              <a:ext uri="{FF2B5EF4-FFF2-40B4-BE49-F238E27FC236}">
                <a16:creationId xmlns:a16="http://schemas.microsoft.com/office/drawing/2014/main" id="{D9845FF7-1D7C-464A-9E49-1083B2F254F1}"/>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296910" name="Straight Connector 1000744926">
            <a:extLst xmlns:a="http://schemas.openxmlformats.org/drawingml/2006/main">
              <a:ext uri="{FF2B5EF4-FFF2-40B4-BE49-F238E27FC236}">
                <a16:creationId xmlns:a16="http://schemas.microsoft.com/office/drawing/2014/main" id="{968B7379-8D7F-4E50-A3A6-7D06081A1E77}"/>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754555" name="Straight Connector 781772780">
            <a:extLst xmlns:a="http://schemas.openxmlformats.org/drawingml/2006/main">
              <a:ext uri="{FF2B5EF4-FFF2-40B4-BE49-F238E27FC236}">
                <a16:creationId xmlns:a16="http://schemas.microsoft.com/office/drawing/2014/main" id="{2775F886-EDAE-4440-BB3E-F0884AD9737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721070" name="Rectangle 1007733503">
            <a:extLst xmlns:a="http://schemas.openxmlformats.org/drawingml/2006/main">
              <a:ext uri="{FF2B5EF4-FFF2-40B4-BE49-F238E27FC236}">
                <a16:creationId xmlns:a16="http://schemas.microsoft.com/office/drawing/2014/main" id="{BD847406-025D-4B2B-B4F9-F130A6FBADDD}"/>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003811764" name="Rectangle 1520419495">
            <a:extLst xmlns:a="http://schemas.openxmlformats.org/drawingml/2006/main">
              <a:ext uri="{FF2B5EF4-FFF2-40B4-BE49-F238E27FC236}">
                <a16:creationId xmlns:a16="http://schemas.microsoft.com/office/drawing/2014/main" id="{30B405AF-8D3B-4908-9BA8-6C75BC00D8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276417247"/>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2484227" name="Rectangle 1860349465">
            <a:extLst xmlns:a="http://schemas.openxmlformats.org/drawingml/2006/main">
              <a:ext uri="{FF2B5EF4-FFF2-40B4-BE49-F238E27FC236}">
                <a16:creationId xmlns:a16="http://schemas.microsoft.com/office/drawing/2014/main" id="{B871D357-80E5-429A-8B97-0916F7107A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622875199" name="Rectangle 1379853287">
            <a:extLst xmlns:a="http://schemas.openxmlformats.org/drawingml/2006/main">
              <a:ext uri="{FF2B5EF4-FFF2-40B4-BE49-F238E27FC236}">
                <a16:creationId xmlns:a16="http://schemas.microsoft.com/office/drawing/2014/main" id="{786A2786-869F-4F8B-A3B2-64A31BF9CC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817820071" name="Rectangle: Rounded Corners 1919655130">
            <a:extLst xmlns:a="http://schemas.openxmlformats.org/drawingml/2006/main">
              <a:ext uri="{FF2B5EF4-FFF2-40B4-BE49-F238E27FC236}">
                <a16:creationId xmlns:a16="http://schemas.microsoft.com/office/drawing/2014/main" id="{E9208296-A220-48B6-9855-2ADE9C19D6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522846" name="Rectangle: Rounded Corners 1257118693">
            <a:extLst xmlns:a="http://schemas.openxmlformats.org/drawingml/2006/main">
              <a:ext uri="{FF2B5EF4-FFF2-40B4-BE49-F238E27FC236}">
                <a16:creationId xmlns:a16="http://schemas.microsoft.com/office/drawing/2014/main" id="{9CCD417E-5B54-4123-A20B-FE3A07746839}"/>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903099387" name="Rectangle: Rounded Corners 139886069">
            <a:extLst xmlns:a="http://schemas.openxmlformats.org/drawingml/2006/main">
              <a:ext uri="{FF2B5EF4-FFF2-40B4-BE49-F238E27FC236}">
                <a16:creationId xmlns:a16="http://schemas.microsoft.com/office/drawing/2014/main" id="{22194044-B4EC-423A-A3F2-48131280A84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439136307" name="Rectangle: Rounded Corners 1995249494">
            <a:extLst xmlns:a="http://schemas.openxmlformats.org/drawingml/2006/main">
              <a:ext uri="{FF2B5EF4-FFF2-40B4-BE49-F238E27FC236}">
                <a16:creationId xmlns:a16="http://schemas.microsoft.com/office/drawing/2014/main" id="{0E85FFB3-D2AF-4696-B2AE-FA7506F445B5}"/>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558581857" name="Rectangle: Rounded Corners 486029296">
            <a:extLst xmlns:a="http://schemas.openxmlformats.org/drawingml/2006/main">
              <a:ext uri="{FF2B5EF4-FFF2-40B4-BE49-F238E27FC236}">
                <a16:creationId xmlns:a16="http://schemas.microsoft.com/office/drawing/2014/main" id="{A51D19E1-C4C8-4D45-A06A-68A7D41D5E45}"/>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010768917" name="Rectangle: Rounded Corners 2009773558">
            <a:extLst xmlns:a="http://schemas.openxmlformats.org/drawingml/2006/main">
              <a:ext uri="{FF2B5EF4-FFF2-40B4-BE49-F238E27FC236}">
                <a16:creationId xmlns:a16="http://schemas.microsoft.com/office/drawing/2014/main" id="{EC54F8DA-4C2C-4A3A-8D0A-D1BC08A66E79}"/>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456794589" name="Rectangle: Rounded Corners 607891528">
            <a:extLst xmlns:a="http://schemas.openxmlformats.org/drawingml/2006/main">
              <a:ext uri="{FF2B5EF4-FFF2-40B4-BE49-F238E27FC236}">
                <a16:creationId xmlns:a16="http://schemas.microsoft.com/office/drawing/2014/main" id="{2339073C-F887-49BE-B32B-E47DF6475767}"/>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569521601" name="Rectangle: Rounded Corners 1953501824">
            <a:extLst xmlns:a="http://schemas.openxmlformats.org/drawingml/2006/main">
              <a:ext uri="{FF2B5EF4-FFF2-40B4-BE49-F238E27FC236}">
                <a16:creationId xmlns:a16="http://schemas.microsoft.com/office/drawing/2014/main" id="{0569B01C-02F2-4665-A4CD-8B8B60BDA9FD}"/>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34595626" name="Arrow: Right 237891345">
            <a:extLst xmlns:a="http://schemas.openxmlformats.org/drawingml/2006/main">
              <a:ext uri="{FF2B5EF4-FFF2-40B4-BE49-F238E27FC236}">
                <a16:creationId xmlns:a16="http://schemas.microsoft.com/office/drawing/2014/main" id="{307F9772-5B88-4F20-8773-CA939068D76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058618" name="Rectangle 567787381">
            <a:extLst xmlns:a="http://schemas.openxmlformats.org/drawingml/2006/main">
              <a:ext uri="{FF2B5EF4-FFF2-40B4-BE49-F238E27FC236}">
                <a16:creationId xmlns:a16="http://schemas.microsoft.com/office/drawing/2014/main" id="{590592A2-FA7B-4736-B9F1-05363064D11C}"/>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9662753" name="Rectangle 1811573039">
            <a:extLst xmlns:a="http://schemas.openxmlformats.org/drawingml/2006/main">
              <a:ext uri="{FF2B5EF4-FFF2-40B4-BE49-F238E27FC236}">
                <a16:creationId xmlns:a16="http://schemas.microsoft.com/office/drawing/2014/main" id="{7AF97048-7657-4005-946B-2627833F7E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818586334"/>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29924" name="Rectangle 698847192">
            <a:extLst xmlns:a="http://schemas.openxmlformats.org/drawingml/2006/main">
              <a:ext uri="{FF2B5EF4-FFF2-40B4-BE49-F238E27FC236}">
                <a16:creationId xmlns:a16="http://schemas.microsoft.com/office/drawing/2014/main" id="{C45FAAFD-33FE-4166-94E4-121C72B185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878053305" name="Rectangle 892173066">
            <a:extLst xmlns:a="http://schemas.openxmlformats.org/drawingml/2006/main">
              <a:ext uri="{FF2B5EF4-FFF2-40B4-BE49-F238E27FC236}">
                <a16:creationId xmlns:a16="http://schemas.microsoft.com/office/drawing/2014/main" id="{FA958C19-EEDF-458E-AF57-3902E5DB51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6789365" name="Rectangle: Rounded Corners 634225882">
            <a:extLst xmlns:a="http://schemas.openxmlformats.org/drawingml/2006/main">
              <a:ext uri="{FF2B5EF4-FFF2-40B4-BE49-F238E27FC236}">
                <a16:creationId xmlns:a16="http://schemas.microsoft.com/office/drawing/2014/main" id="{38CDEEA9-6F60-46D7-BF64-F696B79BFB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611573" name="Rectangle: Rounded Corners 2010502302">
            <a:extLst xmlns:a="http://schemas.openxmlformats.org/drawingml/2006/main">
              <a:ext uri="{FF2B5EF4-FFF2-40B4-BE49-F238E27FC236}">
                <a16:creationId xmlns:a16="http://schemas.microsoft.com/office/drawing/2014/main" id="{7567DE32-7E39-445E-9CA3-AF0E3CF69E0B}"/>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834020" name="Rectangle: Rounded Corners 1366762973">
            <a:extLst xmlns:a="http://schemas.openxmlformats.org/drawingml/2006/main">
              <a:ext uri="{FF2B5EF4-FFF2-40B4-BE49-F238E27FC236}">
                <a16:creationId xmlns:a16="http://schemas.microsoft.com/office/drawing/2014/main" id="{B7D4186F-A64D-474A-9B10-DD676BAE49B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2160642" name="Rectangle: Rounded Corners 1460632181">
            <a:extLst xmlns:a="http://schemas.openxmlformats.org/drawingml/2006/main">
              <a:ext uri="{FF2B5EF4-FFF2-40B4-BE49-F238E27FC236}">
                <a16:creationId xmlns:a16="http://schemas.microsoft.com/office/drawing/2014/main" id="{6AEFB0AB-637A-4617-A44E-C2B56FD5FCF6}"/>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57976" name="Rectangle: Rounded Corners 1175856486">
            <a:extLst xmlns:a="http://schemas.openxmlformats.org/drawingml/2006/main">
              <a:ext uri="{FF2B5EF4-FFF2-40B4-BE49-F238E27FC236}">
                <a16:creationId xmlns:a16="http://schemas.microsoft.com/office/drawing/2014/main" id="{3AF21A7B-D10B-4FC7-909D-9E91F4CC210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449448" name="Rectangle: Rounded Corners 2061757066">
            <a:extLst xmlns:a="http://schemas.openxmlformats.org/drawingml/2006/main">
              <a:ext uri="{FF2B5EF4-FFF2-40B4-BE49-F238E27FC236}">
                <a16:creationId xmlns:a16="http://schemas.microsoft.com/office/drawing/2014/main" id="{BD1691C0-34A8-4995-A43A-BCF2391583C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025777" name="Rectangle: Rounded Corners 1169118889">
            <a:extLst xmlns:a="http://schemas.openxmlformats.org/drawingml/2006/main">
              <a:ext uri="{FF2B5EF4-FFF2-40B4-BE49-F238E27FC236}">
                <a16:creationId xmlns:a16="http://schemas.microsoft.com/office/drawing/2014/main" id="{C5F39976-6B11-4872-A168-70AA848131C2}"/>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641357" name="Rectangle: Rounded Corners 238188300">
            <a:extLst xmlns:a="http://schemas.openxmlformats.org/drawingml/2006/main">
              <a:ext uri="{FF2B5EF4-FFF2-40B4-BE49-F238E27FC236}">
                <a16:creationId xmlns:a16="http://schemas.microsoft.com/office/drawing/2014/main" id="{1C7F7807-8B17-4CFD-98A3-BB65B6F299C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317189" name="Rectangle: Rounded Corners 2049301056">
            <a:extLst xmlns:a="http://schemas.openxmlformats.org/drawingml/2006/main">
              <a:ext uri="{FF2B5EF4-FFF2-40B4-BE49-F238E27FC236}">
                <a16:creationId xmlns:a16="http://schemas.microsoft.com/office/drawing/2014/main" id="{07053E26-E83C-424A-A31C-B848EE4F57D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7138119" name="Rectangle: Rounded Corners 1282082344">
            <a:extLst xmlns:a="http://schemas.openxmlformats.org/drawingml/2006/main">
              <a:ext uri="{FF2B5EF4-FFF2-40B4-BE49-F238E27FC236}">
                <a16:creationId xmlns:a16="http://schemas.microsoft.com/office/drawing/2014/main" id="{5FDFE307-D0C9-46FB-A104-10CEA86CF63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985918" name="Rectangle: Rounded Corners 1172922271">
            <a:extLst xmlns:a="http://schemas.openxmlformats.org/drawingml/2006/main">
              <a:ext uri="{FF2B5EF4-FFF2-40B4-BE49-F238E27FC236}">
                <a16:creationId xmlns:a16="http://schemas.microsoft.com/office/drawing/2014/main" id="{F37CC65F-ED66-40AD-8EAF-41E2D3835DEA}"/>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740349" name="Rectangle: Rounded Corners 603029256">
            <a:extLst xmlns:a="http://schemas.openxmlformats.org/drawingml/2006/main">
              <a:ext uri="{FF2B5EF4-FFF2-40B4-BE49-F238E27FC236}">
                <a16:creationId xmlns:a16="http://schemas.microsoft.com/office/drawing/2014/main" id="{CFA02093-B537-4AA8-8377-83126FD47A9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025314" name="Rectangle: Rounded Corners 1879817439">
            <a:extLst xmlns:a="http://schemas.openxmlformats.org/drawingml/2006/main">
              <a:ext uri="{FF2B5EF4-FFF2-40B4-BE49-F238E27FC236}">
                <a16:creationId xmlns:a16="http://schemas.microsoft.com/office/drawing/2014/main" id="{1B565128-C12B-4E13-971B-9D104C612F12}"/>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4256564" name="Rectangle: Rounded Corners 875542064">
            <a:extLst xmlns:a="http://schemas.openxmlformats.org/drawingml/2006/main">
              <a:ext uri="{FF2B5EF4-FFF2-40B4-BE49-F238E27FC236}">
                <a16:creationId xmlns:a16="http://schemas.microsoft.com/office/drawing/2014/main" id="{B9AD0E1A-23CF-4513-8299-C7C43A26B16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90628" name="Rectangle: Rounded Corners 51908471">
            <a:extLst xmlns:a="http://schemas.openxmlformats.org/drawingml/2006/main">
              <a:ext uri="{FF2B5EF4-FFF2-40B4-BE49-F238E27FC236}">
                <a16:creationId xmlns:a16="http://schemas.microsoft.com/office/drawing/2014/main" id="{FB87A2E9-1C7B-4382-8BD7-67CBEAA61B5D}"/>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781624" name="Rectangle: Rounded Corners 1689509712">
            <a:extLst xmlns:a="http://schemas.openxmlformats.org/drawingml/2006/main">
              <a:ext uri="{FF2B5EF4-FFF2-40B4-BE49-F238E27FC236}">
                <a16:creationId xmlns:a16="http://schemas.microsoft.com/office/drawing/2014/main" id="{891C9A44-1B18-44AE-AA6B-63FB651EA06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8325994" name="Rectangle: Rounded Corners 791720529">
            <a:extLst xmlns:a="http://schemas.openxmlformats.org/drawingml/2006/main">
              <a:ext uri="{FF2B5EF4-FFF2-40B4-BE49-F238E27FC236}">
                <a16:creationId xmlns:a16="http://schemas.microsoft.com/office/drawing/2014/main" id="{025CBDD7-6753-4940-8E89-D13BC24C270E}"/>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06786" name="Rectangle: Rounded Corners 105367441">
            <a:extLst xmlns:a="http://schemas.openxmlformats.org/drawingml/2006/main">
              <a:ext uri="{FF2B5EF4-FFF2-40B4-BE49-F238E27FC236}">
                <a16:creationId xmlns:a16="http://schemas.microsoft.com/office/drawing/2014/main" id="{9B13EA56-4D0D-44E4-A4CD-46AC7D8DCA88}"/>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03968" name="Rectangle: Rounded Corners 1563215529">
            <a:extLst xmlns:a="http://schemas.openxmlformats.org/drawingml/2006/main">
              <a:ext uri="{FF2B5EF4-FFF2-40B4-BE49-F238E27FC236}">
                <a16:creationId xmlns:a16="http://schemas.microsoft.com/office/drawing/2014/main" id="{12216A7E-4FBF-4578-97F8-0B6362E094C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660187" name="Rectangle: Rounded Corners 315081294">
            <a:extLst xmlns:a="http://schemas.openxmlformats.org/drawingml/2006/main">
              <a:ext uri="{FF2B5EF4-FFF2-40B4-BE49-F238E27FC236}">
                <a16:creationId xmlns:a16="http://schemas.microsoft.com/office/drawing/2014/main" id="{F846AF25-B857-415D-AF7E-370BA27EDF25}"/>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8014238" name="Rectangle: Rounded Corners 248452190">
            <a:extLst xmlns:a="http://schemas.openxmlformats.org/drawingml/2006/main">
              <a:ext uri="{FF2B5EF4-FFF2-40B4-BE49-F238E27FC236}">
                <a16:creationId xmlns:a16="http://schemas.microsoft.com/office/drawing/2014/main" id="{49BFA183-C2F5-4C3F-86FC-40B33A5E6FC2}"/>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0278978" name="Rectangle: Rounded Corners 1671279799">
            <a:extLst xmlns:a="http://schemas.openxmlformats.org/drawingml/2006/main">
              <a:ext uri="{FF2B5EF4-FFF2-40B4-BE49-F238E27FC236}">
                <a16:creationId xmlns:a16="http://schemas.microsoft.com/office/drawing/2014/main" id="{D3B5971A-B7C5-4B3B-91BC-89E14D1FF27E}"/>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401662" name="Rectangle: Rounded Corners 1239843558">
            <a:extLst xmlns:a="http://schemas.openxmlformats.org/drawingml/2006/main">
              <a:ext uri="{FF2B5EF4-FFF2-40B4-BE49-F238E27FC236}">
                <a16:creationId xmlns:a16="http://schemas.microsoft.com/office/drawing/2014/main" id="{F33AFD57-CA0C-4C16-BDD1-D7C71244EFB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263578" name="Rectangle: Rounded Corners 1474960510">
            <a:extLst xmlns:a="http://schemas.openxmlformats.org/drawingml/2006/main">
              <a:ext uri="{FF2B5EF4-FFF2-40B4-BE49-F238E27FC236}">
                <a16:creationId xmlns:a16="http://schemas.microsoft.com/office/drawing/2014/main" id="{996B9DD5-47BF-4EAB-8008-867ADB9F117D}"/>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767383" name="Rectangle: Rounded Corners 1705162463">
            <a:extLst xmlns:a="http://schemas.openxmlformats.org/drawingml/2006/main">
              <a:ext uri="{FF2B5EF4-FFF2-40B4-BE49-F238E27FC236}">
                <a16:creationId xmlns:a16="http://schemas.microsoft.com/office/drawing/2014/main" id="{F31FECB6-77CB-4168-86AA-8C466DD6D78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079580" name="Rectangle: Rounded Corners 7576924">
            <a:extLst xmlns:a="http://schemas.openxmlformats.org/drawingml/2006/main">
              <a:ext uri="{FF2B5EF4-FFF2-40B4-BE49-F238E27FC236}">
                <a16:creationId xmlns:a16="http://schemas.microsoft.com/office/drawing/2014/main" id="{71713DFA-F22C-4DD7-AF30-15C83211E572}"/>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566276" name="Rectangle: Rounded Corners 426996610">
            <a:extLst xmlns:a="http://schemas.openxmlformats.org/drawingml/2006/main">
              <a:ext uri="{FF2B5EF4-FFF2-40B4-BE49-F238E27FC236}">
                <a16:creationId xmlns:a16="http://schemas.microsoft.com/office/drawing/2014/main" id="{4F2515D6-A1A3-45C3-AD00-87F31CC72090}"/>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789694" name="Rectangle: Rounded Corners 4937970">
            <a:extLst xmlns:a="http://schemas.openxmlformats.org/drawingml/2006/main">
              <a:ext uri="{FF2B5EF4-FFF2-40B4-BE49-F238E27FC236}">
                <a16:creationId xmlns:a16="http://schemas.microsoft.com/office/drawing/2014/main" id="{2B2D46FE-EBF4-4DD2-9C0D-C70CA278A79E}"/>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618878" name="Rectangle: Rounded Corners 318411884">
            <a:extLst xmlns:a="http://schemas.openxmlformats.org/drawingml/2006/main">
              <a:ext uri="{FF2B5EF4-FFF2-40B4-BE49-F238E27FC236}">
                <a16:creationId xmlns:a16="http://schemas.microsoft.com/office/drawing/2014/main" id="{93EA03D7-2EA4-409A-86A9-11A53D234BE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283383" name="Rectangle: Rounded Corners 615608590">
            <a:extLst xmlns:a="http://schemas.openxmlformats.org/drawingml/2006/main">
              <a:ext uri="{FF2B5EF4-FFF2-40B4-BE49-F238E27FC236}">
                <a16:creationId xmlns:a16="http://schemas.microsoft.com/office/drawing/2014/main" id="{1A5185EC-9CE1-44B3-BFCC-44A41BE8E77C}"/>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152597" name="Rectangle: Rounded Corners 1731456271">
            <a:extLst xmlns:a="http://schemas.openxmlformats.org/drawingml/2006/main">
              <a:ext uri="{FF2B5EF4-FFF2-40B4-BE49-F238E27FC236}">
                <a16:creationId xmlns:a16="http://schemas.microsoft.com/office/drawing/2014/main" id="{80FEEC0A-2072-419C-87F8-31BDCA93C45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10176" name="Rectangle: Rounded Corners 484935539">
            <a:extLst xmlns:a="http://schemas.openxmlformats.org/drawingml/2006/main">
              <a:ext uri="{FF2B5EF4-FFF2-40B4-BE49-F238E27FC236}">
                <a16:creationId xmlns:a16="http://schemas.microsoft.com/office/drawing/2014/main" id="{A8970DE7-7611-4FC8-AF29-67C7FF6BFF5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050631" name="Rectangle: Rounded Corners 1134420310">
            <a:extLst xmlns:a="http://schemas.openxmlformats.org/drawingml/2006/main">
              <a:ext uri="{FF2B5EF4-FFF2-40B4-BE49-F238E27FC236}">
                <a16:creationId xmlns:a16="http://schemas.microsoft.com/office/drawing/2014/main" id="{67974AE7-31FA-486C-8D11-A070AC5B6E9A}"/>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059541" name="Rectangle: Rounded Corners 1355285829">
            <a:extLst xmlns:a="http://schemas.openxmlformats.org/drawingml/2006/main">
              <a:ext uri="{FF2B5EF4-FFF2-40B4-BE49-F238E27FC236}">
                <a16:creationId xmlns:a16="http://schemas.microsoft.com/office/drawing/2014/main" id="{F09F6BDE-53A1-4289-9ECE-65C25EA37FF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489857" name="Rectangle: Rounded Corners 1945716100">
            <a:extLst xmlns:a="http://schemas.openxmlformats.org/drawingml/2006/main">
              <a:ext uri="{FF2B5EF4-FFF2-40B4-BE49-F238E27FC236}">
                <a16:creationId xmlns:a16="http://schemas.microsoft.com/office/drawing/2014/main" id="{921743F3-9DB2-440F-A45F-0CA51A0C6FAA}"/>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553660" name="Rectangle: Rounded Corners 903673204">
            <a:extLst xmlns:a="http://schemas.openxmlformats.org/drawingml/2006/main">
              <a:ext uri="{FF2B5EF4-FFF2-40B4-BE49-F238E27FC236}">
                <a16:creationId xmlns:a16="http://schemas.microsoft.com/office/drawing/2014/main" id="{67F7F3B7-9312-4F98-A74A-569B60E07E0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76995" name="Rectangle: Rounded Corners 41920753">
            <a:extLst xmlns:a="http://schemas.openxmlformats.org/drawingml/2006/main">
              <a:ext uri="{FF2B5EF4-FFF2-40B4-BE49-F238E27FC236}">
                <a16:creationId xmlns:a16="http://schemas.microsoft.com/office/drawing/2014/main" id="{E412B00E-37CF-4B51-992E-C82ADBF0B2B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33572" name="Rectangle 1090731607">
            <a:extLst xmlns:a="http://schemas.openxmlformats.org/drawingml/2006/main">
              <a:ext uri="{FF2B5EF4-FFF2-40B4-BE49-F238E27FC236}">
                <a16:creationId xmlns:a16="http://schemas.microsoft.com/office/drawing/2014/main" id="{D74AC783-61A9-4B93-A7C2-A2A740340EEB}"/>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92783665" name="Rectangle 1864567656">
            <a:extLst xmlns:a="http://schemas.openxmlformats.org/drawingml/2006/main">
              <a:ext uri="{FF2B5EF4-FFF2-40B4-BE49-F238E27FC236}">
                <a16:creationId xmlns:a16="http://schemas.microsoft.com/office/drawing/2014/main" id="{5CE4BAA8-632E-439E-92D9-BBA6825996B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7918266" name="Rectangle 353583897">
            <a:extLst xmlns:a="http://schemas.openxmlformats.org/drawingml/2006/main">
              <a:ext uri="{FF2B5EF4-FFF2-40B4-BE49-F238E27FC236}">
                <a16:creationId xmlns:a16="http://schemas.microsoft.com/office/drawing/2014/main" id="{6093E80B-5E18-44BE-80E7-39D0384F20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6409043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2984167" name="Rectangle 352308475">
            <a:extLst xmlns:a="http://schemas.openxmlformats.org/drawingml/2006/main">
              <a:ext uri="{FF2B5EF4-FFF2-40B4-BE49-F238E27FC236}">
                <a16:creationId xmlns:a16="http://schemas.microsoft.com/office/drawing/2014/main" id="{3898D8B6-0559-41B1-9A6B-B0FE0EF853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42760254" name="Rectangle 890164865">
            <a:extLst xmlns:a="http://schemas.openxmlformats.org/drawingml/2006/main">
              <a:ext uri="{FF2B5EF4-FFF2-40B4-BE49-F238E27FC236}">
                <a16:creationId xmlns:a16="http://schemas.microsoft.com/office/drawing/2014/main" id="{67612733-4A75-4291-9F99-9BB5BA4745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708571525" name="Rectangle: Rounded Corners 1302761572">
            <a:extLst xmlns:a="http://schemas.openxmlformats.org/drawingml/2006/main">
              <a:ext uri="{FF2B5EF4-FFF2-40B4-BE49-F238E27FC236}">
                <a16:creationId xmlns:a16="http://schemas.microsoft.com/office/drawing/2014/main" id="{47361B7E-8236-4D8F-B1C9-8C82EBD9C0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557394" name="Rectangle: Rounded Corners 2031370086">
            <a:extLst xmlns:a="http://schemas.openxmlformats.org/drawingml/2006/main">
              <a:ext uri="{FF2B5EF4-FFF2-40B4-BE49-F238E27FC236}">
                <a16:creationId xmlns:a16="http://schemas.microsoft.com/office/drawing/2014/main" id="{E0B5CF83-9648-4213-A89D-87427B236A5E}"/>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789736053" name="Rectangle 1726456331">
            <a:extLst xmlns:a="http://schemas.openxmlformats.org/drawingml/2006/main">
              <a:ext uri="{FF2B5EF4-FFF2-40B4-BE49-F238E27FC236}">
                <a16:creationId xmlns:a16="http://schemas.microsoft.com/office/drawing/2014/main" id="{7D8D8731-77F1-4E6E-9D2F-5F7788B3D04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728481018" name="Rectangle: Rounded Corners 412394112">
            <a:extLst xmlns:a="http://schemas.openxmlformats.org/drawingml/2006/main">
              <a:ext uri="{FF2B5EF4-FFF2-40B4-BE49-F238E27FC236}">
                <a16:creationId xmlns:a16="http://schemas.microsoft.com/office/drawing/2014/main" id="{C55EE3CA-E23F-46D1-92E0-AA07BE4F8D73}"/>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133127791" name="Rectangle 225213445">
            <a:extLst xmlns:a="http://schemas.openxmlformats.org/drawingml/2006/main">
              <a:ext uri="{FF2B5EF4-FFF2-40B4-BE49-F238E27FC236}">
                <a16:creationId xmlns:a16="http://schemas.microsoft.com/office/drawing/2014/main" id="{5C6154A2-1C20-4387-9D78-A3CC3EEACF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891366790"/>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7311593" name="Rectangle 935271156">
            <a:extLst xmlns:a="http://schemas.openxmlformats.org/drawingml/2006/main">
              <a:ext uri="{FF2B5EF4-FFF2-40B4-BE49-F238E27FC236}">
                <a16:creationId xmlns:a16="http://schemas.microsoft.com/office/drawing/2014/main" id="{4C41CA34-AC83-4D9E-ACAC-C5DF135A01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4248815" name="Rectangle 251777344">
            <a:extLst xmlns:a="http://schemas.openxmlformats.org/drawingml/2006/main">
              <a:ext uri="{FF2B5EF4-FFF2-40B4-BE49-F238E27FC236}">
                <a16:creationId xmlns:a16="http://schemas.microsoft.com/office/drawing/2014/main" id="{7628EE87-FC2D-4F0B-99A1-D8FD936A05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99684887" name="Rectangle: Rounded Corners 1456392341">
            <a:extLst xmlns:a="http://schemas.openxmlformats.org/drawingml/2006/main">
              <a:ext uri="{FF2B5EF4-FFF2-40B4-BE49-F238E27FC236}">
                <a16:creationId xmlns:a16="http://schemas.microsoft.com/office/drawing/2014/main" id="{42145EF8-3560-4A12-9156-3EB2B2B8AED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7113051" name="Rectangle: Rounded Corners 1987074982">
            <a:extLst xmlns:a="http://schemas.openxmlformats.org/drawingml/2006/main">
              <a:ext uri="{FF2B5EF4-FFF2-40B4-BE49-F238E27FC236}">
                <a16:creationId xmlns:a16="http://schemas.microsoft.com/office/drawing/2014/main" id="{C0283A5C-AB7D-483D-B8CE-1643BE49B10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962070" name="Rectangle 1286956634">
            <a:extLst xmlns:a="http://schemas.openxmlformats.org/drawingml/2006/main">
              <a:ext uri="{FF2B5EF4-FFF2-40B4-BE49-F238E27FC236}">
                <a16:creationId xmlns:a16="http://schemas.microsoft.com/office/drawing/2014/main" id="{95856E5A-C8AC-443B-B53A-23BDCF9D674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102054446" name="Rectangle 399762638">
            <a:extLst xmlns:a="http://schemas.openxmlformats.org/drawingml/2006/main">
              <a:ext uri="{FF2B5EF4-FFF2-40B4-BE49-F238E27FC236}">
                <a16:creationId xmlns:a16="http://schemas.microsoft.com/office/drawing/2014/main" id="{A9E62BE8-0D0E-415A-B84F-F5436BFF6E58}"/>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550132560" name="Rectangle 1233632033">
            <a:extLst xmlns:a="http://schemas.openxmlformats.org/drawingml/2006/main">
              <a:ext uri="{FF2B5EF4-FFF2-40B4-BE49-F238E27FC236}">
                <a16:creationId xmlns:a16="http://schemas.microsoft.com/office/drawing/2014/main" id="{A6716363-6BC9-4EF5-8F0B-3AF7091EB86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688894946" name="Rectangle 987778106">
            <a:extLst xmlns:a="http://schemas.openxmlformats.org/drawingml/2006/main">
              <a:ext uri="{FF2B5EF4-FFF2-40B4-BE49-F238E27FC236}">
                <a16:creationId xmlns:a16="http://schemas.microsoft.com/office/drawing/2014/main" id="{719C183F-D536-479F-9605-5D413833BD0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451927766" name="Rectangle 1495975732">
            <a:extLst xmlns:a="http://schemas.openxmlformats.org/drawingml/2006/main">
              <a:ext uri="{FF2B5EF4-FFF2-40B4-BE49-F238E27FC236}">
                <a16:creationId xmlns:a16="http://schemas.microsoft.com/office/drawing/2014/main" id="{7956F203-DA1F-4225-9DFE-6B739C96100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pic>
        <p:nvPicPr>
          <p:cNvPr id="16996848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d07fc136ade545fd"/>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776619316"/>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6731485" name="Rectangle 1548456798">
            <a:extLst xmlns:a="http://schemas.openxmlformats.org/drawingml/2006/main">
              <a:ext uri="{FF2B5EF4-FFF2-40B4-BE49-F238E27FC236}">
                <a16:creationId xmlns:a16="http://schemas.microsoft.com/office/drawing/2014/main" id="{66BB1A01-2B05-4920-A372-12794A452F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84770684" name="Rectangle 1277068294">
            <a:extLst xmlns:a="http://schemas.openxmlformats.org/drawingml/2006/main">
              <a:ext uri="{FF2B5EF4-FFF2-40B4-BE49-F238E27FC236}">
                <a16:creationId xmlns:a16="http://schemas.microsoft.com/office/drawing/2014/main" id="{F5E2B593-C55A-4F27-893E-3DA4212F83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387258437" name="Rectangle: Rounded Corners 700677848">
            <a:extLst xmlns:a="http://schemas.openxmlformats.org/drawingml/2006/main">
              <a:ext uri="{FF2B5EF4-FFF2-40B4-BE49-F238E27FC236}">
                <a16:creationId xmlns:a16="http://schemas.microsoft.com/office/drawing/2014/main" id="{1E2A4BAE-10CE-45CC-88BA-D16BA46BA0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08818" name="Rectangle: Rounded Corners 614717420">
            <a:extLst xmlns:a="http://schemas.openxmlformats.org/drawingml/2006/main">
              <a:ext uri="{FF2B5EF4-FFF2-40B4-BE49-F238E27FC236}">
                <a16:creationId xmlns:a16="http://schemas.microsoft.com/office/drawing/2014/main" id="{8AFA4B5E-5C86-4D4D-98B0-E9BD3A6AE41E}"/>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470808421" name="Rectangle: Rounded Corners 1854427874">
            <a:extLst xmlns:a="http://schemas.openxmlformats.org/drawingml/2006/main">
              <a:ext uri="{FF2B5EF4-FFF2-40B4-BE49-F238E27FC236}">
                <a16:creationId xmlns:a16="http://schemas.microsoft.com/office/drawing/2014/main" id="{EF1171E0-5B8B-4B49-BAE8-AFC9D48FDEF4}"/>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00003566" name="Rectangle: Rounded Corners 1506494527">
            <a:extLst xmlns:a="http://schemas.openxmlformats.org/drawingml/2006/main">
              <a:ext uri="{FF2B5EF4-FFF2-40B4-BE49-F238E27FC236}">
                <a16:creationId xmlns:a16="http://schemas.microsoft.com/office/drawing/2014/main" id="{402E0446-CCFF-4224-8D0B-60AEDB418363}"/>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701993687" name="Rectangle: Rounded Corners 310583424">
            <a:extLst xmlns:a="http://schemas.openxmlformats.org/drawingml/2006/main">
              <a:ext uri="{FF2B5EF4-FFF2-40B4-BE49-F238E27FC236}">
                <a16:creationId xmlns:a16="http://schemas.microsoft.com/office/drawing/2014/main" id="{501C9CB4-11D0-49E9-9C01-00589C0D618A}"/>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92208576" name="Rectangle: Rounded Corners 701546865">
            <a:extLst xmlns:a="http://schemas.openxmlformats.org/drawingml/2006/main">
              <a:ext uri="{FF2B5EF4-FFF2-40B4-BE49-F238E27FC236}">
                <a16:creationId xmlns:a16="http://schemas.microsoft.com/office/drawing/2014/main" id="{AD040FA8-F869-41EB-889C-62FE4BB1A5FA}"/>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064527205" name="Arrow: Right 622048333">
            <a:extLst xmlns:a="http://schemas.openxmlformats.org/drawingml/2006/main">
              <a:ext uri="{FF2B5EF4-FFF2-40B4-BE49-F238E27FC236}">
                <a16:creationId xmlns:a16="http://schemas.microsoft.com/office/drawing/2014/main" id="{D9AD32F6-EBEC-4473-8278-CE1891A8A04D}"/>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55042" name="Arrow: Right 476163819">
            <a:extLst xmlns:a="http://schemas.openxmlformats.org/drawingml/2006/main">
              <a:ext uri="{FF2B5EF4-FFF2-40B4-BE49-F238E27FC236}">
                <a16:creationId xmlns:a16="http://schemas.microsoft.com/office/drawing/2014/main" id="{7A53C686-E46A-4BF0-BEF3-1106FBFB41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724917" name="Rectangle: Rounded Corners 1396234520">
            <a:extLst xmlns:a="http://schemas.openxmlformats.org/drawingml/2006/main">
              <a:ext uri="{FF2B5EF4-FFF2-40B4-BE49-F238E27FC236}">
                <a16:creationId xmlns:a16="http://schemas.microsoft.com/office/drawing/2014/main" id="{57B2EDB2-C295-4590-8BD0-8966085F5DF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561244300" name="Rectangle 1921889684">
            <a:extLst xmlns:a="http://schemas.openxmlformats.org/drawingml/2006/main">
              <a:ext uri="{FF2B5EF4-FFF2-40B4-BE49-F238E27FC236}">
                <a16:creationId xmlns:a16="http://schemas.microsoft.com/office/drawing/2014/main" id="{E302C315-7315-4172-A625-CF3F2A09C8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709660664"/>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9403518" name="Rectangle 7713821">
            <a:extLst xmlns:a="http://schemas.openxmlformats.org/drawingml/2006/main">
              <a:ext uri="{FF2B5EF4-FFF2-40B4-BE49-F238E27FC236}">
                <a16:creationId xmlns:a16="http://schemas.microsoft.com/office/drawing/2014/main" id="{1E46919F-404F-4FC8-A122-8600E8135A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10725094" name="Rectangle 1381388514">
            <a:extLst xmlns:a="http://schemas.openxmlformats.org/drawingml/2006/main">
              <a:ext uri="{FF2B5EF4-FFF2-40B4-BE49-F238E27FC236}">
                <a16:creationId xmlns:a16="http://schemas.microsoft.com/office/drawing/2014/main" id="{833AED53-0AF9-4F9B-96C6-6A7314F6BF8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6406863" name="Rectangle: Rounded Corners 661849784">
            <a:extLst xmlns:a="http://schemas.openxmlformats.org/drawingml/2006/main">
              <a:ext uri="{FF2B5EF4-FFF2-40B4-BE49-F238E27FC236}">
                <a16:creationId xmlns:a16="http://schemas.microsoft.com/office/drawing/2014/main" id="{C259C87C-7283-4F76-BA91-9CBBCE1B3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261774" name="Rectangle: Rounded Corners 1954931325">
            <a:extLst xmlns:a="http://schemas.openxmlformats.org/drawingml/2006/main">
              <a:ext uri="{FF2B5EF4-FFF2-40B4-BE49-F238E27FC236}">
                <a16:creationId xmlns:a16="http://schemas.microsoft.com/office/drawing/2014/main" id="{D215B0F8-8DEB-4648-A308-96379EC0964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79488350" name="Rectangle: Rounded Corners 1479007971">
            <a:extLst xmlns:a="http://schemas.openxmlformats.org/drawingml/2006/main">
              <a:ext uri="{FF2B5EF4-FFF2-40B4-BE49-F238E27FC236}">
                <a16:creationId xmlns:a16="http://schemas.microsoft.com/office/drawing/2014/main" id="{739CDBA6-CFA7-41C1-9C7E-F4E8BB3C61DB}"/>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16693993" name="Rectangle: Rounded Corners 337911440">
            <a:extLst xmlns:a="http://schemas.openxmlformats.org/drawingml/2006/main">
              <a:ext uri="{FF2B5EF4-FFF2-40B4-BE49-F238E27FC236}">
                <a16:creationId xmlns:a16="http://schemas.microsoft.com/office/drawing/2014/main" id="{8ECA19D8-191E-476C-8AF8-DDABF2E0DAD8}"/>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13836206" name="Rectangle: Rounded Corners 812565267">
            <a:extLst xmlns:a="http://schemas.openxmlformats.org/drawingml/2006/main">
              <a:ext uri="{FF2B5EF4-FFF2-40B4-BE49-F238E27FC236}">
                <a16:creationId xmlns:a16="http://schemas.microsoft.com/office/drawing/2014/main" id="{283C439F-E311-488D-9488-73188B2969D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092489332" name="Rectangle: Rounded Corners 210839016">
            <a:extLst xmlns:a="http://schemas.openxmlformats.org/drawingml/2006/main">
              <a:ext uri="{FF2B5EF4-FFF2-40B4-BE49-F238E27FC236}">
                <a16:creationId xmlns:a16="http://schemas.microsoft.com/office/drawing/2014/main" id="{9F980D5C-2896-4340-BB80-F75C776C1BA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44834637" name="Arrow: Right 923890290">
            <a:extLst xmlns:a="http://schemas.openxmlformats.org/drawingml/2006/main">
              <a:ext uri="{FF2B5EF4-FFF2-40B4-BE49-F238E27FC236}">
                <a16:creationId xmlns:a16="http://schemas.microsoft.com/office/drawing/2014/main" id="{C233BE72-5742-4E2E-8D97-94BF027B08CD}"/>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9737116" name="Rectangle: Rounded Corners 549922296">
            <a:extLst xmlns:a="http://schemas.openxmlformats.org/drawingml/2006/main">
              <a:ext uri="{FF2B5EF4-FFF2-40B4-BE49-F238E27FC236}">
                <a16:creationId xmlns:a16="http://schemas.microsoft.com/office/drawing/2014/main" id="{38308974-8AFC-4776-8E31-B41A77DCF060}"/>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840335604" name="Rectangle 313069816">
            <a:extLst xmlns:a="http://schemas.openxmlformats.org/drawingml/2006/main">
              <a:ext uri="{FF2B5EF4-FFF2-40B4-BE49-F238E27FC236}">
                <a16:creationId xmlns:a16="http://schemas.microsoft.com/office/drawing/2014/main" id="{C852EA43-A411-428B-A9C1-5468B4D52F4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645920922" name="Rectangle 181180573">
            <a:extLst xmlns:a="http://schemas.openxmlformats.org/drawingml/2006/main">
              <a:ext uri="{FF2B5EF4-FFF2-40B4-BE49-F238E27FC236}">
                <a16:creationId xmlns:a16="http://schemas.microsoft.com/office/drawing/2014/main" id="{99F0888B-6143-4856-A30A-1B5F6BB387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802812743"/>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782924" name="Rectangle 106407163">
            <a:extLst xmlns:a="http://schemas.openxmlformats.org/drawingml/2006/main">
              <a:ext uri="{FF2B5EF4-FFF2-40B4-BE49-F238E27FC236}">
                <a16:creationId xmlns:a16="http://schemas.microsoft.com/office/drawing/2014/main" id="{E7FAA213-576B-44AF-BEC5-855B543A45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582163829" name="Rectangle 440135367">
            <a:extLst xmlns:a="http://schemas.openxmlformats.org/drawingml/2006/main">
              <a:ext uri="{FF2B5EF4-FFF2-40B4-BE49-F238E27FC236}">
                <a16:creationId xmlns:a16="http://schemas.microsoft.com/office/drawing/2014/main" id="{555B2C70-FC75-4912-8242-9B26E715C4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329345392" name="Rectangle: Rounded Corners 989138248">
            <a:extLst xmlns:a="http://schemas.openxmlformats.org/drawingml/2006/main">
              <a:ext uri="{FF2B5EF4-FFF2-40B4-BE49-F238E27FC236}">
                <a16:creationId xmlns:a16="http://schemas.microsoft.com/office/drawing/2014/main" id="{5BDDDDA6-5A44-4573-A5FF-D4616969E59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8672192" name="Rectangle: Rounded Corners 1616044445">
            <a:extLst xmlns:a="http://schemas.openxmlformats.org/drawingml/2006/main">
              <a:ext uri="{FF2B5EF4-FFF2-40B4-BE49-F238E27FC236}">
                <a16:creationId xmlns:a16="http://schemas.microsoft.com/office/drawing/2014/main" id="{30C5BE83-5DB7-4AA9-9319-9C0FB5DD2CF6}"/>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34803888" name="Arrow: Right 594282241">
            <a:extLst xmlns:a="http://schemas.openxmlformats.org/drawingml/2006/main">
              <a:ext uri="{FF2B5EF4-FFF2-40B4-BE49-F238E27FC236}">
                <a16:creationId xmlns:a16="http://schemas.microsoft.com/office/drawing/2014/main" id="{EA2B4DC5-AD8C-4451-94A4-896C9762FE3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4328713" name="Rectangle: Rounded Corners 733975538">
            <a:extLst xmlns:a="http://schemas.openxmlformats.org/drawingml/2006/main">
              <a:ext uri="{FF2B5EF4-FFF2-40B4-BE49-F238E27FC236}">
                <a16:creationId xmlns:a16="http://schemas.microsoft.com/office/drawing/2014/main" id="{DE0F7036-DA9A-4ECA-9A6C-C8E9A8EB5C6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79979721" name="Arrow: Right 826463740">
            <a:extLst xmlns:a="http://schemas.openxmlformats.org/drawingml/2006/main">
              <a:ext uri="{FF2B5EF4-FFF2-40B4-BE49-F238E27FC236}">
                <a16:creationId xmlns:a16="http://schemas.microsoft.com/office/drawing/2014/main" id="{F9203FA7-8B52-413E-B244-EDF50642F03C}"/>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506001876" name="Rectangle: Rounded Corners 1611946980">
            <a:extLst xmlns:a="http://schemas.openxmlformats.org/drawingml/2006/main">
              <a:ext uri="{FF2B5EF4-FFF2-40B4-BE49-F238E27FC236}">
                <a16:creationId xmlns:a16="http://schemas.microsoft.com/office/drawing/2014/main" id="{AE8261F5-0EA2-4422-9F61-E4AA534F958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208791047" name="Arrow: Right 1141760594">
            <a:extLst xmlns:a="http://schemas.openxmlformats.org/drawingml/2006/main">
              <a:ext uri="{FF2B5EF4-FFF2-40B4-BE49-F238E27FC236}">
                <a16:creationId xmlns:a16="http://schemas.microsoft.com/office/drawing/2014/main" id="{CD31F583-3EFF-4AA2-B072-CA74875DEDB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3474178" name="Oval 546463300">
            <a:extLst xmlns:a="http://schemas.openxmlformats.org/drawingml/2006/main">
              <a:ext uri="{FF2B5EF4-FFF2-40B4-BE49-F238E27FC236}">
                <a16:creationId xmlns:a16="http://schemas.microsoft.com/office/drawing/2014/main" id="{DADB2F98-B6BF-4821-B248-BFCEF7A49A22}"/>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105502327" name="Rectangle 1547793054">
            <a:extLst xmlns:a="http://schemas.openxmlformats.org/drawingml/2006/main">
              <a:ext uri="{FF2B5EF4-FFF2-40B4-BE49-F238E27FC236}">
                <a16:creationId xmlns:a16="http://schemas.microsoft.com/office/drawing/2014/main" id="{C0FCBBB2-126D-45BF-887C-BD39F40F1B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394341169"/>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9333869" name="Rectangle 106407163">
            <a:extLst xmlns:a="http://schemas.openxmlformats.org/drawingml/2006/main">
              <a:ext uri="{FF2B5EF4-FFF2-40B4-BE49-F238E27FC236}">
                <a16:creationId xmlns:a16="http://schemas.microsoft.com/office/drawing/2014/main" id="{0C896DB9-3A64-4502-BE23-40FD3E0148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986622142" name="Rectangle 440135367">
            <a:extLst xmlns:a="http://schemas.openxmlformats.org/drawingml/2006/main">
              <a:ext uri="{FF2B5EF4-FFF2-40B4-BE49-F238E27FC236}">
                <a16:creationId xmlns:a16="http://schemas.microsoft.com/office/drawing/2014/main" id="{9D71A968-3C01-4103-BDDA-6F8258368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3757303" name="Rectangle: Rounded Corners 989138248">
            <a:extLst xmlns:a="http://schemas.openxmlformats.org/drawingml/2006/main">
              <a:ext uri="{FF2B5EF4-FFF2-40B4-BE49-F238E27FC236}">
                <a16:creationId xmlns:a16="http://schemas.microsoft.com/office/drawing/2014/main" id="{A8443780-5850-466F-BCF9-B8E78C3F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000357" name="Rectangle 1547793054">
            <a:extLst xmlns:a="http://schemas.openxmlformats.org/drawingml/2006/main">
              <a:ext uri="{FF2B5EF4-FFF2-40B4-BE49-F238E27FC236}">
                <a16:creationId xmlns:a16="http://schemas.microsoft.com/office/drawing/2014/main" id="{99FDD7D0-D0B2-45D1-8633-591CA8BF91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
        <p:nvSpPr>
          <p:cNvPr id="265762100" name="model-group-label">
            <a:extLst xmlns:a="http://schemas.openxmlformats.org/drawingml/2006/main">
              <a:ext uri="{FF2B5EF4-FFF2-40B4-BE49-F238E27FC236}">
                <a16:creationId xmlns:a16="http://schemas.microsoft.com/office/drawing/2014/main" id="{58769E80-A488-4EF8-97EE-659163D8F9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63579626" name="config-component">
            <a:extLst xmlns:a="http://schemas.openxmlformats.org/drawingml/2006/main">
              <a:ext uri="{FF2B5EF4-FFF2-40B4-BE49-F238E27FC236}">
                <a16:creationId xmlns:a16="http://schemas.microsoft.com/office/drawing/2014/main" id="{EDDF6B67-8943-4923-B229-7B81831CBD7E}"/>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65945" name="config-label">
            <a:extLst xmlns:a="http://schemas.openxmlformats.org/drawingml/2006/main">
              <a:ext uri="{FF2B5EF4-FFF2-40B4-BE49-F238E27FC236}">
                <a16:creationId xmlns:a16="http://schemas.microsoft.com/office/drawing/2014/main" id="{7F5DD692-F77E-4CA7-AB06-81989F7A498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191348193" name="config-title">
            <a:extLst xmlns:a="http://schemas.openxmlformats.org/drawingml/2006/main">
              <a:ext uri="{FF2B5EF4-FFF2-40B4-BE49-F238E27FC236}">
                <a16:creationId xmlns:a16="http://schemas.microsoft.com/office/drawing/2014/main" id="{C3B23BF3-1F57-4478-97BB-558E7F88C10C}"/>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933786132" name="config-detail">
            <a:extLst xmlns:a="http://schemas.openxmlformats.org/drawingml/2006/main">
              <a:ext uri="{FF2B5EF4-FFF2-40B4-BE49-F238E27FC236}">
                <a16:creationId xmlns:a16="http://schemas.microsoft.com/office/drawing/2014/main" id="{9C5A1DF4-CAD6-451C-8478-E2CB0E3AC2F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72400851" name="model-plus">
            <a:extLst xmlns:a="http://schemas.openxmlformats.org/drawingml/2006/main">
              <a:ext uri="{FF2B5EF4-FFF2-40B4-BE49-F238E27FC236}">
                <a16:creationId xmlns:a16="http://schemas.microsoft.com/office/drawing/2014/main" id="{A0F121BD-D6D1-4F6F-8181-1323D83C5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73266194" name="checkpoint-component">
            <a:extLst xmlns:a="http://schemas.openxmlformats.org/drawingml/2006/main">
              <a:ext uri="{FF2B5EF4-FFF2-40B4-BE49-F238E27FC236}">
                <a16:creationId xmlns:a16="http://schemas.microsoft.com/office/drawing/2014/main" id="{70ED778A-DCED-4589-A75F-FED6260E9EAE}"/>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390792" name="checkpoint-label">
            <a:extLst xmlns:a="http://schemas.openxmlformats.org/drawingml/2006/main">
              <a:ext uri="{FF2B5EF4-FFF2-40B4-BE49-F238E27FC236}">
                <a16:creationId xmlns:a16="http://schemas.microsoft.com/office/drawing/2014/main" id="{EE5BC087-747C-4FB8-96E2-C7C981CA0D4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1039752" name="checkpoint-title">
            <a:extLst xmlns:a="http://schemas.openxmlformats.org/drawingml/2006/main">
              <a:ext uri="{FF2B5EF4-FFF2-40B4-BE49-F238E27FC236}">
                <a16:creationId xmlns:a16="http://schemas.microsoft.com/office/drawing/2014/main" id="{2A880519-37FD-44FB-8A65-841873086935}"/>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159661334" name="checkpoint-detail">
            <a:extLst xmlns:a="http://schemas.openxmlformats.org/drawingml/2006/main">
              <a:ext uri="{FF2B5EF4-FFF2-40B4-BE49-F238E27FC236}">
                <a16:creationId xmlns:a16="http://schemas.microsoft.com/office/drawing/2014/main" id="{F60DA5A3-FC7F-49FF-ABDB-B93A4EF4DFE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79324433" name="tokenizer-plus">
            <a:extLst xmlns:a="http://schemas.openxmlformats.org/drawingml/2006/main">
              <a:ext uri="{FF2B5EF4-FFF2-40B4-BE49-F238E27FC236}">
                <a16:creationId xmlns:a16="http://schemas.microsoft.com/office/drawing/2014/main" id="{BDB76427-58D8-4789-B087-22F7B81AF6E9}"/>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2945613" name="text ↔ ids-component">
            <a:extLst xmlns:a="http://schemas.openxmlformats.org/drawingml/2006/main">
              <a:ext uri="{FF2B5EF4-FFF2-40B4-BE49-F238E27FC236}">
                <a16:creationId xmlns:a16="http://schemas.microsoft.com/office/drawing/2014/main" id="{5DB4683F-3969-4D59-B505-0725D47546F1}"/>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800328" name="text ↔ ids-label">
            <a:extLst xmlns:a="http://schemas.openxmlformats.org/drawingml/2006/main">
              <a:ext uri="{FF2B5EF4-FFF2-40B4-BE49-F238E27FC236}">
                <a16:creationId xmlns:a16="http://schemas.microsoft.com/office/drawing/2014/main" id="{5DC3F37B-7D2A-4050-8B6B-6DE508B56360}"/>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79990468" name="text ↔ ids-title">
            <a:extLst xmlns:a="http://schemas.openxmlformats.org/drawingml/2006/main">
              <a:ext uri="{FF2B5EF4-FFF2-40B4-BE49-F238E27FC236}">
                <a16:creationId xmlns:a16="http://schemas.microsoft.com/office/drawing/2014/main" id="{A2AB68D1-6382-44BB-B8A4-7DEC1AD18F5D}"/>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826462453" name="text ↔ ids-detail">
            <a:extLst xmlns:a="http://schemas.openxmlformats.org/drawingml/2006/main">
              <a:ext uri="{FF2B5EF4-FFF2-40B4-BE49-F238E27FC236}">
                <a16:creationId xmlns:a16="http://schemas.microsoft.com/office/drawing/2014/main" id="{FA568C87-319E-4F68-A384-A5B11C4D3F2F}"/>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17544583" name="matching-takeaway">
            <a:extLst xmlns:a="http://schemas.openxmlformats.org/drawingml/2006/main">
              <a:ext uri="{FF2B5EF4-FFF2-40B4-BE49-F238E27FC236}">
                <a16:creationId xmlns:a16="http://schemas.microsoft.com/office/drawing/2014/main" id="{820BC25B-42E4-4459-BA7D-55C01CC404EE}"/>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78476893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446776" name="Rectangle 965507380">
            <a:extLst xmlns:a="http://schemas.openxmlformats.org/drawingml/2006/main">
              <a:ext uri="{FF2B5EF4-FFF2-40B4-BE49-F238E27FC236}">
                <a16:creationId xmlns:a16="http://schemas.microsoft.com/office/drawing/2014/main" id="{7758BBA8-1CE6-4630-BC8D-AE9864A8B9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905683000" name="Rectangle 139921793">
            <a:extLst xmlns:a="http://schemas.openxmlformats.org/drawingml/2006/main">
              <a:ext uri="{FF2B5EF4-FFF2-40B4-BE49-F238E27FC236}">
                <a16:creationId xmlns:a16="http://schemas.microsoft.com/office/drawing/2014/main" id="{68D5F1FE-C2CF-48AD-A1E9-181CE36C67A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781513980" name="Rectangle: Rounded Corners 1511732123">
            <a:extLst xmlns:a="http://schemas.openxmlformats.org/drawingml/2006/main">
              <a:ext uri="{FF2B5EF4-FFF2-40B4-BE49-F238E27FC236}">
                <a16:creationId xmlns:a16="http://schemas.microsoft.com/office/drawing/2014/main" id="{4D98C0B3-6EEC-4AB6-B715-46E55A7848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5550761" name="Rectangle: Rounded Corners 2034787168">
            <a:extLst xmlns:a="http://schemas.openxmlformats.org/drawingml/2006/main">
              <a:ext uri="{FF2B5EF4-FFF2-40B4-BE49-F238E27FC236}">
                <a16:creationId xmlns:a16="http://schemas.microsoft.com/office/drawing/2014/main" id="{43061547-FCB7-47DC-AE38-A16753209F6D}"/>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96873132" name="Arrow: Right 1804858146">
            <a:extLst xmlns:a="http://schemas.openxmlformats.org/drawingml/2006/main">
              <a:ext uri="{FF2B5EF4-FFF2-40B4-BE49-F238E27FC236}">
                <a16:creationId xmlns:a16="http://schemas.microsoft.com/office/drawing/2014/main" id="{F9B89A24-5339-4987-8F85-EAF609D76BF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150460" name="Rectangle: Rounded Corners 2119234794">
            <a:extLst xmlns:a="http://schemas.openxmlformats.org/drawingml/2006/main">
              <a:ext uri="{FF2B5EF4-FFF2-40B4-BE49-F238E27FC236}">
                <a16:creationId xmlns:a16="http://schemas.microsoft.com/office/drawing/2014/main" id="{4DC7EA4C-BB5D-45DC-995A-E1FD33A5567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719660798" name="Arrow: Right 1610655777">
            <a:extLst xmlns:a="http://schemas.openxmlformats.org/drawingml/2006/main">
              <a:ext uri="{FF2B5EF4-FFF2-40B4-BE49-F238E27FC236}">
                <a16:creationId xmlns:a16="http://schemas.microsoft.com/office/drawing/2014/main" id="{05CD220B-C0C0-41FF-99E9-655A97BB7B36}"/>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2776064" name="Rectangle: Rounded Corners 67679862">
            <a:extLst xmlns:a="http://schemas.openxmlformats.org/drawingml/2006/main">
              <a:ext uri="{FF2B5EF4-FFF2-40B4-BE49-F238E27FC236}">
                <a16:creationId xmlns:a16="http://schemas.microsoft.com/office/drawing/2014/main" id="{4574F6D5-31F9-4E3B-80BF-146DE60A91D4}"/>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223577168" name="Straight Connector 1129615995">
            <a:extLst xmlns:a="http://schemas.openxmlformats.org/drawingml/2006/main">
              <a:ext uri="{FF2B5EF4-FFF2-40B4-BE49-F238E27FC236}">
                <a16:creationId xmlns:a16="http://schemas.microsoft.com/office/drawing/2014/main" id="{26F958B6-615F-48C8-8433-2719D6F6090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10242" name="Rectangle 701260999">
            <a:extLst xmlns:a="http://schemas.openxmlformats.org/drawingml/2006/main">
              <a:ext uri="{FF2B5EF4-FFF2-40B4-BE49-F238E27FC236}">
                <a16:creationId xmlns:a16="http://schemas.microsoft.com/office/drawing/2014/main" id="{F578EF29-33C7-480C-8CC2-00038AD041E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035686896" name="Rectangle 567537238">
            <a:extLst xmlns:a="http://schemas.openxmlformats.org/drawingml/2006/main">
              <a:ext uri="{FF2B5EF4-FFF2-40B4-BE49-F238E27FC236}">
                <a16:creationId xmlns:a16="http://schemas.microsoft.com/office/drawing/2014/main" id="{2E55E9AB-9273-4395-A9F7-258F9A9D83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262347885"/>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8790554" name="Rectangle 1814109763">
            <a:extLst xmlns:a="http://schemas.openxmlformats.org/drawingml/2006/main">
              <a:ext uri="{FF2B5EF4-FFF2-40B4-BE49-F238E27FC236}">
                <a16:creationId xmlns:a16="http://schemas.microsoft.com/office/drawing/2014/main" id="{200A57E9-E52B-4D22-8BBC-CEB0E8CBC5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27462171" name="Rectangle 2024296005">
            <a:extLst xmlns:a="http://schemas.openxmlformats.org/drawingml/2006/main">
              <a:ext uri="{FF2B5EF4-FFF2-40B4-BE49-F238E27FC236}">
                <a16:creationId xmlns:a16="http://schemas.microsoft.com/office/drawing/2014/main" id="{694EF0C1-20B3-4566-874A-1B046D04ABE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363152103" name="Rectangle: Rounded Corners 520397166">
            <a:extLst xmlns:a="http://schemas.openxmlformats.org/drawingml/2006/main">
              <a:ext uri="{FF2B5EF4-FFF2-40B4-BE49-F238E27FC236}">
                <a16:creationId xmlns:a16="http://schemas.microsoft.com/office/drawing/2014/main" id="{7AD58271-77FB-4AFB-8AB7-E2F1B003F5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7698964" name="Rectangle 1861104430">
            <a:extLst xmlns:a="http://schemas.openxmlformats.org/drawingml/2006/main">
              <a:ext uri="{FF2B5EF4-FFF2-40B4-BE49-F238E27FC236}">
                <a16:creationId xmlns:a16="http://schemas.microsoft.com/office/drawing/2014/main" id="{6B48CA5D-7785-47B8-B4BF-5F702B7569E8}"/>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233726688" name="Rectangle: Rounded Corners 1392389716">
            <a:extLst xmlns:a="http://schemas.openxmlformats.org/drawingml/2006/main">
              <a:ext uri="{FF2B5EF4-FFF2-40B4-BE49-F238E27FC236}">
                <a16:creationId xmlns:a16="http://schemas.microsoft.com/office/drawing/2014/main" id="{CD49E868-53EE-419C-91B0-3EA9AFD5FD8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764387" name="Rectangle: Rounded Corners 304746229">
            <a:extLst xmlns:a="http://schemas.openxmlformats.org/drawingml/2006/main">
              <a:ext uri="{FF2B5EF4-FFF2-40B4-BE49-F238E27FC236}">
                <a16:creationId xmlns:a16="http://schemas.microsoft.com/office/drawing/2014/main" id="{F2A8DF48-3C94-4FC1-982B-9B8A724C066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5841505" name="Rectangle: Rounded Corners 1222174650">
            <a:extLst xmlns:a="http://schemas.openxmlformats.org/drawingml/2006/main">
              <a:ext uri="{FF2B5EF4-FFF2-40B4-BE49-F238E27FC236}">
                <a16:creationId xmlns:a16="http://schemas.microsoft.com/office/drawing/2014/main" id="{1B1EEEAF-3C1A-4220-A849-8C34E210F3E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794397" name="Rectangle: Rounded Corners 221083532">
            <a:extLst xmlns:a="http://schemas.openxmlformats.org/drawingml/2006/main">
              <a:ext uri="{FF2B5EF4-FFF2-40B4-BE49-F238E27FC236}">
                <a16:creationId xmlns:a16="http://schemas.microsoft.com/office/drawing/2014/main" id="{EAC81A2F-043F-41A7-93BA-2824E6BA66A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805678" name="Rectangle: Rounded Corners 1871169587">
            <a:extLst xmlns:a="http://schemas.openxmlformats.org/drawingml/2006/main">
              <a:ext uri="{FF2B5EF4-FFF2-40B4-BE49-F238E27FC236}">
                <a16:creationId xmlns:a16="http://schemas.microsoft.com/office/drawing/2014/main" id="{EE3F69AD-6104-4EB6-A9CA-A103AF2E06F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661874" name="Rectangle 1899079274">
            <a:extLst xmlns:a="http://schemas.openxmlformats.org/drawingml/2006/main">
              <a:ext uri="{FF2B5EF4-FFF2-40B4-BE49-F238E27FC236}">
                <a16:creationId xmlns:a16="http://schemas.microsoft.com/office/drawing/2014/main" id="{9AC24ABA-149E-45AE-8163-7DBB8A1E4B59}"/>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92377817" name="Rectangle: Rounded Corners 557756631">
            <a:extLst xmlns:a="http://schemas.openxmlformats.org/drawingml/2006/main">
              <a:ext uri="{FF2B5EF4-FFF2-40B4-BE49-F238E27FC236}">
                <a16:creationId xmlns:a16="http://schemas.microsoft.com/office/drawing/2014/main" id="{CFE0BBEA-2180-4F00-88FF-C1A220DFE4BF}"/>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644169" name="Rectangle: Rounded Corners 421477788">
            <a:extLst xmlns:a="http://schemas.openxmlformats.org/drawingml/2006/main">
              <a:ext uri="{FF2B5EF4-FFF2-40B4-BE49-F238E27FC236}">
                <a16:creationId xmlns:a16="http://schemas.microsoft.com/office/drawing/2014/main" id="{67868EC4-823E-432A-825C-EB08609B513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262686" name="Rectangle: Rounded Corners 358930618">
            <a:extLst xmlns:a="http://schemas.openxmlformats.org/drawingml/2006/main">
              <a:ext uri="{FF2B5EF4-FFF2-40B4-BE49-F238E27FC236}">
                <a16:creationId xmlns:a16="http://schemas.microsoft.com/office/drawing/2014/main" id="{C1D51F86-1416-4DB1-A69A-498B1ADC894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640492" name="Rectangle: Rounded Corners 92675593">
            <a:extLst xmlns:a="http://schemas.openxmlformats.org/drawingml/2006/main">
              <a:ext uri="{FF2B5EF4-FFF2-40B4-BE49-F238E27FC236}">
                <a16:creationId xmlns:a16="http://schemas.microsoft.com/office/drawing/2014/main" id="{A04D616B-8244-41E8-88D1-2D9D84313CB2}"/>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437424" name="Rectangle: Rounded Corners 1199041677">
            <a:extLst xmlns:a="http://schemas.openxmlformats.org/drawingml/2006/main">
              <a:ext uri="{FF2B5EF4-FFF2-40B4-BE49-F238E27FC236}">
                <a16:creationId xmlns:a16="http://schemas.microsoft.com/office/drawing/2014/main" id="{1808BDBD-1E7E-4C34-9213-1442A9BF828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2385960" name="Rectangle 35073005">
            <a:extLst xmlns:a="http://schemas.openxmlformats.org/drawingml/2006/main">
              <a:ext uri="{FF2B5EF4-FFF2-40B4-BE49-F238E27FC236}">
                <a16:creationId xmlns:a16="http://schemas.microsoft.com/office/drawing/2014/main" id="{4B99A1CC-4A9E-4CC3-83BC-339D72729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427142136"/>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8518443" name="Rectangle 642368024">
            <a:extLst xmlns:a="http://schemas.openxmlformats.org/drawingml/2006/main">
              <a:ext uri="{FF2B5EF4-FFF2-40B4-BE49-F238E27FC236}">
                <a16:creationId xmlns:a16="http://schemas.microsoft.com/office/drawing/2014/main" id="{54C5C470-D1A3-4CC5-B847-CCF0B1DA42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67901425" name="Rectangle 1340580572">
            <a:extLst xmlns:a="http://schemas.openxmlformats.org/drawingml/2006/main">
              <a:ext uri="{FF2B5EF4-FFF2-40B4-BE49-F238E27FC236}">
                <a16:creationId xmlns:a16="http://schemas.microsoft.com/office/drawing/2014/main" id="{EA411D94-5B49-42F5-8856-0D974B95C7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917152423" name="Rectangle: Rounded Corners 1167098246">
            <a:extLst xmlns:a="http://schemas.openxmlformats.org/drawingml/2006/main">
              <a:ext uri="{FF2B5EF4-FFF2-40B4-BE49-F238E27FC236}">
                <a16:creationId xmlns:a16="http://schemas.microsoft.com/office/drawing/2014/main" id="{9F00B791-52A0-43E8-9133-FEF71B8802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03727" name="Rectangle: Rounded Corners 391850247">
            <a:extLst xmlns:a="http://schemas.openxmlformats.org/drawingml/2006/main">
              <a:ext uri="{FF2B5EF4-FFF2-40B4-BE49-F238E27FC236}">
                <a16:creationId xmlns:a16="http://schemas.microsoft.com/office/drawing/2014/main" id="{1433942F-F63C-47F6-8C95-B1AD12928D84}"/>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92556" name="Rectangle 558602476">
            <a:extLst xmlns:a="http://schemas.openxmlformats.org/drawingml/2006/main">
              <a:ext uri="{FF2B5EF4-FFF2-40B4-BE49-F238E27FC236}">
                <a16:creationId xmlns:a16="http://schemas.microsoft.com/office/drawing/2014/main" id="{185ED9A8-41B6-4403-B643-4ACF605ABC50}"/>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514050134" name="Rectangle 908481340">
            <a:extLst xmlns:a="http://schemas.openxmlformats.org/drawingml/2006/main">
              <a:ext uri="{FF2B5EF4-FFF2-40B4-BE49-F238E27FC236}">
                <a16:creationId xmlns:a16="http://schemas.microsoft.com/office/drawing/2014/main" id="{E9490C06-34AF-4F10-AEEA-DBAE0C38DC64}"/>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90730179" name="Rectangle 803342785">
            <a:extLst xmlns:a="http://schemas.openxmlformats.org/drawingml/2006/main">
              <a:ext uri="{FF2B5EF4-FFF2-40B4-BE49-F238E27FC236}">
                <a16:creationId xmlns:a16="http://schemas.microsoft.com/office/drawing/2014/main" id="{C9487FC8-EEB7-4901-A326-E42D67D349A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79296652" name="Rectangle: Rounded Corners 1990101030">
            <a:extLst xmlns:a="http://schemas.openxmlformats.org/drawingml/2006/main">
              <a:ext uri="{FF2B5EF4-FFF2-40B4-BE49-F238E27FC236}">
                <a16:creationId xmlns:a16="http://schemas.microsoft.com/office/drawing/2014/main" id="{638E52EF-926D-469C-89A7-30B6600BE53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869008" name="Rectangle 1511392786">
            <a:extLst xmlns:a="http://schemas.openxmlformats.org/drawingml/2006/main">
              <a:ext uri="{FF2B5EF4-FFF2-40B4-BE49-F238E27FC236}">
                <a16:creationId xmlns:a16="http://schemas.microsoft.com/office/drawing/2014/main" id="{E668CDC7-9A32-4ACF-BDDC-6AAEB0A1636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38526947" name="Rectangle: Rounded Corners 768585734">
            <a:extLst xmlns:a="http://schemas.openxmlformats.org/drawingml/2006/main">
              <a:ext uri="{FF2B5EF4-FFF2-40B4-BE49-F238E27FC236}">
                <a16:creationId xmlns:a16="http://schemas.microsoft.com/office/drawing/2014/main" id="{65BC17CB-9C91-432F-80E2-0C3435B7F5A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261905" name="Rectangle 734996419">
            <a:extLst xmlns:a="http://schemas.openxmlformats.org/drawingml/2006/main">
              <a:ext uri="{FF2B5EF4-FFF2-40B4-BE49-F238E27FC236}">
                <a16:creationId xmlns:a16="http://schemas.microsoft.com/office/drawing/2014/main" id="{D511CF78-B645-4869-9CA0-F814BEB7708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17302213" name="Rectangle: Rounded Corners 904396018">
            <a:extLst xmlns:a="http://schemas.openxmlformats.org/drawingml/2006/main">
              <a:ext uri="{FF2B5EF4-FFF2-40B4-BE49-F238E27FC236}">
                <a16:creationId xmlns:a16="http://schemas.microsoft.com/office/drawing/2014/main" id="{8402F466-A477-41FA-9354-B177A59F492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284133" name="Rectangle 1723400869">
            <a:extLst xmlns:a="http://schemas.openxmlformats.org/drawingml/2006/main">
              <a:ext uri="{FF2B5EF4-FFF2-40B4-BE49-F238E27FC236}">
                <a16:creationId xmlns:a16="http://schemas.microsoft.com/office/drawing/2014/main" id="{BA26E419-B1F8-463F-B101-88109A4CFB2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5954610" name="Rectangle: Rounded Corners 1904735606">
            <a:extLst xmlns:a="http://schemas.openxmlformats.org/drawingml/2006/main">
              <a:ext uri="{FF2B5EF4-FFF2-40B4-BE49-F238E27FC236}">
                <a16:creationId xmlns:a16="http://schemas.microsoft.com/office/drawing/2014/main" id="{62E9F259-C6B5-444E-B5B5-EC490C447FF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001628" name="Rectangle 1977779495">
            <a:extLst xmlns:a="http://schemas.openxmlformats.org/drawingml/2006/main">
              <a:ext uri="{FF2B5EF4-FFF2-40B4-BE49-F238E27FC236}">
                <a16:creationId xmlns:a16="http://schemas.microsoft.com/office/drawing/2014/main" id="{26C2E5B1-F0F6-4683-92BB-CA810007CC5A}"/>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8866250" name="Rectangle: Rounded Corners 758909754">
            <a:extLst xmlns:a="http://schemas.openxmlformats.org/drawingml/2006/main">
              <a:ext uri="{FF2B5EF4-FFF2-40B4-BE49-F238E27FC236}">
                <a16:creationId xmlns:a16="http://schemas.microsoft.com/office/drawing/2014/main" id="{C19CE1EA-8847-49D2-852E-8D355D9A22A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99773" name="Rectangle 1103671468">
            <a:extLst xmlns:a="http://schemas.openxmlformats.org/drawingml/2006/main">
              <a:ext uri="{FF2B5EF4-FFF2-40B4-BE49-F238E27FC236}">
                <a16:creationId xmlns:a16="http://schemas.microsoft.com/office/drawing/2014/main" id="{BD8003AE-8862-4F91-89AF-4CCAE58C9649}"/>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39999472" name="Rectangle: Rounded Corners 1109785804">
            <a:extLst xmlns:a="http://schemas.openxmlformats.org/drawingml/2006/main">
              <a:ext uri="{FF2B5EF4-FFF2-40B4-BE49-F238E27FC236}">
                <a16:creationId xmlns:a16="http://schemas.microsoft.com/office/drawing/2014/main" id="{6F47DD34-17E6-471E-933F-6826F066ABBC}"/>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032828" name="Rectangle 87535763">
            <a:extLst xmlns:a="http://schemas.openxmlformats.org/drawingml/2006/main">
              <a:ext uri="{FF2B5EF4-FFF2-40B4-BE49-F238E27FC236}">
                <a16:creationId xmlns:a16="http://schemas.microsoft.com/office/drawing/2014/main" id="{B5A0C688-ADF6-4F22-872F-89FF880D9C4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5658560" name="Rectangle: Rounded Corners 395524451">
            <a:extLst xmlns:a="http://schemas.openxmlformats.org/drawingml/2006/main">
              <a:ext uri="{FF2B5EF4-FFF2-40B4-BE49-F238E27FC236}">
                <a16:creationId xmlns:a16="http://schemas.microsoft.com/office/drawing/2014/main" id="{137A9997-A13E-4BC7-8F95-2E4180738A4F}"/>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294768" name="Rectangle 752117888">
            <a:extLst xmlns:a="http://schemas.openxmlformats.org/drawingml/2006/main">
              <a:ext uri="{FF2B5EF4-FFF2-40B4-BE49-F238E27FC236}">
                <a16:creationId xmlns:a16="http://schemas.microsoft.com/office/drawing/2014/main" id="{44968503-EFE6-41AE-B127-3B754964D7E2}"/>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01511125" name="Rectangle: Rounded Corners 1187034514">
            <a:extLst xmlns:a="http://schemas.openxmlformats.org/drawingml/2006/main">
              <a:ext uri="{FF2B5EF4-FFF2-40B4-BE49-F238E27FC236}">
                <a16:creationId xmlns:a16="http://schemas.microsoft.com/office/drawing/2014/main" id="{63C01316-3CF7-46D5-91E8-90768D0BF58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106537" name="Rectangle 1239831952">
            <a:extLst xmlns:a="http://schemas.openxmlformats.org/drawingml/2006/main">
              <a:ext uri="{FF2B5EF4-FFF2-40B4-BE49-F238E27FC236}">
                <a16:creationId xmlns:a16="http://schemas.microsoft.com/office/drawing/2014/main" id="{2DA9223B-2851-42E4-A4B5-88BF438595D7}"/>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53549013" name="Rectangle: Rounded Corners 1990686703">
            <a:extLst xmlns:a="http://schemas.openxmlformats.org/drawingml/2006/main">
              <a:ext uri="{FF2B5EF4-FFF2-40B4-BE49-F238E27FC236}">
                <a16:creationId xmlns:a16="http://schemas.microsoft.com/office/drawing/2014/main" id="{F9D56AF7-1D34-4F10-9F68-A5E5C56A0F56}"/>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007267" name="Rectangle 790741738">
            <a:extLst xmlns:a="http://schemas.openxmlformats.org/drawingml/2006/main">
              <a:ext uri="{FF2B5EF4-FFF2-40B4-BE49-F238E27FC236}">
                <a16:creationId xmlns:a16="http://schemas.microsoft.com/office/drawing/2014/main" id="{B9E6A3F6-26E7-4BC3-9783-B79F832C328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27809367" name="Rectangle 1344716697">
            <a:extLst xmlns:a="http://schemas.openxmlformats.org/drawingml/2006/main">
              <a:ext uri="{FF2B5EF4-FFF2-40B4-BE49-F238E27FC236}">
                <a16:creationId xmlns:a16="http://schemas.microsoft.com/office/drawing/2014/main" id="{E4F5FF81-0764-40A8-9E82-121D07C09AD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28302571" name="Rectangle: Rounded Corners 505587208">
            <a:extLst xmlns:a="http://schemas.openxmlformats.org/drawingml/2006/main">
              <a:ext uri="{FF2B5EF4-FFF2-40B4-BE49-F238E27FC236}">
                <a16:creationId xmlns:a16="http://schemas.microsoft.com/office/drawing/2014/main" id="{9B2549CD-AD68-497A-A6DF-64FBD4726182}"/>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552408" name="Rectangle 1817540189">
            <a:extLst xmlns:a="http://schemas.openxmlformats.org/drawingml/2006/main">
              <a:ext uri="{FF2B5EF4-FFF2-40B4-BE49-F238E27FC236}">
                <a16:creationId xmlns:a16="http://schemas.microsoft.com/office/drawing/2014/main" id="{F69F5B21-BCD1-424D-85BD-355F8BEC200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055498713" name="Rectangle: Rounded Corners 1412774459">
            <a:extLst xmlns:a="http://schemas.openxmlformats.org/drawingml/2006/main">
              <a:ext uri="{FF2B5EF4-FFF2-40B4-BE49-F238E27FC236}">
                <a16:creationId xmlns:a16="http://schemas.microsoft.com/office/drawing/2014/main" id="{448D5EFA-4B74-4EB6-B934-1719DDFCD77B}"/>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63906" name="Rectangle 842999192">
            <a:extLst xmlns:a="http://schemas.openxmlformats.org/drawingml/2006/main">
              <a:ext uri="{FF2B5EF4-FFF2-40B4-BE49-F238E27FC236}">
                <a16:creationId xmlns:a16="http://schemas.microsoft.com/office/drawing/2014/main" id="{725F9C91-6584-49E6-90B1-1B5D886EA9A0}"/>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5042490" name="Rectangle: Rounded Corners 1720875966">
            <a:extLst xmlns:a="http://schemas.openxmlformats.org/drawingml/2006/main">
              <a:ext uri="{FF2B5EF4-FFF2-40B4-BE49-F238E27FC236}">
                <a16:creationId xmlns:a16="http://schemas.microsoft.com/office/drawing/2014/main" id="{AA463EAD-0FCA-4D4D-A985-C41084C36918}"/>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736288" name="Rectangle 66502239">
            <a:extLst xmlns:a="http://schemas.openxmlformats.org/drawingml/2006/main">
              <a:ext uri="{FF2B5EF4-FFF2-40B4-BE49-F238E27FC236}">
                <a16:creationId xmlns:a16="http://schemas.microsoft.com/office/drawing/2014/main" id="{8607CE30-B707-495A-A5C2-FD95BC4C3C5B}"/>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372634685" name="Rectangle: Rounded Corners 2118371450">
            <a:extLst xmlns:a="http://schemas.openxmlformats.org/drawingml/2006/main">
              <a:ext uri="{FF2B5EF4-FFF2-40B4-BE49-F238E27FC236}">
                <a16:creationId xmlns:a16="http://schemas.microsoft.com/office/drawing/2014/main" id="{021BEF7D-7BD5-4D8A-ABED-AB1574315F7C}"/>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845234" name="Rectangle 1265886563">
            <a:extLst xmlns:a="http://schemas.openxmlformats.org/drawingml/2006/main">
              <a:ext uri="{FF2B5EF4-FFF2-40B4-BE49-F238E27FC236}">
                <a16:creationId xmlns:a16="http://schemas.microsoft.com/office/drawing/2014/main" id="{2C8E303D-3D5E-408F-B30D-9FC41EEFD3BF}"/>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564209489" name="Rectangle: Rounded Corners 2042608732">
            <a:extLst xmlns:a="http://schemas.openxmlformats.org/drawingml/2006/main">
              <a:ext uri="{FF2B5EF4-FFF2-40B4-BE49-F238E27FC236}">
                <a16:creationId xmlns:a16="http://schemas.microsoft.com/office/drawing/2014/main" id="{695A42C0-A178-4A26-8748-0448BCFE6B2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70300" name="Rectangle 661207096">
            <a:extLst xmlns:a="http://schemas.openxmlformats.org/drawingml/2006/main">
              <a:ext uri="{FF2B5EF4-FFF2-40B4-BE49-F238E27FC236}">
                <a16:creationId xmlns:a16="http://schemas.microsoft.com/office/drawing/2014/main" id="{C92FAE26-74DB-4961-B6CE-8BB55FF22A8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3354065" name="Rectangle: Rounded Corners 1098391783">
            <a:extLst xmlns:a="http://schemas.openxmlformats.org/drawingml/2006/main">
              <a:ext uri="{FF2B5EF4-FFF2-40B4-BE49-F238E27FC236}">
                <a16:creationId xmlns:a16="http://schemas.microsoft.com/office/drawing/2014/main" id="{E45E2D54-6D83-4636-9C29-1F2ADBCFA9EC}"/>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69610" name="Rectangle 1867510340">
            <a:extLst xmlns:a="http://schemas.openxmlformats.org/drawingml/2006/main">
              <a:ext uri="{FF2B5EF4-FFF2-40B4-BE49-F238E27FC236}">
                <a16:creationId xmlns:a16="http://schemas.microsoft.com/office/drawing/2014/main" id="{C001B7FE-BCB4-4A64-BE4C-04567A1A9CA1}"/>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980999715" name="Rectangle 610821016">
            <a:extLst xmlns:a="http://schemas.openxmlformats.org/drawingml/2006/main">
              <a:ext uri="{FF2B5EF4-FFF2-40B4-BE49-F238E27FC236}">
                <a16:creationId xmlns:a16="http://schemas.microsoft.com/office/drawing/2014/main" id="{C5244828-4BCA-448F-B0B7-F52D9D0CA37C}"/>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75212010" name="Rectangle: Rounded Corners 1846748793">
            <a:extLst xmlns:a="http://schemas.openxmlformats.org/drawingml/2006/main">
              <a:ext uri="{FF2B5EF4-FFF2-40B4-BE49-F238E27FC236}">
                <a16:creationId xmlns:a16="http://schemas.microsoft.com/office/drawing/2014/main" id="{654C1FC8-E885-4748-AE82-19F398AF9DD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64957410" name="Rectangle 569626175">
            <a:extLst xmlns:a="http://schemas.openxmlformats.org/drawingml/2006/main">
              <a:ext uri="{FF2B5EF4-FFF2-40B4-BE49-F238E27FC236}">
                <a16:creationId xmlns:a16="http://schemas.microsoft.com/office/drawing/2014/main" id="{6BDCABB0-6AE3-4EBF-B4F4-A785072150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245976366" name="Rectangle: Rounded Corners 43298065">
            <a:extLst xmlns:a="http://schemas.openxmlformats.org/drawingml/2006/main">
              <a:ext uri="{FF2B5EF4-FFF2-40B4-BE49-F238E27FC236}">
                <a16:creationId xmlns:a16="http://schemas.microsoft.com/office/drawing/2014/main" id="{15D907DF-C47A-4B11-9B92-06051A911612}"/>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333659938" name="Rectangle 114239354">
            <a:extLst xmlns:a="http://schemas.openxmlformats.org/drawingml/2006/main">
              <a:ext uri="{FF2B5EF4-FFF2-40B4-BE49-F238E27FC236}">
                <a16:creationId xmlns:a16="http://schemas.microsoft.com/office/drawing/2014/main" id="{580EB0A2-77A0-4971-B4CC-C62E8C54A62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079156262" name="Rectangle: Rounded Corners 1589723464">
            <a:extLst xmlns:a="http://schemas.openxmlformats.org/drawingml/2006/main">
              <a:ext uri="{FF2B5EF4-FFF2-40B4-BE49-F238E27FC236}">
                <a16:creationId xmlns:a16="http://schemas.microsoft.com/office/drawing/2014/main" id="{52D50580-2D87-4E5D-93A9-2185096069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760762558" name="Rectangle 127230098">
            <a:extLst xmlns:a="http://schemas.openxmlformats.org/drawingml/2006/main">
              <a:ext uri="{FF2B5EF4-FFF2-40B4-BE49-F238E27FC236}">
                <a16:creationId xmlns:a16="http://schemas.microsoft.com/office/drawing/2014/main" id="{CF2AE0B5-F016-40F8-A81E-039BA7FC56A8}"/>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616444329" name="Rectangle 760303360">
            <a:extLst xmlns:a="http://schemas.openxmlformats.org/drawingml/2006/main">
              <a:ext uri="{FF2B5EF4-FFF2-40B4-BE49-F238E27FC236}">
                <a16:creationId xmlns:a16="http://schemas.microsoft.com/office/drawing/2014/main" id="{DAA71732-78CB-4570-BFFC-63FFC776CC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pic>
        <p:nvPicPr>
          <p:cNvPr id="2128302619"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66f65a256d4441e0">
            <a:extLst>
              <a:ext uri="{96DAC541-7B7A-43D3-8B79-37D633B846F1}">
                <asvg:svgBlip xmlns:asvg="http://schemas.microsoft.com/office/drawing/2016/SVG/main" r:embed="R9a5caace072748b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09892"/>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887253" name="Rectangle 1109576543">
            <a:extLst xmlns:a="http://schemas.openxmlformats.org/drawingml/2006/main">
              <a:ext uri="{FF2B5EF4-FFF2-40B4-BE49-F238E27FC236}">
                <a16:creationId xmlns:a16="http://schemas.microsoft.com/office/drawing/2014/main" id="{776034B9-CC84-4591-8011-0D3285E463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22363281" name="Rectangle 165357682">
            <a:extLst xmlns:a="http://schemas.openxmlformats.org/drawingml/2006/main">
              <a:ext uri="{FF2B5EF4-FFF2-40B4-BE49-F238E27FC236}">
                <a16:creationId xmlns:a16="http://schemas.microsoft.com/office/drawing/2014/main" id="{E56C603E-47BC-46CB-86B3-C2C6DFDED40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628819846" name="Rectangle: Rounded Corners 1373434995">
            <a:extLst xmlns:a="http://schemas.openxmlformats.org/drawingml/2006/main">
              <a:ext uri="{FF2B5EF4-FFF2-40B4-BE49-F238E27FC236}">
                <a16:creationId xmlns:a16="http://schemas.microsoft.com/office/drawing/2014/main" id="{7F2948F5-6BFE-4F52-AB4D-787EC5789D0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7963856" name="Straight Connector 247695513">
            <a:extLst xmlns:a="http://schemas.openxmlformats.org/drawingml/2006/main">
              <a:ext uri="{FF2B5EF4-FFF2-40B4-BE49-F238E27FC236}">
                <a16:creationId xmlns:a16="http://schemas.microsoft.com/office/drawing/2014/main" id="{2E29A72F-C62F-41D4-BBB7-3DEAC06817B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327340" name="Oval 628746849">
            <a:extLst xmlns:a="http://schemas.openxmlformats.org/drawingml/2006/main">
              <a:ext uri="{FF2B5EF4-FFF2-40B4-BE49-F238E27FC236}">
                <a16:creationId xmlns:a16="http://schemas.microsoft.com/office/drawing/2014/main" id="{899560E2-953B-4A19-98B2-F37978283380}"/>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37138625" name="Rectangle 1898660202">
            <a:extLst xmlns:a="http://schemas.openxmlformats.org/drawingml/2006/main">
              <a:ext uri="{FF2B5EF4-FFF2-40B4-BE49-F238E27FC236}">
                <a16:creationId xmlns:a16="http://schemas.microsoft.com/office/drawing/2014/main" id="{2885AD91-B073-4E11-ACCA-1CDCE66BAD13}"/>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2103991242" name="Oval 901053968">
            <a:extLst xmlns:a="http://schemas.openxmlformats.org/drawingml/2006/main">
              <a:ext uri="{FF2B5EF4-FFF2-40B4-BE49-F238E27FC236}">
                <a16:creationId xmlns:a16="http://schemas.microsoft.com/office/drawing/2014/main" id="{0BDEEF1A-5DC8-44F7-9ADB-6A366BBD5862}"/>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95395250" name="Rectangle 2049675483">
            <a:extLst xmlns:a="http://schemas.openxmlformats.org/drawingml/2006/main">
              <a:ext uri="{FF2B5EF4-FFF2-40B4-BE49-F238E27FC236}">
                <a16:creationId xmlns:a16="http://schemas.microsoft.com/office/drawing/2014/main" id="{72AC1D0E-BAD9-4F2F-9466-7BA99B58FA9F}"/>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233504044" name="Oval 80204406">
            <a:extLst xmlns:a="http://schemas.openxmlformats.org/drawingml/2006/main">
              <a:ext uri="{FF2B5EF4-FFF2-40B4-BE49-F238E27FC236}">
                <a16:creationId xmlns:a16="http://schemas.microsoft.com/office/drawing/2014/main" id="{37FF0DE8-DFFA-41C0-88E3-D697076DFE7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47477917" name="Rectangle 1419699716">
            <a:extLst xmlns:a="http://schemas.openxmlformats.org/drawingml/2006/main">
              <a:ext uri="{FF2B5EF4-FFF2-40B4-BE49-F238E27FC236}">
                <a16:creationId xmlns:a16="http://schemas.microsoft.com/office/drawing/2014/main" id="{9A3EBC81-192D-442C-B2CF-8BB433B37D57}"/>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732811233" name="Oval 1824188964">
            <a:extLst xmlns:a="http://schemas.openxmlformats.org/drawingml/2006/main">
              <a:ext uri="{FF2B5EF4-FFF2-40B4-BE49-F238E27FC236}">
                <a16:creationId xmlns:a16="http://schemas.microsoft.com/office/drawing/2014/main" id="{C03AC9F7-730F-43B6-B4FB-1EBA1038C602}"/>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975509350" name="Rectangle 1161191516">
            <a:extLst xmlns:a="http://schemas.openxmlformats.org/drawingml/2006/main">
              <a:ext uri="{FF2B5EF4-FFF2-40B4-BE49-F238E27FC236}">
                <a16:creationId xmlns:a16="http://schemas.microsoft.com/office/drawing/2014/main" id="{C2344BF7-B6FC-43CB-9D75-F091A8255B4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95241702" name="Oval 506955708">
            <a:extLst xmlns:a="http://schemas.openxmlformats.org/drawingml/2006/main">
              <a:ext uri="{FF2B5EF4-FFF2-40B4-BE49-F238E27FC236}">
                <a16:creationId xmlns:a16="http://schemas.microsoft.com/office/drawing/2014/main" id="{F2E8F690-D1C8-4449-817A-736A850DCF2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16360069" name="Rectangle 1606354811">
            <a:extLst xmlns:a="http://schemas.openxmlformats.org/drawingml/2006/main">
              <a:ext uri="{FF2B5EF4-FFF2-40B4-BE49-F238E27FC236}">
                <a16:creationId xmlns:a16="http://schemas.microsoft.com/office/drawing/2014/main" id="{1307E226-34C3-45BF-AACF-92BA2332AF2C}"/>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501995600" name="Oval 759270822">
            <a:extLst xmlns:a="http://schemas.openxmlformats.org/drawingml/2006/main">
              <a:ext uri="{FF2B5EF4-FFF2-40B4-BE49-F238E27FC236}">
                <a16:creationId xmlns:a16="http://schemas.microsoft.com/office/drawing/2014/main" id="{B8329FB7-D794-4C96-97C8-7F8E08FBE434}"/>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99584918" name="Rectangle 2044500735">
            <a:extLst xmlns:a="http://schemas.openxmlformats.org/drawingml/2006/main">
              <a:ext uri="{FF2B5EF4-FFF2-40B4-BE49-F238E27FC236}">
                <a16:creationId xmlns:a16="http://schemas.microsoft.com/office/drawing/2014/main" id="{663FBB43-FD59-479A-B1A5-F9ED95EA086A}"/>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182721885" name="Rectangle 421878984">
            <a:extLst xmlns:a="http://schemas.openxmlformats.org/drawingml/2006/main">
              <a:ext uri="{FF2B5EF4-FFF2-40B4-BE49-F238E27FC236}">
                <a16:creationId xmlns:a16="http://schemas.microsoft.com/office/drawing/2014/main" id="{83B5B5AF-AF5B-4F77-B52B-FD8B6D537871}"/>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440793202" name="Rectangle 865122751">
            <a:extLst xmlns:a="http://schemas.openxmlformats.org/drawingml/2006/main">
              <a:ext uri="{FF2B5EF4-FFF2-40B4-BE49-F238E27FC236}">
                <a16:creationId xmlns:a16="http://schemas.microsoft.com/office/drawing/2014/main" id="{14DA895E-D0FF-4E77-94C8-FD923482F0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302911254"/>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1363155" name="Rectangle 720144411">
            <a:extLst xmlns:a="http://schemas.openxmlformats.org/drawingml/2006/main">
              <a:ext uri="{FF2B5EF4-FFF2-40B4-BE49-F238E27FC236}">
                <a16:creationId xmlns:a16="http://schemas.microsoft.com/office/drawing/2014/main" id="{35C5DE15-5B02-4DAF-8A00-CFA044FAB3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76078128" name="Rectangle 1225833152">
            <a:extLst xmlns:a="http://schemas.openxmlformats.org/drawingml/2006/main">
              <a:ext uri="{FF2B5EF4-FFF2-40B4-BE49-F238E27FC236}">
                <a16:creationId xmlns:a16="http://schemas.microsoft.com/office/drawing/2014/main" id="{6BFACBEB-7B56-4F56-B9BD-1A8FC6503AB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653209400" name="Rectangle: Rounded Corners 259784900">
            <a:extLst xmlns:a="http://schemas.openxmlformats.org/drawingml/2006/main">
              <a:ext uri="{FF2B5EF4-FFF2-40B4-BE49-F238E27FC236}">
                <a16:creationId xmlns:a16="http://schemas.microsoft.com/office/drawing/2014/main" id="{E532D1FC-DF2C-416D-A8CE-AAE208A8A3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5057611" name="Rectangle: Rounded Corners 590363604">
            <a:extLst xmlns:a="http://schemas.openxmlformats.org/drawingml/2006/main">
              <a:ext uri="{FF2B5EF4-FFF2-40B4-BE49-F238E27FC236}">
                <a16:creationId xmlns:a16="http://schemas.microsoft.com/office/drawing/2014/main" id="{1B0B4CDC-330F-4EE6-9AFC-0B8642F9582B}"/>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46935646" name="Rectangle: Rounded Corners 646256513">
            <a:extLst xmlns:a="http://schemas.openxmlformats.org/drawingml/2006/main">
              <a:ext uri="{FF2B5EF4-FFF2-40B4-BE49-F238E27FC236}">
                <a16:creationId xmlns:a16="http://schemas.microsoft.com/office/drawing/2014/main" id="{CDA4F9EC-F72A-44F0-8067-ACDC9BF292A5}"/>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621228136" name="Rectangle: Rounded Corners 904291872">
            <a:extLst xmlns:a="http://schemas.openxmlformats.org/drawingml/2006/main">
              <a:ext uri="{FF2B5EF4-FFF2-40B4-BE49-F238E27FC236}">
                <a16:creationId xmlns:a16="http://schemas.microsoft.com/office/drawing/2014/main" id="{EE6D1BC7-4F4E-4CDB-9FEA-73DC14341A9A}"/>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57628468" name="Rectangle: Rounded Corners 1609756684">
            <a:extLst xmlns:a="http://schemas.openxmlformats.org/drawingml/2006/main">
              <a:ext uri="{FF2B5EF4-FFF2-40B4-BE49-F238E27FC236}">
                <a16:creationId xmlns:a16="http://schemas.microsoft.com/office/drawing/2014/main" id="{238DD1EC-0171-4B12-9A67-C607F7E3C962}"/>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68049538" name="Rectangle: Rounded Corners 855592258">
            <a:extLst xmlns:a="http://schemas.openxmlformats.org/drawingml/2006/main">
              <a:ext uri="{FF2B5EF4-FFF2-40B4-BE49-F238E27FC236}">
                <a16:creationId xmlns:a16="http://schemas.microsoft.com/office/drawing/2014/main" id="{4979BEF9-586B-47E5-8422-0D171217CF1B}"/>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048407692" name="Straight Connector 607889825">
            <a:extLst xmlns:a="http://schemas.openxmlformats.org/drawingml/2006/main">
              <a:ext uri="{FF2B5EF4-FFF2-40B4-BE49-F238E27FC236}">
                <a16:creationId xmlns:a16="http://schemas.microsoft.com/office/drawing/2014/main" id="{45DC1604-E72B-4892-A152-6502124FAD2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222249" name="Rectangle 1601584250">
            <a:extLst xmlns:a="http://schemas.openxmlformats.org/drawingml/2006/main">
              <a:ext uri="{FF2B5EF4-FFF2-40B4-BE49-F238E27FC236}">
                <a16:creationId xmlns:a16="http://schemas.microsoft.com/office/drawing/2014/main" id="{17E0E6CB-D15E-42C6-8DC1-4A4A1EF6486D}"/>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498144530" name="Rectangle 734795484">
            <a:extLst xmlns:a="http://schemas.openxmlformats.org/drawingml/2006/main">
              <a:ext uri="{FF2B5EF4-FFF2-40B4-BE49-F238E27FC236}">
                <a16:creationId xmlns:a16="http://schemas.microsoft.com/office/drawing/2014/main" id="{2C76C43D-D8AF-4635-85CC-2DB5432ED70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255114810" name="Rectangle 28239208">
            <a:extLst xmlns:a="http://schemas.openxmlformats.org/drawingml/2006/main">
              <a:ext uri="{FF2B5EF4-FFF2-40B4-BE49-F238E27FC236}">
                <a16:creationId xmlns:a16="http://schemas.microsoft.com/office/drawing/2014/main" id="{1B085083-6CD4-478E-A609-FAD34821DC0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586009587" name="Rectangle 1250386903">
            <a:extLst xmlns:a="http://schemas.openxmlformats.org/drawingml/2006/main">
              <a:ext uri="{FF2B5EF4-FFF2-40B4-BE49-F238E27FC236}">
                <a16:creationId xmlns:a16="http://schemas.microsoft.com/office/drawing/2014/main" id="{81805E97-1056-40EA-83D4-6CBF326ACC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78447307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0338205" name="Rectangle 1667135521">
            <a:extLst xmlns:a="http://schemas.openxmlformats.org/drawingml/2006/main">
              <a:ext uri="{FF2B5EF4-FFF2-40B4-BE49-F238E27FC236}">
                <a16:creationId xmlns:a16="http://schemas.microsoft.com/office/drawing/2014/main" id="{B0984A35-78E2-48EB-BF6E-132DA6573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45663181" name="Rectangle 753528189">
            <a:extLst xmlns:a="http://schemas.openxmlformats.org/drawingml/2006/main">
              <a:ext uri="{FF2B5EF4-FFF2-40B4-BE49-F238E27FC236}">
                <a16:creationId xmlns:a16="http://schemas.microsoft.com/office/drawing/2014/main" id="{BED315E8-C2F2-4020-813C-14A48C846B3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707320492" name="Rectangle: Rounded Corners 870951437">
            <a:extLst xmlns:a="http://schemas.openxmlformats.org/drawingml/2006/main">
              <a:ext uri="{FF2B5EF4-FFF2-40B4-BE49-F238E27FC236}">
                <a16:creationId xmlns:a16="http://schemas.microsoft.com/office/drawing/2014/main" id="{1D39BD34-C5FE-44F7-B92A-27FA86FFF7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459305" name="Rectangle: Rounded Corners 1803074334">
            <a:extLst xmlns:a="http://schemas.openxmlformats.org/drawingml/2006/main">
              <a:ext uri="{FF2B5EF4-FFF2-40B4-BE49-F238E27FC236}">
                <a16:creationId xmlns:a16="http://schemas.microsoft.com/office/drawing/2014/main" id="{69828C3F-16BC-49DF-8912-4AD8885405F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556291252" name="Arrow: Right 2018184415">
            <a:extLst xmlns:a="http://schemas.openxmlformats.org/drawingml/2006/main">
              <a:ext uri="{FF2B5EF4-FFF2-40B4-BE49-F238E27FC236}">
                <a16:creationId xmlns:a16="http://schemas.microsoft.com/office/drawing/2014/main" id="{36E85525-F9DE-4297-9409-DDF0B7FD944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51759" name="Rectangle: Rounded Corners 850855695">
            <a:extLst xmlns:a="http://schemas.openxmlformats.org/drawingml/2006/main">
              <a:ext uri="{FF2B5EF4-FFF2-40B4-BE49-F238E27FC236}">
                <a16:creationId xmlns:a16="http://schemas.microsoft.com/office/drawing/2014/main" id="{42873685-CD79-44B6-B184-E117A75C21AE}"/>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933654753" name="Arrow: Right 1111035308">
            <a:extLst xmlns:a="http://schemas.openxmlformats.org/drawingml/2006/main">
              <a:ext uri="{FF2B5EF4-FFF2-40B4-BE49-F238E27FC236}">
                <a16:creationId xmlns:a16="http://schemas.microsoft.com/office/drawing/2014/main" id="{4EFF0D06-B78D-44B0-A157-7EC0DBCA115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944091" name="Rectangle: Rounded Corners 360549355">
            <a:extLst xmlns:a="http://schemas.openxmlformats.org/drawingml/2006/main">
              <a:ext uri="{FF2B5EF4-FFF2-40B4-BE49-F238E27FC236}">
                <a16:creationId xmlns:a16="http://schemas.microsoft.com/office/drawing/2014/main" id="{D8B9C0A8-41B6-44A8-A6D7-9D59C0AC04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60826569" name="Arrow: Right 1294665978">
            <a:extLst xmlns:a="http://schemas.openxmlformats.org/drawingml/2006/main">
              <a:ext uri="{FF2B5EF4-FFF2-40B4-BE49-F238E27FC236}">
                <a16:creationId xmlns:a16="http://schemas.microsoft.com/office/drawing/2014/main" id="{78ED7320-5E6A-4B87-AAFA-8DCD27D36FA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20142" name="Rectangle: Rounded Corners 1581615348">
            <a:extLst xmlns:a="http://schemas.openxmlformats.org/drawingml/2006/main">
              <a:ext uri="{FF2B5EF4-FFF2-40B4-BE49-F238E27FC236}">
                <a16:creationId xmlns:a16="http://schemas.microsoft.com/office/drawing/2014/main" id="{13D6946F-7C56-4D41-B365-C47754F4509D}"/>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665738037" name="Rectangle: Rounded Corners 143885393">
            <a:extLst xmlns:a="http://schemas.openxmlformats.org/drawingml/2006/main">
              <a:ext uri="{FF2B5EF4-FFF2-40B4-BE49-F238E27FC236}">
                <a16:creationId xmlns:a16="http://schemas.microsoft.com/office/drawing/2014/main" id="{633C2E3D-D18C-47F1-9C42-9A1573BB453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370245753" name="Rectangle 310012483">
            <a:extLst xmlns:a="http://schemas.openxmlformats.org/drawingml/2006/main">
              <a:ext uri="{FF2B5EF4-FFF2-40B4-BE49-F238E27FC236}">
                <a16:creationId xmlns:a16="http://schemas.microsoft.com/office/drawing/2014/main" id="{6E1CEA2F-CA14-462B-A5DA-F6E779394F4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68466103" name="Rectangle 131870986">
            <a:extLst xmlns:a="http://schemas.openxmlformats.org/drawingml/2006/main">
              <a:ext uri="{FF2B5EF4-FFF2-40B4-BE49-F238E27FC236}">
                <a16:creationId xmlns:a16="http://schemas.microsoft.com/office/drawing/2014/main" id="{5C4CA776-ADF2-490A-8350-5A9D0633DC9A}"/>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73507528" name="Rectangle 2042090532">
            <a:extLst xmlns:a="http://schemas.openxmlformats.org/drawingml/2006/main">
              <a:ext uri="{FF2B5EF4-FFF2-40B4-BE49-F238E27FC236}">
                <a16:creationId xmlns:a16="http://schemas.microsoft.com/office/drawing/2014/main" id="{8B6CDCAB-122A-4EA0-8373-27966BAC06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spTree>
    <p:extLst>
      <p:ext uri="{BB962C8B-B14F-4D97-AF65-F5344CB8AC3E}">
        <p14:creationId xmlns:p14="http://schemas.microsoft.com/office/powerpoint/2010/main" val="541275311"/>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84702" name="Rectangle 1747625471">
            <a:extLst xmlns:a="http://schemas.openxmlformats.org/drawingml/2006/main">
              <a:ext uri="{FF2B5EF4-FFF2-40B4-BE49-F238E27FC236}">
                <a16:creationId xmlns:a16="http://schemas.microsoft.com/office/drawing/2014/main" id="{A8DE1C83-B35E-4582-A263-452DC83FDA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016219417" name="Rectangle 1692741899">
            <a:extLst xmlns:a="http://schemas.openxmlformats.org/drawingml/2006/main">
              <a:ext uri="{FF2B5EF4-FFF2-40B4-BE49-F238E27FC236}">
                <a16:creationId xmlns:a16="http://schemas.microsoft.com/office/drawing/2014/main" id="{0BD7289C-59DC-435C-AFFE-0609DCB1DF2B}"/>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10735771" name="Rectangle: Rounded Corners 258575892">
            <a:extLst xmlns:a="http://schemas.openxmlformats.org/drawingml/2006/main">
              <a:ext uri="{FF2B5EF4-FFF2-40B4-BE49-F238E27FC236}">
                <a16:creationId xmlns:a16="http://schemas.microsoft.com/office/drawing/2014/main" id="{955891C6-5C24-490D-88B4-D29675A128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250084" name="Rectangle: Rounded Corners 1069258196">
            <a:extLst xmlns:a="http://schemas.openxmlformats.org/drawingml/2006/main">
              <a:ext uri="{FF2B5EF4-FFF2-40B4-BE49-F238E27FC236}">
                <a16:creationId xmlns:a16="http://schemas.microsoft.com/office/drawing/2014/main" id="{365B24B0-17CA-4694-B861-CA770589F1DD}"/>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38769081" name="Rectangle: Rounded Corners 1837153769">
            <a:extLst xmlns:a="http://schemas.openxmlformats.org/drawingml/2006/main">
              <a:ext uri="{FF2B5EF4-FFF2-40B4-BE49-F238E27FC236}">
                <a16:creationId xmlns:a16="http://schemas.microsoft.com/office/drawing/2014/main" id="{1C84056D-9A96-4B45-A4D1-BA56D84B1A3B}"/>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513483528" name="Rectangle: Rounded Corners 744058578">
            <a:extLst xmlns:a="http://schemas.openxmlformats.org/drawingml/2006/main">
              <a:ext uri="{FF2B5EF4-FFF2-40B4-BE49-F238E27FC236}">
                <a16:creationId xmlns:a16="http://schemas.microsoft.com/office/drawing/2014/main" id="{9E459727-783E-4DF4-9D3B-0821778181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423776452" name="Rectangle 1294874812">
            <a:extLst xmlns:a="http://schemas.openxmlformats.org/drawingml/2006/main">
              <a:ext uri="{FF2B5EF4-FFF2-40B4-BE49-F238E27FC236}">
                <a16:creationId xmlns:a16="http://schemas.microsoft.com/office/drawing/2014/main" id="{22C095F2-88C3-48FA-BBF3-A33D29FB654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080901958" name="Rectangle 1106276676">
            <a:extLst xmlns:a="http://schemas.openxmlformats.org/drawingml/2006/main">
              <a:ext uri="{FF2B5EF4-FFF2-40B4-BE49-F238E27FC236}">
                <a16:creationId xmlns:a16="http://schemas.microsoft.com/office/drawing/2014/main" id="{B1DCBB79-4205-49F7-B307-0C288EA59DB8}"/>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214682244" name="Rectangle 1479918333">
            <a:extLst xmlns:a="http://schemas.openxmlformats.org/drawingml/2006/main">
              <a:ext uri="{FF2B5EF4-FFF2-40B4-BE49-F238E27FC236}">
                <a16:creationId xmlns:a16="http://schemas.microsoft.com/office/drawing/2014/main" id="{B96CF05A-79A0-4C1B-9DA2-B37EAB5C99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pic>
        <p:nvPicPr>
          <p:cNvPr id="204325009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25a27cce0e554f97"/>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565649965"/>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34977" name="Rectangle 935271156">
            <a:extLst xmlns:a="http://schemas.openxmlformats.org/drawingml/2006/main">
              <a:ext uri="{FF2B5EF4-FFF2-40B4-BE49-F238E27FC236}">
                <a16:creationId xmlns:a16="http://schemas.microsoft.com/office/drawing/2014/main" id="{F42E09CA-D614-4734-A39B-A8E80CFEAA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9687570" name="Rectangle 251777344">
            <a:extLst xmlns:a="http://schemas.openxmlformats.org/drawingml/2006/main">
              <a:ext uri="{FF2B5EF4-FFF2-40B4-BE49-F238E27FC236}">
                <a16:creationId xmlns:a16="http://schemas.microsoft.com/office/drawing/2014/main" id="{56A646FA-9DC1-44AC-823C-3E8F364B0F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552859768" name="Rectangle: Rounded Corners 1456392341">
            <a:extLst xmlns:a="http://schemas.openxmlformats.org/drawingml/2006/main">
              <a:ext uri="{FF2B5EF4-FFF2-40B4-BE49-F238E27FC236}">
                <a16:creationId xmlns:a16="http://schemas.microsoft.com/office/drawing/2014/main" id="{10D89912-0661-4E10-9DA7-0359DD05C6A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84024" name="Rectangle 1495975732">
            <a:extLst xmlns:a="http://schemas.openxmlformats.org/drawingml/2006/main">
              <a:ext uri="{FF2B5EF4-FFF2-40B4-BE49-F238E27FC236}">
                <a16:creationId xmlns:a16="http://schemas.microsoft.com/office/drawing/2014/main" id="{994F6721-0366-489E-ACA1-E4504F43A9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pic>
        <p:nvPicPr>
          <p:cNvPr id="205968757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cd7d09bfb89c4f2d"/>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908794212" name="diffusion-forward-label">
            <a:extLst xmlns:a="http://schemas.openxmlformats.org/drawingml/2006/main">
              <a:ext uri="{FF2B5EF4-FFF2-40B4-BE49-F238E27FC236}">
                <a16:creationId xmlns:a16="http://schemas.microsoft.com/office/drawing/2014/main" id="{7D969DE5-8D9B-4810-BBE4-8B874F86567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5065999" name="diffusion-reverse-label">
            <a:extLst xmlns:a="http://schemas.openxmlformats.org/drawingml/2006/main">
              <a:ext uri="{FF2B5EF4-FFF2-40B4-BE49-F238E27FC236}">
                <a16:creationId xmlns:a16="http://schemas.microsoft.com/office/drawing/2014/main" id="{51843F1E-F659-41E2-8C02-EA0E4A44BA1B}"/>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721002927"/>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595672" name="Rectangle 550399601">
            <a:extLst xmlns:a="http://schemas.openxmlformats.org/drawingml/2006/main">
              <a:ext uri="{FF2B5EF4-FFF2-40B4-BE49-F238E27FC236}">
                <a16:creationId xmlns:a16="http://schemas.microsoft.com/office/drawing/2014/main" id="{8E641719-809A-4A37-B77C-29A043F1D04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84143414" name="Rectangle 882538346">
            <a:extLst xmlns:a="http://schemas.openxmlformats.org/drawingml/2006/main">
              <a:ext uri="{FF2B5EF4-FFF2-40B4-BE49-F238E27FC236}">
                <a16:creationId xmlns:a16="http://schemas.microsoft.com/office/drawing/2014/main" id="{88C964BD-DB24-4D8C-94C8-A1A5487955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006552099" name="Rectangle: Rounded Corners 1990867235">
            <a:extLst xmlns:a="http://schemas.openxmlformats.org/drawingml/2006/main">
              <a:ext uri="{FF2B5EF4-FFF2-40B4-BE49-F238E27FC236}">
                <a16:creationId xmlns:a16="http://schemas.microsoft.com/office/drawing/2014/main" id="{D7837560-DA13-4145-B0F3-F13D73001B6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3947651" name="Rectangle 9623160">
            <a:extLst xmlns:a="http://schemas.openxmlformats.org/drawingml/2006/main">
              <a:ext uri="{FF2B5EF4-FFF2-40B4-BE49-F238E27FC236}">
                <a16:creationId xmlns:a16="http://schemas.microsoft.com/office/drawing/2014/main" id="{76BB7136-D4D1-4B2E-BB3E-349BE98FB1AE}"/>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570145466" name="Rectangle: Rounded Corners 114855872">
            <a:extLst xmlns:a="http://schemas.openxmlformats.org/drawingml/2006/main">
              <a:ext uri="{FF2B5EF4-FFF2-40B4-BE49-F238E27FC236}">
                <a16:creationId xmlns:a16="http://schemas.microsoft.com/office/drawing/2014/main" id="{79ED3D5E-CB8D-45AB-8DA6-8A86A569DC6D}"/>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9422228" name="Rectangle: Rounded Corners 734158913">
            <a:extLst xmlns:a="http://schemas.openxmlformats.org/drawingml/2006/main">
              <a:ext uri="{FF2B5EF4-FFF2-40B4-BE49-F238E27FC236}">
                <a16:creationId xmlns:a16="http://schemas.microsoft.com/office/drawing/2014/main" id="{E98DC909-E0E7-4B45-BF36-BF5C57F8020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91666433" name="Rectangle: Rounded Corners 1596678256">
            <a:extLst xmlns:a="http://schemas.openxmlformats.org/drawingml/2006/main">
              <a:ext uri="{FF2B5EF4-FFF2-40B4-BE49-F238E27FC236}">
                <a16:creationId xmlns:a16="http://schemas.microsoft.com/office/drawing/2014/main" id="{6132856B-081B-4280-B993-D0F66BDA9DF0}"/>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69250106" name="Rectangle: Rounded Corners 2059288131">
            <a:extLst xmlns:a="http://schemas.openxmlformats.org/drawingml/2006/main">
              <a:ext uri="{FF2B5EF4-FFF2-40B4-BE49-F238E27FC236}">
                <a16:creationId xmlns:a16="http://schemas.microsoft.com/office/drawing/2014/main" id="{3FC4944B-A1C0-4124-92F5-B3E194BD74CB}"/>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0929791" name="Rectangle: Rounded Corners 1010991302">
            <a:extLst xmlns:a="http://schemas.openxmlformats.org/drawingml/2006/main">
              <a:ext uri="{FF2B5EF4-FFF2-40B4-BE49-F238E27FC236}">
                <a16:creationId xmlns:a16="http://schemas.microsoft.com/office/drawing/2014/main" id="{7338B35C-23BD-4DBC-BA8C-64C422FBF7D8}"/>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17866550" name="Rectangle: Rounded Corners 1730168992">
            <a:extLst xmlns:a="http://schemas.openxmlformats.org/drawingml/2006/main">
              <a:ext uri="{FF2B5EF4-FFF2-40B4-BE49-F238E27FC236}">
                <a16:creationId xmlns:a16="http://schemas.microsoft.com/office/drawing/2014/main" id="{68C58D76-3D8C-4526-B6BD-F16913A9AFAB}"/>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23690" name="Straight Connector 427538637">
            <a:extLst xmlns:a="http://schemas.openxmlformats.org/drawingml/2006/main">
              <a:ext uri="{FF2B5EF4-FFF2-40B4-BE49-F238E27FC236}">
                <a16:creationId xmlns:a16="http://schemas.microsoft.com/office/drawing/2014/main" id="{F2580709-C2D4-4549-9BC7-4DD7D38E17A6}"/>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7491722" name="Rectangle 317775176">
            <a:extLst xmlns:a="http://schemas.openxmlformats.org/drawingml/2006/main">
              <a:ext uri="{FF2B5EF4-FFF2-40B4-BE49-F238E27FC236}">
                <a16:creationId xmlns:a16="http://schemas.microsoft.com/office/drawing/2014/main" id="{94E95041-D027-4F73-AADC-BB36E337D09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324686999" name="Rectangle: Rounded Corners 947755655">
            <a:extLst xmlns:a="http://schemas.openxmlformats.org/drawingml/2006/main">
              <a:ext uri="{FF2B5EF4-FFF2-40B4-BE49-F238E27FC236}">
                <a16:creationId xmlns:a16="http://schemas.microsoft.com/office/drawing/2014/main" id="{A5D6E557-AB94-4D0F-9875-DA99E46FDF7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412496507" name="Rectangle: Rounded Corners 1310797679">
            <a:extLst xmlns:a="http://schemas.openxmlformats.org/drawingml/2006/main">
              <a:ext uri="{FF2B5EF4-FFF2-40B4-BE49-F238E27FC236}">
                <a16:creationId xmlns:a16="http://schemas.microsoft.com/office/drawing/2014/main" id="{87135A5E-5526-4390-9F3A-3FC4841FC2B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8461715" name="Rectangle: Rounded Corners 1996140323">
            <a:extLst xmlns:a="http://schemas.openxmlformats.org/drawingml/2006/main">
              <a:ext uri="{FF2B5EF4-FFF2-40B4-BE49-F238E27FC236}">
                <a16:creationId xmlns:a16="http://schemas.microsoft.com/office/drawing/2014/main" id="{28A7B90F-0C62-4C53-B5B1-146401969419}"/>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1692971" name="Rectangle: Rounded Corners 242163070">
            <a:extLst xmlns:a="http://schemas.openxmlformats.org/drawingml/2006/main">
              <a:ext uri="{FF2B5EF4-FFF2-40B4-BE49-F238E27FC236}">
                <a16:creationId xmlns:a16="http://schemas.microsoft.com/office/drawing/2014/main" id="{648DE457-539C-43CD-B086-159BD4FEDD08}"/>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9601257" name="Rectangle: Rounded Corners 787924439">
            <a:extLst xmlns:a="http://schemas.openxmlformats.org/drawingml/2006/main">
              <a:ext uri="{FF2B5EF4-FFF2-40B4-BE49-F238E27FC236}">
                <a16:creationId xmlns:a16="http://schemas.microsoft.com/office/drawing/2014/main" id="{E7A5A4F0-1CED-418A-A9CA-020432EADAD9}"/>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4379640" name="Rectangle: Rounded Corners 2036973233">
            <a:extLst xmlns:a="http://schemas.openxmlformats.org/drawingml/2006/main">
              <a:ext uri="{FF2B5EF4-FFF2-40B4-BE49-F238E27FC236}">
                <a16:creationId xmlns:a16="http://schemas.microsoft.com/office/drawing/2014/main" id="{EE4E464F-B1DD-4409-80F0-F2984CE10A6A}"/>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5703060" name="Straight Connector 2017847098">
            <a:extLst xmlns:a="http://schemas.openxmlformats.org/drawingml/2006/main">
              <a:ext uri="{FF2B5EF4-FFF2-40B4-BE49-F238E27FC236}">
                <a16:creationId xmlns:a16="http://schemas.microsoft.com/office/drawing/2014/main" id="{4C3D3140-2AA9-4555-96DC-6046D726B0AA}"/>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47314" name="Rectangle 420069148">
            <a:extLst xmlns:a="http://schemas.openxmlformats.org/drawingml/2006/main">
              <a:ext uri="{FF2B5EF4-FFF2-40B4-BE49-F238E27FC236}">
                <a16:creationId xmlns:a16="http://schemas.microsoft.com/office/drawing/2014/main" id="{A1062060-6CBD-4A0D-AA23-45C872CB14E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60384354" name="Rectangle: Rounded Corners 1532010383">
            <a:extLst xmlns:a="http://schemas.openxmlformats.org/drawingml/2006/main">
              <a:ext uri="{FF2B5EF4-FFF2-40B4-BE49-F238E27FC236}">
                <a16:creationId xmlns:a16="http://schemas.microsoft.com/office/drawing/2014/main" id="{98451752-EC18-4E1D-89D3-8A3C4D762BB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56205831" name="Rectangle: Rounded Corners 1983276117">
            <a:extLst xmlns:a="http://schemas.openxmlformats.org/drawingml/2006/main">
              <a:ext uri="{FF2B5EF4-FFF2-40B4-BE49-F238E27FC236}">
                <a16:creationId xmlns:a16="http://schemas.microsoft.com/office/drawing/2014/main" id="{A0764383-949D-46C4-9157-9170C7E081C2}"/>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2117735204" name="Rectangle: Rounded Corners 1047163946">
            <a:extLst xmlns:a="http://schemas.openxmlformats.org/drawingml/2006/main">
              <a:ext uri="{FF2B5EF4-FFF2-40B4-BE49-F238E27FC236}">
                <a16:creationId xmlns:a16="http://schemas.microsoft.com/office/drawing/2014/main" id="{B5C6963D-88DB-43F1-99F7-E154DB1B7B60}"/>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89866220" name="Rectangle: Rounded Corners 523171807">
            <a:extLst xmlns:a="http://schemas.openxmlformats.org/drawingml/2006/main">
              <a:ext uri="{FF2B5EF4-FFF2-40B4-BE49-F238E27FC236}">
                <a16:creationId xmlns:a16="http://schemas.microsoft.com/office/drawing/2014/main" id="{3C52074F-00E8-4E46-BB11-B580FC6C738A}"/>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9873304" name="Rectangle: Rounded Corners 752356456">
            <a:extLst xmlns:a="http://schemas.openxmlformats.org/drawingml/2006/main">
              <a:ext uri="{FF2B5EF4-FFF2-40B4-BE49-F238E27FC236}">
                <a16:creationId xmlns:a16="http://schemas.microsoft.com/office/drawing/2014/main" id="{38C5DBBD-BEF1-40C1-B4F5-83495510DCD0}"/>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8921965" name="Rectangle: Rounded Corners 816374805">
            <a:extLst xmlns:a="http://schemas.openxmlformats.org/drawingml/2006/main">
              <a:ext uri="{FF2B5EF4-FFF2-40B4-BE49-F238E27FC236}">
                <a16:creationId xmlns:a16="http://schemas.microsoft.com/office/drawing/2014/main" id="{009A44FF-6F35-4D65-A3C5-BF200DE1F717}"/>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85950759" name="Straight Connector 1386166301">
            <a:extLst xmlns:a="http://schemas.openxmlformats.org/drawingml/2006/main">
              <a:ext uri="{FF2B5EF4-FFF2-40B4-BE49-F238E27FC236}">
                <a16:creationId xmlns:a16="http://schemas.microsoft.com/office/drawing/2014/main" id="{B78ECBB8-8523-4626-B742-66EEA059DCEF}"/>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834924" name="Rectangle 1180679312">
            <a:extLst xmlns:a="http://schemas.openxmlformats.org/drawingml/2006/main">
              <a:ext uri="{FF2B5EF4-FFF2-40B4-BE49-F238E27FC236}">
                <a16:creationId xmlns:a16="http://schemas.microsoft.com/office/drawing/2014/main" id="{9E5BF213-96AB-4934-845C-2D6717631BD8}"/>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896091422" name="Rectangle: Rounded Corners 1119801345">
            <a:extLst xmlns:a="http://schemas.openxmlformats.org/drawingml/2006/main">
              <a:ext uri="{FF2B5EF4-FFF2-40B4-BE49-F238E27FC236}">
                <a16:creationId xmlns:a16="http://schemas.microsoft.com/office/drawing/2014/main" id="{1B07BB59-DFE9-42E6-BFC4-9373F8826EFE}"/>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45307255" name="Rectangle: Rounded Corners 563472098">
            <a:extLst xmlns:a="http://schemas.openxmlformats.org/drawingml/2006/main">
              <a:ext uri="{FF2B5EF4-FFF2-40B4-BE49-F238E27FC236}">
                <a16:creationId xmlns:a16="http://schemas.microsoft.com/office/drawing/2014/main" id="{2900E140-5706-4167-898B-DF5692364C9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36121749" name="Rectangle: Rounded Corners 1869507790">
            <a:extLst xmlns:a="http://schemas.openxmlformats.org/drawingml/2006/main">
              <a:ext uri="{FF2B5EF4-FFF2-40B4-BE49-F238E27FC236}">
                <a16:creationId xmlns:a16="http://schemas.microsoft.com/office/drawing/2014/main" id="{55544428-D4E6-4A1A-99EC-9180E80D362A}"/>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18750256" name="Rectangle: Rounded Corners 2113559938">
            <a:extLst xmlns:a="http://schemas.openxmlformats.org/drawingml/2006/main">
              <a:ext uri="{FF2B5EF4-FFF2-40B4-BE49-F238E27FC236}">
                <a16:creationId xmlns:a16="http://schemas.microsoft.com/office/drawing/2014/main" id="{627B0A85-A905-4D24-9258-4DDDF7F911CC}"/>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052806808" name="Rectangle: Rounded Corners 274418513">
            <a:extLst xmlns:a="http://schemas.openxmlformats.org/drawingml/2006/main">
              <a:ext uri="{FF2B5EF4-FFF2-40B4-BE49-F238E27FC236}">
                <a16:creationId xmlns:a16="http://schemas.microsoft.com/office/drawing/2014/main" id="{17110CDF-1BEC-42C7-84C3-3B1CF4A07FB6}"/>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23545948" name="Rectangle: Rounded Corners 1941550636">
            <a:extLst xmlns:a="http://schemas.openxmlformats.org/drawingml/2006/main">
              <a:ext uri="{FF2B5EF4-FFF2-40B4-BE49-F238E27FC236}">
                <a16:creationId xmlns:a16="http://schemas.microsoft.com/office/drawing/2014/main" id="{C81472E7-7A6D-4AB9-A745-BC67DE38DBAE}"/>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556608" name="Rectangle 1798355039">
            <a:extLst xmlns:a="http://schemas.openxmlformats.org/drawingml/2006/main">
              <a:ext uri="{FF2B5EF4-FFF2-40B4-BE49-F238E27FC236}">
                <a16:creationId xmlns:a16="http://schemas.microsoft.com/office/drawing/2014/main" id="{181DD9FB-63AE-4A3A-9F90-A12F8FFAE72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66253327" name="Rectangle 1161886986">
            <a:extLst xmlns:a="http://schemas.openxmlformats.org/drawingml/2006/main">
              <a:ext uri="{FF2B5EF4-FFF2-40B4-BE49-F238E27FC236}">
                <a16:creationId xmlns:a16="http://schemas.microsoft.com/office/drawing/2014/main" id="{ECB18E33-6C0B-4B38-8710-CF777F9223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
        <p:nvSpPr>
          <p:cNvPr id="1903150300" name="mercury-example-divider">
            <a:extLst xmlns:a="http://schemas.openxmlformats.org/drawingml/2006/main">
              <a:ext uri="{FF2B5EF4-FFF2-40B4-BE49-F238E27FC236}">
                <a16:creationId xmlns:a16="http://schemas.microsoft.com/office/drawing/2014/main" id="{889312FB-08D8-438B-AB81-E85C90EF7EC5}"/>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31995" name="mercury-example-label">
            <a:extLst xmlns:a="http://schemas.openxmlformats.org/drawingml/2006/main">
              <a:ext uri="{FF2B5EF4-FFF2-40B4-BE49-F238E27FC236}">
                <a16:creationId xmlns:a16="http://schemas.microsoft.com/office/drawing/2014/main" id="{5E9F2D42-F042-4DA9-9EFC-C9EB09CF5A5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540893740" name="mercury-2-link">
            <a:extLst xmlns:a="http://schemas.openxmlformats.org/drawingml/2006/main">
              <a:ext uri="{FF2B5EF4-FFF2-40B4-BE49-F238E27FC236}">
                <a16:creationId xmlns:a16="http://schemas.microsoft.com/office/drawing/2014/main" id="{7487A5BE-CA97-47A8-9CC9-8D537CAEC938}"/>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3ff944b8ed294bd1"/>
              </a:rPr>
              <a:t>Transformer dLLM</a:t>
            </a:r>
          </a:p>
        </p:txBody>
      </p:sp>
      <p:sp>
        <p:nvSpPr>
          <p:cNvPr id="1480712135" name="mercury-example-description">
            <a:extLst xmlns:a="http://schemas.openxmlformats.org/drawingml/2006/main">
              <a:ext uri="{FF2B5EF4-FFF2-40B4-BE49-F238E27FC236}">
                <a16:creationId xmlns:a16="http://schemas.microsoft.com/office/drawing/2014/main" id="{44748A8B-8452-41DE-B0DB-D39CB5B0B56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009418506" name="mercury-example-contrast">
            <a:extLst xmlns:a="http://schemas.openxmlformats.org/drawingml/2006/main">
              <a:ext uri="{FF2B5EF4-FFF2-40B4-BE49-F238E27FC236}">
                <a16:creationId xmlns:a16="http://schemas.microsoft.com/office/drawing/2014/main" id="{6D04653E-0BC8-4BD8-B54B-3056951F7615}"/>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483950687"/>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269500" name="Rectangle 1487198538">
            <a:extLst xmlns:a="http://schemas.openxmlformats.org/drawingml/2006/main">
              <a:ext uri="{FF2B5EF4-FFF2-40B4-BE49-F238E27FC236}">
                <a16:creationId xmlns:a16="http://schemas.microsoft.com/office/drawing/2014/main" id="{53F94408-C109-4303-8D19-A5FB164EB4D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949321846" name="Rectangle 1518038747">
            <a:extLst xmlns:a="http://schemas.openxmlformats.org/drawingml/2006/main">
              <a:ext uri="{FF2B5EF4-FFF2-40B4-BE49-F238E27FC236}">
                <a16:creationId xmlns:a16="http://schemas.microsoft.com/office/drawing/2014/main" id="{CB8F4827-4480-4F75-9DB3-964F7D03F8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378770264" name="Rectangle: Rounded Corners 1531743003">
            <a:extLst xmlns:a="http://schemas.openxmlformats.org/drawingml/2006/main">
              <a:ext uri="{FF2B5EF4-FFF2-40B4-BE49-F238E27FC236}">
                <a16:creationId xmlns:a16="http://schemas.microsoft.com/office/drawing/2014/main" id="{3BD241D2-331A-4FD1-BCF6-03C25871EFA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866398" name="Rectangle: Rounded Corners 369702881">
            <a:extLst xmlns:a="http://schemas.openxmlformats.org/drawingml/2006/main">
              <a:ext uri="{FF2B5EF4-FFF2-40B4-BE49-F238E27FC236}">
                <a16:creationId xmlns:a16="http://schemas.microsoft.com/office/drawing/2014/main" id="{6A5F5717-5B08-4F5A-9B65-1EAD12AE48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321456941" name="Rectangle 1197178350">
            <a:extLst xmlns:a="http://schemas.openxmlformats.org/drawingml/2006/main">
              <a:ext uri="{FF2B5EF4-FFF2-40B4-BE49-F238E27FC236}">
                <a16:creationId xmlns:a16="http://schemas.microsoft.com/office/drawing/2014/main" id="{0BDACE92-9924-4463-89FE-DB72DCFFB97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2106265502" name="Rectangle: Rounded Corners 1914676260">
            <a:extLst xmlns:a="http://schemas.openxmlformats.org/drawingml/2006/main">
              <a:ext uri="{FF2B5EF4-FFF2-40B4-BE49-F238E27FC236}">
                <a16:creationId xmlns:a16="http://schemas.microsoft.com/office/drawing/2014/main" id="{BCC8E616-7252-4997-9E2D-E0626965F91A}"/>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43427003" name="Rectangle: Rounded Corners 58582831">
            <a:extLst xmlns:a="http://schemas.openxmlformats.org/drawingml/2006/main">
              <a:ext uri="{FF2B5EF4-FFF2-40B4-BE49-F238E27FC236}">
                <a16:creationId xmlns:a16="http://schemas.microsoft.com/office/drawing/2014/main" id="{51EE2926-66FF-4517-8EFA-5AD882E46AF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00395599" name="Rectangle: Rounded Corners 1580617481">
            <a:extLst xmlns:a="http://schemas.openxmlformats.org/drawingml/2006/main">
              <a:ext uri="{FF2B5EF4-FFF2-40B4-BE49-F238E27FC236}">
                <a16:creationId xmlns:a16="http://schemas.microsoft.com/office/drawing/2014/main" id="{81ED22F9-4009-49AA-820B-B07DF6F2216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7825101" name="Rectangle: Rounded Corners 1783142644">
            <a:extLst xmlns:a="http://schemas.openxmlformats.org/drawingml/2006/main">
              <a:ext uri="{FF2B5EF4-FFF2-40B4-BE49-F238E27FC236}">
                <a16:creationId xmlns:a16="http://schemas.microsoft.com/office/drawing/2014/main" id="{B681F937-23D6-475C-B322-4CC15A6BFC43}"/>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382476" name="Rectangle 1697788859">
            <a:extLst xmlns:a="http://schemas.openxmlformats.org/drawingml/2006/main">
              <a:ext uri="{FF2B5EF4-FFF2-40B4-BE49-F238E27FC236}">
                <a16:creationId xmlns:a16="http://schemas.microsoft.com/office/drawing/2014/main" id="{4C8DA351-3A68-4221-9A5D-664B5F6B22D8}"/>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081150418" name="Rectangle: Rounded Corners 1686198037">
            <a:extLst xmlns:a="http://schemas.openxmlformats.org/drawingml/2006/main">
              <a:ext uri="{FF2B5EF4-FFF2-40B4-BE49-F238E27FC236}">
                <a16:creationId xmlns:a16="http://schemas.microsoft.com/office/drawing/2014/main" id="{2262CD93-69CE-4196-8BAA-0643DD0FA54D}"/>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680609730" name="Rectangle 1556928439">
            <a:extLst xmlns:a="http://schemas.openxmlformats.org/drawingml/2006/main">
              <a:ext uri="{FF2B5EF4-FFF2-40B4-BE49-F238E27FC236}">
                <a16:creationId xmlns:a16="http://schemas.microsoft.com/office/drawing/2014/main" id="{06A46265-A68B-4655-9FAB-4CEB53F62F95}"/>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242269966" name="Straight Connector 170693198">
            <a:extLst xmlns:a="http://schemas.openxmlformats.org/drawingml/2006/main">
              <a:ext uri="{FF2B5EF4-FFF2-40B4-BE49-F238E27FC236}">
                <a16:creationId xmlns:a16="http://schemas.microsoft.com/office/drawing/2014/main" id="{33671361-BCA8-4B93-AD4D-7C3A005CA185}"/>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645027" name="Straight Connector 2021615088">
            <a:extLst xmlns:a="http://schemas.openxmlformats.org/drawingml/2006/main">
              <a:ext uri="{FF2B5EF4-FFF2-40B4-BE49-F238E27FC236}">
                <a16:creationId xmlns:a16="http://schemas.microsoft.com/office/drawing/2014/main" id="{C56F1D58-30DA-4B37-AF64-C671964BDDD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5831961" name="Rectangle 1396476378">
            <a:extLst xmlns:a="http://schemas.openxmlformats.org/drawingml/2006/main">
              <a:ext uri="{FF2B5EF4-FFF2-40B4-BE49-F238E27FC236}">
                <a16:creationId xmlns:a16="http://schemas.microsoft.com/office/drawing/2014/main" id="{48DB25CE-06D0-45F4-93D0-1301828BBEDD}"/>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707978559" name="Rectangle: Rounded Corners 910307424">
            <a:extLst xmlns:a="http://schemas.openxmlformats.org/drawingml/2006/main">
              <a:ext uri="{FF2B5EF4-FFF2-40B4-BE49-F238E27FC236}">
                <a16:creationId xmlns:a16="http://schemas.microsoft.com/office/drawing/2014/main" id="{77AB3C31-D9D0-429F-9D2D-3A869C3C67E3}"/>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76938748" name="Rectangle: Rounded Corners 760188915">
            <a:extLst xmlns:a="http://schemas.openxmlformats.org/drawingml/2006/main">
              <a:ext uri="{FF2B5EF4-FFF2-40B4-BE49-F238E27FC236}">
                <a16:creationId xmlns:a16="http://schemas.microsoft.com/office/drawing/2014/main" id="{1807F066-256B-4368-BFC4-18247E8C197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429851459" name="Rectangle: Rounded Corners 1604029254">
            <a:extLst xmlns:a="http://schemas.openxmlformats.org/drawingml/2006/main">
              <a:ext uri="{FF2B5EF4-FFF2-40B4-BE49-F238E27FC236}">
                <a16:creationId xmlns:a16="http://schemas.microsoft.com/office/drawing/2014/main" id="{D459F5A2-29AA-4CCE-9243-BD335C9C88BA}"/>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3993235" name="Rectangle 583346847">
            <a:extLst xmlns:a="http://schemas.openxmlformats.org/drawingml/2006/main">
              <a:ext uri="{FF2B5EF4-FFF2-40B4-BE49-F238E27FC236}">
                <a16:creationId xmlns:a16="http://schemas.microsoft.com/office/drawing/2014/main" id="{02EC8BB3-86F9-404C-B20F-E2C0B30D757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034170726" name="Rectangle: Rounded Corners 5957980">
            <a:extLst xmlns:a="http://schemas.openxmlformats.org/drawingml/2006/main">
              <a:ext uri="{FF2B5EF4-FFF2-40B4-BE49-F238E27FC236}">
                <a16:creationId xmlns:a16="http://schemas.microsoft.com/office/drawing/2014/main" id="{9BC1CA67-D154-4338-8366-FA8F6B1EBCD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10679512" name="Rectangle: Rounded Corners 410294816">
            <a:extLst xmlns:a="http://schemas.openxmlformats.org/drawingml/2006/main">
              <a:ext uri="{FF2B5EF4-FFF2-40B4-BE49-F238E27FC236}">
                <a16:creationId xmlns:a16="http://schemas.microsoft.com/office/drawing/2014/main" id="{F1CC9429-E02B-4785-9452-60586794CFF2}"/>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814474748" name="Straight Connector 1668590987">
            <a:extLst xmlns:a="http://schemas.openxmlformats.org/drawingml/2006/main">
              <a:ext uri="{FF2B5EF4-FFF2-40B4-BE49-F238E27FC236}">
                <a16:creationId xmlns:a16="http://schemas.microsoft.com/office/drawing/2014/main" id="{357C16FD-6298-4A9D-96EC-D8BA76A7D21E}"/>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71169" name="Rectangle 1956440405">
            <a:extLst xmlns:a="http://schemas.openxmlformats.org/drawingml/2006/main">
              <a:ext uri="{FF2B5EF4-FFF2-40B4-BE49-F238E27FC236}">
                <a16:creationId xmlns:a16="http://schemas.microsoft.com/office/drawing/2014/main" id="{61EEF3C6-C791-452A-8377-D088E9F59E15}"/>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95442149" name="Rectangle 918919992">
            <a:extLst xmlns:a="http://schemas.openxmlformats.org/drawingml/2006/main">
              <a:ext uri="{FF2B5EF4-FFF2-40B4-BE49-F238E27FC236}">
                <a16:creationId xmlns:a16="http://schemas.microsoft.com/office/drawing/2014/main" id="{2D8106E4-7F0C-4955-913D-B8F68CF12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869156994"/>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8676520" name="Rectangle 1682307419">
            <a:extLst xmlns:a="http://schemas.openxmlformats.org/drawingml/2006/main">
              <a:ext uri="{FF2B5EF4-FFF2-40B4-BE49-F238E27FC236}">
                <a16:creationId xmlns:a16="http://schemas.microsoft.com/office/drawing/2014/main" id="{B095019E-9FFB-441E-9A11-692C2C954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99642123" name="Rectangle 1048423222">
            <a:extLst xmlns:a="http://schemas.openxmlformats.org/drawingml/2006/main">
              <a:ext uri="{FF2B5EF4-FFF2-40B4-BE49-F238E27FC236}">
                <a16:creationId xmlns:a16="http://schemas.microsoft.com/office/drawing/2014/main" id="{47370D96-B704-4B11-ACF1-4A51209239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396021629" name="Rectangle 1821451500">
            <a:extLst xmlns:a="http://schemas.openxmlformats.org/drawingml/2006/main">
              <a:ext uri="{FF2B5EF4-FFF2-40B4-BE49-F238E27FC236}">
                <a16:creationId xmlns:a16="http://schemas.microsoft.com/office/drawing/2014/main" id="{BBF9F097-C050-4203-BF59-21375EAA0FE4}"/>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106221566" name="Rectangle: Rounded Corners 1912787708">
            <a:extLst xmlns:a="http://schemas.openxmlformats.org/drawingml/2006/main">
              <a:ext uri="{FF2B5EF4-FFF2-40B4-BE49-F238E27FC236}">
                <a16:creationId xmlns:a16="http://schemas.microsoft.com/office/drawing/2014/main" id="{563CB4EA-5920-4C77-B1EC-E322242485BD}"/>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441494" name="Rectangle 698160899">
            <a:extLst xmlns:a="http://schemas.openxmlformats.org/drawingml/2006/main">
              <a:ext uri="{FF2B5EF4-FFF2-40B4-BE49-F238E27FC236}">
                <a16:creationId xmlns:a16="http://schemas.microsoft.com/office/drawing/2014/main" id="{7FC136A9-F202-4B12-B99E-46C3A50F10BA}"/>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942488164" name="Straight Connector 820052219">
            <a:extLst xmlns:a="http://schemas.openxmlformats.org/drawingml/2006/main">
              <a:ext uri="{FF2B5EF4-FFF2-40B4-BE49-F238E27FC236}">
                <a16:creationId xmlns:a16="http://schemas.microsoft.com/office/drawing/2014/main" id="{4807F093-220B-4BD2-875B-662046AC7E04}"/>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4214" name="Rectangle: Rounded Corners 1977383084">
            <a:extLst xmlns:a="http://schemas.openxmlformats.org/drawingml/2006/main">
              <a:ext uri="{FF2B5EF4-FFF2-40B4-BE49-F238E27FC236}">
                <a16:creationId xmlns:a16="http://schemas.microsoft.com/office/drawing/2014/main" id="{A4146C1E-505D-4505-A24D-D3F295FCE5E7}"/>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246087" name="Rectangle: Rounded Corners 1598161198">
            <a:extLst xmlns:a="http://schemas.openxmlformats.org/drawingml/2006/main">
              <a:ext uri="{FF2B5EF4-FFF2-40B4-BE49-F238E27FC236}">
                <a16:creationId xmlns:a16="http://schemas.microsoft.com/office/drawing/2014/main" id="{7476C1EF-1A1C-4C1E-B758-55A6DEF81D7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06333" name="Rectangle: Rounded Corners 1558195880">
            <a:extLst xmlns:a="http://schemas.openxmlformats.org/drawingml/2006/main">
              <a:ext uri="{FF2B5EF4-FFF2-40B4-BE49-F238E27FC236}">
                <a16:creationId xmlns:a16="http://schemas.microsoft.com/office/drawing/2014/main" id="{3A8FBC53-8164-4612-9AD5-A595B5A759A4}"/>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309280" name="Rectangle: Rounded Corners 521701979">
            <a:extLst xmlns:a="http://schemas.openxmlformats.org/drawingml/2006/main">
              <a:ext uri="{FF2B5EF4-FFF2-40B4-BE49-F238E27FC236}">
                <a16:creationId xmlns:a16="http://schemas.microsoft.com/office/drawing/2014/main" id="{836E61D8-0D24-4536-8F96-B6476D4AFD74}"/>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92091" name="Rectangle: Rounded Corners 1995606132">
            <a:extLst xmlns:a="http://schemas.openxmlformats.org/drawingml/2006/main">
              <a:ext uri="{FF2B5EF4-FFF2-40B4-BE49-F238E27FC236}">
                <a16:creationId xmlns:a16="http://schemas.microsoft.com/office/drawing/2014/main" id="{33A29D50-CD63-406C-93AE-A2431693223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647921" name="Rectangle 1524836487">
            <a:extLst xmlns:a="http://schemas.openxmlformats.org/drawingml/2006/main">
              <a:ext uri="{FF2B5EF4-FFF2-40B4-BE49-F238E27FC236}">
                <a16:creationId xmlns:a16="http://schemas.microsoft.com/office/drawing/2014/main" id="{2B350A30-ED28-42B0-A87E-EBB66276012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52283881" name="Rectangle 2124862657">
            <a:extLst xmlns:a="http://schemas.openxmlformats.org/drawingml/2006/main">
              <a:ext uri="{FF2B5EF4-FFF2-40B4-BE49-F238E27FC236}">
                <a16:creationId xmlns:a16="http://schemas.microsoft.com/office/drawing/2014/main" id="{46F3055B-43CE-486B-A09C-3007ED1EE389}"/>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10702538" name="Rectangle 8219971">
            <a:extLst xmlns:a="http://schemas.openxmlformats.org/drawingml/2006/main">
              <a:ext uri="{FF2B5EF4-FFF2-40B4-BE49-F238E27FC236}">
                <a16:creationId xmlns:a16="http://schemas.microsoft.com/office/drawing/2014/main" id="{E4685241-4E94-44E7-A3E7-60C28D1240C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44359105" name="Rectangle: Rounded Corners 1401385986">
            <a:extLst xmlns:a="http://schemas.openxmlformats.org/drawingml/2006/main">
              <a:ext uri="{FF2B5EF4-FFF2-40B4-BE49-F238E27FC236}">
                <a16:creationId xmlns:a16="http://schemas.microsoft.com/office/drawing/2014/main" id="{BCDBF1E1-9DE6-4619-8073-0FE772A8D18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854943" name="Oval 2082712540">
            <a:extLst xmlns:a="http://schemas.openxmlformats.org/drawingml/2006/main">
              <a:ext uri="{FF2B5EF4-FFF2-40B4-BE49-F238E27FC236}">
                <a16:creationId xmlns:a16="http://schemas.microsoft.com/office/drawing/2014/main" id="{C800BCBE-D704-4FE3-B264-4B7598972461}"/>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256909" name="Oval 1800286295">
            <a:extLst xmlns:a="http://schemas.openxmlformats.org/drawingml/2006/main">
              <a:ext uri="{FF2B5EF4-FFF2-40B4-BE49-F238E27FC236}">
                <a16:creationId xmlns:a16="http://schemas.microsoft.com/office/drawing/2014/main" id="{2626EA10-9768-4789-BBF1-2AA91487A498}"/>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818478" name="Straight Connector 1377652961">
            <a:extLst xmlns:a="http://schemas.openxmlformats.org/drawingml/2006/main">
              <a:ext uri="{FF2B5EF4-FFF2-40B4-BE49-F238E27FC236}">
                <a16:creationId xmlns:a16="http://schemas.microsoft.com/office/drawing/2014/main" id="{66E82C0B-8290-4005-AF4D-8C46945A9FE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789072" name="Oval 1129487082">
            <a:extLst xmlns:a="http://schemas.openxmlformats.org/drawingml/2006/main">
              <a:ext uri="{FF2B5EF4-FFF2-40B4-BE49-F238E27FC236}">
                <a16:creationId xmlns:a16="http://schemas.microsoft.com/office/drawing/2014/main" id="{E4CDEE62-4CE1-4E48-B5E9-1A5B6751A53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995598" name="Straight Connector 1835573147">
            <a:extLst xmlns:a="http://schemas.openxmlformats.org/drawingml/2006/main">
              <a:ext uri="{FF2B5EF4-FFF2-40B4-BE49-F238E27FC236}">
                <a16:creationId xmlns:a16="http://schemas.microsoft.com/office/drawing/2014/main" id="{7D1CF523-EE03-4213-AF4A-E84AD40FBAC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818147" name="Oval 1354002711">
            <a:extLst xmlns:a="http://schemas.openxmlformats.org/drawingml/2006/main">
              <a:ext uri="{FF2B5EF4-FFF2-40B4-BE49-F238E27FC236}">
                <a16:creationId xmlns:a16="http://schemas.microsoft.com/office/drawing/2014/main" id="{31BDBE8A-8028-4155-82A8-52590E21EDDE}"/>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8403252" name="Straight Connector 1642711494">
            <a:extLst xmlns:a="http://schemas.openxmlformats.org/drawingml/2006/main">
              <a:ext uri="{FF2B5EF4-FFF2-40B4-BE49-F238E27FC236}">
                <a16:creationId xmlns:a16="http://schemas.microsoft.com/office/drawing/2014/main" id="{18AD54BC-11D3-415B-879C-BD43B4F0FBA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52497" name="Oval 1162477815">
            <a:extLst xmlns:a="http://schemas.openxmlformats.org/drawingml/2006/main">
              <a:ext uri="{FF2B5EF4-FFF2-40B4-BE49-F238E27FC236}">
                <a16:creationId xmlns:a16="http://schemas.microsoft.com/office/drawing/2014/main" id="{0C9145E0-6844-4EE1-8380-738C179AE68E}"/>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009826" name="Straight Connector 754093467">
            <a:extLst xmlns:a="http://schemas.openxmlformats.org/drawingml/2006/main">
              <a:ext uri="{FF2B5EF4-FFF2-40B4-BE49-F238E27FC236}">
                <a16:creationId xmlns:a16="http://schemas.microsoft.com/office/drawing/2014/main" id="{3761D559-75BF-4FA0-8AE4-8C270D39AB9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881071" name="Oval 926903494">
            <a:extLst xmlns:a="http://schemas.openxmlformats.org/drawingml/2006/main">
              <a:ext uri="{FF2B5EF4-FFF2-40B4-BE49-F238E27FC236}">
                <a16:creationId xmlns:a16="http://schemas.microsoft.com/office/drawing/2014/main" id="{FF7635B0-F0D2-4EBD-9B4A-0AE012940DA1}"/>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380076" name="Straight Connector 1314704656">
            <a:extLst xmlns:a="http://schemas.openxmlformats.org/drawingml/2006/main">
              <a:ext uri="{FF2B5EF4-FFF2-40B4-BE49-F238E27FC236}">
                <a16:creationId xmlns:a16="http://schemas.microsoft.com/office/drawing/2014/main" id="{F29A145E-F5F5-47E7-836D-297CE022FE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1415501" name="Oval 297993689">
            <a:extLst xmlns:a="http://schemas.openxmlformats.org/drawingml/2006/main">
              <a:ext uri="{FF2B5EF4-FFF2-40B4-BE49-F238E27FC236}">
                <a16:creationId xmlns:a16="http://schemas.microsoft.com/office/drawing/2014/main" id="{D7E72AAE-FC68-4F8F-B05E-450DFB3D0D6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024953" name="Straight Connector 1869335124">
            <a:extLst xmlns:a="http://schemas.openxmlformats.org/drawingml/2006/main">
              <a:ext uri="{FF2B5EF4-FFF2-40B4-BE49-F238E27FC236}">
                <a16:creationId xmlns:a16="http://schemas.microsoft.com/office/drawing/2014/main" id="{A15B4D47-C720-4DF0-898F-23E2D5B0C52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776799" name="Rectangle 1902597770">
            <a:extLst xmlns:a="http://schemas.openxmlformats.org/drawingml/2006/main">
              <a:ext uri="{FF2B5EF4-FFF2-40B4-BE49-F238E27FC236}">
                <a16:creationId xmlns:a16="http://schemas.microsoft.com/office/drawing/2014/main" id="{108AF4DA-E632-4AD6-96A6-CCE59F4711C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69901887" name="Rectangle 1200483564">
            <a:extLst xmlns:a="http://schemas.openxmlformats.org/drawingml/2006/main">
              <a:ext uri="{FF2B5EF4-FFF2-40B4-BE49-F238E27FC236}">
                <a16:creationId xmlns:a16="http://schemas.microsoft.com/office/drawing/2014/main" id="{C284EA60-BACD-4289-836E-307C0D6C0EB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156388016" name="Rectangle 713949086">
            <a:extLst xmlns:a="http://schemas.openxmlformats.org/drawingml/2006/main">
              <a:ext uri="{FF2B5EF4-FFF2-40B4-BE49-F238E27FC236}">
                <a16:creationId xmlns:a16="http://schemas.microsoft.com/office/drawing/2014/main" id="{872F7B60-8F8B-483E-98E2-B92C3933E609}"/>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672750009" name="Rectangle: Rounded Corners 731916211">
            <a:extLst xmlns:a="http://schemas.openxmlformats.org/drawingml/2006/main">
              <a:ext uri="{FF2B5EF4-FFF2-40B4-BE49-F238E27FC236}">
                <a16:creationId xmlns:a16="http://schemas.microsoft.com/office/drawing/2014/main" id="{8868A4A5-6042-4575-B138-E020A9F9D809}"/>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84263" name="Oval 1174154410">
            <a:extLst xmlns:a="http://schemas.openxmlformats.org/drawingml/2006/main">
              <a:ext uri="{FF2B5EF4-FFF2-40B4-BE49-F238E27FC236}">
                <a16:creationId xmlns:a16="http://schemas.microsoft.com/office/drawing/2014/main" id="{8623B91B-7AA1-498F-AFA1-03EE3AE8986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301782" name="Oval 125293162">
            <a:extLst xmlns:a="http://schemas.openxmlformats.org/drawingml/2006/main">
              <a:ext uri="{FF2B5EF4-FFF2-40B4-BE49-F238E27FC236}">
                <a16:creationId xmlns:a16="http://schemas.microsoft.com/office/drawing/2014/main" id="{D7864FB6-2866-4A2A-BE4F-814B55F6228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140482" name="Oval 1712601375">
            <a:extLst xmlns:a="http://schemas.openxmlformats.org/drawingml/2006/main">
              <a:ext uri="{FF2B5EF4-FFF2-40B4-BE49-F238E27FC236}">
                <a16:creationId xmlns:a16="http://schemas.microsoft.com/office/drawing/2014/main" id="{68E0FC91-8A63-4A4C-8C76-FC158420A73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46262" name="Straight Connector 361292721">
            <a:extLst xmlns:a="http://schemas.openxmlformats.org/drawingml/2006/main">
              <a:ext uri="{FF2B5EF4-FFF2-40B4-BE49-F238E27FC236}">
                <a16:creationId xmlns:a16="http://schemas.microsoft.com/office/drawing/2014/main" id="{39D88D8D-B2BF-41A0-AB81-884E0250130C}"/>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317471" name="Straight Connector 1216392229">
            <a:extLst xmlns:a="http://schemas.openxmlformats.org/drawingml/2006/main">
              <a:ext uri="{FF2B5EF4-FFF2-40B4-BE49-F238E27FC236}">
                <a16:creationId xmlns:a16="http://schemas.microsoft.com/office/drawing/2014/main" id="{E5CE9060-1080-40BF-97B7-7E9990F1C18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557044" name="Rectangle 1760216901">
            <a:extLst xmlns:a="http://schemas.openxmlformats.org/drawingml/2006/main">
              <a:ext uri="{FF2B5EF4-FFF2-40B4-BE49-F238E27FC236}">
                <a16:creationId xmlns:a16="http://schemas.microsoft.com/office/drawing/2014/main" id="{38136C78-CBC9-44CF-A5FE-53B709F3CA0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853592033" name="Rectangle 1432423854">
            <a:extLst xmlns:a="http://schemas.openxmlformats.org/drawingml/2006/main">
              <a:ext uri="{FF2B5EF4-FFF2-40B4-BE49-F238E27FC236}">
                <a16:creationId xmlns:a16="http://schemas.microsoft.com/office/drawing/2014/main" id="{E3A2B3E0-F376-47D0-9A07-783B880CC8CE}"/>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39154465" name="Rectangle 1426602610">
            <a:extLst xmlns:a="http://schemas.openxmlformats.org/drawingml/2006/main">
              <a:ext uri="{FF2B5EF4-FFF2-40B4-BE49-F238E27FC236}">
                <a16:creationId xmlns:a16="http://schemas.microsoft.com/office/drawing/2014/main" id="{11991ABE-3382-430C-B7F5-F6ACB1AC40E7}"/>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711373571" name="Rectangle: Rounded Corners 1132936319">
            <a:extLst xmlns:a="http://schemas.openxmlformats.org/drawingml/2006/main">
              <a:ext uri="{FF2B5EF4-FFF2-40B4-BE49-F238E27FC236}">
                <a16:creationId xmlns:a16="http://schemas.microsoft.com/office/drawing/2014/main" id="{479542EB-6C9B-472C-9961-ADF3A3499E8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7256273" name="Oval 848102302">
            <a:extLst xmlns:a="http://schemas.openxmlformats.org/drawingml/2006/main">
              <a:ext uri="{FF2B5EF4-FFF2-40B4-BE49-F238E27FC236}">
                <a16:creationId xmlns:a16="http://schemas.microsoft.com/office/drawing/2014/main" id="{A028C7D4-F349-4E4B-8A6B-3091E4D50772}"/>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817614" name="Straight Connector 2140277386">
            <a:extLst xmlns:a="http://schemas.openxmlformats.org/drawingml/2006/main">
              <a:ext uri="{FF2B5EF4-FFF2-40B4-BE49-F238E27FC236}">
                <a16:creationId xmlns:a16="http://schemas.microsoft.com/office/drawing/2014/main" id="{6F17339D-15E9-4855-A314-2F2977B6B421}"/>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5356722" name="Straight Connector 546058830">
            <a:extLst xmlns:a="http://schemas.openxmlformats.org/drawingml/2006/main">
              <a:ext uri="{FF2B5EF4-FFF2-40B4-BE49-F238E27FC236}">
                <a16:creationId xmlns:a16="http://schemas.microsoft.com/office/drawing/2014/main" id="{C902406B-1342-4E78-9E5D-C6D357E409A8}"/>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570911" name="Straight Connector 634911421">
            <a:extLst xmlns:a="http://schemas.openxmlformats.org/drawingml/2006/main">
              <a:ext uri="{FF2B5EF4-FFF2-40B4-BE49-F238E27FC236}">
                <a16:creationId xmlns:a16="http://schemas.microsoft.com/office/drawing/2014/main" id="{BBBB6404-B470-4339-9A93-E17ED76AC04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902409" name="Rectangle 253059330">
            <a:extLst xmlns:a="http://schemas.openxmlformats.org/drawingml/2006/main">
              <a:ext uri="{FF2B5EF4-FFF2-40B4-BE49-F238E27FC236}">
                <a16:creationId xmlns:a16="http://schemas.microsoft.com/office/drawing/2014/main" id="{2B36CB98-51A9-4280-A4E3-B726C99623A6}"/>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652146693" name="Rectangle 1961211258">
            <a:extLst xmlns:a="http://schemas.openxmlformats.org/drawingml/2006/main">
              <a:ext uri="{FF2B5EF4-FFF2-40B4-BE49-F238E27FC236}">
                <a16:creationId xmlns:a16="http://schemas.microsoft.com/office/drawing/2014/main" id="{491CD363-9969-47B8-838C-EB1B7817034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424643849" name="Rectangle 902052220">
            <a:extLst xmlns:a="http://schemas.openxmlformats.org/drawingml/2006/main">
              <a:ext uri="{FF2B5EF4-FFF2-40B4-BE49-F238E27FC236}">
                <a16:creationId xmlns:a16="http://schemas.microsoft.com/office/drawing/2014/main" id="{1B37870E-D899-4E84-B333-9FF2DB9523E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87660731" name="Rectangle 110604859">
            <a:extLst xmlns:a="http://schemas.openxmlformats.org/drawingml/2006/main">
              <a:ext uri="{FF2B5EF4-FFF2-40B4-BE49-F238E27FC236}">
                <a16:creationId xmlns:a16="http://schemas.microsoft.com/office/drawing/2014/main" id="{85E5428C-C41B-4DFB-8CE2-F374C506C4F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17401590" name="Rectangle 1570659082">
            <a:extLst xmlns:a="http://schemas.openxmlformats.org/drawingml/2006/main">
              <a:ext uri="{FF2B5EF4-FFF2-40B4-BE49-F238E27FC236}">
                <a16:creationId xmlns:a16="http://schemas.microsoft.com/office/drawing/2014/main" id="{FAD911E7-ACB1-494C-8B20-659F965614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50592868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729727" name="Rectangle 1748329787">
            <a:extLst xmlns:a="http://schemas.openxmlformats.org/drawingml/2006/main">
              <a:ext uri="{FF2B5EF4-FFF2-40B4-BE49-F238E27FC236}">
                <a16:creationId xmlns:a16="http://schemas.microsoft.com/office/drawing/2014/main" id="{3C91B5E4-4521-41AE-B087-54CEB15CDD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12873635" name="Rectangle 1611343531">
            <a:extLst xmlns:a="http://schemas.openxmlformats.org/drawingml/2006/main">
              <a:ext uri="{FF2B5EF4-FFF2-40B4-BE49-F238E27FC236}">
                <a16:creationId xmlns:a16="http://schemas.microsoft.com/office/drawing/2014/main" id="{B02F4AC2-ED8B-4336-AF88-746C3008A68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751517814" name="Rectangle: Rounded Corners 1015940866">
            <a:extLst xmlns:a="http://schemas.openxmlformats.org/drawingml/2006/main">
              <a:ext uri="{FF2B5EF4-FFF2-40B4-BE49-F238E27FC236}">
                <a16:creationId xmlns:a16="http://schemas.microsoft.com/office/drawing/2014/main" id="{324392FE-4CDC-4F2D-B047-A266300F9BA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587124" name="Rectangle: Rounded Corners 1808652943">
            <a:extLst xmlns:a="http://schemas.openxmlformats.org/drawingml/2006/main">
              <a:ext uri="{FF2B5EF4-FFF2-40B4-BE49-F238E27FC236}">
                <a16:creationId xmlns:a16="http://schemas.microsoft.com/office/drawing/2014/main" id="{16D013B8-1E9E-4D56-8172-0F15BDAFF9B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3744125" name="Rectangle: Rounded Corners 1081078089">
            <a:extLst xmlns:a="http://schemas.openxmlformats.org/drawingml/2006/main">
              <a:ext uri="{FF2B5EF4-FFF2-40B4-BE49-F238E27FC236}">
                <a16:creationId xmlns:a16="http://schemas.microsoft.com/office/drawing/2014/main" id="{99142529-B05D-4F77-A8E3-E156BBD44F1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198928" name="Rectangle: Rounded Corners 492680344">
            <a:extLst xmlns:a="http://schemas.openxmlformats.org/drawingml/2006/main">
              <a:ext uri="{FF2B5EF4-FFF2-40B4-BE49-F238E27FC236}">
                <a16:creationId xmlns:a16="http://schemas.microsoft.com/office/drawing/2014/main" id="{89830BA2-E65F-4EFC-97AA-6A83C51FD615}"/>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9094" name="Rectangle: Rounded Corners 1482722514">
            <a:extLst xmlns:a="http://schemas.openxmlformats.org/drawingml/2006/main">
              <a:ext uri="{FF2B5EF4-FFF2-40B4-BE49-F238E27FC236}">
                <a16:creationId xmlns:a16="http://schemas.microsoft.com/office/drawing/2014/main" id="{BFE01C45-5268-4924-87D8-37B1DDC06EA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289433" name="Rectangle: Rounded Corners 121026446">
            <a:extLst xmlns:a="http://schemas.openxmlformats.org/drawingml/2006/main">
              <a:ext uri="{FF2B5EF4-FFF2-40B4-BE49-F238E27FC236}">
                <a16:creationId xmlns:a16="http://schemas.microsoft.com/office/drawing/2014/main" id="{42751D7C-0ED9-4FC7-A3C7-ED393AAE47C7}"/>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414417" name="Rectangle 163980103">
            <a:extLst xmlns:a="http://schemas.openxmlformats.org/drawingml/2006/main">
              <a:ext uri="{FF2B5EF4-FFF2-40B4-BE49-F238E27FC236}">
                <a16:creationId xmlns:a16="http://schemas.microsoft.com/office/drawing/2014/main" id="{DEA7395E-BB81-4CCC-9C22-92A8EA55143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28422417" name="Rectangle 693850306">
            <a:extLst xmlns:a="http://schemas.openxmlformats.org/drawingml/2006/main">
              <a:ext uri="{FF2B5EF4-FFF2-40B4-BE49-F238E27FC236}">
                <a16:creationId xmlns:a16="http://schemas.microsoft.com/office/drawing/2014/main" id="{8C695063-0DE2-47F3-BC93-4ED82ED83014}"/>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39896726" name="Straight Connector 1622472842">
            <a:extLst xmlns:a="http://schemas.openxmlformats.org/drawingml/2006/main">
              <a:ext uri="{FF2B5EF4-FFF2-40B4-BE49-F238E27FC236}">
                <a16:creationId xmlns:a16="http://schemas.microsoft.com/office/drawing/2014/main" id="{25363AF7-9E5F-4131-89D3-89562ED09570}"/>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870088" name="Rectangle: Rounded Corners 1311020404">
            <a:extLst xmlns:a="http://schemas.openxmlformats.org/drawingml/2006/main">
              <a:ext uri="{FF2B5EF4-FFF2-40B4-BE49-F238E27FC236}">
                <a16:creationId xmlns:a16="http://schemas.microsoft.com/office/drawing/2014/main" id="{7E6C97F1-0649-4D4B-8509-06A603B76706}"/>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3379131" name="Rectangle 481459380">
            <a:extLst xmlns:a="http://schemas.openxmlformats.org/drawingml/2006/main">
              <a:ext uri="{FF2B5EF4-FFF2-40B4-BE49-F238E27FC236}">
                <a16:creationId xmlns:a16="http://schemas.microsoft.com/office/drawing/2014/main" id="{2FAC4386-9B54-4430-8F92-2D916CA5FB5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616986619" name="Rectangle: Rounded Corners 1942037177">
            <a:extLst xmlns:a="http://schemas.openxmlformats.org/drawingml/2006/main">
              <a:ext uri="{FF2B5EF4-FFF2-40B4-BE49-F238E27FC236}">
                <a16:creationId xmlns:a16="http://schemas.microsoft.com/office/drawing/2014/main" id="{B4E62916-7606-4CF6-BA24-A970A97158B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243918615" name="Rectangle: Rounded Corners 75602190">
            <a:extLst xmlns:a="http://schemas.openxmlformats.org/drawingml/2006/main">
              <a:ext uri="{FF2B5EF4-FFF2-40B4-BE49-F238E27FC236}">
                <a16:creationId xmlns:a16="http://schemas.microsoft.com/office/drawing/2014/main" id="{C9B1F1E1-7063-4E71-B00F-22E41A9154C6}"/>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2078300024" name="Rectangle: Rounded Corners 1789658254">
            <a:extLst xmlns:a="http://schemas.openxmlformats.org/drawingml/2006/main">
              <a:ext uri="{FF2B5EF4-FFF2-40B4-BE49-F238E27FC236}">
                <a16:creationId xmlns:a16="http://schemas.microsoft.com/office/drawing/2014/main" id="{867B5760-F5F2-401B-9CCB-C5E5ACD96C0F}"/>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69826939" name="Rectangle: Rounded Corners 1953288476">
            <a:extLst xmlns:a="http://schemas.openxmlformats.org/drawingml/2006/main">
              <a:ext uri="{FF2B5EF4-FFF2-40B4-BE49-F238E27FC236}">
                <a16:creationId xmlns:a16="http://schemas.microsoft.com/office/drawing/2014/main" id="{D14302F1-F6A4-418E-81CD-BFA7711A49C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221146221" name="Straight Connector 319643796">
            <a:extLst xmlns:a="http://schemas.openxmlformats.org/drawingml/2006/main">
              <a:ext uri="{FF2B5EF4-FFF2-40B4-BE49-F238E27FC236}">
                <a16:creationId xmlns:a16="http://schemas.microsoft.com/office/drawing/2014/main" id="{CA5669FF-1EC6-473E-9311-D1D732C3A924}"/>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694730" name="Rectangle: Rounded Corners 647942513">
            <a:extLst xmlns:a="http://schemas.openxmlformats.org/drawingml/2006/main">
              <a:ext uri="{FF2B5EF4-FFF2-40B4-BE49-F238E27FC236}">
                <a16:creationId xmlns:a16="http://schemas.microsoft.com/office/drawing/2014/main" id="{DBA12995-E572-4A08-964B-096A9BDCB654}"/>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2160596" name="Rectangle: Rounded Corners 636131648">
            <a:extLst xmlns:a="http://schemas.openxmlformats.org/drawingml/2006/main">
              <a:ext uri="{FF2B5EF4-FFF2-40B4-BE49-F238E27FC236}">
                <a16:creationId xmlns:a16="http://schemas.microsoft.com/office/drawing/2014/main" id="{2BBE4460-8CDF-47BF-ABCF-BB9675C77E3A}"/>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031911" name="Rectangle: Rounded Corners 261513705">
            <a:extLst xmlns:a="http://schemas.openxmlformats.org/drawingml/2006/main">
              <a:ext uri="{FF2B5EF4-FFF2-40B4-BE49-F238E27FC236}">
                <a16:creationId xmlns:a16="http://schemas.microsoft.com/office/drawing/2014/main" id="{566DBC3B-C5D3-46EE-8C7D-7426114E339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517145" name="Rectangle 1466779702">
            <a:extLst xmlns:a="http://schemas.openxmlformats.org/drawingml/2006/main">
              <a:ext uri="{FF2B5EF4-FFF2-40B4-BE49-F238E27FC236}">
                <a16:creationId xmlns:a16="http://schemas.microsoft.com/office/drawing/2014/main" id="{E1213E61-21B9-4DC0-AC28-5EEC8C473F5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733116628" name="Rectangle 2140567318">
            <a:extLst xmlns:a="http://schemas.openxmlformats.org/drawingml/2006/main">
              <a:ext uri="{FF2B5EF4-FFF2-40B4-BE49-F238E27FC236}">
                <a16:creationId xmlns:a16="http://schemas.microsoft.com/office/drawing/2014/main" id="{45FB249B-AB42-42E5-A5AC-27B878C5E5B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75541271" name="Rectangle 800090932">
            <a:extLst xmlns:a="http://schemas.openxmlformats.org/drawingml/2006/main">
              <a:ext uri="{FF2B5EF4-FFF2-40B4-BE49-F238E27FC236}">
                <a16:creationId xmlns:a16="http://schemas.microsoft.com/office/drawing/2014/main" id="{BB93EFF7-42DA-4F32-9C42-075DE8725DCA}"/>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123258681" name="Oval 663275864">
            <a:extLst xmlns:a="http://schemas.openxmlformats.org/drawingml/2006/main">
              <a:ext uri="{FF2B5EF4-FFF2-40B4-BE49-F238E27FC236}">
                <a16:creationId xmlns:a16="http://schemas.microsoft.com/office/drawing/2014/main" id="{5FEE9496-453C-48F3-BDB0-2DB72CF3D2E9}"/>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940364" name="Oval 302896655">
            <a:extLst xmlns:a="http://schemas.openxmlformats.org/drawingml/2006/main">
              <a:ext uri="{FF2B5EF4-FFF2-40B4-BE49-F238E27FC236}">
                <a16:creationId xmlns:a16="http://schemas.microsoft.com/office/drawing/2014/main" id="{6C348D28-FDAD-4E66-AC7C-637114D8266E}"/>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2605" name="Oval 1173073258">
            <a:extLst xmlns:a="http://schemas.openxmlformats.org/drawingml/2006/main">
              <a:ext uri="{FF2B5EF4-FFF2-40B4-BE49-F238E27FC236}">
                <a16:creationId xmlns:a16="http://schemas.microsoft.com/office/drawing/2014/main" id="{133611F6-C4E8-46AF-9A65-4EF8893ABFB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00043" name="Rectangle 1351287707">
            <a:extLst xmlns:a="http://schemas.openxmlformats.org/drawingml/2006/main">
              <a:ext uri="{FF2B5EF4-FFF2-40B4-BE49-F238E27FC236}">
                <a16:creationId xmlns:a16="http://schemas.microsoft.com/office/drawing/2014/main" id="{1C8DD353-452B-451D-8037-DDB627350D06}"/>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34108022" name="Rectangle 1523385386">
            <a:extLst xmlns:a="http://schemas.openxmlformats.org/drawingml/2006/main">
              <a:ext uri="{FF2B5EF4-FFF2-40B4-BE49-F238E27FC236}">
                <a16:creationId xmlns:a16="http://schemas.microsoft.com/office/drawing/2014/main" id="{5EBF299C-0865-41A9-A17A-B4D72A2CE2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Tree>
    <p:extLst>
      <p:ext uri="{BB962C8B-B14F-4D97-AF65-F5344CB8AC3E}">
        <p14:creationId xmlns:p14="http://schemas.microsoft.com/office/powerpoint/2010/main" val="164656297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2026-07-27T15:47:53.8450000Z</dcterms:created>
  <dcterms:modified xsi:type="dcterms:W3CDTF">2026-07-27T15:47:53.8450000Z</dcterms:modified>
</coreProperties>
</file>