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bin" ContentType="image/webp"/>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c74551f8704ab9" /><Relationship Type="http://schemas.openxmlformats.org/officeDocument/2006/relationships/extended-properties" Target="/docProps/app.xml" Id="R60c4e459393542ec" /><Relationship Type="http://schemas.openxmlformats.org/officeDocument/2006/relationships/officeDocument" Target="/ppt/presentation.xml" Id="Re7497fb672954a6e" /></Relationships>
</file>

<file path=ppt/presentation.xml><?xml version="1.0" encoding="utf-8"?>
<p:presentation xmlns:p="http://schemas.openxmlformats.org/presentationml/2006/main">
  <p:sldMasterIdLst>
    <p:sldMasterId xmlns:r="http://schemas.openxmlformats.org/officeDocument/2006/relationships" id="2147483648" r:id="Rc4c65306e5204ccf"/>
  </p:sldMasterIdLst>
  <p:notesMasterIdLst>
    <p:notesMasterId xmlns:r="http://schemas.openxmlformats.org/officeDocument/2006/relationships" r:id="R6ad4a1e7cafe4058"/>
  </p:notesMasterIdLst>
  <p:sldIdLst>
    <p:sldId xmlns:r="http://schemas.openxmlformats.org/officeDocument/2006/relationships" id="256" r:id="Rdc80321c9ee74d8d"/>
    <p:sldId xmlns:r="http://schemas.openxmlformats.org/officeDocument/2006/relationships" id="257" r:id="Rd178a692680846ee"/>
    <p:sldId xmlns:r="http://schemas.openxmlformats.org/officeDocument/2006/relationships" id="258" r:id="Rc3fe9ed6e5084096"/>
    <p:sldId xmlns:r="http://schemas.openxmlformats.org/officeDocument/2006/relationships" id="259" r:id="Rc98957a081d8464a"/>
    <p:sldId xmlns:r="http://schemas.openxmlformats.org/officeDocument/2006/relationships" id="260" r:id="R6ecbe54c301a4eca"/>
    <p:sldId xmlns:r="http://schemas.openxmlformats.org/officeDocument/2006/relationships" id="261" r:id="R28851804420c48c2"/>
    <p:sldId xmlns:r="http://schemas.openxmlformats.org/officeDocument/2006/relationships" id="262" r:id="R7123366f94094ff9"/>
    <p:sldId xmlns:r="http://schemas.openxmlformats.org/officeDocument/2006/relationships" id="263" r:id="R453730c13f624a7f"/>
    <p:sldId xmlns:r="http://schemas.openxmlformats.org/officeDocument/2006/relationships" id="264" r:id="Rf62acc96f0c247f1"/>
    <p:sldId xmlns:r="http://schemas.openxmlformats.org/officeDocument/2006/relationships" id="265" r:id="Rb2c9ac435bdf4a2b"/>
    <p:sldId xmlns:r="http://schemas.openxmlformats.org/officeDocument/2006/relationships" id="266" r:id="R61cbedb7a4044fc2"/>
    <p:sldId xmlns:r="http://schemas.openxmlformats.org/officeDocument/2006/relationships" id="267" r:id="R03e0b6f6fb0a43d7"/>
    <p:sldId xmlns:r="http://schemas.openxmlformats.org/officeDocument/2006/relationships" id="268" r:id="R42d492198e554ce9"/>
    <p:sldId xmlns:r="http://schemas.openxmlformats.org/officeDocument/2006/relationships" id="269" r:id="R026ed1b16b2b4e0c"/>
    <p:sldId xmlns:r="http://schemas.openxmlformats.org/officeDocument/2006/relationships" id="270" r:id="R0354fd9d61174c95"/>
    <p:sldId xmlns:r="http://schemas.openxmlformats.org/officeDocument/2006/relationships" id="271" r:id="Rafd0e211107142be"/>
    <p:sldId xmlns:r="http://schemas.openxmlformats.org/officeDocument/2006/relationships" id="272" r:id="R8e2e1e10287647e9"/>
    <p:sldId xmlns:r="http://schemas.openxmlformats.org/officeDocument/2006/relationships" id="273" r:id="R9da8a8512fbd4ab5"/>
    <p:sldId xmlns:r="http://schemas.openxmlformats.org/officeDocument/2006/relationships" id="274" r:id="Reedf15a3c5d64f97"/>
    <p:sldId xmlns:r="http://schemas.openxmlformats.org/officeDocument/2006/relationships" id="275" r:id="R278bc188d88d4a6c"/>
    <p:sldId xmlns:r="http://schemas.openxmlformats.org/officeDocument/2006/relationships" id="276" r:id="Rde47bb9f64c6434a"/>
    <p:sldId xmlns:r="http://schemas.openxmlformats.org/officeDocument/2006/relationships" id="277" r:id="R579740b4d1724c9a"/>
    <p:sldId xmlns:r="http://schemas.openxmlformats.org/officeDocument/2006/relationships" id="278" r:id="R706befdcc5c6446d"/>
    <p:sldId xmlns:r="http://schemas.openxmlformats.org/officeDocument/2006/relationships" id="279" r:id="Rcd0b3d7980c9405f"/>
    <p:sldId xmlns:r="http://schemas.openxmlformats.org/officeDocument/2006/relationships" id="280" r:id="R094cec30d10b480c"/>
    <p:sldId xmlns:r="http://schemas.openxmlformats.org/officeDocument/2006/relationships" id="281" r:id="Ra410de8f45e34d34"/>
    <p:sldId xmlns:r="http://schemas.openxmlformats.org/officeDocument/2006/relationships" id="282" r:id="R1972ec999d214a80"/>
    <p:sldId xmlns:r="http://schemas.openxmlformats.org/officeDocument/2006/relationships" id="283" r:id="R6a1475f3d6e5441b"/>
    <p:sldId xmlns:r="http://schemas.openxmlformats.org/officeDocument/2006/relationships" id="284" r:id="Rd376e3099d894330"/>
    <p:sldId xmlns:r="http://schemas.openxmlformats.org/officeDocument/2006/relationships" id="285" r:id="Re14e6369c5684fa0"/>
    <p:sldId xmlns:r="http://schemas.openxmlformats.org/officeDocument/2006/relationships" id="286" r:id="R556566927b7e464b"/>
    <p:sldId xmlns:r="http://schemas.openxmlformats.org/officeDocument/2006/relationships" id="287" r:id="R8085c248872549ae"/>
    <p:sldId xmlns:r="http://schemas.openxmlformats.org/officeDocument/2006/relationships" id="288" r:id="Ra8e87c357fab426f"/>
    <p:sldId xmlns:r="http://schemas.openxmlformats.org/officeDocument/2006/relationships" id="289" r:id="Rf5b72beee97d4da5"/>
    <p:sldId xmlns:r="http://schemas.openxmlformats.org/officeDocument/2006/relationships" id="290" r:id="Rba6931ccdd724a11"/>
    <p:sldId xmlns:r="http://schemas.openxmlformats.org/officeDocument/2006/relationships" id="291" r:id="Rba0bac8366ef4d41"/>
    <p:sldId xmlns:r="http://schemas.openxmlformats.org/officeDocument/2006/relationships" id="292" r:id="R3b0e4ade8c6c47df"/>
    <p:sldId xmlns:r="http://schemas.openxmlformats.org/officeDocument/2006/relationships" id="293" r:id="R81e6cba5cadd4b81"/>
    <p:sldId xmlns:r="http://schemas.openxmlformats.org/officeDocument/2006/relationships" id="294" r:id="R7a4dc6425f56476b"/>
    <p:sldId xmlns:r="http://schemas.openxmlformats.org/officeDocument/2006/relationships" id="295" r:id="R4203e0f20b1a49a7"/>
    <p:sldId xmlns:r="http://schemas.openxmlformats.org/officeDocument/2006/relationships" id="296" r:id="R99382497039c41d8"/>
    <p:sldId xmlns:r="http://schemas.openxmlformats.org/officeDocument/2006/relationships" id="297" r:id="R579ecdef35a941ae"/>
    <p:sldId xmlns:r="http://schemas.openxmlformats.org/officeDocument/2006/relationships" id="298" r:id="Re9656f3c5b0048c9"/>
    <p:sldId xmlns:r="http://schemas.openxmlformats.org/officeDocument/2006/relationships" id="299" r:id="Rfa6587d6bdf740e8"/>
    <p:sldId xmlns:r="http://schemas.openxmlformats.org/officeDocument/2006/relationships" id="300" r:id="R27a7d6beb0a248ae"/>
    <p:sldId xmlns:r="http://schemas.openxmlformats.org/officeDocument/2006/relationships" id="301" r:id="R0d65ead83bba43fe"/>
    <p:sldId xmlns:r="http://schemas.openxmlformats.org/officeDocument/2006/relationships" id="302" r:id="Re7121621ccfd43c4"/>
    <p:sldId xmlns:r="http://schemas.openxmlformats.org/officeDocument/2006/relationships" id="303" r:id="Reea1350e57be43ca"/>
    <p:sldId xmlns:r="http://schemas.openxmlformats.org/officeDocument/2006/relationships" id="304" r:id="Rfeb126e7b76b4f48"/>
    <p:sldId xmlns:r="http://schemas.openxmlformats.org/officeDocument/2006/relationships" id="305" r:id="R65f3f29672194c81"/>
    <p:sldId xmlns:r="http://schemas.openxmlformats.org/officeDocument/2006/relationships" id="306" r:id="R60115f6a821c41e6"/>
    <p:sldId xmlns:r="http://schemas.openxmlformats.org/officeDocument/2006/relationships" id="307" r:id="R454158c3a95a4402"/>
    <p:sldId xmlns:r="http://schemas.openxmlformats.org/officeDocument/2006/relationships" id="308" r:id="R6a01bae94ce14d30"/>
    <p:sldId xmlns:r="http://schemas.openxmlformats.org/officeDocument/2006/relationships" id="309" r:id="Rc44d50831260424f"/>
    <p:sldId xmlns:r="http://schemas.openxmlformats.org/officeDocument/2006/relationships" id="310" r:id="R6f2ced1db5db432f"/>
    <p:sldId xmlns:r="http://schemas.openxmlformats.org/officeDocument/2006/relationships" id="311" r:id="R8518bb5853c94d50"/>
    <p:sldId xmlns:r="http://schemas.openxmlformats.org/officeDocument/2006/relationships" id="312" r:id="Rdc51016dde2b4bb4"/>
    <p:sldId xmlns:r="http://schemas.openxmlformats.org/officeDocument/2006/relationships" id="313" r:id="R83cb24228ff54072"/>
    <p:sldId xmlns:r="http://schemas.openxmlformats.org/officeDocument/2006/relationships" id="314" r:id="R9896325e84374f97"/>
    <p:sldId xmlns:r="http://schemas.openxmlformats.org/officeDocument/2006/relationships" id="315" r:id="R6bf1bc26b1d742b5"/>
    <p:sldId xmlns:r="http://schemas.openxmlformats.org/officeDocument/2006/relationships" id="316" r:id="Rd102af3c39b64c3d"/>
    <p:sldId xmlns:r="http://schemas.openxmlformats.org/officeDocument/2006/relationships" id="317" r:id="R79fb051aa47049a7"/>
    <p:sldId xmlns:r="http://schemas.openxmlformats.org/officeDocument/2006/relationships" id="318" r:id="R0957eec5cff74619"/>
    <p:sldId xmlns:r="http://schemas.openxmlformats.org/officeDocument/2006/relationships" id="319" r:id="R2b435abd3a57453e"/>
    <p:sldId xmlns:r="http://schemas.openxmlformats.org/officeDocument/2006/relationships" id="320" r:id="R99f92bd761e34a7c"/>
    <p:sldId xmlns:r="http://schemas.openxmlformats.org/officeDocument/2006/relationships" id="321" r:id="Rbeecab5fb5d44186"/>
    <p:sldId xmlns:r="http://schemas.openxmlformats.org/officeDocument/2006/relationships" id="322" r:id="R036e091001dd4c31"/>
    <p:sldId xmlns:r="http://schemas.openxmlformats.org/officeDocument/2006/relationships" id="323" r:id="R35d3de0a55a04342"/>
    <p:sldId xmlns:r="http://schemas.openxmlformats.org/officeDocument/2006/relationships" id="324" r:id="R81b4318c1e6a4ee5"/>
    <p:sldId xmlns:r="http://schemas.openxmlformats.org/officeDocument/2006/relationships" id="325" r:id="R305264b8e75e4b44"/>
    <p:sldId xmlns:r="http://schemas.openxmlformats.org/officeDocument/2006/relationships" id="326" r:id="R1409b8e5a72a4f9c"/>
    <p:sldId xmlns:r="http://schemas.openxmlformats.org/officeDocument/2006/relationships" id="327" r:id="Rce601437790547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efce02e022645b5" /><Relationship Type="http://schemas.openxmlformats.org/officeDocument/2006/relationships/slideMaster" Target="/ppt/slideMasters/slideMaster1.xml" Id="Rc4c65306e5204ccf" /><Relationship Type="http://schemas.openxmlformats.org/officeDocument/2006/relationships/notesMaster" Target="/ppt/notesMasters/notesMaster1.xml" Id="R6ad4a1e7cafe4058" /><Relationship Type="http://schemas.openxmlformats.org/officeDocument/2006/relationships/presProps" Target="/ppt/presProps.xml" Id="Ra044fd1bad964771" /><Relationship Type="http://schemas.openxmlformats.org/officeDocument/2006/relationships/viewProps" Target="/ppt/viewProps.xml" Id="R6219c4c6d8ef4686" /><Relationship Type="http://schemas.openxmlformats.org/officeDocument/2006/relationships/tableStyles" Target="/ppt/tableStyles.xml" Id="R3164a14fa8b04630" /><Relationship Type="http://schemas.openxmlformats.org/officeDocument/2006/relationships/slide" Target="/ppt/slides/slide1.xml" Id="Rdc80321c9ee74d8d" /><Relationship Type="http://schemas.openxmlformats.org/officeDocument/2006/relationships/slide" Target="/ppt/slides/slide2.xml" Id="Rd178a692680846ee" /><Relationship Type="http://schemas.openxmlformats.org/officeDocument/2006/relationships/slide" Target="/ppt/slides/slide3.xml" Id="Rc3fe9ed6e5084096" /><Relationship Type="http://schemas.openxmlformats.org/officeDocument/2006/relationships/slide" Target="/ppt/slides/slide4.xml" Id="Rc98957a081d8464a" /><Relationship Type="http://schemas.openxmlformats.org/officeDocument/2006/relationships/slide" Target="/ppt/slides/slide5.xml" Id="R6ecbe54c301a4eca" /><Relationship Type="http://schemas.openxmlformats.org/officeDocument/2006/relationships/slide" Target="/ppt/slides/slide6.xml" Id="R28851804420c48c2" /><Relationship Type="http://schemas.openxmlformats.org/officeDocument/2006/relationships/slide" Target="/ppt/slides/slide7.xml" Id="R7123366f94094ff9" /><Relationship Type="http://schemas.openxmlformats.org/officeDocument/2006/relationships/slide" Target="/ppt/slides/slide8.xml" Id="R453730c13f624a7f" /><Relationship Type="http://schemas.openxmlformats.org/officeDocument/2006/relationships/slide" Target="/ppt/slides/slide9.xml" Id="Rf62acc96f0c247f1" /><Relationship Type="http://schemas.openxmlformats.org/officeDocument/2006/relationships/slide" Target="/ppt/slides/slide10.xml" Id="Rb2c9ac435bdf4a2b" /><Relationship Type="http://schemas.openxmlformats.org/officeDocument/2006/relationships/slide" Target="/ppt/slides/slide11.xml" Id="R61cbedb7a4044fc2" /><Relationship Type="http://schemas.openxmlformats.org/officeDocument/2006/relationships/slide" Target="/ppt/slides/slide12.xml" Id="R03e0b6f6fb0a43d7" /><Relationship Type="http://schemas.openxmlformats.org/officeDocument/2006/relationships/slide" Target="/ppt/slides/slide13.xml" Id="R42d492198e554ce9" /><Relationship Type="http://schemas.openxmlformats.org/officeDocument/2006/relationships/slide" Target="/ppt/slides/slide14.xml" Id="R026ed1b16b2b4e0c" /><Relationship Type="http://schemas.openxmlformats.org/officeDocument/2006/relationships/slide" Target="/ppt/slides/slide15.xml" Id="R0354fd9d61174c95" /><Relationship Type="http://schemas.openxmlformats.org/officeDocument/2006/relationships/slide" Target="/ppt/slides/slide16.xml" Id="Rafd0e211107142be" /><Relationship Type="http://schemas.openxmlformats.org/officeDocument/2006/relationships/slide" Target="/ppt/slides/slide17.xml" Id="R8e2e1e10287647e9" /><Relationship Type="http://schemas.openxmlformats.org/officeDocument/2006/relationships/slide" Target="/ppt/slides/slide18.xml" Id="R9da8a8512fbd4ab5" /><Relationship Type="http://schemas.openxmlformats.org/officeDocument/2006/relationships/slide" Target="/ppt/slides/slide19.xml" Id="Reedf15a3c5d64f97" /><Relationship Type="http://schemas.openxmlformats.org/officeDocument/2006/relationships/slide" Target="/ppt/slides/slide20.xml" Id="R278bc188d88d4a6c" /><Relationship Type="http://schemas.openxmlformats.org/officeDocument/2006/relationships/slide" Target="/ppt/slides/slide21.xml" Id="Rde47bb9f64c6434a" /><Relationship Type="http://schemas.openxmlformats.org/officeDocument/2006/relationships/slide" Target="/ppt/slides/slide22.xml" Id="R579740b4d1724c9a" /><Relationship Type="http://schemas.openxmlformats.org/officeDocument/2006/relationships/slide" Target="/ppt/slides/slide23.xml" Id="R706befdcc5c6446d" /><Relationship Type="http://schemas.openxmlformats.org/officeDocument/2006/relationships/slide" Target="/ppt/slides/slide24.xml" Id="Rcd0b3d7980c9405f" /><Relationship Type="http://schemas.openxmlformats.org/officeDocument/2006/relationships/slide" Target="/ppt/slides/slide25.xml" Id="R094cec30d10b480c" /><Relationship Type="http://schemas.openxmlformats.org/officeDocument/2006/relationships/slide" Target="/ppt/slides/slide26.xml" Id="Ra410de8f45e34d34" /><Relationship Type="http://schemas.openxmlformats.org/officeDocument/2006/relationships/slide" Target="/ppt/slides/slide27.xml" Id="R1972ec999d214a80" /><Relationship Type="http://schemas.openxmlformats.org/officeDocument/2006/relationships/slide" Target="/ppt/slides/slide28.xml" Id="R6a1475f3d6e5441b" /><Relationship Type="http://schemas.openxmlformats.org/officeDocument/2006/relationships/slide" Target="/ppt/slides/slide29.xml" Id="Rd376e3099d894330" /><Relationship Type="http://schemas.openxmlformats.org/officeDocument/2006/relationships/slide" Target="/ppt/slides/slide30.xml" Id="Re14e6369c5684fa0" /><Relationship Type="http://schemas.openxmlformats.org/officeDocument/2006/relationships/slide" Target="/ppt/slides/slide31.xml" Id="R556566927b7e464b" /><Relationship Type="http://schemas.openxmlformats.org/officeDocument/2006/relationships/slide" Target="/ppt/slides/slide32.xml" Id="R8085c248872549ae" /><Relationship Type="http://schemas.openxmlformats.org/officeDocument/2006/relationships/slide" Target="/ppt/slides/slide33.xml" Id="Ra8e87c357fab426f" /><Relationship Type="http://schemas.openxmlformats.org/officeDocument/2006/relationships/slide" Target="/ppt/slides/slide34.xml" Id="Rf5b72beee97d4da5" /><Relationship Type="http://schemas.openxmlformats.org/officeDocument/2006/relationships/slide" Target="/ppt/slides/slide35.xml" Id="Rba6931ccdd724a11" /><Relationship Type="http://schemas.openxmlformats.org/officeDocument/2006/relationships/slide" Target="/ppt/slides/slide36.xml" Id="Rba0bac8366ef4d41" /><Relationship Type="http://schemas.openxmlformats.org/officeDocument/2006/relationships/slide" Target="/ppt/slides/slide37.xml" Id="R3b0e4ade8c6c47df" /><Relationship Type="http://schemas.openxmlformats.org/officeDocument/2006/relationships/slide" Target="/ppt/slides/slide38.xml" Id="R81e6cba5cadd4b81" /><Relationship Type="http://schemas.openxmlformats.org/officeDocument/2006/relationships/slide" Target="/ppt/slides/slide39.xml" Id="R7a4dc6425f56476b" /><Relationship Type="http://schemas.openxmlformats.org/officeDocument/2006/relationships/slide" Target="/ppt/slides/slide40.xml" Id="R4203e0f20b1a49a7" /><Relationship Type="http://schemas.openxmlformats.org/officeDocument/2006/relationships/slide" Target="/ppt/slides/slide41.xml" Id="R99382497039c41d8" /><Relationship Type="http://schemas.openxmlformats.org/officeDocument/2006/relationships/slide" Target="/ppt/slides/slide42.xml" Id="R579ecdef35a941ae" /><Relationship Type="http://schemas.openxmlformats.org/officeDocument/2006/relationships/slide" Target="/ppt/slides/slide43.xml" Id="Re9656f3c5b0048c9" /><Relationship Type="http://schemas.openxmlformats.org/officeDocument/2006/relationships/slide" Target="/ppt/slides/slide44.xml" Id="Rfa6587d6bdf740e8" /><Relationship Type="http://schemas.openxmlformats.org/officeDocument/2006/relationships/slide" Target="/ppt/slides/slide45.xml" Id="R27a7d6beb0a248ae" /><Relationship Type="http://schemas.openxmlformats.org/officeDocument/2006/relationships/slide" Target="/ppt/slides/slide46.xml" Id="R0d65ead83bba43fe" /><Relationship Type="http://schemas.openxmlformats.org/officeDocument/2006/relationships/slide" Target="/ppt/slides/slide47.xml" Id="Re7121621ccfd43c4" /><Relationship Type="http://schemas.openxmlformats.org/officeDocument/2006/relationships/slide" Target="/ppt/slides/slide48.xml" Id="Reea1350e57be43ca" /><Relationship Type="http://schemas.openxmlformats.org/officeDocument/2006/relationships/slide" Target="/ppt/slides/slide49.xml" Id="Rfeb126e7b76b4f48" /><Relationship Type="http://schemas.openxmlformats.org/officeDocument/2006/relationships/slide" Target="/ppt/slides/slide50.xml" Id="R65f3f29672194c81" /><Relationship Type="http://schemas.openxmlformats.org/officeDocument/2006/relationships/slide" Target="/ppt/slides/slide51.xml" Id="R60115f6a821c41e6" /><Relationship Type="http://schemas.openxmlformats.org/officeDocument/2006/relationships/slide" Target="/ppt/slides/slide52.xml" Id="R454158c3a95a4402" /><Relationship Type="http://schemas.openxmlformats.org/officeDocument/2006/relationships/slide" Target="/ppt/slides/slide53.xml" Id="R6a01bae94ce14d30" /><Relationship Type="http://schemas.openxmlformats.org/officeDocument/2006/relationships/slide" Target="/ppt/slides/slide54.xml" Id="Rc44d50831260424f" /><Relationship Type="http://schemas.openxmlformats.org/officeDocument/2006/relationships/slide" Target="/ppt/slides/slide55.xml" Id="R6f2ced1db5db432f" /><Relationship Type="http://schemas.openxmlformats.org/officeDocument/2006/relationships/slide" Target="/ppt/slides/slide56.xml" Id="R8518bb5853c94d50" /><Relationship Type="http://schemas.openxmlformats.org/officeDocument/2006/relationships/slide" Target="/ppt/slides/slide57.xml" Id="Rdc51016dde2b4bb4" /><Relationship Type="http://schemas.openxmlformats.org/officeDocument/2006/relationships/slide" Target="/ppt/slides/slide58.xml" Id="R83cb24228ff54072" /><Relationship Type="http://schemas.openxmlformats.org/officeDocument/2006/relationships/slide" Target="/ppt/slides/slide59.xml" Id="R9896325e84374f97" /><Relationship Type="http://schemas.openxmlformats.org/officeDocument/2006/relationships/slide" Target="/ppt/slides/slide60.xml" Id="R6bf1bc26b1d742b5" /><Relationship Type="http://schemas.openxmlformats.org/officeDocument/2006/relationships/slide" Target="/ppt/slides/slide61.xml" Id="Rd102af3c39b64c3d" /><Relationship Type="http://schemas.openxmlformats.org/officeDocument/2006/relationships/slide" Target="/ppt/slides/slide62.xml" Id="R79fb051aa47049a7" /><Relationship Type="http://schemas.openxmlformats.org/officeDocument/2006/relationships/slide" Target="/ppt/slides/slide63.xml" Id="R0957eec5cff74619" /><Relationship Type="http://schemas.openxmlformats.org/officeDocument/2006/relationships/slide" Target="/ppt/slides/slide64.xml" Id="R2b435abd3a57453e" /><Relationship Type="http://schemas.openxmlformats.org/officeDocument/2006/relationships/slide" Target="/ppt/slides/slide65.xml" Id="R99f92bd761e34a7c" /><Relationship Type="http://schemas.openxmlformats.org/officeDocument/2006/relationships/slide" Target="/ppt/slides/slide66.xml" Id="Rbeecab5fb5d44186" /><Relationship Type="http://schemas.openxmlformats.org/officeDocument/2006/relationships/slide" Target="/ppt/slides/slide67.xml" Id="R036e091001dd4c31" /><Relationship Type="http://schemas.openxmlformats.org/officeDocument/2006/relationships/slide" Target="/ppt/slides/slide68.xml" Id="R35d3de0a55a04342" /><Relationship Type="http://schemas.openxmlformats.org/officeDocument/2006/relationships/slide" Target="/ppt/slides/slide69.xml" Id="R81b4318c1e6a4ee5" /><Relationship Type="http://schemas.openxmlformats.org/officeDocument/2006/relationships/slide" Target="/ppt/slides/slide70.xml" Id="R305264b8e75e4b44" /><Relationship Type="http://schemas.openxmlformats.org/officeDocument/2006/relationships/slide" Target="/ppt/slides/slide71.xml" Id="R1409b8e5a72a4f9c" /><Relationship Type="http://schemas.openxmlformats.org/officeDocument/2006/relationships/slide" Target="/ppt/slides/slide72.xml" Id="Rce601437790547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9f754427a747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a06fe2c3dd4026" /><Relationship Type="http://schemas.openxmlformats.org/officeDocument/2006/relationships/notesMaster" Target="/ppt/notesMasters/notesMaster1.xml" Id="R77e334b5496e44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771c3c1b624287" /><Relationship Type="http://schemas.openxmlformats.org/officeDocument/2006/relationships/notesMaster" Target="/ppt/notesMasters/notesMaster1.xml" Id="Rbc5a27824afa42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a1e33300ee4b9a" /><Relationship Type="http://schemas.openxmlformats.org/officeDocument/2006/relationships/notesMaster" Target="/ppt/notesMasters/notesMaster1.xml" Id="R414edc8ee2914c2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ebc190a71545d5" /><Relationship Type="http://schemas.openxmlformats.org/officeDocument/2006/relationships/notesMaster" Target="/ppt/notesMasters/notesMaster1.xml" Id="R42847dd7dfb247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b3310c98cc45fa" /><Relationship Type="http://schemas.openxmlformats.org/officeDocument/2006/relationships/notesMaster" Target="/ppt/notesMasters/notesMaster1.xml" Id="R32fe0c821dd547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cd6c3343e946d4" /><Relationship Type="http://schemas.openxmlformats.org/officeDocument/2006/relationships/notesMaster" Target="/ppt/notesMasters/notesMaster1.xml" Id="R28e06789ab324a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bc77b189b24d19" /><Relationship Type="http://schemas.openxmlformats.org/officeDocument/2006/relationships/notesMaster" Target="/ppt/notesMasters/notesMaster1.xml" Id="R0d5f97d8ad0445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d67f354f034f7e" /><Relationship Type="http://schemas.openxmlformats.org/officeDocument/2006/relationships/notesMaster" Target="/ppt/notesMasters/notesMaster1.xml" Id="R83897e3d667b4c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b1d7a814614ab2" /><Relationship Type="http://schemas.openxmlformats.org/officeDocument/2006/relationships/notesMaster" Target="/ppt/notesMasters/notesMaster1.xml" Id="Rf459d745613249d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61d1c2c06974bbd" /><Relationship Type="http://schemas.openxmlformats.org/officeDocument/2006/relationships/notesMaster" Target="/ppt/notesMasters/notesMaster1.xml" Id="R53e012e837514b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2d8680a9134be0" /><Relationship Type="http://schemas.openxmlformats.org/officeDocument/2006/relationships/notesMaster" Target="/ppt/notesMasters/notesMaster1.xml" Id="Rc50852825c7d4c9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f7f9e23bb3b46f7" /><Relationship Type="http://schemas.openxmlformats.org/officeDocument/2006/relationships/notesMaster" Target="/ppt/notesMasters/notesMaster1.xml" Id="R3ace8e65d4e8496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7247079f024b42" /><Relationship Type="http://schemas.openxmlformats.org/officeDocument/2006/relationships/notesMaster" Target="/ppt/notesMasters/notesMaster1.xml" Id="R0e0939ff532e456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90429756ca14a99" /><Relationship Type="http://schemas.openxmlformats.org/officeDocument/2006/relationships/notesMaster" Target="/ppt/notesMasters/notesMaster1.xml" Id="R8c2d273216ce47c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f610df115b641ec" /><Relationship Type="http://schemas.openxmlformats.org/officeDocument/2006/relationships/notesMaster" Target="/ppt/notesMasters/notesMaster1.xml" Id="Rb8a80624dee746d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79474e6adc04cdb" /><Relationship Type="http://schemas.openxmlformats.org/officeDocument/2006/relationships/notesMaster" Target="/ppt/notesMasters/notesMaster1.xml" Id="Rba182649246a421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77413397905440e" /><Relationship Type="http://schemas.openxmlformats.org/officeDocument/2006/relationships/notesMaster" Target="/ppt/notesMasters/notesMaster1.xml" Id="Rf6d597d29be949b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8786e2d2a0346ce" /><Relationship Type="http://schemas.openxmlformats.org/officeDocument/2006/relationships/notesMaster" Target="/ppt/notesMasters/notesMaster1.xml" Id="R9f806407f50c4f0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74e575c84674f8b" /><Relationship Type="http://schemas.openxmlformats.org/officeDocument/2006/relationships/notesMaster" Target="/ppt/notesMasters/notesMaster1.xml" Id="R8e7be4a8738040d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5cd9084fc244456" /><Relationship Type="http://schemas.openxmlformats.org/officeDocument/2006/relationships/notesMaster" Target="/ppt/notesMasters/notesMaster1.xml" Id="R86fbcc55f25f4f3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ec46b32447c44a1" /><Relationship Type="http://schemas.openxmlformats.org/officeDocument/2006/relationships/notesMaster" Target="/ppt/notesMasters/notesMaster1.xml" Id="Rcfaa6e8bb6c54c2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201b6756aa943c7" /><Relationship Type="http://schemas.openxmlformats.org/officeDocument/2006/relationships/notesMaster" Target="/ppt/notesMasters/notesMaster1.xml" Id="Rcd0a0bb38873402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554b88e1c51495b" /><Relationship Type="http://schemas.openxmlformats.org/officeDocument/2006/relationships/notesMaster" Target="/ppt/notesMasters/notesMaster1.xml" Id="R0e3e4dfe0b6d47a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431b779d1e74e0a" /><Relationship Type="http://schemas.openxmlformats.org/officeDocument/2006/relationships/notesMaster" Target="/ppt/notesMasters/notesMaster1.xml" Id="R67983c02f134401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39c81ef46d6453b" /><Relationship Type="http://schemas.openxmlformats.org/officeDocument/2006/relationships/notesMaster" Target="/ppt/notesMasters/notesMaster1.xml" Id="R723f71b5229341b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d35b004a026426e" /><Relationship Type="http://schemas.openxmlformats.org/officeDocument/2006/relationships/notesMaster" Target="/ppt/notesMasters/notesMaster1.xml" Id="R3d3f45abd2ef40f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30ae04119f84f28" /><Relationship Type="http://schemas.openxmlformats.org/officeDocument/2006/relationships/notesMaster" Target="/ppt/notesMasters/notesMaster1.xml" Id="R271dcc9313634f1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dec1401d8c34458" /><Relationship Type="http://schemas.openxmlformats.org/officeDocument/2006/relationships/notesMaster" Target="/ppt/notesMasters/notesMaster1.xml" Id="R286910ffcb554b7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e2495419b4645c9" /><Relationship Type="http://schemas.openxmlformats.org/officeDocument/2006/relationships/notesMaster" Target="/ppt/notesMasters/notesMaster1.xml" Id="R20f29e6c4e704e0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d53944a52374df9" /><Relationship Type="http://schemas.openxmlformats.org/officeDocument/2006/relationships/notesMaster" Target="/ppt/notesMasters/notesMaster1.xml" Id="Rf6dcdc7c91e2463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a442c0ab42e4087" /><Relationship Type="http://schemas.openxmlformats.org/officeDocument/2006/relationships/notesMaster" Target="/ppt/notesMasters/notesMaster1.xml" Id="Re386d0a063744a1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607afbe16f54abb" /><Relationship Type="http://schemas.openxmlformats.org/officeDocument/2006/relationships/notesMaster" Target="/ppt/notesMasters/notesMaster1.xml" Id="R9da10f828625479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ab167baca6a486e" /><Relationship Type="http://schemas.openxmlformats.org/officeDocument/2006/relationships/notesMaster" Target="/ppt/notesMasters/notesMaster1.xml" Id="Rd5766be4225c496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3ecdb0c21574433" /><Relationship Type="http://schemas.openxmlformats.org/officeDocument/2006/relationships/notesMaster" Target="/ppt/notesMasters/notesMaster1.xml" Id="R8e6838dce66246d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8bb2220b9214c72" /><Relationship Type="http://schemas.openxmlformats.org/officeDocument/2006/relationships/notesMaster" Target="/ppt/notesMasters/notesMaster1.xml" Id="R3e30632649f74a8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70cd19f0aec4467" /><Relationship Type="http://schemas.openxmlformats.org/officeDocument/2006/relationships/notesMaster" Target="/ppt/notesMasters/notesMaster1.xml" Id="Rbbb57283b1e8411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89ae6a1e19c4e13" /><Relationship Type="http://schemas.openxmlformats.org/officeDocument/2006/relationships/notesMaster" Target="/ppt/notesMasters/notesMaster1.xml" Id="Re7d7f3d8e03c406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a52ff209a1045ae" /><Relationship Type="http://schemas.openxmlformats.org/officeDocument/2006/relationships/notesMaster" Target="/ppt/notesMasters/notesMaster1.xml" Id="R70a7e1670fd2444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49d5f1aa588426a" /><Relationship Type="http://schemas.openxmlformats.org/officeDocument/2006/relationships/notesMaster" Target="/ppt/notesMasters/notesMaster1.xml" Id="R1cf5f5ea9a474c6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0dde4424a0a945d4" /><Relationship Type="http://schemas.openxmlformats.org/officeDocument/2006/relationships/notesMaster" Target="/ppt/notesMasters/notesMaster1.xml" Id="R82aa35fb63af485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1cbef579eb0479f" /><Relationship Type="http://schemas.openxmlformats.org/officeDocument/2006/relationships/notesMaster" Target="/ppt/notesMasters/notesMaster1.xml" Id="R19364e23cd3a44a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776f81cf03c4468" /><Relationship Type="http://schemas.openxmlformats.org/officeDocument/2006/relationships/notesMaster" Target="/ppt/notesMasters/notesMaster1.xml" Id="R9b71d34b3af8407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b57740104e64aba" /><Relationship Type="http://schemas.openxmlformats.org/officeDocument/2006/relationships/notesMaster" Target="/ppt/notesMasters/notesMaster1.xml" Id="R401048074396469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d75a721cff740a9" /><Relationship Type="http://schemas.openxmlformats.org/officeDocument/2006/relationships/notesMaster" Target="/ppt/notesMasters/notesMaster1.xml" Id="R1ccf9b1bb2e9470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83a91a544da4757" /><Relationship Type="http://schemas.openxmlformats.org/officeDocument/2006/relationships/notesMaster" Target="/ppt/notesMasters/notesMaster1.xml" Id="Rea9c8d069f0d464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021346d4b3342f2" /><Relationship Type="http://schemas.openxmlformats.org/officeDocument/2006/relationships/notesMaster" Target="/ppt/notesMasters/notesMaster1.xml" Id="R15ecfc86b39d452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2909ea624aeb4b27" /><Relationship Type="http://schemas.openxmlformats.org/officeDocument/2006/relationships/notesMaster" Target="/ppt/notesMasters/notesMaster1.xml" Id="R33c084de05734d3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f75a268f2c74a93" /><Relationship Type="http://schemas.openxmlformats.org/officeDocument/2006/relationships/notesMaster" Target="/ppt/notesMasters/notesMaster1.xml" Id="Rce9ac75bd9f7469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c03d3fcd9f8e4a2d" /><Relationship Type="http://schemas.openxmlformats.org/officeDocument/2006/relationships/notesMaster" Target="/ppt/notesMasters/notesMaster1.xml" Id="R019d6a23c99a433a"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9cfeea6888646bb" /><Relationship Type="http://schemas.openxmlformats.org/officeDocument/2006/relationships/notesMaster" Target="/ppt/notesMasters/notesMaster1.xml" Id="R67bad50d6c62422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29006a86ba24406" /><Relationship Type="http://schemas.openxmlformats.org/officeDocument/2006/relationships/notesMaster" Target="/ppt/notesMasters/notesMaster1.xml" Id="Rdd36a19378674f3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cd52d6f5b9847c5" /><Relationship Type="http://schemas.openxmlformats.org/officeDocument/2006/relationships/notesMaster" Target="/ppt/notesMasters/notesMaster1.xml" Id="Rf7b59490144642b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d01ffd88d1e4fc8" /><Relationship Type="http://schemas.openxmlformats.org/officeDocument/2006/relationships/notesMaster" Target="/ppt/notesMasters/notesMaster1.xml" Id="R0a34d78112d44f7a"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3f2ad19ea65467e" /><Relationship Type="http://schemas.openxmlformats.org/officeDocument/2006/relationships/notesMaster" Target="/ppt/notesMasters/notesMaster1.xml" Id="R14f898e2b571445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608da071168443f" /><Relationship Type="http://schemas.openxmlformats.org/officeDocument/2006/relationships/notesMaster" Target="/ppt/notesMasters/notesMaster1.xml" Id="R601027c44053427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409cb36b2e6c45f3" /><Relationship Type="http://schemas.openxmlformats.org/officeDocument/2006/relationships/notesMaster" Target="/ppt/notesMasters/notesMaster1.xml" Id="R96309e566f3e46e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e6cbe9d4ea4e46dd" /><Relationship Type="http://schemas.openxmlformats.org/officeDocument/2006/relationships/notesMaster" Target="/ppt/notesMasters/notesMaster1.xml" Id="R62bed18d0ea442a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914b499795f4175" /><Relationship Type="http://schemas.openxmlformats.org/officeDocument/2006/relationships/notesMaster" Target="/ppt/notesMasters/notesMaster1.xml" Id="R7e2c44810e704556"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0161f9176c15402e" /><Relationship Type="http://schemas.openxmlformats.org/officeDocument/2006/relationships/notesMaster" Target="/ppt/notesMasters/notesMaster1.xml" Id="Re36eee27d8184afb"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71a8ddda8ff4eb5" /><Relationship Type="http://schemas.openxmlformats.org/officeDocument/2006/relationships/notesMaster" Target="/ppt/notesMasters/notesMaster1.xml" Id="R9587f4162be34120"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8263750370fb4763" /><Relationship Type="http://schemas.openxmlformats.org/officeDocument/2006/relationships/notesMaster" Target="/ppt/notesMasters/notesMaster1.xml" Id="R9c0719ee9805487e"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38061e9a019417b" /><Relationship Type="http://schemas.openxmlformats.org/officeDocument/2006/relationships/notesMaster" Target="/ppt/notesMasters/notesMaster1.xml" Id="R73810479c70c4e99"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51c083e9d7f34b86" /><Relationship Type="http://schemas.openxmlformats.org/officeDocument/2006/relationships/notesMaster" Target="/ppt/notesMasters/notesMaster1.xml" Id="R87474e9aaf6e4fc4"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71b62ab6754d4f42" /><Relationship Type="http://schemas.openxmlformats.org/officeDocument/2006/relationships/notesMaster" Target="/ppt/notesMasters/notesMaster1.xml" Id="R059309d8d58d4034"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d20d1672ee584777" /><Relationship Type="http://schemas.openxmlformats.org/officeDocument/2006/relationships/notesMaster" Target="/ppt/notesMasters/notesMaster1.xml" Id="Rf3d2df03260f4d22"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67ccbce27de94bda" /><Relationship Type="http://schemas.openxmlformats.org/officeDocument/2006/relationships/notesMaster" Target="/ppt/notesMasters/notesMaster1.xml" Id="R1600e4b528304e17"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174aa394f6cf4389" /><Relationship Type="http://schemas.openxmlformats.org/officeDocument/2006/relationships/notesMaster" Target="/ppt/notesMasters/notesMaster1.xml" Id="Rb3ae7b59affd4be2"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41f72d8d4ea44609" /><Relationship Type="http://schemas.openxmlformats.org/officeDocument/2006/relationships/notesMaster" Target="/ppt/notesMasters/notesMaster1.xml" Id="Reedecd93b3744e61"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ba4410b2a6394a7f" /><Relationship Type="http://schemas.openxmlformats.org/officeDocument/2006/relationships/notesMaster" Target="/ppt/notesMasters/notesMaster1.xml" Id="R83418e99117245fa"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e0fdf15944d04964" /><Relationship Type="http://schemas.openxmlformats.org/officeDocument/2006/relationships/notesMaster" Target="/ppt/notesMasters/notesMaster1.xml" Id="Rd1a8b5279ea44c0b"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2b0803d1a7784c27" /><Relationship Type="http://schemas.openxmlformats.org/officeDocument/2006/relationships/notesMaster" Target="/ppt/notesMasters/notesMaster1.xml" Id="Re99e69e771cf4165"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f8b7e71666e4430c" /><Relationship Type="http://schemas.openxmlformats.org/officeDocument/2006/relationships/notesMaster" Target="/ppt/notesMasters/notesMaster1.xml" Id="R07e12cae15c249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image sources:</a:t>
            </a:r>
          </a:p>
          <a:p xmlns:a="http://schemas.openxmlformats.org/drawingml/2006/main">
            <a:pPr>
              <a:buNone/>
            </a:pPr>
            <a:r>
              <a:t>1. https://encrypted-tbn2.gstatic.com/images?q=tbn:ANd9GcTb54J7lU3TwgQ_NiIzqn22R85C3gln6w2vp8XhqfOC-notSarD</a:t>
            </a:r>
          </a:p>
          <a:p xmlns:a="http://schemas.openxmlformats.org/drawingml/2006/main">
            <a:pPr>
              <a:buNone/>
            </a:pPr>
            <a:r>
              <a:t>2. https://encrypted-tbn0.gstatic.com/images?q=tbn:ANd9GcR4dEnPxvotPgpwHovjkZjCA84CbNgn3y91CnPf70ilYZFwjDBmSDNJBGsv&amp;s=10</a:t>
            </a:r>
          </a:p>
          <a:p xmlns:a="http://schemas.openxmlformats.org/drawingml/2006/main">
            <a:pPr>
              <a:buNone/>
            </a:pPr>
            <a:r>
              <a:t>3. https://blz-contentstack-images.akamaized.net/v3/assets/blt9c12f249ac15c7ec/blt16634e8fff6b277a/6964206ad1e07d6757e7b13d/overview_thumbnail.webp</a:t>
            </a:r>
          </a:p>
          <a:p xmlns:a="http://schemas.openxmlformats.org/drawingml/2006/main">
            <a:pPr>
              <a:buNone/>
            </a:pPr>
            <a:r>
              <a:t>4. https://www.internetmatters.org/wp-content/uploads/2025/06/Chat-GPT-logo.webp</a:t>
            </a:r>
          </a:p>
          <a:p xmlns:a="http://schemas.openxmlformats.org/drawingml/2006/main">
            <a:pPr>
              <a:buNone/>
            </a:pPr>
            <a:r>
              <a:t>Educational synthesis: AI enables computers to learn patterns from data and apply them to prediction, decision-making, or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conventional intelligent-agent formulation: environment, observation, objective, policy, and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numeric first-layer weights and biases shown on slides 23 and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https://miro.medium.com/v2/resize:fit:1100/format:webp/1*AeKfV2uAPeMg9j8HhQZk2w.png</a:t>
            </a:r>
          </a:p>
          <a:p xmlns:a="http://schemas.openxmlformats.org/drawingml/2006/main">
            <a:pPr>
              <a:buNone/>
            </a:pPr>
            <a:r>
              <a:t>Educational synthesis based on standard recurrent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RNN, LSTM, and GRU architectures.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https://miro.medium.com/v2/resize:fit:1100/format:webp/1*H_heJCepouMYEqd8IwF0mQ.png</a:t>
            </a:r>
          </a:p>
          <a:p xmlns:a="http://schemas.openxmlformats.org/drawingml/2006/main">
            <a:pPr>
              <a:buNone/>
            </a:pPr>
            <a:r>
              <a:t>Educational synthesis based on standard encoder-decoder sequence-to-sequence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sequence-to-sequence attention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dbedbaf4c34fcd" /><Relationship Type="http://schemas.openxmlformats.org/officeDocument/2006/relationships/image" Target="/ppt/media/image.png" Id="Rd624d1afd5bf4a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b37cdc4101489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7426c2acf64e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c0b1954be824914" /><Relationship Type="http://schemas.openxmlformats.org/officeDocument/2006/relationships/image" Target="/ppt/media/image.png" Id="R0a018b34fdd6439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276ba0ed9d248f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eb29b8826b4450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d064cb294014b4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d6134fe28164b83" /><Relationship Type="http://schemas.openxmlformats.org/officeDocument/2006/relationships/image" Target="/ppt/media/image.png" Id="Re4426007963d451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2ccd410726142a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84bfa777649409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1f5148b8d2245e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5b84d80f9abf4838"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1906601383" name="Picture 2116695055"/>
          <p:cNvPicPr>
            <a:picLocks xmlns:a="http://schemas.openxmlformats.org/drawingml/2006/main" noChangeAspect="1"/>
          </p:cNvPicPr>
          <p:nvPr/>
        </p:nvPicPr>
        <p:blipFill rotWithShape="1">
          <a:blip xmlns:r="http://schemas.openxmlformats.org/officeDocument/2006/relationships" xmlns:a="http://schemas.openxmlformats.org/drawingml/2006/main" r:embed="Rd624d1afd5bf4a9f">
            <a:alphaModFix amt="30000"/>
          </a:blip>
          <a:stretch xmlns:a="http://schemas.openxmlformats.org/drawingml/2006/main"/>
        </p:blipFill>
        <p:spPr>
          <a:xfrm xmlns:a="http://schemas.openxmlformats.org/drawingml/2006/main">
            <a:off x="-3046" y="9144"/>
            <a:ext cx="12198094" cy="6848854"/>
          </a:xfrm>
          <a:prstGeom xmlns:a="http://schemas.openxmlformats.org/drawingml/2006/main" prst="rect">
            <a:avLst/>
          </a:prstGeom>
        </p:spPr>
      </p:pic>
      <p:sp>
        <p:nvSpPr>
          <p:cNvPr id="1473769246" name="Rectangle 376226509">
            <a:extLst xmlns:a="http://schemas.openxmlformats.org/drawingml/2006/main">
              <a:ext uri="{FF2B5EF4-FFF2-40B4-BE49-F238E27FC236}">
                <a16:creationId xmlns:a16="http://schemas.microsoft.com/office/drawing/2014/main" id="{9DE68A58-DED2-45B3-9BDD-E0FA4DEB7619}"/>
              </a:ext>
            </a:extLst>
          </p:cNvPr>
          <p:cNvSpPr>
            <a:spLocks xmlns:a="http://schemas.openxmlformats.org/drawingml/2006/main" noGrp="1"/>
          </p:cNvSpPr>
          <p:nvPr/>
        </p:nvSpPr>
        <p:spPr>
          <a:xfrm xmlns:a="http://schemas.openxmlformats.org/drawingml/2006/main">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49070979" name="Title 1">
            <a:extLst xmlns:a="http://schemas.openxmlformats.org/drawingml/2006/main">
              <a:ext uri="{FF2B5EF4-FFF2-40B4-BE49-F238E27FC236}">
                <a16:creationId xmlns:a16="http://schemas.microsoft.com/office/drawing/2014/main" id="{46100BB6-E98F-477A-86F7-CD57EB8966EC}"/>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1593532175" name="Subtitle 2">
            <a:extLst xmlns:a="http://schemas.openxmlformats.org/drawingml/2006/main">
              <a:ext uri="{FF2B5EF4-FFF2-40B4-BE49-F238E27FC236}">
                <a16:creationId xmlns:a16="http://schemas.microsoft.com/office/drawing/2014/main" id="{A779DE30-614E-415C-8B3B-7F6B4C87C4E1}"/>
              </a:ext>
            </a:extLst>
          </p:cNvPr>
          <p:cNvSpPr>
            <a:spLocks xmlns:a="http://schemas.openxmlformats.org/drawingml/2006/main" noGrp="1"/>
          </p:cNvSpPr>
          <p:nvPr>
            <p:ph type="subTitle" idx="1"/>
          </p:nvPr>
        </p:nvSpPr>
        <p:spPr>
          <a:xfrm xmlns:a="http://schemas.openxmlformats.org/drawingml/2006/main">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333513962" name="Date Placeholder 3">
            <a:extLst xmlns:a="http://schemas.openxmlformats.org/drawingml/2006/main">
              <a:ext uri="{FF2B5EF4-FFF2-40B4-BE49-F238E27FC236}">
                <a16:creationId xmlns:a16="http://schemas.microsoft.com/office/drawing/2014/main" id="{E5D7047C-3416-4492-84F0-8FECC026C8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860391838" name="Footer Placeholder 4">
            <a:extLst xmlns:a="http://schemas.openxmlformats.org/drawingml/2006/main">
              <a:ext uri="{FF2B5EF4-FFF2-40B4-BE49-F238E27FC236}">
                <a16:creationId xmlns:a16="http://schemas.microsoft.com/office/drawing/2014/main" id="{58319AD5-77D7-400E-82FA-E49B603B16E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139823792" name="Slide Number Placeholder 5">
            <a:extLst xmlns:a="http://schemas.openxmlformats.org/drawingml/2006/main">
              <a:ext uri="{FF2B5EF4-FFF2-40B4-BE49-F238E27FC236}">
                <a16:creationId xmlns:a16="http://schemas.microsoft.com/office/drawing/2014/main" id="{81981F12-E751-479D-AC70-6117E55AF82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906601381" name="Rectangle 640957806">
            <a:extLst xmlns:a="http://schemas.openxmlformats.org/drawingml/2006/main">
              <a:ext uri="{FF2B5EF4-FFF2-40B4-BE49-F238E27FC236}">
                <a16:creationId xmlns:a16="http://schemas.microsoft.com/office/drawing/2014/main" id="{967359C2-C5BF-4F30-A2A7-54EEAA691BCA}"/>
              </a:ext>
            </a:extLst>
          </p:cNvPr>
          <p:cNvSpPr>
            <a:spLocks xmlns:a="http://schemas.openxmlformats.org/drawingml/2006/main" noGrp="1"/>
          </p:cNvSpPr>
          <p:nvPr/>
        </p:nvSpPr>
        <p:spPr>
          <a:xfrm xmlns:a="http://schemas.openxmlformats.org/drawingml/2006/main">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653443054" name="Title 1">
            <a:extLst xmlns:a="http://schemas.openxmlformats.org/drawingml/2006/main">
              <a:ext uri="{FF2B5EF4-FFF2-40B4-BE49-F238E27FC236}">
                <a16:creationId xmlns:a16="http://schemas.microsoft.com/office/drawing/2014/main" id="{1D8B73B6-C22F-420E-B86B-073B9C8F422F}"/>
              </a:ext>
            </a:extLst>
          </p:cNvPr>
          <p:cNvSpPr>
            <a:spLocks xmlns:a="http://schemas.openxmlformats.org/drawingml/2006/main" noGrp="1"/>
          </p:cNvSpPr>
          <p:nvPr>
            <p:ph type="title" idx="0"/>
          </p:nvPr>
        </p:nvSpPr>
        <p:spPr>
          <a:xfrm xmlns:a="http://schemas.openxmlformats.org/drawingml/2006/main">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970668080" name="Content Placeholder 2">
            <a:extLst xmlns:a="http://schemas.openxmlformats.org/drawingml/2006/main">
              <a:ext uri="{FF2B5EF4-FFF2-40B4-BE49-F238E27FC236}">
                <a16:creationId xmlns:a16="http://schemas.microsoft.com/office/drawing/2014/main" id="{6EEF1000-7833-4F2A-8635-7473040E91EB}"/>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19731744" name="Date Placeholder 3">
            <a:extLst xmlns:a="http://schemas.openxmlformats.org/drawingml/2006/main">
              <a:ext uri="{FF2B5EF4-FFF2-40B4-BE49-F238E27FC236}">
                <a16:creationId xmlns:a16="http://schemas.microsoft.com/office/drawing/2014/main" id="{F8305DDB-8F53-467E-9971-677AF83AC3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75807019" name="Footer Placeholder 4">
            <a:extLst xmlns:a="http://schemas.openxmlformats.org/drawingml/2006/main">
              <a:ext uri="{FF2B5EF4-FFF2-40B4-BE49-F238E27FC236}">
                <a16:creationId xmlns:a16="http://schemas.microsoft.com/office/drawing/2014/main" id="{FA93EA2F-2B42-4635-AB1C-A6F8B64F967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383376194" name="Slide Number Placeholder 5">
            <a:extLst xmlns:a="http://schemas.openxmlformats.org/drawingml/2006/main">
              <a:ext uri="{FF2B5EF4-FFF2-40B4-BE49-F238E27FC236}">
                <a16:creationId xmlns:a16="http://schemas.microsoft.com/office/drawing/2014/main" id="{02A0925E-E22B-4EFD-AA84-AEF678F13DB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91440471" name="Rectangle 640957806">
            <a:extLst xmlns:a="http://schemas.openxmlformats.org/drawingml/2006/main">
              <a:ext uri="{FF2B5EF4-FFF2-40B4-BE49-F238E27FC236}">
                <a16:creationId xmlns:a16="http://schemas.microsoft.com/office/drawing/2014/main" id="{0A57DD4C-6C48-49E5-816F-5BD9138D20D9}"/>
              </a:ext>
            </a:extLst>
          </p:cNvPr>
          <p:cNvSpPr>
            <a:spLocks xmlns:a="http://schemas.openxmlformats.org/drawingml/2006/main" noGrp="1"/>
          </p:cNvSpPr>
          <p:nvPr/>
        </p:nvSpPr>
        <p:spPr>
          <a:xfrm xmlns:a="http://schemas.openxmlformats.org/drawingml/2006/main">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599700275" name="Title 1">
            <a:extLst xmlns:a="http://schemas.openxmlformats.org/drawingml/2006/main">
              <a:ext uri="{FF2B5EF4-FFF2-40B4-BE49-F238E27FC236}">
                <a16:creationId xmlns:a16="http://schemas.microsoft.com/office/drawing/2014/main" id="{86010011-0A73-4A26-8603-3F5FC613BC7B}"/>
              </a:ext>
            </a:extLst>
          </p:cNvPr>
          <p:cNvSpPr>
            <a:spLocks xmlns:a="http://schemas.openxmlformats.org/drawingml/2006/main" noGrp="1"/>
          </p:cNvSpPr>
          <p:nvPr>
            <p:ph type="title" idx="0"/>
          </p:nvPr>
        </p:nvSpPr>
        <p:spPr>
          <a:xfrm xmlns:a="http://schemas.openxmlformats.org/drawingml/2006/main">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1716033409" name="Content Placeholder 2">
            <a:extLst xmlns:a="http://schemas.openxmlformats.org/drawingml/2006/main">
              <a:ext uri="{FF2B5EF4-FFF2-40B4-BE49-F238E27FC236}">
                <a16:creationId xmlns:a16="http://schemas.microsoft.com/office/drawing/2014/main" id="{0669116A-9E66-4705-8D08-7AF6B2888CF6}"/>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53608206" name="Date Placeholder 3">
            <a:extLst xmlns:a="http://schemas.openxmlformats.org/drawingml/2006/main">
              <a:ext uri="{FF2B5EF4-FFF2-40B4-BE49-F238E27FC236}">
                <a16:creationId xmlns:a16="http://schemas.microsoft.com/office/drawing/2014/main" id="{16536ED7-CAFC-4735-A1F5-8F1C61B250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2026/7/28</a:t>
            </a:fld>
          </a:p>
        </p:txBody>
      </p:sp>
      <p:sp>
        <p:nvSpPr>
          <p:cNvPr id="227925565" name="Footer Placeholder 4">
            <a:extLst xmlns:a="http://schemas.openxmlformats.org/drawingml/2006/main">
              <a:ext uri="{FF2B5EF4-FFF2-40B4-BE49-F238E27FC236}">
                <a16:creationId xmlns:a16="http://schemas.microsoft.com/office/drawing/2014/main" id="{C8904D78-3AFC-4636-AC49-55C5EAEAC87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74233868" name="Slide Number Placeholder 5">
            <a:extLst xmlns:a="http://schemas.openxmlformats.org/drawingml/2006/main">
              <a:ext uri="{FF2B5EF4-FFF2-40B4-BE49-F238E27FC236}">
                <a16:creationId xmlns:a16="http://schemas.microsoft.com/office/drawing/2014/main" id="{3B95533D-E14E-4735-AEFB-FCBDE6C314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a:t>
            </a:fld>
          </a:p>
        </p:txBody>
      </p:sp>
      <p:sp>
        <p:nvSpPr>
          <p:cNvPr id="80854078" name="Rectangle 640957806">
            <a:extLst xmlns:a="http://schemas.openxmlformats.org/drawingml/2006/main">
              <a:ext uri="{FF2B5EF4-FFF2-40B4-BE49-F238E27FC236}">
                <a16:creationId xmlns:a16="http://schemas.microsoft.com/office/drawing/2014/main" id="{5FAA936E-C681-4A62-B232-F4E0A796B07F}"/>
              </a:ext>
            </a:extLst>
          </p:cNvPr>
          <p:cNvSpPr>
            <a:spLocks xmlns:a="http://schemas.openxmlformats.org/drawingml/2006/main" noGrp="1"/>
          </p:cNvSpPr>
          <p:nvPr/>
        </p:nvSpPr>
        <p:spPr>
          <a:xfrm xmlns:a="http://schemas.openxmlformats.org/drawingml/2006/main">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1376931337" name="Picture 1835292972"/>
          <p:cNvPicPr>
            <a:picLocks xmlns:a="http://schemas.openxmlformats.org/drawingml/2006/main" noChangeAspect="1"/>
          </p:cNvPicPr>
          <p:nvPr/>
        </p:nvPicPr>
        <p:blipFill rotWithShape="1">
          <a:blip xmlns:r="http://schemas.openxmlformats.org/officeDocument/2006/relationships" xmlns:a="http://schemas.openxmlformats.org/drawingml/2006/main" r:embed="R0a018b34fdd64393">
            <a:alphaModFix amt="30000"/>
          </a:blip>
          <a:stretch xmlns:a="http://schemas.openxmlformats.org/drawingml/2006/main"/>
        </p:blipFill>
        <p:spPr>
          <a:xfrm xmlns:a="http://schemas.openxmlformats.org/drawingml/2006/main">
            <a:off x="20621" y="8104"/>
            <a:ext cx="12216845" cy="6858000"/>
          </a:xfrm>
          <a:prstGeom xmlns:a="http://schemas.openxmlformats.org/drawingml/2006/main" prst="rect">
            <a:avLst/>
          </a:prstGeom>
        </p:spPr>
      </p:pic>
      <p:sp>
        <p:nvSpPr>
          <p:cNvPr id="73998026" name="Title 1">
            <a:extLst xmlns:a="http://schemas.openxmlformats.org/drawingml/2006/main">
              <a:ext uri="{FF2B5EF4-FFF2-40B4-BE49-F238E27FC236}">
                <a16:creationId xmlns:a16="http://schemas.microsoft.com/office/drawing/2014/main" id="{CAC147FB-FC01-4AC3-8BC9-08E756ADD31D}"/>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876094362" name="Text Placeholder 2">
            <a:extLst xmlns:a="http://schemas.openxmlformats.org/drawingml/2006/main">
              <a:ext uri="{FF2B5EF4-FFF2-40B4-BE49-F238E27FC236}">
                <a16:creationId xmlns:a16="http://schemas.microsoft.com/office/drawing/2014/main" id="{3CFDFD98-0579-4BB1-B218-86D8401FB8F0}"/>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1376931335" name="Date Placeholder 3">
            <a:extLst xmlns:a="http://schemas.openxmlformats.org/drawingml/2006/main">
              <a:ext uri="{FF2B5EF4-FFF2-40B4-BE49-F238E27FC236}">
                <a16:creationId xmlns:a16="http://schemas.microsoft.com/office/drawing/2014/main" id="{30D4912A-0E7C-4D81-B6D1-CBCC454A5DA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270580816" name="Footer Placeholder 4">
            <a:extLst xmlns:a="http://schemas.openxmlformats.org/drawingml/2006/main">
              <a:ext uri="{FF2B5EF4-FFF2-40B4-BE49-F238E27FC236}">
                <a16:creationId xmlns:a16="http://schemas.microsoft.com/office/drawing/2014/main" id="{DAAADA37-6FC5-462A-A902-134EB97C8B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149564390" name="Slide Number Placeholder 5">
            <a:extLst xmlns:a="http://schemas.openxmlformats.org/drawingml/2006/main">
              <a:ext uri="{FF2B5EF4-FFF2-40B4-BE49-F238E27FC236}">
                <a16:creationId xmlns:a16="http://schemas.microsoft.com/office/drawing/2014/main" id="{1902CEE3-E785-4FB5-A5C8-7258F84200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23325220" name="Rectangle 640957806">
            <a:extLst xmlns:a="http://schemas.openxmlformats.org/drawingml/2006/main">
              <a:ext uri="{FF2B5EF4-FFF2-40B4-BE49-F238E27FC236}">
                <a16:creationId xmlns:a16="http://schemas.microsoft.com/office/drawing/2014/main" id="{B2CF5896-4E1D-432D-A931-A50FBD72C844}"/>
              </a:ext>
            </a:extLst>
          </p:cNvPr>
          <p:cNvSpPr>
            <a:spLocks xmlns:a="http://schemas.openxmlformats.org/drawingml/2006/main" noGrp="1"/>
          </p:cNvSpPr>
          <p:nvPr/>
        </p:nvSpPr>
        <p:spPr>
          <a:xfrm xmlns:a="http://schemas.openxmlformats.org/drawingml/2006/main">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1159080200" name="Title 1">
            <a:extLst xmlns:a="http://schemas.openxmlformats.org/drawingml/2006/main">
              <a:ext uri="{FF2B5EF4-FFF2-40B4-BE49-F238E27FC236}">
                <a16:creationId xmlns:a16="http://schemas.microsoft.com/office/drawing/2014/main" id="{5A52BB4A-161B-4F7E-8F96-271125BB0DA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261243341" name="Content Placeholder 2">
            <a:extLst xmlns:a="http://schemas.openxmlformats.org/drawingml/2006/main">
              <a:ext uri="{FF2B5EF4-FFF2-40B4-BE49-F238E27FC236}">
                <a16:creationId xmlns:a16="http://schemas.microsoft.com/office/drawing/2014/main" id="{6CA183AA-AEE8-4DFA-81CE-524057261B1C}"/>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23244371" name="Content Placeholder 3">
            <a:extLst xmlns:a="http://schemas.openxmlformats.org/drawingml/2006/main">
              <a:ext uri="{FF2B5EF4-FFF2-40B4-BE49-F238E27FC236}">
                <a16:creationId xmlns:a16="http://schemas.microsoft.com/office/drawing/2014/main" id="{DD7B3B8C-D66B-4414-8179-AD000C8D029A}"/>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484919181" name="Date Placeholder 4">
            <a:extLst xmlns:a="http://schemas.openxmlformats.org/drawingml/2006/main">
              <a:ext uri="{FF2B5EF4-FFF2-40B4-BE49-F238E27FC236}">
                <a16:creationId xmlns:a16="http://schemas.microsoft.com/office/drawing/2014/main" id="{3E3CE6CC-73B3-4F6E-B905-32AFC6F0E1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940791130" name="Footer Placeholder 5">
            <a:extLst xmlns:a="http://schemas.openxmlformats.org/drawingml/2006/main">
              <a:ext uri="{FF2B5EF4-FFF2-40B4-BE49-F238E27FC236}">
                <a16:creationId xmlns:a16="http://schemas.microsoft.com/office/drawing/2014/main" id="{9214C7EE-0839-40FE-B81F-0A604EDD81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17432027" name="Slide Number Placeholder 6">
            <a:extLst xmlns:a="http://schemas.openxmlformats.org/drawingml/2006/main">
              <a:ext uri="{FF2B5EF4-FFF2-40B4-BE49-F238E27FC236}">
                <a16:creationId xmlns:a16="http://schemas.microsoft.com/office/drawing/2014/main" id="{33A41C69-9D96-402D-9972-315DA2D1E7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634114988" name="Rectangle 640957806">
            <a:extLst xmlns:a="http://schemas.openxmlformats.org/drawingml/2006/main">
              <a:ext uri="{FF2B5EF4-FFF2-40B4-BE49-F238E27FC236}">
                <a16:creationId xmlns:a16="http://schemas.microsoft.com/office/drawing/2014/main" id="{C863A270-29C4-4E2B-B6F5-DF0B55031033}"/>
              </a:ext>
            </a:extLst>
          </p:cNvPr>
          <p:cNvSpPr>
            <a:spLocks xmlns:a="http://schemas.openxmlformats.org/drawingml/2006/main" noGrp="1"/>
          </p:cNvSpPr>
          <p:nvPr/>
        </p:nvSpPr>
        <p:spPr>
          <a:xfrm xmlns:a="http://schemas.openxmlformats.org/drawingml/2006/main">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777626088" name="Title 1">
            <a:extLst xmlns:a="http://schemas.openxmlformats.org/drawingml/2006/main">
              <a:ext uri="{FF2B5EF4-FFF2-40B4-BE49-F238E27FC236}">
                <a16:creationId xmlns:a16="http://schemas.microsoft.com/office/drawing/2014/main" id="{16461996-5051-405F-BB54-AC14A533C848}"/>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461242103" name="Text Placeholder 2">
            <a:extLst xmlns:a="http://schemas.openxmlformats.org/drawingml/2006/main">
              <a:ext uri="{FF2B5EF4-FFF2-40B4-BE49-F238E27FC236}">
                <a16:creationId xmlns:a16="http://schemas.microsoft.com/office/drawing/2014/main" id="{96C12340-D5B7-4D1C-8985-AC7A7DA65D0A}"/>
              </a:ext>
            </a:extLst>
          </p:cNvPr>
          <p:cNvSpPr>
            <a:spLocks xmlns:a="http://schemas.openxmlformats.org/drawingml/2006/main" noGrp="1"/>
          </p:cNvSpPr>
          <p:nvPr>
            <p:ph type="body" idx="1"/>
          </p:nvPr>
        </p:nvSpPr>
        <p:spPr>
          <a:xfrm xmlns:a="http://schemas.openxmlformats.org/drawingml/2006/main">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990736034" name="Content Placeholder 3">
            <a:extLst xmlns:a="http://schemas.openxmlformats.org/drawingml/2006/main">
              <a:ext uri="{FF2B5EF4-FFF2-40B4-BE49-F238E27FC236}">
                <a16:creationId xmlns:a16="http://schemas.microsoft.com/office/drawing/2014/main" id="{ED278611-1632-40C0-8C87-A7C9AB5B7E49}"/>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28196900" name="Text Placeholder 4">
            <a:extLst xmlns:a="http://schemas.openxmlformats.org/drawingml/2006/main">
              <a:ext uri="{FF2B5EF4-FFF2-40B4-BE49-F238E27FC236}">
                <a16:creationId xmlns:a16="http://schemas.microsoft.com/office/drawing/2014/main" id="{D1AD3415-920A-458F-8234-3B79A40837AA}"/>
              </a:ext>
            </a:extLst>
          </p:cNvPr>
          <p:cNvSpPr>
            <a:spLocks xmlns:a="http://schemas.openxmlformats.org/drawingml/2006/main" noGrp="1"/>
          </p:cNvSpPr>
          <p:nvPr>
            <p:ph type="body" idx="3"/>
          </p:nvPr>
        </p:nvSpPr>
        <p:spPr>
          <a:xfrm xmlns:a="http://schemas.openxmlformats.org/drawingml/2006/main">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846392990" name="Content Placeholder 5">
            <a:extLst xmlns:a="http://schemas.openxmlformats.org/drawingml/2006/main">
              <a:ext uri="{FF2B5EF4-FFF2-40B4-BE49-F238E27FC236}">
                <a16:creationId xmlns:a16="http://schemas.microsoft.com/office/drawing/2014/main" id="{DEEC4135-B8EA-4CD9-B726-0CE50F1F13BF}"/>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148838123" name="Date Placeholder 6">
            <a:extLst xmlns:a="http://schemas.openxmlformats.org/drawingml/2006/main">
              <a:ext uri="{FF2B5EF4-FFF2-40B4-BE49-F238E27FC236}">
                <a16:creationId xmlns:a16="http://schemas.microsoft.com/office/drawing/2014/main" id="{72C560BC-D22B-4FCC-ABE7-3D0B91633B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758991786" name="Footer Placeholder 7">
            <a:extLst xmlns:a="http://schemas.openxmlformats.org/drawingml/2006/main">
              <a:ext uri="{FF2B5EF4-FFF2-40B4-BE49-F238E27FC236}">
                <a16:creationId xmlns:a16="http://schemas.microsoft.com/office/drawing/2014/main" id="{C2CEC27B-C9A9-449C-AB20-83A90D3B33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96422396" name="Slide Number Placeholder 8">
            <a:extLst xmlns:a="http://schemas.openxmlformats.org/drawingml/2006/main">
              <a:ext uri="{FF2B5EF4-FFF2-40B4-BE49-F238E27FC236}">
                <a16:creationId xmlns:a16="http://schemas.microsoft.com/office/drawing/2014/main" id="{9DD03325-AEB2-41AA-8676-4735B980B1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394471594" name="Rectangle 640957806">
            <a:extLst xmlns:a="http://schemas.openxmlformats.org/drawingml/2006/main">
              <a:ext uri="{FF2B5EF4-FFF2-40B4-BE49-F238E27FC236}">
                <a16:creationId xmlns:a16="http://schemas.microsoft.com/office/drawing/2014/main" id="{DE86FE95-A5B4-4C99-8DFA-E24E61878FDB}"/>
              </a:ext>
            </a:extLst>
          </p:cNvPr>
          <p:cNvSpPr>
            <a:spLocks xmlns:a="http://schemas.openxmlformats.org/drawingml/2006/main" noGrp="1"/>
          </p:cNvSpPr>
          <p:nvPr/>
        </p:nvSpPr>
        <p:spPr>
          <a:xfrm xmlns:a="http://schemas.openxmlformats.org/drawingml/2006/main">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857114060" name="Title 1">
            <a:extLst xmlns:a="http://schemas.openxmlformats.org/drawingml/2006/main">
              <a:ext uri="{FF2B5EF4-FFF2-40B4-BE49-F238E27FC236}">
                <a16:creationId xmlns:a16="http://schemas.microsoft.com/office/drawing/2014/main" id="{1252C71E-6FDE-4F32-B1D6-64061D7F06EC}"/>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680523425" name="Picture Placeholder 2">
            <a:extLst xmlns:a="http://schemas.openxmlformats.org/drawingml/2006/main">
              <a:ext uri="{FF2B5EF4-FFF2-40B4-BE49-F238E27FC236}">
                <a16:creationId xmlns:a16="http://schemas.microsoft.com/office/drawing/2014/main" id="{6C0AFD47-25D0-4797-B704-C763B299C39C}"/>
              </a:ext>
            </a:extLst>
          </p:cNvPr>
          <p:cNvSpPr>
            <a:spLocks xmlns:a="http://schemas.openxmlformats.org/drawingml/2006/main" noGrp="1"/>
          </p:cNvSpPr>
          <p:nvPr>
            <p:ph type="pic" idx="1"/>
          </p:nvPr>
        </p:nvSpPr>
        <p:spPr>
          <a:xfrm xmlns:a="http://schemas.openxmlformats.org/drawingml/2006/main">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1341879774" name="Text Placeholder 3">
            <a:extLst xmlns:a="http://schemas.openxmlformats.org/drawingml/2006/main">
              <a:ext uri="{FF2B5EF4-FFF2-40B4-BE49-F238E27FC236}">
                <a16:creationId xmlns:a16="http://schemas.microsoft.com/office/drawing/2014/main" id="{B81BD5D2-88F9-413C-8DE5-8A635F5B7E85}"/>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36025917" name="Date Placeholder 4">
            <a:extLst xmlns:a="http://schemas.openxmlformats.org/drawingml/2006/main">
              <a:ext uri="{FF2B5EF4-FFF2-40B4-BE49-F238E27FC236}">
                <a16:creationId xmlns:a16="http://schemas.microsoft.com/office/drawing/2014/main" id="{6546A416-877F-4E36-B3F5-60933508F5D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919331046" name="Footer Placeholder 5">
            <a:extLst xmlns:a="http://schemas.openxmlformats.org/drawingml/2006/main">
              <a:ext uri="{FF2B5EF4-FFF2-40B4-BE49-F238E27FC236}">
                <a16:creationId xmlns:a16="http://schemas.microsoft.com/office/drawing/2014/main" id="{6709D6E4-89DB-4460-9AA2-B41CE3FF29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377019775" name="Slide Number Placeholder 6">
            <a:extLst xmlns:a="http://schemas.openxmlformats.org/drawingml/2006/main">
              <a:ext uri="{FF2B5EF4-FFF2-40B4-BE49-F238E27FC236}">
                <a16:creationId xmlns:a16="http://schemas.microsoft.com/office/drawing/2014/main" id="{2C162059-AEC8-4DB8-A727-F471F5D053E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280566823" name="Rectangle 640957806">
            <a:extLst xmlns:a="http://schemas.openxmlformats.org/drawingml/2006/main">
              <a:ext uri="{FF2B5EF4-FFF2-40B4-BE49-F238E27FC236}">
                <a16:creationId xmlns:a16="http://schemas.microsoft.com/office/drawing/2014/main" id="{309B37AB-E63A-497E-B9B4-87AD2316FE15}"/>
              </a:ext>
            </a:extLst>
          </p:cNvPr>
          <p:cNvSpPr>
            <a:spLocks xmlns:a="http://schemas.openxmlformats.org/drawingml/2006/main" noGrp="1"/>
          </p:cNvSpPr>
          <p:nvPr/>
        </p:nvSpPr>
        <p:spPr>
          <a:xfrm xmlns:a="http://schemas.openxmlformats.org/drawingml/2006/main">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330297443" name="Picture 752255626"/>
          <p:cNvPicPr>
            <a:picLocks xmlns:a="http://schemas.openxmlformats.org/drawingml/2006/main" noChangeAspect="1"/>
          </p:cNvPicPr>
          <p:nvPr/>
        </p:nvPicPr>
        <p:blipFill rotWithShape="1">
          <a:blip xmlns:r="http://schemas.openxmlformats.org/officeDocument/2006/relationships" xmlns:a="http://schemas.openxmlformats.org/drawingml/2006/main" r:embed="Re4426007963d4513">
            <a:alphaModFix amt="30000"/>
          </a:blip>
          <a:stretch xmlns:a="http://schemas.openxmlformats.org/drawingml/2006/main"/>
        </p:blipFill>
        <p:spPr>
          <a:xfrm xmlns:a="http://schemas.openxmlformats.org/drawingml/2006/main">
            <a:off x="20620" y="8103"/>
            <a:ext cx="12216844" cy="6858000"/>
          </a:xfrm>
          <a:prstGeom xmlns:a="http://schemas.openxmlformats.org/drawingml/2006/main" prst="rect">
            <a:avLst/>
          </a:prstGeom>
        </p:spPr>
      </p:pic>
      <p:sp>
        <p:nvSpPr>
          <p:cNvPr id="56251189" name="Title 1">
            <a:extLst xmlns:a="http://schemas.openxmlformats.org/drawingml/2006/main">
              <a:ext uri="{FF2B5EF4-FFF2-40B4-BE49-F238E27FC236}">
                <a16:creationId xmlns:a16="http://schemas.microsoft.com/office/drawing/2014/main" id="{E39F8B99-C938-43EE-AC74-7466F46410D4}"/>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1330297441" name="Date Placeholder 2">
            <a:extLst xmlns:a="http://schemas.openxmlformats.org/drawingml/2006/main">
              <a:ext uri="{FF2B5EF4-FFF2-40B4-BE49-F238E27FC236}">
                <a16:creationId xmlns:a16="http://schemas.microsoft.com/office/drawing/2014/main" id="{1472AA2F-7B35-45F4-8322-88D1AE64F9B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945487837" name="Footer Placeholder 3">
            <a:extLst xmlns:a="http://schemas.openxmlformats.org/drawingml/2006/main">
              <a:ext uri="{FF2B5EF4-FFF2-40B4-BE49-F238E27FC236}">
                <a16:creationId xmlns:a16="http://schemas.microsoft.com/office/drawing/2014/main" id="{BA907C24-8B0D-4249-9F54-2268D5DA32B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1089259" name="Slide Number Placeholder 4">
            <a:extLst xmlns:a="http://schemas.openxmlformats.org/drawingml/2006/main">
              <a:ext uri="{FF2B5EF4-FFF2-40B4-BE49-F238E27FC236}">
                <a16:creationId xmlns:a16="http://schemas.microsoft.com/office/drawing/2014/main" id="{04DBE58C-9272-4D8B-AADC-096FFEE372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926600806" name="Date Placeholder 1">
            <a:extLst xmlns:a="http://schemas.openxmlformats.org/drawingml/2006/main">
              <a:ext uri="{FF2B5EF4-FFF2-40B4-BE49-F238E27FC236}">
                <a16:creationId xmlns:a16="http://schemas.microsoft.com/office/drawing/2014/main" id="{2D17A731-746E-46D9-A2ED-F5BF78DABD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349059226" name="Footer Placeholder 2">
            <a:extLst xmlns:a="http://schemas.openxmlformats.org/drawingml/2006/main">
              <a:ext uri="{FF2B5EF4-FFF2-40B4-BE49-F238E27FC236}">
                <a16:creationId xmlns:a16="http://schemas.microsoft.com/office/drawing/2014/main" id="{F1E5ED36-1C7E-4802-AEA6-A0911572B6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851412947" name="Slide Number Placeholder 3">
            <a:extLst xmlns:a="http://schemas.openxmlformats.org/drawingml/2006/main">
              <a:ext uri="{FF2B5EF4-FFF2-40B4-BE49-F238E27FC236}">
                <a16:creationId xmlns:a16="http://schemas.microsoft.com/office/drawing/2014/main" id="{6DBBD5AE-A965-40E9-94D5-13885C1852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1343901473" name="Title 1">
            <a:extLst xmlns:a="http://schemas.openxmlformats.org/drawingml/2006/main">
              <a:ext uri="{FF2B5EF4-FFF2-40B4-BE49-F238E27FC236}">
                <a16:creationId xmlns:a16="http://schemas.microsoft.com/office/drawing/2014/main" id="{AF09D010-34E4-4C9D-B01A-D1722D3C638C}"/>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911937960" name="Content Placeholder 2">
            <a:extLst xmlns:a="http://schemas.openxmlformats.org/drawingml/2006/main">
              <a:ext uri="{FF2B5EF4-FFF2-40B4-BE49-F238E27FC236}">
                <a16:creationId xmlns:a16="http://schemas.microsoft.com/office/drawing/2014/main" id="{DCB6ED3D-9F71-43AB-9A0C-7B4D5B0DAE6F}"/>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040566304" name="Text Placeholder 3">
            <a:extLst xmlns:a="http://schemas.openxmlformats.org/drawingml/2006/main">
              <a:ext uri="{FF2B5EF4-FFF2-40B4-BE49-F238E27FC236}">
                <a16:creationId xmlns:a16="http://schemas.microsoft.com/office/drawing/2014/main" id="{63066537-4852-4943-9E2C-632FA35C084A}"/>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031289346" name="Date Placeholder 4">
            <a:extLst xmlns:a="http://schemas.openxmlformats.org/drawingml/2006/main">
              <a:ext uri="{FF2B5EF4-FFF2-40B4-BE49-F238E27FC236}">
                <a16:creationId xmlns:a16="http://schemas.microsoft.com/office/drawing/2014/main" id="{77932F28-6B85-4213-A765-CE2358C9AC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2146330244" name="Footer Placeholder 5">
            <a:extLst xmlns:a="http://schemas.openxmlformats.org/drawingml/2006/main">
              <a:ext uri="{FF2B5EF4-FFF2-40B4-BE49-F238E27FC236}">
                <a16:creationId xmlns:a16="http://schemas.microsoft.com/office/drawing/2014/main" id="{0D96D67B-47B7-4991-AF59-2A72109CE5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19819458" name="Slide Number Placeholder 6">
            <a:extLst xmlns:a="http://schemas.openxmlformats.org/drawingml/2006/main">
              <a:ext uri="{FF2B5EF4-FFF2-40B4-BE49-F238E27FC236}">
                <a16:creationId xmlns:a16="http://schemas.microsoft.com/office/drawing/2014/main" id="{46767854-0211-4055-B24E-EF4621E252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547457939" name="Title 1">
            <a:extLst xmlns:a="http://schemas.openxmlformats.org/drawingml/2006/main">
              <a:ext uri="{FF2B5EF4-FFF2-40B4-BE49-F238E27FC236}">
                <a16:creationId xmlns:a16="http://schemas.microsoft.com/office/drawing/2014/main" id="{8EA60FC9-8072-497C-A363-D7D9C0E87F2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1759667495" name="Vertical Text Placeholder 2">
            <a:extLst xmlns:a="http://schemas.openxmlformats.org/drawingml/2006/main">
              <a:ext uri="{FF2B5EF4-FFF2-40B4-BE49-F238E27FC236}">
                <a16:creationId xmlns:a16="http://schemas.microsoft.com/office/drawing/2014/main" id="{C542EB25-E16E-464B-AC9D-52152C4D6D3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92044714" name="Date Placeholder 3">
            <a:extLst xmlns:a="http://schemas.openxmlformats.org/drawingml/2006/main">
              <a:ext uri="{FF2B5EF4-FFF2-40B4-BE49-F238E27FC236}">
                <a16:creationId xmlns:a16="http://schemas.microsoft.com/office/drawing/2014/main" id="{CD820A32-6D92-4604-918E-0C3FFF139F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45838410" name="Footer Placeholder 4">
            <a:extLst xmlns:a="http://schemas.openxmlformats.org/drawingml/2006/main">
              <a:ext uri="{FF2B5EF4-FFF2-40B4-BE49-F238E27FC236}">
                <a16:creationId xmlns:a16="http://schemas.microsoft.com/office/drawing/2014/main" id="{804ED4A6-E447-4B90-A148-598AC2DD6B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961013501" name="Slide Number Placeholder 5">
            <a:extLst xmlns:a="http://schemas.openxmlformats.org/drawingml/2006/main">
              <a:ext uri="{FF2B5EF4-FFF2-40B4-BE49-F238E27FC236}">
                <a16:creationId xmlns:a16="http://schemas.microsoft.com/office/drawing/2014/main" id="{FB176EFC-347B-408A-B24C-FE73B46A69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161820997" name="Vertical Title 1">
            <a:extLst xmlns:a="http://schemas.openxmlformats.org/drawingml/2006/main">
              <a:ext uri="{FF2B5EF4-FFF2-40B4-BE49-F238E27FC236}">
                <a16:creationId xmlns:a16="http://schemas.microsoft.com/office/drawing/2014/main" id="{17A2FE20-D6D4-4ABD-9086-54891DAA83D1}"/>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212291837" name="Vertical Text Placeholder 2">
            <a:extLst xmlns:a="http://schemas.openxmlformats.org/drawingml/2006/main">
              <a:ext uri="{FF2B5EF4-FFF2-40B4-BE49-F238E27FC236}">
                <a16:creationId xmlns:a16="http://schemas.microsoft.com/office/drawing/2014/main" id="{6E2C63A2-E861-482E-A27E-208284CD211F}"/>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67025902" name="Date Placeholder 3">
            <a:extLst xmlns:a="http://schemas.openxmlformats.org/drawingml/2006/main">
              <a:ext uri="{FF2B5EF4-FFF2-40B4-BE49-F238E27FC236}">
                <a16:creationId xmlns:a16="http://schemas.microsoft.com/office/drawing/2014/main" id="{8C83544A-E0A2-4A8E-B00A-DD672EF514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401713448" name="Footer Placeholder 4">
            <a:extLst xmlns:a="http://schemas.openxmlformats.org/drawingml/2006/main">
              <a:ext uri="{FF2B5EF4-FFF2-40B4-BE49-F238E27FC236}">
                <a16:creationId xmlns:a16="http://schemas.microsoft.com/office/drawing/2014/main" id="{60AF7AAA-003C-4564-A5D8-47EEE3C7E2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73704182" name="Slide Number Placeholder 5">
            <a:extLst xmlns:a="http://schemas.openxmlformats.org/drawingml/2006/main">
              <a:ext uri="{FF2B5EF4-FFF2-40B4-BE49-F238E27FC236}">
                <a16:creationId xmlns:a16="http://schemas.microsoft.com/office/drawing/2014/main" id="{968135D2-814E-47C7-94CA-F40F44B31D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eafb16c2094f26" /><Relationship Type="http://schemas.openxmlformats.org/officeDocument/2006/relationships/slideLayout" Target="/ppt/slideLayouts/slideLayout1.xml" Id="R8c25949f672641b9" /><Relationship Type="http://schemas.openxmlformats.org/officeDocument/2006/relationships/slideLayout" Target="/ppt/slideLayouts/slideLayout2.xml" Id="R27b19d37f042419f" /><Relationship Type="http://schemas.openxmlformats.org/officeDocument/2006/relationships/slideLayout" Target="/ppt/slideLayouts/slideLayout3.xml" Id="R09218b4c66d64a97" /><Relationship Type="http://schemas.openxmlformats.org/officeDocument/2006/relationships/slideLayout" Target="/ppt/slideLayouts/slideLayout4.xml" Id="R1aaf910f6e2f46db" /><Relationship Type="http://schemas.openxmlformats.org/officeDocument/2006/relationships/slideLayout" Target="/ppt/slideLayouts/slideLayout5.xml" Id="Ra46cff58a1914870" /><Relationship Type="http://schemas.openxmlformats.org/officeDocument/2006/relationships/slideLayout" Target="/ppt/slideLayouts/slideLayout6.xml" Id="R20cbc06523cd4cb2" /><Relationship Type="http://schemas.openxmlformats.org/officeDocument/2006/relationships/slideLayout" Target="/ppt/slideLayouts/slideLayout7.xml" Id="R8d925b01e12c405c" /><Relationship Type="http://schemas.openxmlformats.org/officeDocument/2006/relationships/slideLayout" Target="/ppt/slideLayouts/slideLayout8.xml" Id="R4e6f958a035248b2" /><Relationship Type="http://schemas.openxmlformats.org/officeDocument/2006/relationships/slideLayout" Target="/ppt/slideLayouts/slideLayout9.xml" Id="R314d4ae97b0c4560" /><Relationship Type="http://schemas.openxmlformats.org/officeDocument/2006/relationships/slideLayout" Target="/ppt/slideLayouts/slideLayout10.xml" Id="R0ea2b9d4e92444fa" /><Relationship Type="http://schemas.openxmlformats.org/officeDocument/2006/relationships/slideLayout" Target="/ppt/slideLayouts/slideLayout11.xml" Id="Rd15feab2242b4af5" /><Relationship Type="http://schemas.openxmlformats.org/officeDocument/2006/relationships/slideLayout" Target="/ppt/slideLayouts/slideLayout12.xml" Id="Rf34dd7f784db4733"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475224091" name="Title Placeholder 1">
            <a:extLst xmlns:a="http://schemas.openxmlformats.org/drawingml/2006/main">
              <a:ext uri="{FF2B5EF4-FFF2-40B4-BE49-F238E27FC236}">
                <a16:creationId xmlns:a16="http://schemas.microsoft.com/office/drawing/2014/main" id="{AF5D3D2C-6327-448C-9E5B-F937B488F5A7}"/>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071375742" name="Text Placeholder 2">
            <a:extLst xmlns:a="http://schemas.openxmlformats.org/drawingml/2006/main">
              <a:ext uri="{FF2B5EF4-FFF2-40B4-BE49-F238E27FC236}">
                <a16:creationId xmlns:a16="http://schemas.microsoft.com/office/drawing/2014/main" id="{56F912BA-C8D7-48E1-B5D4-BE86935D41DE}"/>
              </a:ext>
            </a:extLst>
          </p:cNvPr>
          <p:cNvSpPr>
            <a:spLocks xmlns:a="http://schemas.openxmlformats.org/drawingml/2006/main" noGrp="1"/>
          </p:cNvSpPr>
          <p:nvPr>
            <p:ph type="body" idx="1"/>
          </p:nvPr>
        </p:nvSpPr>
        <p:spPr>
          <a:xfrm xmlns:a="http://schemas.openxmlformats.org/drawingml/2006/main">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129701086" name="Date Placeholder 3">
            <a:extLst xmlns:a="http://schemas.openxmlformats.org/drawingml/2006/main">
              <a:ext uri="{FF2B5EF4-FFF2-40B4-BE49-F238E27FC236}">
                <a16:creationId xmlns:a16="http://schemas.microsoft.com/office/drawing/2014/main" id="{BD3EFEEC-252B-4DB8-9C10-51CFCEC3FC84}"/>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2026/7/28</a:t>
            </a:fld>
          </a:p>
        </p:txBody>
      </p:sp>
      <p:sp>
        <p:nvSpPr>
          <p:cNvPr id="1996226865" name="Footer Placeholder 4">
            <a:extLst xmlns:a="http://schemas.openxmlformats.org/drawingml/2006/main">
              <a:ext uri="{FF2B5EF4-FFF2-40B4-BE49-F238E27FC236}">
                <a16:creationId xmlns:a16="http://schemas.microsoft.com/office/drawing/2014/main" id="{47B82838-2CCE-4787-9136-22833DDB9D31}"/>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334731255" name="Slide Number Placeholder 5">
            <a:extLst xmlns:a="http://schemas.openxmlformats.org/drawingml/2006/main">
              <a:ext uri="{FF2B5EF4-FFF2-40B4-BE49-F238E27FC236}">
                <a16:creationId xmlns:a16="http://schemas.microsoft.com/office/drawing/2014/main" id="{9A83CEDC-76D5-4C70-A8F4-D006EF5E55B3}"/>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25949f672641b9"/>
    <p:sldLayoutId xmlns:r="http://schemas.openxmlformats.org/officeDocument/2006/relationships" id="2147483650" r:id="R27b19d37f042419f"/>
    <p:sldLayoutId xmlns:r="http://schemas.openxmlformats.org/officeDocument/2006/relationships" id="2147483651" r:id="R09218b4c66d64a97"/>
    <p:sldLayoutId xmlns:r="http://schemas.openxmlformats.org/officeDocument/2006/relationships" id="2147483652" r:id="R1aaf910f6e2f46db"/>
    <p:sldLayoutId xmlns:r="http://schemas.openxmlformats.org/officeDocument/2006/relationships" id="2147483653" r:id="Ra46cff58a1914870"/>
    <p:sldLayoutId xmlns:r="http://schemas.openxmlformats.org/officeDocument/2006/relationships" id="2147483654" r:id="R20cbc06523cd4cb2"/>
    <p:sldLayoutId xmlns:r="http://schemas.openxmlformats.org/officeDocument/2006/relationships" id="2147483655" r:id="R8d925b01e12c405c"/>
    <p:sldLayoutId xmlns:r="http://schemas.openxmlformats.org/officeDocument/2006/relationships" id="2147483656" r:id="R4e6f958a035248b2"/>
    <p:sldLayoutId xmlns:r="http://schemas.openxmlformats.org/officeDocument/2006/relationships" id="2147483657" r:id="R314d4ae97b0c4560"/>
    <p:sldLayoutId xmlns:r="http://schemas.openxmlformats.org/officeDocument/2006/relationships" id="2147483658" r:id="R0ea2b9d4e92444fa"/>
    <p:sldLayoutId xmlns:r="http://schemas.openxmlformats.org/officeDocument/2006/relationships" id="2147483659" r:id="Rd15feab2242b4af5"/>
    <p:sldLayoutId xmlns:r="http://schemas.openxmlformats.org/officeDocument/2006/relationships" id="2147483660" r:id="Rf34dd7f784db4733"/>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15b991b1124361" /><Relationship Type="http://schemas.openxmlformats.org/officeDocument/2006/relationships/notesSlide" Target="/ppt/notesSlides/notesSlide1.xml" Id="Rd77f2791744146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2b78cbffa4e47b4" /><Relationship Type="http://schemas.openxmlformats.org/officeDocument/2006/relationships/image" Target="/ppt/media/image.jpeg" Id="R2e878311608446a5" /><Relationship Type="http://schemas.openxmlformats.org/officeDocument/2006/relationships/image" Target="/ppt/media/image2.png" Id="R797addf860e7438b" /><Relationship Type="http://schemas.openxmlformats.org/officeDocument/2006/relationships/image" Target="/ppt/media/image2.jpeg" Id="Rfbaaca692ce64cc4" /><Relationship Type="http://schemas.openxmlformats.org/officeDocument/2006/relationships/image" Target="/ppt/media/image.bin" Id="R99861bcd11a64c33" /><Relationship Type="http://schemas.openxmlformats.org/officeDocument/2006/relationships/notesSlide" Target="/ppt/notesSlides/notesSlide2.xml" Id="R51778a5e09a044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c460e52f794ff5" /><Relationship Type="http://schemas.openxmlformats.org/officeDocument/2006/relationships/notesSlide" Target="/ppt/notesSlides/notesSlide3.xml" Id="R8c0a161cea144c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b0be6de48644eb6" /><Relationship Type="http://schemas.openxmlformats.org/officeDocument/2006/relationships/image" Target="/ppt/media/image3.jpeg" Id="R3662363d4fd94e07" /><Relationship Type="http://schemas.openxmlformats.org/officeDocument/2006/relationships/notesSlide" Target="/ppt/notesSlides/notesSlide4.xml" Id="R4ccdc6d84a2a4d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a98f225ea74b8f" /><Relationship Type="http://schemas.openxmlformats.org/officeDocument/2006/relationships/image" Target="/ppt/media/image3.png" Id="Rfe3c6f412a5f44e6" /><Relationship Type="http://schemas.openxmlformats.org/officeDocument/2006/relationships/notesSlide" Target="/ppt/notesSlides/notesSlide5.xml" Id="R359e464ff9114e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070adf99b048ce" /><Relationship Type="http://schemas.openxmlformats.org/officeDocument/2006/relationships/image" Target="/ppt/media/image3.png" Id="R2360a8a2a9a44ea6" /><Relationship Type="http://schemas.openxmlformats.org/officeDocument/2006/relationships/notesSlide" Target="/ppt/notesSlides/notesSlide6.xml" Id="Rbe44446f57f6458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691cdf8c4ea4ef8" /><Relationship Type="http://schemas.openxmlformats.org/officeDocument/2006/relationships/image" Target="/ppt/media/image3.png" Id="Ra05c1512cd0a4cd7" /><Relationship Type="http://schemas.openxmlformats.org/officeDocument/2006/relationships/notesSlide" Target="/ppt/notesSlides/notesSlide7.xml" Id="Re0c321a5c10544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4241cc84b944c15" /><Relationship Type="http://schemas.openxmlformats.org/officeDocument/2006/relationships/notesSlide" Target="/ppt/notesSlides/notesSlide8.xml" Id="Rd625a5c8e0184d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134b52186ea4bf8" /><Relationship Type="http://schemas.openxmlformats.org/officeDocument/2006/relationships/image" Target="/ppt/media/image.svg" Id="R81fe922313324331" /><Relationship Type="http://schemas.openxmlformats.org/officeDocument/2006/relationships/image" Target="/ppt/media/image.bin" Id="R4bf6b7a743444a09" /><Relationship Type="http://schemas.openxmlformats.org/officeDocument/2006/relationships/notesSlide" Target="/ppt/notesSlides/notesSlide9.xml" Id="Re2743741aa1848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5b7521a159c4274" /><Relationship Type="http://schemas.openxmlformats.org/officeDocument/2006/relationships/image" Target="/ppt/media/image2.svg" Id="R2f8885f033254b9e" /><Relationship Type="http://schemas.openxmlformats.org/officeDocument/2006/relationships/image" Target="/ppt/media/image2.jpeg" Id="R94ae354a00c3470b" /><Relationship Type="http://schemas.openxmlformats.org/officeDocument/2006/relationships/notesSlide" Target="/ppt/notesSlides/notesSlide10.xml" Id="R7fa8bb1086e94a5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6cef63f4ccb4d73" /><Relationship Type="http://schemas.openxmlformats.org/officeDocument/2006/relationships/notesSlide" Target="/ppt/notesSlides/notesSlide11.xml" Id="R32c819e30f334d5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ab710a5d64b470f" /><Relationship Type="http://schemas.openxmlformats.org/officeDocument/2006/relationships/image" Target="/ppt/media/image3.svg" Id="R6755178eebcb4de0" /><Relationship Type="http://schemas.openxmlformats.org/officeDocument/2006/relationships/image" Target="/ppt/media/image3.jpeg" Id="R2680ba5aa5644a06" /><Relationship Type="http://schemas.openxmlformats.org/officeDocument/2006/relationships/notesSlide" Target="/ppt/notesSlides/notesSlide12.xml" Id="R94f04f44b57d466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1f407aef9fb465f" /><Relationship Type="http://schemas.openxmlformats.org/officeDocument/2006/relationships/image" Target="/ppt/media/image4.png" Id="R93c33da265ae4f32" /><Relationship Type="http://schemas.openxmlformats.org/officeDocument/2006/relationships/notesSlide" Target="/ppt/notesSlides/notesSlide13.xml" Id="R33edb524d71243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817ae2107e949b9" /><Relationship Type="http://schemas.openxmlformats.org/officeDocument/2006/relationships/image" Target="/ppt/media/image5.png" Id="Rf0b457de0a4c4977" /><Relationship Type="http://schemas.openxmlformats.org/officeDocument/2006/relationships/image" Target="/ppt/media/image4.jpeg" Id="Ra5fd47a8a7144320" /><Relationship Type="http://schemas.openxmlformats.org/officeDocument/2006/relationships/image" Target="/ppt/media/image4.svg" Id="Rac255b46d4884493" /><Relationship Type="http://schemas.openxmlformats.org/officeDocument/2006/relationships/notesSlide" Target="/ppt/notesSlides/notesSlide14.xml" Id="R35fce188df7841a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8ede0235ee5462b" /><Relationship Type="http://schemas.openxmlformats.org/officeDocument/2006/relationships/image" Target="/ppt/media/image6.png" Id="Ra5722601fb724a88" /><Relationship Type="http://schemas.openxmlformats.org/officeDocument/2006/relationships/notesSlide" Target="/ppt/notesSlides/notesSlide15.xml" Id="Reac271704f004ce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467292cc60c4829" /><Relationship Type="http://schemas.openxmlformats.org/officeDocument/2006/relationships/image" Target="/ppt/media/image7.png" Id="R0a718e2fdf3f4ab2" /><Relationship Type="http://schemas.openxmlformats.org/officeDocument/2006/relationships/notesSlide" Target="/ppt/notesSlides/notesSlide16.xml" Id="Rf856e948bab04d3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9668b9b3c794abc" /><Relationship Type="http://schemas.openxmlformats.org/officeDocument/2006/relationships/image" Target="/ppt/media/image8.png" Id="Rf1ddd91dcea64a73" /><Relationship Type="http://schemas.openxmlformats.org/officeDocument/2006/relationships/image" Target="/ppt/media/image5.svg" Id="R775fae8a75e8492a" /><Relationship Type="http://schemas.openxmlformats.org/officeDocument/2006/relationships/image" Target="/ppt/media/image5.png" Id="Ra51f93b841764556" /><Relationship Type="http://schemas.openxmlformats.org/officeDocument/2006/relationships/notesSlide" Target="/ppt/notesSlides/notesSlide17.xml" Id="R92fd2bb5bef642e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cf0a95333e94733" /><Relationship Type="http://schemas.openxmlformats.org/officeDocument/2006/relationships/notesSlide" Target="/ppt/notesSlides/notesSlide18.xml" Id="R8db4ea9950cf404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c02cf80e0a04df6" /><Relationship Type="http://schemas.openxmlformats.org/officeDocument/2006/relationships/notesSlide" Target="/ppt/notesSlides/notesSlide19.xml" Id="Rbae0966fe8b0484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e1730da73844bb9" /><Relationship Type="http://schemas.openxmlformats.org/officeDocument/2006/relationships/notesSlide" Target="/ppt/notesSlides/notesSlide20.xml" Id="R01abd2cdcecb434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c1b022f22424371" /><Relationship Type="http://schemas.openxmlformats.org/officeDocument/2006/relationships/image" Target="/ppt/media/image9.png" Id="Raa98301840844238" /><Relationship Type="http://schemas.openxmlformats.org/officeDocument/2006/relationships/notesSlide" Target="/ppt/notesSlides/notesSlide21.xml" Id="Ra32433cbebea4fa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de205a47edf4d23" /><Relationship Type="http://schemas.openxmlformats.org/officeDocument/2006/relationships/image" Target="/ppt/media/image6.svg" Id="Rca357353e2b64f9b" /><Relationship Type="http://schemas.openxmlformats.org/officeDocument/2006/relationships/image" Target="/ppt/media/image6.png" Id="Rd551c5b1a6fc49d9" /><Relationship Type="http://schemas.openxmlformats.org/officeDocument/2006/relationships/notesSlide" Target="/ppt/notesSlides/notesSlide22.xml" Id="R92033c075bee44d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7809450eab44948" /><Relationship Type="http://schemas.openxmlformats.org/officeDocument/2006/relationships/image" Target="/ppt/media/image7.svg" Id="R7f171418ee3b4a24" /><Relationship Type="http://schemas.openxmlformats.org/officeDocument/2006/relationships/image" Target="/ppt/media/image7.png" Id="R0164c6c29f254e67" /><Relationship Type="http://schemas.openxmlformats.org/officeDocument/2006/relationships/image" Target="/ppt/media/image8.svg" Id="R4a71a59d3b394d8a" /><Relationship Type="http://schemas.openxmlformats.org/officeDocument/2006/relationships/image" Target="/ppt/media/image8.png" Id="R672294fa97294424" /><Relationship Type="http://schemas.openxmlformats.org/officeDocument/2006/relationships/image" Target="/ppt/media/image9.svg" Id="Rcc6e94a2a52a45ef" /><Relationship Type="http://schemas.openxmlformats.org/officeDocument/2006/relationships/image" Target="/ppt/media/image9.png" Id="Rc21e502e882c425f" /><Relationship Type="http://schemas.openxmlformats.org/officeDocument/2006/relationships/image" Target="/ppt/media/image10.png" Id="R5294ea0bde4a4b86" /><Relationship Type="http://schemas.openxmlformats.org/officeDocument/2006/relationships/image" Target="/ppt/media/image10.svg" Id="R88ed796d05864b29" /><Relationship Type="http://schemas.openxmlformats.org/officeDocument/2006/relationships/image" Target="/ppt/media/image11.png" Id="R149d6aa0bf4843aa" /><Relationship Type="http://schemas.openxmlformats.org/officeDocument/2006/relationships/image" Target="/ppt/media/image11.svg" Id="R02d6283c35834911" /><Relationship Type="http://schemas.openxmlformats.org/officeDocument/2006/relationships/image" Target="/ppt/media/image12.png" Id="R8d3e042137234091" /><Relationship Type="http://schemas.openxmlformats.org/officeDocument/2006/relationships/image" Target="/ppt/media/image12.svg" Id="Rd2b8d2ef7a274df3" /><Relationship Type="http://schemas.openxmlformats.org/officeDocument/2006/relationships/notesSlide" Target="/ppt/notesSlides/notesSlide23.xml" Id="R6607e133f9b14ad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07e768d9e834eb8" /><Relationship Type="http://schemas.openxmlformats.org/officeDocument/2006/relationships/image" Target="/ppt/media/image13.png" Id="R039809471e7f4804" /><Relationship Type="http://schemas.openxmlformats.org/officeDocument/2006/relationships/image" Target="/ppt/media/image13.svg" Id="R7dfa154ab8c848a4" /><Relationship Type="http://schemas.openxmlformats.org/officeDocument/2006/relationships/image" Target="/ppt/media/image14.png" Id="Rd8223d7d32e0481a" /><Relationship Type="http://schemas.openxmlformats.org/officeDocument/2006/relationships/image" Target="/ppt/media/image14.svg" Id="R48ccc19753fa4054" /><Relationship Type="http://schemas.openxmlformats.org/officeDocument/2006/relationships/notesSlide" Target="/ppt/notesSlides/notesSlide24.xml" Id="R641929d3a371455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72d7fc585a04aad" /><Relationship Type="http://schemas.openxmlformats.org/officeDocument/2006/relationships/notesSlide" Target="/ppt/notesSlides/notesSlide25.xml" Id="Rb5a70fbe3d4a402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9.xml" Id="Rc49a8d7199bd436a" /><Relationship Type="http://schemas.openxmlformats.org/officeDocument/2006/relationships/notesSlide" Target="/ppt/notesSlides/notesSlide26.xml" Id="R3c20dd8406f74bc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eb08ec46c4349ce" /><Relationship Type="http://schemas.openxmlformats.org/officeDocument/2006/relationships/image" Target="/ppt/media/image14.png" Id="R3861914ce58241aa" /><Relationship Type="http://schemas.openxmlformats.org/officeDocument/2006/relationships/notesSlide" Target="/ppt/notesSlides/notesSlide27.xml" Id="R4812be931bd6472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1ab92594fdf4ff4" /><Relationship Type="http://schemas.openxmlformats.org/officeDocument/2006/relationships/image" Target="/ppt/media/image15.png" Id="R492a8f4bdff849b6" /><Relationship Type="http://schemas.openxmlformats.org/officeDocument/2006/relationships/notesSlide" Target="/ppt/notesSlides/notesSlide28.xml" Id="R921f5b3dd4464d7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3c3480704e640f6" /><Relationship Type="http://schemas.openxmlformats.org/officeDocument/2006/relationships/notesSlide" Target="/ppt/notesSlides/notesSlide29.xml" Id="R48409716907742b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d2764dab3574528" /><Relationship Type="http://schemas.openxmlformats.org/officeDocument/2006/relationships/image" Target="/ppt/media/image16.png" Id="Rb02c27e555f24a74" /><Relationship Type="http://schemas.openxmlformats.org/officeDocument/2006/relationships/notesSlide" Target="/ppt/notesSlides/notesSlide30.xml" Id="R36718f824224478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b781b0fb33a4e80" /><Relationship Type="http://schemas.openxmlformats.org/officeDocument/2006/relationships/notesSlide" Target="/ppt/notesSlides/notesSlide31.xml" Id="Racd5dbf2980a47b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2701368710f4a2f" /><Relationship Type="http://schemas.openxmlformats.org/officeDocument/2006/relationships/image" Target="/ppt/media/image17.png" Id="R9eec5ccef8074118" /><Relationship Type="http://schemas.openxmlformats.org/officeDocument/2006/relationships/notesSlide" Target="/ppt/notesSlides/notesSlide32.xml" Id="Rf78af231ba3a4cf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7f4d7f595df4f36" /><Relationship Type="http://schemas.openxmlformats.org/officeDocument/2006/relationships/notesSlide" Target="/ppt/notesSlides/notesSlide33.xml" Id="Rb1879686be6c4ff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4a6d2035c294f30" /><Relationship Type="http://schemas.openxmlformats.org/officeDocument/2006/relationships/notesSlide" Target="/ppt/notesSlides/notesSlide34.xml" Id="R1fa0c992c6ee4b3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551d86f15174510" /><Relationship Type="http://schemas.openxmlformats.org/officeDocument/2006/relationships/notesSlide" Target="/ppt/notesSlides/notesSlide35.xml" Id="R8fe331702d164bc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f4c63fa8a7e4b3d" /><Relationship Type="http://schemas.openxmlformats.org/officeDocument/2006/relationships/notesSlide" Target="/ppt/notesSlides/notesSlide36.xml" Id="R19e3f1720722431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a2e6db8bdc64d08" /><Relationship Type="http://schemas.openxmlformats.org/officeDocument/2006/relationships/notesSlide" Target="/ppt/notesSlides/notesSlide37.xml" Id="R89a3cab6d77d45d8"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282ab57e53f94e1e" /><Relationship Type="http://schemas.openxmlformats.org/officeDocument/2006/relationships/notesSlide" Target="/ppt/notesSlides/notesSlide38.xml" Id="R25bec583b4f34ae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cf8ceee3d2d4e30" /><Relationship Type="http://schemas.openxmlformats.org/officeDocument/2006/relationships/notesSlide" Target="/ppt/notesSlides/notesSlide39.xml" Id="Ra0e9412c340b40f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6dd86d627b84d5d" /><Relationship Type="http://schemas.openxmlformats.org/officeDocument/2006/relationships/notesSlide" Target="/ppt/notesSlides/notesSlide40.xml" Id="R8df0d42b6eb0494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1abde3310c242fe" /><Relationship Type="http://schemas.openxmlformats.org/officeDocument/2006/relationships/notesSlide" Target="/ppt/notesSlides/notesSlide41.xml" Id="R48601b72244543c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6f0e8b582ca44ab8" /><Relationship Type="http://schemas.openxmlformats.org/officeDocument/2006/relationships/notesSlide" Target="/ppt/notesSlides/notesSlide42.xml" Id="R7b79762df42d4e3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3da1e2bb0674a99" /><Relationship Type="http://schemas.openxmlformats.org/officeDocument/2006/relationships/notesSlide" Target="/ppt/notesSlides/notesSlide43.xml" Id="R8987354e9c97447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8ceca016fdb048c5" /><Relationship Type="http://schemas.openxmlformats.org/officeDocument/2006/relationships/notesSlide" Target="/ppt/notesSlides/notesSlide44.xml" Id="R47604cbfb4fa415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ce8c4fe02d2c4829" /><Relationship Type="http://schemas.openxmlformats.org/officeDocument/2006/relationships/notesSlide" Target="/ppt/notesSlides/notesSlide45.xml" Id="Rcb29607a9eb746c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8a37131bcd1c4486" /><Relationship Type="http://schemas.openxmlformats.org/officeDocument/2006/relationships/notesSlide" Target="/ppt/notesSlides/notesSlide46.xml" Id="Rb70d93c1cff7478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53ef1b5a081c4bc0" /><Relationship Type="http://schemas.openxmlformats.org/officeDocument/2006/relationships/notesSlide" Target="/ppt/notesSlides/notesSlide47.xml" Id="Rfeceabb771a244ff"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ec7812599e264bbe" /><Relationship Type="http://schemas.openxmlformats.org/officeDocument/2006/relationships/notesSlide" Target="/ppt/notesSlides/notesSlide48.xml" Id="Re1c7571f3fc346e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d5abac47e0144ba0" /><Relationship Type="http://schemas.openxmlformats.org/officeDocument/2006/relationships/notesSlide" Target="/ppt/notesSlides/notesSlide49.xml" Id="Rc0e779ade58c43a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ad588435c61141c1" /><Relationship Type="http://schemas.openxmlformats.org/officeDocument/2006/relationships/notesSlide" Target="/ppt/notesSlides/notesSlide50.xml" Id="Ra5d31a2a651a47b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763d4a93017e47fc" /><Relationship Type="http://schemas.openxmlformats.org/officeDocument/2006/relationships/notesSlide" Target="/ppt/notesSlides/notesSlide51.xml" Id="R90c35f2e076a4db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534b71057c4b4154" /><Relationship Type="http://schemas.openxmlformats.org/officeDocument/2006/relationships/notesSlide" Target="/ppt/notesSlides/notesSlide52.xml" Id="R4cc11d351053425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602b9478f36b4033" /><Relationship Type="http://schemas.openxmlformats.org/officeDocument/2006/relationships/notesSlide" Target="/ppt/notesSlides/notesSlide53.xml" Id="R9375d14a73334b6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82126ae525454ab4" /><Relationship Type="http://schemas.openxmlformats.org/officeDocument/2006/relationships/notesSlide" Target="/ppt/notesSlides/notesSlide54.xml" Id="R0fb8d07a20c941e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fc435c73e959477c" /><Relationship Type="http://schemas.openxmlformats.org/officeDocument/2006/relationships/notesSlide" Target="/ppt/notesSlides/notesSlide55.xml" Id="R37a87a5a5768471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eaa7a0c3ed1e40b3" /><Relationship Type="http://schemas.openxmlformats.org/officeDocument/2006/relationships/image" Target="/ppt/media/image4.jpeg" Id="Rc4187819b65a4c77" /><Relationship Type="http://schemas.openxmlformats.org/officeDocument/2006/relationships/notesSlide" Target="/ppt/notesSlides/notesSlide56.xml" Id="Ra6a84dedb82847fd"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19a26ed4459e4c7e" /><Relationship Type="http://schemas.openxmlformats.org/officeDocument/2006/relationships/notesSlide" Target="/ppt/notesSlides/notesSlide57.xml" Id="Ra047cb9e10b9411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88dec5ee43b9481c" /><Relationship Type="http://schemas.openxmlformats.org/officeDocument/2006/relationships/notesSlide" Target="/ppt/notesSlides/notesSlide58.xml" Id="Rf0129201bd36423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235dab553d06429a" /><Relationship Type="http://schemas.openxmlformats.org/officeDocument/2006/relationships/notesSlide" Target="/ppt/notesSlides/notesSlide59.xml" Id="R74a89143fad54b3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18624d3a283b4ba4" /><Relationship Type="http://schemas.openxmlformats.org/officeDocument/2006/relationships/notesSlide" Target="/ppt/notesSlides/notesSlide60.xml" Id="R8f84002184904c6b"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46b2c55b6d6e4997" /><Relationship Type="http://schemas.openxmlformats.org/officeDocument/2006/relationships/notesSlide" Target="/ppt/notesSlides/notesSlide61.xml" Id="R5fa4c31d95054a71"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5d7e00adc1f44c19" /><Relationship Type="http://schemas.openxmlformats.org/officeDocument/2006/relationships/notesSlide" Target="/ppt/notesSlides/notesSlide62.xml" Id="R29074bfcedc141fc"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65440923e5344f67" /><Relationship Type="http://schemas.openxmlformats.org/officeDocument/2006/relationships/image" Target="/ppt/media/image15.svg" Id="R6b2e4c19e26a40ca" /><Relationship Type="http://schemas.openxmlformats.org/officeDocument/2006/relationships/image" Target="/ppt/media/image15.png" Id="R2532e618c13044c7" /><Relationship Type="http://schemas.openxmlformats.org/officeDocument/2006/relationships/notesSlide" Target="/ppt/notesSlides/notesSlide63.xml" Id="Re0b93f58cac14456"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fe419482f3644f70" /><Relationship Type="http://schemas.openxmlformats.org/officeDocument/2006/relationships/notesSlide" Target="/ppt/notesSlides/notesSlide64.xml" Id="R8a1193e73e5b4179"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9d012f29e5754c08" /><Relationship Type="http://schemas.openxmlformats.org/officeDocument/2006/relationships/notesSlide" Target="/ppt/notesSlides/notesSlide65.xml" Id="Rdd4dcb842be242fa"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c26e4d594f984e23" /><Relationship Type="http://schemas.openxmlformats.org/officeDocument/2006/relationships/notesSlide" Target="/ppt/notesSlides/notesSlide66.xml" Id="R6d127d4237a34be7"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0907b56be2fe45e1" /><Relationship Type="http://schemas.openxmlformats.org/officeDocument/2006/relationships/image" Target="/ppt/media/image18.png" Id="Rf498d6ad95d44a9d" /><Relationship Type="http://schemas.openxmlformats.org/officeDocument/2006/relationships/notesSlide" Target="/ppt/notesSlides/notesSlide67.xml" Id="R6480d183affb4dae"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778582e84e2849ef" /><Relationship Type="http://schemas.openxmlformats.org/officeDocument/2006/relationships/image" Target="/ppt/media/image19.png" Id="R2bdcaefe96174f33" /><Relationship Type="http://schemas.openxmlformats.org/officeDocument/2006/relationships/notesSlide" Target="/ppt/notesSlides/notesSlide68.xml" Id="R112dd4112d6c4422"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fb50216c21984b59" /><Relationship Type="http://schemas.openxmlformats.org/officeDocument/2006/relationships/hyperlink" Target="https://www.inceptionlabs.ai/blog/introducing-mercury-2" TargetMode="External" Id="R0dee7fdfc562455f" /><Relationship Type="http://schemas.openxmlformats.org/officeDocument/2006/relationships/notesSlide" Target="/ppt/notesSlides/notesSlide69.xml" Id="Ra57b64710f7e4f0d"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c5c51b5b82b24c53" /><Relationship Type="http://schemas.openxmlformats.org/officeDocument/2006/relationships/notesSlide" Target="/ppt/notesSlides/notesSlide70.xml" Id="R3f105b56bb1d4d4a"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d37119579cd34730" /><Relationship Type="http://schemas.openxmlformats.org/officeDocument/2006/relationships/notesSlide" Target="/ppt/notesSlides/notesSlide71.xml" Id="Rbdd3699a8a4e4619"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7cefc90cb32745c2" /><Relationship Type="http://schemas.openxmlformats.org/officeDocument/2006/relationships/notesSlide" Target="/ppt/notesSlides/notesSlide72.xml" Id="R3c0e83cf08274b84"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49553817" name="Rectangle 1959211399">
            <a:extLst xmlns:a="http://schemas.openxmlformats.org/drawingml/2006/main">
              <a:ext uri="{FF2B5EF4-FFF2-40B4-BE49-F238E27FC236}">
                <a16:creationId xmlns:a16="http://schemas.microsoft.com/office/drawing/2014/main" id="{8FE1CDE0-7B9D-43A3-94F6-BF59DA48523D}"/>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601302440" name="Rectangle 1850301699">
            <a:extLst xmlns:a="http://schemas.openxmlformats.org/drawingml/2006/main">
              <a:ext uri="{FF2B5EF4-FFF2-40B4-BE49-F238E27FC236}">
                <a16:creationId xmlns:a16="http://schemas.microsoft.com/office/drawing/2014/main" id="{AB3C6312-0182-4F2E-8F4D-FAA8290DBE75}"/>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783139665" name="Rectangle 2018958639">
            <a:extLst xmlns:a="http://schemas.openxmlformats.org/drawingml/2006/main">
              <a:ext uri="{FF2B5EF4-FFF2-40B4-BE49-F238E27FC236}">
                <a16:creationId xmlns:a16="http://schemas.microsoft.com/office/drawing/2014/main" id="{EAD2B014-16FB-4614-A91F-63BADD94B0A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373219734" name="Rectangle: Rounded Corners 90328709">
            <a:extLst xmlns:a="http://schemas.openxmlformats.org/drawingml/2006/main">
              <a:ext uri="{FF2B5EF4-FFF2-40B4-BE49-F238E27FC236}">
                <a16:creationId xmlns:a16="http://schemas.microsoft.com/office/drawing/2014/main" id="{4D44635E-DD70-48C6-A5DC-1C5429FC5E97}"/>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1163336" name="Straight Connector 453704306">
            <a:extLst xmlns:a="http://schemas.openxmlformats.org/drawingml/2006/main">
              <a:ext uri="{FF2B5EF4-FFF2-40B4-BE49-F238E27FC236}">
                <a16:creationId xmlns:a16="http://schemas.microsoft.com/office/drawing/2014/main" id="{54FE6B28-B340-48AF-B103-BE934B53AB1A}"/>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665379" name="Oval 1383570775">
            <a:extLst xmlns:a="http://schemas.openxmlformats.org/drawingml/2006/main">
              <a:ext uri="{FF2B5EF4-FFF2-40B4-BE49-F238E27FC236}">
                <a16:creationId xmlns:a16="http://schemas.microsoft.com/office/drawing/2014/main" id="{7016CEB2-A150-4048-822A-FE9CC4140C5C}"/>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4713534" name="Rectangle 1909465558">
            <a:extLst xmlns:a="http://schemas.openxmlformats.org/drawingml/2006/main">
              <a:ext uri="{FF2B5EF4-FFF2-40B4-BE49-F238E27FC236}">
                <a16:creationId xmlns:a16="http://schemas.microsoft.com/office/drawing/2014/main" id="{691579AD-F3BC-446E-B8E5-56169588C3EE}"/>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1413505355" name="Rectangle 373098539">
            <a:extLst xmlns:a="http://schemas.openxmlformats.org/drawingml/2006/main">
              <a:ext uri="{FF2B5EF4-FFF2-40B4-BE49-F238E27FC236}">
                <a16:creationId xmlns:a16="http://schemas.microsoft.com/office/drawing/2014/main" id="{B060C73C-C56D-4FF1-992B-D983B5044A71}"/>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267397278" name="Rectangle 1435247823">
            <a:extLst xmlns:a="http://schemas.openxmlformats.org/drawingml/2006/main">
              <a:ext uri="{FF2B5EF4-FFF2-40B4-BE49-F238E27FC236}">
                <a16:creationId xmlns:a16="http://schemas.microsoft.com/office/drawing/2014/main" id="{334BEFFF-DBF7-4A87-8E4C-378D4B0F40FE}"/>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2068558450" name="Oval 517207118">
            <a:extLst xmlns:a="http://schemas.openxmlformats.org/drawingml/2006/main">
              <a:ext uri="{FF2B5EF4-FFF2-40B4-BE49-F238E27FC236}">
                <a16:creationId xmlns:a16="http://schemas.microsoft.com/office/drawing/2014/main" id="{6A438AF6-A2D3-44C5-9D03-A522C69CCE3F}"/>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287128466" name="Rectangle 1431946798">
            <a:extLst xmlns:a="http://schemas.openxmlformats.org/drawingml/2006/main">
              <a:ext uri="{FF2B5EF4-FFF2-40B4-BE49-F238E27FC236}">
                <a16:creationId xmlns:a16="http://schemas.microsoft.com/office/drawing/2014/main" id="{A75D074F-46EB-487F-AFF2-F860C1532E7C}"/>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789552913" name="Rectangle 1613992743">
            <a:extLst xmlns:a="http://schemas.openxmlformats.org/drawingml/2006/main">
              <a:ext uri="{FF2B5EF4-FFF2-40B4-BE49-F238E27FC236}">
                <a16:creationId xmlns:a16="http://schemas.microsoft.com/office/drawing/2014/main" id="{B0892840-3ACE-4788-A2EB-EA26584F37D0}"/>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685014085" name="Rectangle 1819292424">
            <a:extLst xmlns:a="http://schemas.openxmlformats.org/drawingml/2006/main">
              <a:ext uri="{FF2B5EF4-FFF2-40B4-BE49-F238E27FC236}">
                <a16:creationId xmlns:a16="http://schemas.microsoft.com/office/drawing/2014/main" id="{A772E6D1-9E95-4E20-AA89-79DFE6E3CDCF}"/>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594683630" name="Oval 1011337880">
            <a:extLst xmlns:a="http://schemas.openxmlformats.org/drawingml/2006/main">
              <a:ext uri="{FF2B5EF4-FFF2-40B4-BE49-F238E27FC236}">
                <a16:creationId xmlns:a16="http://schemas.microsoft.com/office/drawing/2014/main" id="{1CD1AFAD-5872-40F8-8AD4-2A39BD673985}"/>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156384596" name="Rectangle 231300994">
            <a:extLst xmlns:a="http://schemas.openxmlformats.org/drawingml/2006/main">
              <a:ext uri="{FF2B5EF4-FFF2-40B4-BE49-F238E27FC236}">
                <a16:creationId xmlns:a16="http://schemas.microsoft.com/office/drawing/2014/main" id="{D6DCCD2D-F828-4AC8-865D-CCBD25E547CD}"/>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267769090" name="Rectangle 1085761315">
            <a:extLst xmlns:a="http://schemas.openxmlformats.org/drawingml/2006/main">
              <a:ext uri="{FF2B5EF4-FFF2-40B4-BE49-F238E27FC236}">
                <a16:creationId xmlns:a16="http://schemas.microsoft.com/office/drawing/2014/main" id="{A761A5BC-5071-4E0F-9CB1-109EA29445B3}"/>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2145222048" name="Rectangle 9026134">
            <a:extLst xmlns:a="http://schemas.openxmlformats.org/drawingml/2006/main">
              <a:ext uri="{FF2B5EF4-FFF2-40B4-BE49-F238E27FC236}">
                <a16:creationId xmlns:a16="http://schemas.microsoft.com/office/drawing/2014/main" id="{3573810B-C6AA-410D-B9C6-5853A48B6D78}"/>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2124544825" name="Oval 1242283889">
            <a:extLst xmlns:a="http://schemas.openxmlformats.org/drawingml/2006/main">
              <a:ext uri="{FF2B5EF4-FFF2-40B4-BE49-F238E27FC236}">
                <a16:creationId xmlns:a16="http://schemas.microsoft.com/office/drawing/2014/main" id="{E2696A53-AA57-423B-A3E6-327610FD94FE}"/>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443424523" name="Rectangle 760971764">
            <a:extLst xmlns:a="http://schemas.openxmlformats.org/drawingml/2006/main">
              <a:ext uri="{FF2B5EF4-FFF2-40B4-BE49-F238E27FC236}">
                <a16:creationId xmlns:a16="http://schemas.microsoft.com/office/drawing/2014/main" id="{946E80CA-5D9D-4597-9C97-12F95B1C30B5}"/>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401559683" name="Rectangle 236810503">
            <a:extLst xmlns:a="http://schemas.openxmlformats.org/drawingml/2006/main">
              <a:ext uri="{FF2B5EF4-FFF2-40B4-BE49-F238E27FC236}">
                <a16:creationId xmlns:a16="http://schemas.microsoft.com/office/drawing/2014/main" id="{91A3D831-3123-49CB-A8B5-0AC6AFD3FAA7}"/>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1372533295" name="Rectangle 297379142">
            <a:extLst xmlns:a="http://schemas.openxmlformats.org/drawingml/2006/main">
              <a:ext uri="{FF2B5EF4-FFF2-40B4-BE49-F238E27FC236}">
                <a16:creationId xmlns:a16="http://schemas.microsoft.com/office/drawing/2014/main" id="{72F1B106-0068-4EB7-8EB0-75B99CD59BE1}"/>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733008596" name="Oval 886147111">
            <a:extLst xmlns:a="http://schemas.openxmlformats.org/drawingml/2006/main">
              <a:ext uri="{FF2B5EF4-FFF2-40B4-BE49-F238E27FC236}">
                <a16:creationId xmlns:a16="http://schemas.microsoft.com/office/drawing/2014/main" id="{3001E1FE-741D-40A9-8A71-18C225DFBD88}"/>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288824797" name="Rectangle 1979103398">
            <a:extLst xmlns:a="http://schemas.openxmlformats.org/drawingml/2006/main">
              <a:ext uri="{FF2B5EF4-FFF2-40B4-BE49-F238E27FC236}">
                <a16:creationId xmlns:a16="http://schemas.microsoft.com/office/drawing/2014/main" id="{7BEA4954-05D4-4D54-9BCF-9AE0B8B977F1}"/>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992714688" name="Rectangle 668892514">
            <a:extLst xmlns:a="http://schemas.openxmlformats.org/drawingml/2006/main">
              <a:ext uri="{FF2B5EF4-FFF2-40B4-BE49-F238E27FC236}">
                <a16:creationId xmlns:a16="http://schemas.microsoft.com/office/drawing/2014/main" id="{B2252E34-4EFB-427B-A1A2-991864C62B4D}"/>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351920585" name="Rectangle 846714876">
            <a:extLst xmlns:a="http://schemas.openxmlformats.org/drawingml/2006/main">
              <a:ext uri="{FF2B5EF4-FFF2-40B4-BE49-F238E27FC236}">
                <a16:creationId xmlns:a16="http://schemas.microsoft.com/office/drawing/2014/main" id="{1CC7BB69-7593-4DA3-9BD0-B093417A9C67}"/>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464509372" name="Rectangle 612628765">
            <a:extLst xmlns:a="http://schemas.openxmlformats.org/drawingml/2006/main">
              <a:ext uri="{FF2B5EF4-FFF2-40B4-BE49-F238E27FC236}">
                <a16:creationId xmlns:a16="http://schemas.microsoft.com/office/drawing/2014/main" id="{E66C2F49-5D64-4181-83B9-B000EEF424D1}"/>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420877786" name="Rectangle 1343619986">
            <a:extLst xmlns:a="http://schemas.openxmlformats.org/drawingml/2006/main">
              <a:ext uri="{FF2B5EF4-FFF2-40B4-BE49-F238E27FC236}">
                <a16:creationId xmlns:a16="http://schemas.microsoft.com/office/drawing/2014/main" id="{FE0B2B3A-969B-4B3A-A34A-4027917DBC1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01</a:t>
            </a:r>
          </a:p>
        </p:txBody>
      </p:sp>
    </p:spTree>
    <p:extLst>
      <p:ext uri="{BB962C8B-B14F-4D97-AF65-F5344CB8AC3E}">
        <p14:creationId xmlns:p14="http://schemas.microsoft.com/office/powerpoint/2010/main" val="1613343920"/>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CA56B6D-DCE8-4CAB-A6F9-D29DDAFBC3DD}"/>
              </a:ext>
            </a:extLst>
          </p:cNvPr>
          <p:cNvSpPr>
            <a:spLocks xmlns:a="http://schemas.openxmlformats.org/drawingml/2006/main" noGrp="1"/>
          </p:cNvSpPr>
          <p:nvPr/>
        </p:nvSpPr>
        <p:spPr>
          <a:xfrm xmlns:a="http://schemas.openxmlformats.org/drawingml/2006/main">
            <a:off x="609600" y="3238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AI landscape</a:t>
            </a:r>
          </a:p>
        </p:txBody>
      </p:sp>
      <p:sp>
        <p:nvSpPr>
          <p:cNvPr id="2" name="">
            <a:extLst xmlns:a="http://schemas.openxmlformats.org/drawingml/2006/main">
              <a:ext uri="{FF2B5EF4-FFF2-40B4-BE49-F238E27FC236}">
                <a16:creationId xmlns:a16="http://schemas.microsoft.com/office/drawing/2014/main" id="{5475A8BB-D7E0-4D83-91F4-1224F1D32AD9}"/>
              </a:ext>
            </a:extLst>
          </p:cNvPr>
          <p:cNvSpPr>
            <a:spLocks xmlns:a="http://schemas.openxmlformats.org/drawingml/2006/main" noGrp="1"/>
          </p:cNvSpPr>
          <p:nvPr/>
        </p:nvSpPr>
        <p:spPr>
          <a:xfrm xmlns:a="http://schemas.openxmlformats.org/drawingml/2006/main">
            <a:off x="609600" y="5905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AI learns patterns to act in new situations</a:t>
            </a:r>
          </a:p>
        </p:txBody>
      </p:sp>
      <p:sp>
        <p:nvSpPr>
          <p:cNvPr id="3" name="">
            <a:extLst xmlns:a="http://schemas.openxmlformats.org/drawingml/2006/main">
              <a:ext uri="{FF2B5EF4-FFF2-40B4-BE49-F238E27FC236}">
                <a16:creationId xmlns:a16="http://schemas.microsoft.com/office/drawing/2014/main" id="{FB34BD26-DE01-4D82-A09A-43A76A4C6D3A}"/>
              </a:ext>
            </a:extLst>
          </p:cNvPr>
          <p:cNvSpPr>
            <a:spLocks xmlns:a="http://schemas.openxmlformats.org/drawingml/2006/main" noGrp="1"/>
          </p:cNvSpPr>
          <p:nvPr/>
        </p:nvSpPr>
        <p:spPr>
          <a:xfrm xmlns:a="http://schemas.openxmlformats.org/drawingml/2006/main">
            <a:off x="609600" y="11049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085"/>
                </a:solidFill>
              </a:defRPr>
            </a:pPr>
            <a:r>
              <a:rPr sz="1500" b="0">
                <a:solidFill>
                  <a:srgbClr val="667085"/>
                </a:solidFill>
              </a:rPr>
              <a:t>From fixed rules to prediction, decision-making, and creation</a:t>
            </a:r>
          </a:p>
        </p:txBody>
      </p:sp>
      <p:sp>
        <p:nvSpPr>
          <p:cNvPr id="4" name="">
            <a:extLst xmlns:a="http://schemas.openxmlformats.org/drawingml/2006/main">
              <a:ext uri="{FF2B5EF4-FFF2-40B4-BE49-F238E27FC236}">
                <a16:creationId xmlns:a16="http://schemas.microsoft.com/office/drawing/2014/main" id="{C3EB6EE7-349E-4F82-9785-C89F3234D620}"/>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0AE1DA96-5E31-42FA-8D2C-7314E6D69C59}"/>
              </a:ext>
            </a:extLst>
          </p:cNvPr>
          <p:cNvSpPr>
            <a:spLocks xmlns:a="http://schemas.openxmlformats.org/drawingml/2006/main" noGrp="1"/>
          </p:cNvSpPr>
          <p:nvPr/>
        </p:nvSpPr>
        <p:spPr>
          <a:xfrm xmlns:a="http://schemas.openxmlformats.org/drawingml/2006/main">
            <a:off x="3086100" y="3143250"/>
            <a:ext cx="438150" cy="9525"/>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6" name="">
            <a:extLst xmlns:a="http://schemas.openxmlformats.org/drawingml/2006/main">
              <a:ext uri="{FF2B5EF4-FFF2-40B4-BE49-F238E27FC236}">
                <a16:creationId xmlns:a16="http://schemas.microsoft.com/office/drawing/2014/main" id="{C0A7E4CF-7752-44DD-890D-313A22611E27}"/>
              </a:ext>
            </a:extLst>
          </p:cNvPr>
          <p:cNvSpPr>
            <a:spLocks xmlns:a="http://schemas.openxmlformats.org/drawingml/2006/main" noGrp="1"/>
          </p:cNvSpPr>
          <p:nvPr/>
        </p:nvSpPr>
        <p:spPr>
          <a:xfrm xmlns:a="http://schemas.openxmlformats.org/drawingml/2006/main">
            <a:off x="5657850" y="3143250"/>
            <a:ext cx="438150" cy="9525"/>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7" name="">
            <a:extLst xmlns:a="http://schemas.openxmlformats.org/drawingml/2006/main">
              <a:ext uri="{FF2B5EF4-FFF2-40B4-BE49-F238E27FC236}">
                <a16:creationId xmlns:a16="http://schemas.microsoft.com/office/drawing/2014/main" id="{E756B22B-8E81-46E3-91B1-9D5594D79541}"/>
              </a:ext>
            </a:extLst>
          </p:cNvPr>
          <p:cNvSpPr>
            <a:spLocks xmlns:a="http://schemas.openxmlformats.org/drawingml/2006/main" noGrp="1"/>
          </p:cNvSpPr>
          <p:nvPr/>
        </p:nvSpPr>
        <p:spPr>
          <a:xfrm xmlns:a="http://schemas.openxmlformats.org/drawingml/2006/main">
            <a:off x="8229600" y="3143250"/>
            <a:ext cx="438150" cy="9525"/>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8" name="">
            <a:extLst xmlns:a="http://schemas.openxmlformats.org/drawingml/2006/main">
              <a:ext uri="{FF2B5EF4-FFF2-40B4-BE49-F238E27FC236}">
                <a16:creationId xmlns:a16="http://schemas.microsoft.com/office/drawing/2014/main" id="{4AE61E32-7568-4164-96E0-44B372137D52}"/>
              </a:ext>
            </a:extLst>
          </p:cNvPr>
          <p:cNvSpPr>
            <a:spLocks xmlns:a="http://schemas.openxmlformats.org/drawingml/2006/main" noGrp="1"/>
          </p:cNvSpPr>
          <p:nvPr/>
        </p:nvSpPr>
        <p:spPr>
          <a:xfrm xmlns:a="http://schemas.openxmlformats.org/drawingml/2006/main">
            <a:off x="1047750" y="2019300"/>
            <a:ext cx="2000250" cy="30099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2563EB"/>
            </a:solid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2e878311608446a5"/>
          <a:srcRect xmlns:a="http://schemas.openxmlformats.org/drawingml/2006/main" l="0" t="12360" r="0" b="12360"/>
          <a:stretch xmlns:a="http://schemas.openxmlformats.org/drawingml/2006/main">
            <a:fillRect l="0" t="0" r="0" b="0"/>
          </a:stretch>
        </p:blipFill>
        <p:spPr>
          <a:xfrm xmlns:a="http://schemas.openxmlformats.org/drawingml/2006/main">
            <a:off x="1200150" y="2190750"/>
            <a:ext cx="1695450" cy="1276350"/>
          </a:xfrm>
          <a:prstGeom xmlns:a="http://schemas.openxmlformats.org/drawingml/2006/main" prst="roundRect">
            <a:avLst>
              <a:gd name="adj" fmla="val 5970"/>
            </a:avLst>
          </a:prstGeom>
        </p:spPr>
      </p:pic>
      <p:sp>
        <p:nvSpPr>
          <p:cNvPr id="10" name="">
            <a:extLst xmlns:a="http://schemas.openxmlformats.org/drawingml/2006/main">
              <a:ext uri="{FF2B5EF4-FFF2-40B4-BE49-F238E27FC236}">
                <a16:creationId xmlns:a16="http://schemas.microsoft.com/office/drawing/2014/main" id="{90BFF7E1-6A8A-478D-9C5D-9306C35EF214}"/>
              </a:ext>
            </a:extLst>
          </p:cNvPr>
          <p:cNvSpPr>
            <a:spLocks xmlns:a="http://schemas.openxmlformats.org/drawingml/2006/main" noGrp="1"/>
          </p:cNvSpPr>
          <p:nvPr/>
        </p:nvSpPr>
        <p:spPr>
          <a:xfrm xmlns:a="http://schemas.openxmlformats.org/drawingml/2006/main">
            <a:off x="1162050" y="37147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defRPr>
            </a:pPr>
            <a:r>
              <a:rPr sz="1500" b="1">
                <a:solidFill>
                  <a:srgbClr val="2563EB"/>
                </a:solidFill>
              </a:rPr>
              <a:t>Rule-based automation</a:t>
            </a:r>
          </a:p>
        </p:txBody>
      </p:sp>
      <p:sp>
        <p:nvSpPr>
          <p:cNvPr id="11" name="">
            <a:extLst xmlns:a="http://schemas.openxmlformats.org/drawingml/2006/main">
              <a:ext uri="{FF2B5EF4-FFF2-40B4-BE49-F238E27FC236}">
                <a16:creationId xmlns:a16="http://schemas.microsoft.com/office/drawing/2014/main" id="{6A6E405F-6F0F-4396-B34E-C9EF1F187998}"/>
              </a:ext>
            </a:extLst>
          </p:cNvPr>
          <p:cNvSpPr>
            <a:spLocks xmlns:a="http://schemas.openxmlformats.org/drawingml/2006/main" noGrp="1"/>
          </p:cNvSpPr>
          <p:nvPr/>
        </p:nvSpPr>
        <p:spPr>
          <a:xfrm xmlns:a="http://schemas.openxmlformats.org/drawingml/2006/main">
            <a:off x="1200150" y="4133850"/>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0B0F19"/>
                </a:solidFill>
              </a:defRPr>
            </a:pPr>
            <a:r>
              <a:rPr sz="1275" b="0">
                <a:solidFill>
                  <a:srgbClr val="0B0F19"/>
                </a:solidFill>
              </a:rPr>
              <a:t>robot vacuum</a:t>
            </a:r>
          </a:p>
          <a:p xmlns:a="http://schemas.openxmlformats.org/drawingml/2006/main">
            <a:pPr algn="ctr">
              <a:buNone/>
              <a:defRPr sz="1275" b="0">
                <a:solidFill>
                  <a:srgbClr val="0B0F19"/>
                </a:solidFill>
              </a:defRPr>
            </a:pPr>
            <a:r>
              <a:rPr sz="1275" b="0">
                <a:solidFill>
                  <a:srgbClr val="0B0F19"/>
                </a:solidFill>
              </a:rPr>
              <a:t>follows set rules</a:t>
            </a:r>
          </a:p>
        </p:txBody>
      </p:sp>
      <p:sp>
        <p:nvSpPr>
          <p:cNvPr id="12" name="">
            <a:extLst xmlns:a="http://schemas.openxmlformats.org/drawingml/2006/main">
              <a:ext uri="{FF2B5EF4-FFF2-40B4-BE49-F238E27FC236}">
                <a16:creationId xmlns:a16="http://schemas.microsoft.com/office/drawing/2014/main" id="{99175C48-8174-4151-9AA6-7FE787DE35D5}"/>
              </a:ext>
            </a:extLst>
          </p:cNvPr>
          <p:cNvSpPr>
            <a:spLocks xmlns:a="http://schemas.openxmlformats.org/drawingml/2006/main" noGrp="1"/>
          </p:cNvSpPr>
          <p:nvPr/>
        </p:nvSpPr>
        <p:spPr>
          <a:xfrm xmlns:a="http://schemas.openxmlformats.org/drawingml/2006/main">
            <a:off x="3619500" y="2019300"/>
            <a:ext cx="2000250" cy="30099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10B981"/>
            </a:solid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797addf860e7438b"/>
          <a:srcRect xmlns:a="http://schemas.openxmlformats.org/drawingml/2006/main" l="0" t="12360" r="0" b="12360"/>
          <a:stretch xmlns:a="http://schemas.openxmlformats.org/drawingml/2006/main">
            <a:fillRect l="0" t="0" r="0" b="0"/>
          </a:stretch>
        </p:blipFill>
        <p:spPr>
          <a:xfrm xmlns:a="http://schemas.openxmlformats.org/drawingml/2006/main">
            <a:off x="3771900" y="2190750"/>
            <a:ext cx="1695450" cy="1276350"/>
          </a:xfrm>
          <a:prstGeom xmlns:a="http://schemas.openxmlformats.org/drawingml/2006/main" prst="roundRect">
            <a:avLst>
              <a:gd name="adj" fmla="val 5970"/>
            </a:avLst>
          </a:prstGeom>
        </p:spPr>
      </p:pic>
      <p:sp>
        <p:nvSpPr>
          <p:cNvPr id="14" name="">
            <a:extLst xmlns:a="http://schemas.openxmlformats.org/drawingml/2006/main">
              <a:ext uri="{FF2B5EF4-FFF2-40B4-BE49-F238E27FC236}">
                <a16:creationId xmlns:a16="http://schemas.microsoft.com/office/drawing/2014/main" id="{0997154A-5EA0-4313-875D-97ECDC1094B1}"/>
              </a:ext>
            </a:extLst>
          </p:cNvPr>
          <p:cNvSpPr>
            <a:spLocks xmlns:a="http://schemas.openxmlformats.org/drawingml/2006/main" noGrp="1"/>
          </p:cNvSpPr>
          <p:nvPr/>
        </p:nvSpPr>
        <p:spPr>
          <a:xfrm xmlns:a="http://schemas.openxmlformats.org/drawingml/2006/main">
            <a:off x="3733800" y="37147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10B981"/>
                </a:solidFill>
              </a:defRPr>
            </a:pPr>
            <a:r>
              <a:rPr sz="1500" b="1">
                <a:solidFill>
                  <a:srgbClr val="10B981"/>
                </a:solidFill>
              </a:rPr>
              <a:t>Prediction &amp; decision</a:t>
            </a:r>
          </a:p>
        </p:txBody>
      </p:sp>
      <p:sp>
        <p:nvSpPr>
          <p:cNvPr id="15" name="">
            <a:extLst xmlns:a="http://schemas.openxmlformats.org/drawingml/2006/main">
              <a:ext uri="{FF2B5EF4-FFF2-40B4-BE49-F238E27FC236}">
                <a16:creationId xmlns:a16="http://schemas.microsoft.com/office/drawing/2014/main" id="{8F414592-08EF-43CB-9DC2-3C0191B1D4CE}"/>
              </a:ext>
            </a:extLst>
          </p:cNvPr>
          <p:cNvSpPr>
            <a:spLocks xmlns:a="http://schemas.openxmlformats.org/drawingml/2006/main" noGrp="1"/>
          </p:cNvSpPr>
          <p:nvPr/>
        </p:nvSpPr>
        <p:spPr>
          <a:xfrm xmlns:a="http://schemas.openxmlformats.org/drawingml/2006/main">
            <a:off x="3771900" y="4133850"/>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0B0F19"/>
                </a:solidFill>
              </a:defRPr>
            </a:pPr>
            <a:r>
              <a:rPr sz="1275" b="0">
                <a:solidFill>
                  <a:srgbClr val="0B0F19"/>
                </a:solidFill>
              </a:rPr>
              <a:t>chess AI</a:t>
            </a:r>
          </a:p>
          <a:p xmlns:a="http://schemas.openxmlformats.org/drawingml/2006/main">
            <a:pPr algn="ctr">
              <a:buNone/>
              <a:defRPr sz="1275" b="0">
                <a:solidFill>
                  <a:srgbClr val="0B0F19"/>
                </a:solidFill>
              </a:defRPr>
            </a:pPr>
            <a:r>
              <a:rPr sz="1275" b="0">
                <a:solidFill>
                  <a:srgbClr val="0B0F19"/>
                </a:solidFill>
              </a:rPr>
              <a:t>chooses a move</a:t>
            </a:r>
          </a:p>
        </p:txBody>
      </p:sp>
      <p:sp>
        <p:nvSpPr>
          <p:cNvPr id="16" name="">
            <a:extLst xmlns:a="http://schemas.openxmlformats.org/drawingml/2006/main">
              <a:ext uri="{FF2B5EF4-FFF2-40B4-BE49-F238E27FC236}">
                <a16:creationId xmlns:a16="http://schemas.microsoft.com/office/drawing/2014/main" id="{55852346-6554-4E78-B446-C849CFFC5C0C}"/>
              </a:ext>
            </a:extLst>
          </p:cNvPr>
          <p:cNvSpPr>
            <a:spLocks xmlns:a="http://schemas.openxmlformats.org/drawingml/2006/main" noGrp="1"/>
          </p:cNvSpPr>
          <p:nvPr/>
        </p:nvSpPr>
        <p:spPr>
          <a:xfrm xmlns:a="http://schemas.openxmlformats.org/drawingml/2006/main">
            <a:off x="6191250" y="2019300"/>
            <a:ext cx="2000250" cy="30099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F97316"/>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fbaaca692ce64cc4"/>
          <a:srcRect xmlns:a="http://schemas.openxmlformats.org/drawingml/2006/main" l="12604" t="0" r="12604" b="0"/>
          <a:stretch xmlns:a="http://schemas.openxmlformats.org/drawingml/2006/main">
            <a:fillRect l="0" t="0" r="0" b="0"/>
          </a:stretch>
        </p:blipFill>
        <p:spPr>
          <a:xfrm xmlns:a="http://schemas.openxmlformats.org/drawingml/2006/main">
            <a:off x="6343650" y="2190750"/>
            <a:ext cx="1695450" cy="1276350"/>
          </a:xfrm>
          <a:prstGeom xmlns:a="http://schemas.openxmlformats.org/drawingml/2006/main" prst="roundRect">
            <a:avLst>
              <a:gd name="adj" fmla="val 5970"/>
            </a:avLst>
          </a:prstGeom>
        </p:spPr>
      </p:pic>
      <p:sp>
        <p:nvSpPr>
          <p:cNvPr id="18" name="">
            <a:extLst xmlns:a="http://schemas.openxmlformats.org/drawingml/2006/main">
              <a:ext uri="{FF2B5EF4-FFF2-40B4-BE49-F238E27FC236}">
                <a16:creationId xmlns:a16="http://schemas.microsoft.com/office/drawing/2014/main" id="{F6C61F53-8C33-4101-A10E-225D57BDEA63}"/>
              </a:ext>
            </a:extLst>
          </p:cNvPr>
          <p:cNvSpPr>
            <a:spLocks xmlns:a="http://schemas.openxmlformats.org/drawingml/2006/main" noGrp="1"/>
          </p:cNvSpPr>
          <p:nvPr/>
        </p:nvSpPr>
        <p:spPr>
          <a:xfrm xmlns:a="http://schemas.openxmlformats.org/drawingml/2006/main">
            <a:off x="6305550" y="37147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97316"/>
                </a:solidFill>
              </a:defRPr>
            </a:pPr>
            <a:r>
              <a:rPr sz="1500" b="1">
                <a:solidFill>
                  <a:srgbClr val="F97316"/>
                </a:solidFill>
              </a:rPr>
              <a:t>Complex strategy</a:t>
            </a:r>
          </a:p>
        </p:txBody>
      </p:sp>
      <p:sp>
        <p:nvSpPr>
          <p:cNvPr id="19" name="">
            <a:extLst xmlns:a="http://schemas.openxmlformats.org/drawingml/2006/main">
              <a:ext uri="{FF2B5EF4-FFF2-40B4-BE49-F238E27FC236}">
                <a16:creationId xmlns:a16="http://schemas.microsoft.com/office/drawing/2014/main" id="{0424C859-2EE1-452E-8D4E-4DE5C8CDBBAD}"/>
              </a:ext>
            </a:extLst>
          </p:cNvPr>
          <p:cNvSpPr>
            <a:spLocks xmlns:a="http://schemas.openxmlformats.org/drawingml/2006/main" noGrp="1"/>
          </p:cNvSpPr>
          <p:nvPr/>
        </p:nvSpPr>
        <p:spPr>
          <a:xfrm xmlns:a="http://schemas.openxmlformats.org/drawingml/2006/main">
            <a:off x="6343650" y="4133850"/>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0B0F19"/>
                </a:solidFill>
              </a:defRPr>
            </a:pPr>
            <a:r>
              <a:rPr sz="1275" b="0">
                <a:solidFill>
                  <a:srgbClr val="0B0F19"/>
                </a:solidFill>
              </a:rPr>
              <a:t>game AI</a:t>
            </a:r>
          </a:p>
          <a:p xmlns:a="http://schemas.openxmlformats.org/drawingml/2006/main">
            <a:pPr algn="ctr">
              <a:buNone/>
              <a:defRPr sz="1275" b="0">
                <a:solidFill>
                  <a:srgbClr val="0B0F19"/>
                </a:solidFill>
              </a:defRPr>
            </a:pPr>
            <a:r>
              <a:rPr sz="1275" b="0">
                <a:solidFill>
                  <a:srgbClr val="0B0F19"/>
                </a:solidFill>
              </a:rPr>
              <a:t>acts in changing worlds</a:t>
            </a:r>
          </a:p>
        </p:txBody>
      </p:sp>
      <p:sp>
        <p:nvSpPr>
          <p:cNvPr id="20" name="">
            <a:extLst xmlns:a="http://schemas.openxmlformats.org/drawingml/2006/main">
              <a:ext uri="{FF2B5EF4-FFF2-40B4-BE49-F238E27FC236}">
                <a16:creationId xmlns:a16="http://schemas.microsoft.com/office/drawing/2014/main" id="{264DAAB3-7FF5-4440-9CF5-CFB5AB524E8C}"/>
              </a:ext>
            </a:extLst>
          </p:cNvPr>
          <p:cNvSpPr>
            <a:spLocks xmlns:a="http://schemas.openxmlformats.org/drawingml/2006/main" noGrp="1"/>
          </p:cNvSpPr>
          <p:nvPr/>
        </p:nvSpPr>
        <p:spPr>
          <a:xfrm xmlns:a="http://schemas.openxmlformats.org/drawingml/2006/main">
            <a:off x="8763000" y="2019300"/>
            <a:ext cx="2000250" cy="30099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7C3AED"/>
            </a:solidFill>
            <a:prstDash val="solid"/>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99861bcd11a64c33"/>
          <a:stretch xmlns:a="http://schemas.openxmlformats.org/drawingml/2006/main"/>
        </p:blipFill>
        <p:spPr>
          <a:xfrm xmlns:a="http://schemas.openxmlformats.org/drawingml/2006/main">
            <a:off x="8915400" y="2382986"/>
            <a:ext cx="1695450" cy="891877"/>
          </a:xfrm>
          <a:prstGeom xmlns:a="http://schemas.openxmlformats.org/drawingml/2006/main" prst="roundRect">
            <a:avLst>
              <a:gd name="adj" fmla="val 5970"/>
            </a:avLst>
          </a:prstGeom>
        </p:spPr>
      </p:pic>
      <p:sp>
        <p:nvSpPr>
          <p:cNvPr id="22" name="">
            <a:extLst xmlns:a="http://schemas.openxmlformats.org/drawingml/2006/main">
              <a:ext uri="{FF2B5EF4-FFF2-40B4-BE49-F238E27FC236}">
                <a16:creationId xmlns:a16="http://schemas.microsoft.com/office/drawing/2014/main" id="{E891145C-2CE9-45A5-87BE-39B00E311D81}"/>
              </a:ext>
            </a:extLst>
          </p:cNvPr>
          <p:cNvSpPr>
            <a:spLocks xmlns:a="http://schemas.openxmlformats.org/drawingml/2006/main" noGrp="1"/>
          </p:cNvSpPr>
          <p:nvPr/>
        </p:nvSpPr>
        <p:spPr>
          <a:xfrm xmlns:a="http://schemas.openxmlformats.org/drawingml/2006/main">
            <a:off x="8877300" y="37147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7C3AED"/>
                </a:solidFill>
              </a:defRPr>
            </a:pPr>
            <a:r>
              <a:rPr sz="1500" b="1">
                <a:solidFill>
                  <a:srgbClr val="7C3AED"/>
                </a:solidFill>
              </a:rPr>
              <a:t>Generative AI</a:t>
            </a:r>
          </a:p>
        </p:txBody>
      </p:sp>
      <p:sp>
        <p:nvSpPr>
          <p:cNvPr id="23" name="">
            <a:extLst xmlns:a="http://schemas.openxmlformats.org/drawingml/2006/main">
              <a:ext uri="{FF2B5EF4-FFF2-40B4-BE49-F238E27FC236}">
                <a16:creationId xmlns:a16="http://schemas.microsoft.com/office/drawing/2014/main" id="{08D0B0AA-1AE3-4274-8651-18A0470B5ADC}"/>
              </a:ext>
            </a:extLst>
          </p:cNvPr>
          <p:cNvSpPr>
            <a:spLocks xmlns:a="http://schemas.openxmlformats.org/drawingml/2006/main" noGrp="1"/>
          </p:cNvSpPr>
          <p:nvPr/>
        </p:nvSpPr>
        <p:spPr>
          <a:xfrm xmlns:a="http://schemas.openxmlformats.org/drawingml/2006/main">
            <a:off x="8915400" y="4133850"/>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0">
                <a:solidFill>
                  <a:srgbClr val="0B0F19"/>
                </a:solidFill>
              </a:defRPr>
            </a:pPr>
            <a:r>
              <a:rPr sz="1275" b="0">
                <a:solidFill>
                  <a:srgbClr val="0B0F19"/>
                </a:solidFill>
              </a:rPr>
              <a:t>ChatGPT</a:t>
            </a:r>
          </a:p>
          <a:p xmlns:a="http://schemas.openxmlformats.org/drawingml/2006/main">
            <a:pPr algn="ctr">
              <a:buNone/>
              <a:defRPr sz="1275" b="0">
                <a:solidFill>
                  <a:srgbClr val="0B0F19"/>
                </a:solidFill>
              </a:defRPr>
            </a:pPr>
            <a:r>
              <a:rPr sz="1275" b="0">
                <a:solidFill>
                  <a:srgbClr val="0B0F19"/>
                </a:solidFill>
              </a:rPr>
              <a:t>creates language</a:t>
            </a:r>
          </a:p>
        </p:txBody>
      </p:sp>
      <p:sp>
        <p:nvSpPr>
          <p:cNvPr id="24" name="">
            <a:extLst xmlns:a="http://schemas.openxmlformats.org/drawingml/2006/main">
              <a:ext uri="{FF2B5EF4-FFF2-40B4-BE49-F238E27FC236}">
                <a16:creationId xmlns:a16="http://schemas.microsoft.com/office/drawing/2014/main" id="{C53AC1D2-D073-4348-98A8-7F29E41A576D}"/>
              </a:ext>
            </a:extLst>
          </p:cNvPr>
          <p:cNvSpPr>
            <a:spLocks xmlns:a="http://schemas.openxmlformats.org/drawingml/2006/main" noGrp="1"/>
          </p:cNvSpPr>
          <p:nvPr/>
        </p:nvSpPr>
        <p:spPr>
          <a:xfrm xmlns:a="http://schemas.openxmlformats.org/drawingml/2006/main">
            <a:off x="2190750" y="5410200"/>
            <a:ext cx="781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AI = learning patterns from data to predict, decide, or create</a:t>
            </a:r>
          </a:p>
        </p:txBody>
      </p:sp>
      <p:sp>
        <p:nvSpPr>
          <p:cNvPr id="25" name="">
            <a:extLst xmlns:a="http://schemas.openxmlformats.org/drawingml/2006/main">
              <a:ext uri="{FF2B5EF4-FFF2-40B4-BE49-F238E27FC236}">
                <a16:creationId xmlns:a16="http://schemas.microsoft.com/office/drawing/2014/main" id="{5FBE9CEE-DC60-40FF-B244-DC314804787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spTree>
    <p:extLst>
      <p:ext uri="{BB962C8B-B14F-4D97-AF65-F5344CB8AC3E}">
        <p14:creationId xmlns:p14="http://schemas.microsoft.com/office/powerpoint/2010/main" val="1613343920"/>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3EB6EE7-349E-4F82-9785-C89F3234D620}"/>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6D9BFE5A-BA58-499E-9E21-EA6DE061C9C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563EB"/>
                </a:solidFill>
              </a:defRPr>
            </a:pPr>
            <a:r>
              <a:rPr sz="1200" b="1">
                <a:solidFill>
                  <a:srgbClr val="2563EB"/>
                </a:solidFill>
              </a:rPr>
              <a:t>AI foundations</a:t>
            </a:r>
          </a:p>
        </p:txBody>
      </p:sp>
      <p:sp>
        <p:nvSpPr>
          <p:cNvPr id="6" name="">
            <a:extLst xmlns:a="http://schemas.openxmlformats.org/drawingml/2006/main">
              <a:ext uri="{FF2B5EF4-FFF2-40B4-BE49-F238E27FC236}">
                <a16:creationId xmlns:a16="http://schemas.microsoft.com/office/drawing/2014/main" id="{777B8765-BB68-47A9-BCB3-88EE9C175882}"/>
              </a:ext>
            </a:extLst>
          </p:cNvPr>
          <p:cNvSpPr>
            <a:spLocks xmlns:a="http://schemas.openxmlformats.org/drawingml/2006/main" noGrp="1"/>
          </p:cNvSpPr>
          <p:nvPr/>
        </p:nvSpPr>
        <p:spPr>
          <a:xfrm xmlns:a="http://schemas.openxmlformats.org/drawingml/2006/main">
            <a:off x="60960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B0F19"/>
                </a:solidFill>
              </a:defRPr>
            </a:pPr>
            <a:r>
              <a:rPr sz="3000" b="1">
                <a:solidFill>
                  <a:srgbClr val="0B0F19"/>
                </a:solidFill>
              </a:rPr>
              <a:t>AI observes an environment and chooses actions</a:t>
            </a:r>
          </a:p>
        </p:txBody>
      </p:sp>
      <p:sp>
        <p:nvSpPr>
          <p:cNvPr id="7" name="">
            <a:extLst xmlns:a="http://schemas.openxmlformats.org/drawingml/2006/main">
              <a:ext uri="{FF2B5EF4-FFF2-40B4-BE49-F238E27FC236}">
                <a16:creationId xmlns:a16="http://schemas.microsoft.com/office/drawing/2014/main" id="{32CFE6CD-EF93-4105-8840-E6F8787A7FCE}"/>
              </a:ext>
            </a:extLst>
          </p:cNvPr>
          <p:cNvSpPr>
            <a:spLocks xmlns:a="http://schemas.openxmlformats.org/drawingml/2006/main" noGrp="1"/>
          </p:cNvSpPr>
          <p:nvPr/>
        </p:nvSpPr>
        <p:spPr>
          <a:xfrm xmlns:a="http://schemas.openxmlformats.org/drawingml/2006/main">
            <a:off x="609600" y="11620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667085"/>
                </a:solidFill>
              </a:defRPr>
            </a:pPr>
            <a:r>
              <a:rPr sz="1500" b="0">
                <a:solidFill>
                  <a:srgbClr val="667085"/>
                </a:solidFill>
              </a:rPr>
              <a:t>An intelligent-agent model</a:t>
            </a:r>
          </a:p>
        </p:txBody>
      </p:sp>
      <p:sp>
        <p:nvSpPr>
          <p:cNvPr id="8" name="">
            <a:extLst xmlns:a="http://schemas.openxmlformats.org/drawingml/2006/main">
              <a:ext uri="{FF2B5EF4-FFF2-40B4-BE49-F238E27FC236}">
                <a16:creationId xmlns:a16="http://schemas.microsoft.com/office/drawing/2014/main" id="{D40A6DD1-3A1B-4F85-B0E9-2FBE5B169741}"/>
              </a:ext>
            </a:extLst>
          </p:cNvPr>
          <p:cNvSpPr>
            <a:spLocks xmlns:a="http://schemas.openxmlformats.org/drawingml/2006/main" noGrp="1"/>
          </p:cNvSpPr>
          <p:nvPr/>
        </p:nvSpPr>
        <p:spPr>
          <a:xfrm xmlns:a="http://schemas.openxmlformats.org/drawingml/2006/main">
            <a:off x="1190625" y="1676400"/>
            <a:ext cx="981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B0F19"/>
                </a:solidFill>
              </a:defRPr>
            </a:pPr>
            <a:r>
              <a:rPr sz="1800" b="1">
                <a:solidFill>
                  <a:srgbClr val="0B0F19"/>
                </a:solidFill>
              </a:rPr>
              <a:t>An AI agent observes an environment and selects actions through a policy</a:t>
            </a:r>
          </a:p>
          <a:p xmlns:a="http://schemas.openxmlformats.org/drawingml/2006/main">
            <a:pPr algn="ctr">
              <a:defRPr sz="1800" b="1">
                <a:solidFill>
                  <a:srgbClr val="0B0F19"/>
                </a:solidFill>
              </a:defRPr>
            </a:pPr>
            <a:r>
              <a:rPr sz="1800" b="1">
                <a:solidFill>
                  <a:srgbClr val="0B0F19"/>
                </a:solidFill>
              </a:rPr>
              <a:t>to achieve an objective.</a:t>
            </a:r>
          </a:p>
        </p:txBody>
      </p:sp>
      <p:sp>
        <p:nvSpPr>
          <p:cNvPr id="9" name="">
            <a:extLst xmlns:a="http://schemas.openxmlformats.org/drawingml/2006/main">
              <a:ext uri="{FF2B5EF4-FFF2-40B4-BE49-F238E27FC236}">
                <a16:creationId xmlns:a16="http://schemas.microsoft.com/office/drawing/2014/main" id="{F7E6A0EB-D58D-4C26-BB28-736575E475AA}"/>
              </a:ext>
            </a:extLst>
          </p:cNvPr>
          <p:cNvSpPr>
            <a:spLocks xmlns:a="http://schemas.openxmlformats.org/drawingml/2006/main" noGrp="1"/>
          </p:cNvSpPr>
          <p:nvPr/>
        </p:nvSpPr>
        <p:spPr>
          <a:xfrm xmlns:a="http://schemas.openxmlformats.org/drawingml/2006/main">
            <a:off x="2857500" y="3190875"/>
            <a:ext cx="457200" cy="9525"/>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0" name="">
            <a:extLst xmlns:a="http://schemas.openxmlformats.org/drawingml/2006/main">
              <a:ext uri="{FF2B5EF4-FFF2-40B4-BE49-F238E27FC236}">
                <a16:creationId xmlns:a16="http://schemas.microsoft.com/office/drawing/2014/main" id="{D0DE9E82-E3F1-4CDB-AB83-895B8D425306}"/>
              </a:ext>
            </a:extLst>
          </p:cNvPr>
          <p:cNvSpPr>
            <a:spLocks xmlns:a="http://schemas.openxmlformats.org/drawingml/2006/main" noGrp="1"/>
          </p:cNvSpPr>
          <p:nvPr/>
        </p:nvSpPr>
        <p:spPr>
          <a:xfrm xmlns:a="http://schemas.openxmlformats.org/drawingml/2006/main">
            <a:off x="5124450" y="3190875"/>
            <a:ext cx="457200" cy="9525"/>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1" name="">
            <a:extLst xmlns:a="http://schemas.openxmlformats.org/drawingml/2006/main">
              <a:ext uri="{FF2B5EF4-FFF2-40B4-BE49-F238E27FC236}">
                <a16:creationId xmlns:a16="http://schemas.microsoft.com/office/drawing/2014/main" id="{6DBF739C-0ACF-4BF3-BD0A-7E81922DB698}"/>
              </a:ext>
            </a:extLst>
          </p:cNvPr>
          <p:cNvSpPr>
            <a:spLocks xmlns:a="http://schemas.openxmlformats.org/drawingml/2006/main" noGrp="1"/>
          </p:cNvSpPr>
          <p:nvPr/>
        </p:nvSpPr>
        <p:spPr>
          <a:xfrm xmlns:a="http://schemas.openxmlformats.org/drawingml/2006/main">
            <a:off x="7391400" y="3190875"/>
            <a:ext cx="457200" cy="9525"/>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2" name="">
            <a:extLst xmlns:a="http://schemas.openxmlformats.org/drawingml/2006/main">
              <a:ext uri="{FF2B5EF4-FFF2-40B4-BE49-F238E27FC236}">
                <a16:creationId xmlns:a16="http://schemas.microsoft.com/office/drawing/2014/main" id="{7DF02EC2-BDB1-48AE-AFF2-4921D14DAD60}"/>
              </a:ext>
            </a:extLst>
          </p:cNvPr>
          <p:cNvSpPr>
            <a:spLocks xmlns:a="http://schemas.openxmlformats.org/drawingml/2006/main" noGrp="1"/>
          </p:cNvSpPr>
          <p:nvPr/>
        </p:nvSpPr>
        <p:spPr>
          <a:xfrm xmlns:a="http://schemas.openxmlformats.org/drawingml/2006/main">
            <a:off x="9658350" y="3190875"/>
            <a:ext cx="571500" cy="9525"/>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13" name="">
            <a:extLst xmlns:a="http://schemas.openxmlformats.org/drawingml/2006/main">
              <a:ext uri="{FF2B5EF4-FFF2-40B4-BE49-F238E27FC236}">
                <a16:creationId xmlns:a16="http://schemas.microsoft.com/office/drawing/2014/main" id="{370A90B5-AE0C-4CC6-B27C-EE939C3B2A48}"/>
              </a:ext>
            </a:extLst>
          </p:cNvPr>
          <p:cNvSpPr>
            <a:spLocks xmlns:a="http://schemas.openxmlformats.org/drawingml/2006/main" noGrp="1"/>
          </p:cNvSpPr>
          <p:nvPr/>
        </p:nvSpPr>
        <p:spPr>
          <a:xfrm xmlns:a="http://schemas.openxmlformats.org/drawingml/2006/main">
            <a:off x="6115050" y="2724150"/>
            <a:ext cx="9525" cy="190500"/>
          </a:xfrm>
          <a:prstGeom xmlns:a="http://schemas.openxmlformats.org/drawingml/2006/main" prst="line">
            <a:avLst/>
          </a:prstGeom>
          <a:noFill xmlns:a="http://schemas.openxmlformats.org/drawingml/2006/main"/>
          <a:ln xmlns:a="http://schemas.openxmlformats.org/drawingml/2006/main" w="23813">
            <a:solidFill>
              <a:srgbClr val="7C3AED"/>
            </a:solidFill>
            <a:prstDash val="solid"/>
          </a:ln>
        </p:spPr>
      </p:sp>
      <p:sp>
        <p:nvSpPr>
          <p:cNvPr id="14" name="">
            <a:extLst xmlns:a="http://schemas.openxmlformats.org/drawingml/2006/main">
              <a:ext uri="{FF2B5EF4-FFF2-40B4-BE49-F238E27FC236}">
                <a16:creationId xmlns:a16="http://schemas.microsoft.com/office/drawing/2014/main" id="{DBE5A94B-04B3-4FE3-995F-AD26B68FE5D4}"/>
              </a:ext>
            </a:extLst>
          </p:cNvPr>
          <p:cNvSpPr>
            <a:spLocks xmlns:a="http://schemas.openxmlformats.org/drawingml/2006/main" noGrp="1"/>
          </p:cNvSpPr>
          <p:nvPr/>
        </p:nvSpPr>
        <p:spPr>
          <a:xfrm xmlns:a="http://schemas.openxmlformats.org/drawingml/2006/main">
            <a:off x="10229850" y="3190875"/>
            <a:ext cx="9525" cy="5715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5" name="">
            <a:extLst xmlns:a="http://schemas.openxmlformats.org/drawingml/2006/main">
              <a:ext uri="{FF2B5EF4-FFF2-40B4-BE49-F238E27FC236}">
                <a16:creationId xmlns:a16="http://schemas.microsoft.com/office/drawing/2014/main" id="{0B8C0D87-7403-4A7C-B55B-39B8F874F4FE}"/>
              </a:ext>
            </a:extLst>
          </p:cNvPr>
          <p:cNvSpPr>
            <a:spLocks xmlns:a="http://schemas.openxmlformats.org/drawingml/2006/main" noGrp="1"/>
          </p:cNvSpPr>
          <p:nvPr/>
        </p:nvSpPr>
        <p:spPr>
          <a:xfrm xmlns:a="http://schemas.openxmlformats.org/drawingml/2006/main">
            <a:off x="1952625" y="3762375"/>
            <a:ext cx="827722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6" name="">
            <a:extLst xmlns:a="http://schemas.openxmlformats.org/drawingml/2006/main">
              <a:ext uri="{FF2B5EF4-FFF2-40B4-BE49-F238E27FC236}">
                <a16:creationId xmlns:a16="http://schemas.microsoft.com/office/drawing/2014/main" id="{C0762749-DBC7-4605-AAA4-0ACB3BDB11AC}"/>
              </a:ext>
            </a:extLst>
          </p:cNvPr>
          <p:cNvSpPr>
            <a:spLocks xmlns:a="http://schemas.openxmlformats.org/drawingml/2006/main" noGrp="1"/>
          </p:cNvSpPr>
          <p:nvPr/>
        </p:nvSpPr>
        <p:spPr>
          <a:xfrm xmlns:a="http://schemas.openxmlformats.org/drawingml/2006/main">
            <a:off x="1952625" y="3190875"/>
            <a:ext cx="9525" cy="5715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7" name="">
            <a:extLst xmlns:a="http://schemas.openxmlformats.org/drawingml/2006/main">
              <a:ext uri="{FF2B5EF4-FFF2-40B4-BE49-F238E27FC236}">
                <a16:creationId xmlns:a16="http://schemas.microsoft.com/office/drawing/2014/main" id="{D3FD3701-6147-4BD9-9E27-36E7B0481EDD}"/>
              </a:ext>
            </a:extLst>
          </p:cNvPr>
          <p:cNvSpPr>
            <a:spLocks xmlns:a="http://schemas.openxmlformats.org/drawingml/2006/main" noGrp="1"/>
          </p:cNvSpPr>
          <p:nvPr/>
        </p:nvSpPr>
        <p:spPr>
          <a:xfrm xmlns:a="http://schemas.openxmlformats.org/drawingml/2006/main">
            <a:off x="1047750" y="2914650"/>
            <a:ext cx="1809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2563EB"/>
                </a:solidFill>
              </a:defRPr>
            </a:pPr>
            <a:r>
              <a:rPr sz="1650" b="1">
                <a:solidFill>
                  <a:srgbClr val="2563EB"/>
                </a:solidFill>
              </a:rPr>
              <a:t>Environment</a:t>
            </a:r>
          </a:p>
        </p:txBody>
      </p:sp>
      <p:sp>
        <p:nvSpPr>
          <p:cNvPr id="18" name="">
            <a:extLst xmlns:a="http://schemas.openxmlformats.org/drawingml/2006/main">
              <a:ext uri="{FF2B5EF4-FFF2-40B4-BE49-F238E27FC236}">
                <a16:creationId xmlns:a16="http://schemas.microsoft.com/office/drawing/2014/main" id="{31DA1E47-C860-4126-A128-46A900F675D9}"/>
              </a:ext>
            </a:extLst>
          </p:cNvPr>
          <p:cNvSpPr>
            <a:spLocks xmlns:a="http://schemas.openxmlformats.org/drawingml/2006/main" noGrp="1"/>
          </p:cNvSpPr>
          <p:nvPr/>
        </p:nvSpPr>
        <p:spPr>
          <a:xfrm xmlns:a="http://schemas.openxmlformats.org/drawingml/2006/main">
            <a:off x="3314700" y="2914650"/>
            <a:ext cx="1809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10B981"/>
                </a:solidFill>
              </a:defRPr>
            </a:pPr>
            <a:r>
              <a:rPr sz="1650" b="1">
                <a:solidFill>
                  <a:srgbClr val="10B981"/>
                </a:solidFill>
              </a:rPr>
              <a:t>Observation</a:t>
            </a:r>
          </a:p>
        </p:txBody>
      </p:sp>
      <p:sp>
        <p:nvSpPr>
          <p:cNvPr id="19" name="">
            <a:extLst xmlns:a="http://schemas.openxmlformats.org/drawingml/2006/main">
              <a:ext uri="{FF2B5EF4-FFF2-40B4-BE49-F238E27FC236}">
                <a16:creationId xmlns:a16="http://schemas.microsoft.com/office/drawing/2014/main" id="{07D1211D-B3B8-4CA3-8E45-0F79C4A20D86}"/>
              </a:ext>
            </a:extLst>
          </p:cNvPr>
          <p:cNvSpPr>
            <a:spLocks xmlns:a="http://schemas.openxmlformats.org/drawingml/2006/main" noGrp="1"/>
          </p:cNvSpPr>
          <p:nvPr/>
        </p:nvSpPr>
        <p:spPr>
          <a:xfrm xmlns:a="http://schemas.openxmlformats.org/drawingml/2006/main">
            <a:off x="5581650" y="2914650"/>
            <a:ext cx="1809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F97316"/>
                </a:solidFill>
              </a:defRPr>
            </a:pPr>
            <a:r>
              <a:rPr sz="1650" b="1">
                <a:solidFill>
                  <a:srgbClr val="F97316"/>
                </a:solidFill>
              </a:rPr>
              <a:t>Policy</a:t>
            </a:r>
          </a:p>
        </p:txBody>
      </p:sp>
      <p:sp>
        <p:nvSpPr>
          <p:cNvPr id="20" name="">
            <a:extLst xmlns:a="http://schemas.openxmlformats.org/drawingml/2006/main">
              <a:ext uri="{FF2B5EF4-FFF2-40B4-BE49-F238E27FC236}">
                <a16:creationId xmlns:a16="http://schemas.microsoft.com/office/drawing/2014/main" id="{46D4D859-1FC3-49AC-A323-9106A047EA0E}"/>
              </a:ext>
            </a:extLst>
          </p:cNvPr>
          <p:cNvSpPr>
            <a:spLocks xmlns:a="http://schemas.openxmlformats.org/drawingml/2006/main" noGrp="1"/>
          </p:cNvSpPr>
          <p:nvPr/>
        </p:nvSpPr>
        <p:spPr>
          <a:xfrm xmlns:a="http://schemas.openxmlformats.org/drawingml/2006/main">
            <a:off x="7848600" y="2914650"/>
            <a:ext cx="1809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7C3AED"/>
                </a:solidFill>
              </a:defRPr>
            </a:pPr>
            <a:r>
              <a:rPr sz="1650" b="1">
                <a:solidFill>
                  <a:srgbClr val="7C3AED"/>
                </a:solidFill>
              </a:rPr>
              <a:t>Action</a:t>
            </a:r>
          </a:p>
        </p:txBody>
      </p:sp>
      <p:sp>
        <p:nvSpPr>
          <p:cNvPr id="21" name="">
            <a:extLst xmlns:a="http://schemas.openxmlformats.org/drawingml/2006/main">
              <a:ext uri="{FF2B5EF4-FFF2-40B4-BE49-F238E27FC236}">
                <a16:creationId xmlns:a16="http://schemas.microsoft.com/office/drawing/2014/main" id="{256ECBF7-58A5-4EB4-8CD2-B9083CDAC627}"/>
              </a:ext>
            </a:extLst>
          </p:cNvPr>
          <p:cNvSpPr>
            <a:spLocks xmlns:a="http://schemas.openxmlformats.org/drawingml/2006/main" noGrp="1"/>
          </p:cNvSpPr>
          <p:nvPr/>
        </p:nvSpPr>
        <p:spPr>
          <a:xfrm xmlns:a="http://schemas.openxmlformats.org/drawingml/2006/main">
            <a:off x="5219700" y="2305050"/>
            <a:ext cx="18097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7C3AED"/>
                </a:solidFill>
              </a:defRPr>
            </a:pPr>
            <a:r>
              <a:rPr sz="1650" b="1">
                <a:solidFill>
                  <a:srgbClr val="7C3AED"/>
                </a:solidFill>
              </a:rPr>
              <a:t>Objective</a:t>
            </a:r>
          </a:p>
        </p:txBody>
      </p:sp>
      <p:sp>
        <p:nvSpPr>
          <p:cNvPr id="22" name="">
            <a:extLst xmlns:a="http://schemas.openxmlformats.org/drawingml/2006/main">
              <a:ext uri="{FF2B5EF4-FFF2-40B4-BE49-F238E27FC236}">
                <a16:creationId xmlns:a16="http://schemas.microsoft.com/office/drawing/2014/main" id="{83ABAB56-735A-49CE-AA09-3AC185512E8B}"/>
              </a:ext>
            </a:extLst>
          </p:cNvPr>
          <p:cNvSpPr>
            <a:spLocks xmlns:a="http://schemas.openxmlformats.org/drawingml/2006/main" noGrp="1"/>
          </p:cNvSpPr>
          <p:nvPr/>
        </p:nvSpPr>
        <p:spPr>
          <a:xfrm xmlns:a="http://schemas.openxmlformats.org/drawingml/2006/main">
            <a:off x="4333875" y="3781425"/>
            <a:ext cx="3524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667085"/>
                </a:solidFill>
              </a:defRPr>
            </a:pPr>
            <a:r>
              <a:rPr sz="1125" b="0">
                <a:solidFill>
                  <a:srgbClr val="667085"/>
                </a:solidFill>
              </a:rPr>
              <a:t>action changes the environment</a:t>
            </a:r>
          </a:p>
        </p:txBody>
      </p:sp>
      <p:sp>
        <p:nvSpPr>
          <p:cNvPr id="23" name="">
            <a:extLst xmlns:a="http://schemas.openxmlformats.org/drawingml/2006/main">
              <a:ext uri="{FF2B5EF4-FFF2-40B4-BE49-F238E27FC236}">
                <a16:creationId xmlns:a16="http://schemas.microsoft.com/office/drawing/2014/main" id="{6987E899-76FB-4946-BC18-74598614DEDA}"/>
              </a:ext>
            </a:extLst>
          </p:cNvPr>
          <p:cNvSpPr>
            <a:spLocks xmlns:a="http://schemas.openxmlformats.org/drawingml/2006/main" noGrp="1"/>
          </p:cNvSpPr>
          <p:nvPr/>
        </p:nvSpPr>
        <p:spPr>
          <a:xfrm xmlns:a="http://schemas.openxmlformats.org/drawingml/2006/main">
            <a:off x="1047750" y="4229100"/>
            <a:ext cx="1219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563EB"/>
                </a:solidFill>
              </a:defRPr>
            </a:pPr>
            <a:r>
              <a:rPr sz="1350" b="1">
                <a:solidFill>
                  <a:srgbClr val="2563EB"/>
                </a:solidFill>
              </a:rPr>
              <a:t>Environment</a:t>
            </a:r>
          </a:p>
        </p:txBody>
      </p:sp>
      <p:sp>
        <p:nvSpPr>
          <p:cNvPr id="24" name="">
            <a:extLst xmlns:a="http://schemas.openxmlformats.org/drawingml/2006/main">
              <a:ext uri="{FF2B5EF4-FFF2-40B4-BE49-F238E27FC236}">
                <a16:creationId xmlns:a16="http://schemas.microsoft.com/office/drawing/2014/main" id="{DCD5B831-A550-41A9-8DF1-6AC61517746E}"/>
              </a:ext>
            </a:extLst>
          </p:cNvPr>
          <p:cNvSpPr>
            <a:spLocks xmlns:a="http://schemas.openxmlformats.org/drawingml/2006/main" noGrp="1"/>
          </p:cNvSpPr>
          <p:nvPr/>
        </p:nvSpPr>
        <p:spPr>
          <a:xfrm xmlns:a="http://schemas.openxmlformats.org/drawingml/2006/main">
            <a:off x="2305050" y="42291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B0F19"/>
                </a:solidFill>
              </a:defRPr>
            </a:pPr>
            <a:r>
              <a:rPr sz="1275" b="0">
                <a:solidFill>
                  <a:srgbClr val="0B0F19"/>
                </a:solidFill>
              </a:rPr>
              <a:t>the world the AI interacts with</a:t>
            </a:r>
          </a:p>
        </p:txBody>
      </p:sp>
      <p:sp>
        <p:nvSpPr>
          <p:cNvPr id="25" name="">
            <a:extLst xmlns:a="http://schemas.openxmlformats.org/drawingml/2006/main">
              <a:ext uri="{FF2B5EF4-FFF2-40B4-BE49-F238E27FC236}">
                <a16:creationId xmlns:a16="http://schemas.microsoft.com/office/drawing/2014/main" id="{7BE3E8C7-8916-429A-B792-443AAA64F621}"/>
              </a:ext>
            </a:extLst>
          </p:cNvPr>
          <p:cNvSpPr>
            <a:spLocks xmlns:a="http://schemas.openxmlformats.org/drawingml/2006/main" noGrp="1"/>
          </p:cNvSpPr>
          <p:nvPr/>
        </p:nvSpPr>
        <p:spPr>
          <a:xfrm xmlns:a="http://schemas.openxmlformats.org/drawingml/2006/main">
            <a:off x="1047750" y="4591050"/>
            <a:ext cx="1219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0B981"/>
                </a:solidFill>
              </a:defRPr>
            </a:pPr>
            <a:r>
              <a:rPr sz="1350" b="1">
                <a:solidFill>
                  <a:srgbClr val="10B981"/>
                </a:solidFill>
              </a:rPr>
              <a:t>Observation</a:t>
            </a:r>
          </a:p>
        </p:txBody>
      </p:sp>
      <p:sp>
        <p:nvSpPr>
          <p:cNvPr id="26" name="">
            <a:extLst xmlns:a="http://schemas.openxmlformats.org/drawingml/2006/main">
              <a:ext uri="{FF2B5EF4-FFF2-40B4-BE49-F238E27FC236}">
                <a16:creationId xmlns:a16="http://schemas.microsoft.com/office/drawing/2014/main" id="{C528F61E-A968-492F-BA13-FCF3BBE3032B}"/>
              </a:ext>
            </a:extLst>
          </p:cNvPr>
          <p:cNvSpPr>
            <a:spLocks xmlns:a="http://schemas.openxmlformats.org/drawingml/2006/main" noGrp="1"/>
          </p:cNvSpPr>
          <p:nvPr/>
        </p:nvSpPr>
        <p:spPr>
          <a:xfrm xmlns:a="http://schemas.openxmlformats.org/drawingml/2006/main">
            <a:off x="2305050" y="45910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B0F19"/>
                </a:solidFill>
              </a:defRPr>
            </a:pPr>
            <a:r>
              <a:rPr sz="1275" b="0">
                <a:solidFill>
                  <a:srgbClr val="0B0F19"/>
                </a:solidFill>
              </a:rPr>
              <a:t>information it receives: sensors, images, text</a:t>
            </a:r>
          </a:p>
        </p:txBody>
      </p:sp>
      <p:sp>
        <p:nvSpPr>
          <p:cNvPr id="27" name="">
            <a:extLst xmlns:a="http://schemas.openxmlformats.org/drawingml/2006/main">
              <a:ext uri="{FF2B5EF4-FFF2-40B4-BE49-F238E27FC236}">
                <a16:creationId xmlns:a16="http://schemas.microsoft.com/office/drawing/2014/main" id="{B393BE1B-3FFD-4437-ACB6-5A910BFCD8B8}"/>
              </a:ext>
            </a:extLst>
          </p:cNvPr>
          <p:cNvSpPr>
            <a:spLocks xmlns:a="http://schemas.openxmlformats.org/drawingml/2006/main" noGrp="1"/>
          </p:cNvSpPr>
          <p:nvPr/>
        </p:nvSpPr>
        <p:spPr>
          <a:xfrm xmlns:a="http://schemas.openxmlformats.org/drawingml/2006/main">
            <a:off x="1047750" y="4953000"/>
            <a:ext cx="1219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7C3AED"/>
                </a:solidFill>
              </a:defRPr>
            </a:pPr>
            <a:r>
              <a:rPr sz="1350" b="1">
                <a:solidFill>
                  <a:srgbClr val="7C3AED"/>
                </a:solidFill>
              </a:rPr>
              <a:t>Objective</a:t>
            </a:r>
          </a:p>
        </p:txBody>
      </p:sp>
      <p:sp>
        <p:nvSpPr>
          <p:cNvPr id="28" name="">
            <a:extLst xmlns:a="http://schemas.openxmlformats.org/drawingml/2006/main">
              <a:ext uri="{FF2B5EF4-FFF2-40B4-BE49-F238E27FC236}">
                <a16:creationId xmlns:a16="http://schemas.microsoft.com/office/drawing/2014/main" id="{B340C1BF-DAD7-4074-8DE3-AF4B8003CC3F}"/>
              </a:ext>
            </a:extLst>
          </p:cNvPr>
          <p:cNvSpPr>
            <a:spLocks xmlns:a="http://schemas.openxmlformats.org/drawingml/2006/main" noGrp="1"/>
          </p:cNvSpPr>
          <p:nvPr/>
        </p:nvSpPr>
        <p:spPr>
          <a:xfrm xmlns:a="http://schemas.openxmlformats.org/drawingml/2006/main">
            <a:off x="2305050" y="49530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B0F19"/>
                </a:solidFill>
              </a:defRPr>
            </a:pPr>
            <a:r>
              <a:rPr sz="1275" b="0">
                <a:solidFill>
                  <a:srgbClr val="0B0F19"/>
                </a:solidFill>
              </a:rPr>
              <a:t>the criterion for a good result</a:t>
            </a:r>
          </a:p>
        </p:txBody>
      </p:sp>
      <p:sp>
        <p:nvSpPr>
          <p:cNvPr id="29" name="">
            <a:extLst xmlns:a="http://schemas.openxmlformats.org/drawingml/2006/main">
              <a:ext uri="{FF2B5EF4-FFF2-40B4-BE49-F238E27FC236}">
                <a16:creationId xmlns:a16="http://schemas.microsoft.com/office/drawing/2014/main" id="{A49F774D-259F-405E-970B-C260E96561C8}"/>
              </a:ext>
            </a:extLst>
          </p:cNvPr>
          <p:cNvSpPr>
            <a:spLocks xmlns:a="http://schemas.openxmlformats.org/drawingml/2006/main" noGrp="1"/>
          </p:cNvSpPr>
          <p:nvPr/>
        </p:nvSpPr>
        <p:spPr>
          <a:xfrm xmlns:a="http://schemas.openxmlformats.org/drawingml/2006/main">
            <a:off x="6210300" y="4229100"/>
            <a:ext cx="1219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97316"/>
                </a:solidFill>
              </a:defRPr>
            </a:pPr>
            <a:r>
              <a:rPr sz="1350" b="1">
                <a:solidFill>
                  <a:srgbClr val="F97316"/>
                </a:solidFill>
              </a:rPr>
              <a:t>Policy</a:t>
            </a:r>
          </a:p>
        </p:txBody>
      </p:sp>
      <p:sp>
        <p:nvSpPr>
          <p:cNvPr id="30" name="">
            <a:extLst xmlns:a="http://schemas.openxmlformats.org/drawingml/2006/main">
              <a:ext uri="{FF2B5EF4-FFF2-40B4-BE49-F238E27FC236}">
                <a16:creationId xmlns:a16="http://schemas.microsoft.com/office/drawing/2014/main" id="{CC0885A5-2718-4C92-BEB6-1EFB329AC6B7}"/>
              </a:ext>
            </a:extLst>
          </p:cNvPr>
          <p:cNvSpPr>
            <a:spLocks xmlns:a="http://schemas.openxmlformats.org/drawingml/2006/main" noGrp="1"/>
          </p:cNvSpPr>
          <p:nvPr/>
        </p:nvSpPr>
        <p:spPr>
          <a:xfrm xmlns:a="http://schemas.openxmlformats.org/drawingml/2006/main">
            <a:off x="7467600" y="42291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B0F19"/>
                </a:solidFill>
              </a:defRPr>
            </a:pPr>
            <a:r>
              <a:rPr sz="1275" b="0">
                <a:solidFill>
                  <a:srgbClr val="0B0F19"/>
                </a:solidFill>
              </a:rPr>
              <a:t>the rule or model that selects an action</a:t>
            </a:r>
          </a:p>
        </p:txBody>
      </p:sp>
      <p:sp>
        <p:nvSpPr>
          <p:cNvPr id="31" name="">
            <a:extLst xmlns:a="http://schemas.openxmlformats.org/drawingml/2006/main">
              <a:ext uri="{FF2B5EF4-FFF2-40B4-BE49-F238E27FC236}">
                <a16:creationId xmlns:a16="http://schemas.microsoft.com/office/drawing/2014/main" id="{901ECDA6-DCB1-4B96-A799-E83E01CB51FD}"/>
              </a:ext>
            </a:extLst>
          </p:cNvPr>
          <p:cNvSpPr>
            <a:spLocks xmlns:a="http://schemas.openxmlformats.org/drawingml/2006/main" noGrp="1"/>
          </p:cNvSpPr>
          <p:nvPr/>
        </p:nvSpPr>
        <p:spPr>
          <a:xfrm xmlns:a="http://schemas.openxmlformats.org/drawingml/2006/main">
            <a:off x="6210300" y="4667250"/>
            <a:ext cx="1219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7C3AED"/>
                </a:solidFill>
              </a:defRPr>
            </a:pPr>
            <a:r>
              <a:rPr sz="1350" b="1">
                <a:solidFill>
                  <a:srgbClr val="7C3AED"/>
                </a:solidFill>
              </a:rPr>
              <a:t>Action</a:t>
            </a:r>
          </a:p>
        </p:txBody>
      </p:sp>
      <p:sp>
        <p:nvSpPr>
          <p:cNvPr id="32" name="">
            <a:extLst xmlns:a="http://schemas.openxmlformats.org/drawingml/2006/main">
              <a:ext uri="{FF2B5EF4-FFF2-40B4-BE49-F238E27FC236}">
                <a16:creationId xmlns:a16="http://schemas.microsoft.com/office/drawing/2014/main" id="{8D79D9FF-1C69-44CF-A77E-9A9DEDD1EF7C}"/>
              </a:ext>
            </a:extLst>
          </p:cNvPr>
          <p:cNvSpPr>
            <a:spLocks xmlns:a="http://schemas.openxmlformats.org/drawingml/2006/main" noGrp="1"/>
          </p:cNvSpPr>
          <p:nvPr/>
        </p:nvSpPr>
        <p:spPr>
          <a:xfrm xmlns:a="http://schemas.openxmlformats.org/drawingml/2006/main">
            <a:off x="7467600" y="46672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B0F19"/>
                </a:solidFill>
              </a:defRPr>
            </a:pPr>
            <a:r>
              <a:rPr sz="1275" b="0">
                <a:solidFill>
                  <a:srgbClr val="0B0F19"/>
                </a:solidFill>
              </a:rPr>
              <a:t>the output: movement, classification, response</a:t>
            </a:r>
          </a:p>
        </p:txBody>
      </p:sp>
    </p:spTree>
    <p:extLst>
      <p:ext uri="{BB962C8B-B14F-4D97-AF65-F5344CB8AC3E}">
        <p14:creationId xmlns:p14="http://schemas.microsoft.com/office/powerpoint/2010/main" val="1613343920"/>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5299140" name="Rectangle 935271156">
            <a:extLst xmlns:a="http://schemas.openxmlformats.org/drawingml/2006/main">
              <a:ext uri="{FF2B5EF4-FFF2-40B4-BE49-F238E27FC236}">
                <a16:creationId xmlns:a16="http://schemas.microsoft.com/office/drawing/2014/main" id="{C12FCF93-C18C-48CB-822F-1210750C3A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566673028" name="Rectangle 251777344">
            <a:extLst xmlns:a="http://schemas.openxmlformats.org/drawingml/2006/main">
              <a:ext uri="{FF2B5EF4-FFF2-40B4-BE49-F238E27FC236}">
                <a16:creationId xmlns:a16="http://schemas.microsoft.com/office/drawing/2014/main" id="{7F095D76-3980-4534-BECD-B9EF29E2710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95509295" name="Rectangle: Rounded Corners 1456392341">
            <a:extLst xmlns:a="http://schemas.openxmlformats.org/drawingml/2006/main">
              <a:ext uri="{FF2B5EF4-FFF2-40B4-BE49-F238E27FC236}">
                <a16:creationId xmlns:a16="http://schemas.microsoft.com/office/drawing/2014/main" id="{633C0098-DF86-4F3B-A5D3-51863C84291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1155151" name="Rectangle: Rounded Corners 1987074982">
            <a:extLst xmlns:a="http://schemas.openxmlformats.org/drawingml/2006/main">
              <a:ext uri="{FF2B5EF4-FFF2-40B4-BE49-F238E27FC236}">
                <a16:creationId xmlns:a16="http://schemas.microsoft.com/office/drawing/2014/main" id="{A39D65FE-D296-4F75-9D74-8B012F631E95}"/>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404211" name="Rectangle 1286956634">
            <a:extLst xmlns:a="http://schemas.openxmlformats.org/drawingml/2006/main">
              <a:ext uri="{FF2B5EF4-FFF2-40B4-BE49-F238E27FC236}">
                <a16:creationId xmlns:a16="http://schemas.microsoft.com/office/drawing/2014/main" id="{FF6B0D71-2FB7-4598-AD43-EC4295109AC1}"/>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211920523" name="Rectangle 399762638">
            <a:extLst xmlns:a="http://schemas.openxmlformats.org/drawingml/2006/main">
              <a:ext uri="{FF2B5EF4-FFF2-40B4-BE49-F238E27FC236}">
                <a16:creationId xmlns:a16="http://schemas.microsoft.com/office/drawing/2014/main" id="{067ECC4F-4F18-44C1-9AE2-179E155847EB}"/>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885467447" name="Rectangle 1233632033">
            <a:extLst xmlns:a="http://schemas.openxmlformats.org/drawingml/2006/main">
              <a:ext uri="{FF2B5EF4-FFF2-40B4-BE49-F238E27FC236}">
                <a16:creationId xmlns:a16="http://schemas.microsoft.com/office/drawing/2014/main" id="{E09FFC1F-6887-414F-804B-B6F5060CE55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724671027" name="Rectangle 987778106">
            <a:extLst xmlns:a="http://schemas.openxmlformats.org/drawingml/2006/main">
              <a:ext uri="{FF2B5EF4-FFF2-40B4-BE49-F238E27FC236}">
                <a16:creationId xmlns:a16="http://schemas.microsoft.com/office/drawing/2014/main" id="{6C0DBA7D-D054-41A1-BCC0-953F85127492}"/>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18177388" name="Rectangle 1495975732">
            <a:extLst xmlns:a="http://schemas.openxmlformats.org/drawingml/2006/main">
              <a:ext uri="{FF2B5EF4-FFF2-40B4-BE49-F238E27FC236}">
                <a16:creationId xmlns:a16="http://schemas.microsoft.com/office/drawing/2014/main" id="{41FFE5E2-BBDC-48D2-8A36-3EB34E9266B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04</a:t>
            </a:r>
          </a:p>
        </p:txBody>
      </p:sp>
      <p:pic>
        <p:nvPicPr>
          <p:cNvPr id="1724671038"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3662363d4fd94e07"/>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115642849"/>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73303750" name="Rectangle 197505908">
            <a:extLst xmlns:a="http://schemas.openxmlformats.org/drawingml/2006/main">
              <a:ext uri="{FF2B5EF4-FFF2-40B4-BE49-F238E27FC236}">
                <a16:creationId xmlns:a16="http://schemas.microsoft.com/office/drawing/2014/main" id="{A2564195-FB8C-4EB8-B32A-71B8E990E1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439177561" name="Rectangle 1909048147">
            <a:extLst xmlns:a="http://schemas.openxmlformats.org/drawingml/2006/main">
              <a:ext uri="{FF2B5EF4-FFF2-40B4-BE49-F238E27FC236}">
                <a16:creationId xmlns:a16="http://schemas.microsoft.com/office/drawing/2014/main" id="{AE0A30C8-8041-4176-B78E-EDA775FE1B2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425096569" name="Rectangle: Rounded Corners 816331080">
            <a:extLst xmlns:a="http://schemas.openxmlformats.org/drawingml/2006/main">
              <a:ext uri="{FF2B5EF4-FFF2-40B4-BE49-F238E27FC236}">
                <a16:creationId xmlns:a16="http://schemas.microsoft.com/office/drawing/2014/main" id="{5A66E315-9E3B-44F3-94B3-608C581CEFD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70926338"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fe3c6f412a5f44e6"/>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41796381" name="Straight Connector 161416146">
            <a:extLst xmlns:a="http://schemas.openxmlformats.org/drawingml/2006/main">
              <a:ext uri="{FF2B5EF4-FFF2-40B4-BE49-F238E27FC236}">
                <a16:creationId xmlns:a16="http://schemas.microsoft.com/office/drawing/2014/main" id="{D5F554DB-94FF-4A8B-87E8-9DC35EFF6AF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535567" name="Straight Connector 61902172">
            <a:extLst xmlns:a="http://schemas.openxmlformats.org/drawingml/2006/main">
              <a:ext uri="{FF2B5EF4-FFF2-40B4-BE49-F238E27FC236}">
                <a16:creationId xmlns:a16="http://schemas.microsoft.com/office/drawing/2014/main" id="{5D8AE38E-07DE-4145-8F0C-9EBFC9264B1A}"/>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4426685" name="Rectangle: Rounded Corners 898681238">
            <a:extLst xmlns:a="http://schemas.openxmlformats.org/drawingml/2006/main">
              <a:ext uri="{FF2B5EF4-FFF2-40B4-BE49-F238E27FC236}">
                <a16:creationId xmlns:a16="http://schemas.microsoft.com/office/drawing/2014/main" id="{36421824-2BCD-4B55-90F8-886667F68C2B}"/>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133938060" name="Rectangle 1225503430">
            <a:extLst xmlns:a="http://schemas.openxmlformats.org/drawingml/2006/main">
              <a:ext uri="{FF2B5EF4-FFF2-40B4-BE49-F238E27FC236}">
                <a16:creationId xmlns:a16="http://schemas.microsoft.com/office/drawing/2014/main" id="{869CEDC4-EF89-4B54-AA13-69C3613579D8}"/>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174091501" name="Straight Connector 1461826591">
            <a:extLst xmlns:a="http://schemas.openxmlformats.org/drawingml/2006/main">
              <a:ext uri="{FF2B5EF4-FFF2-40B4-BE49-F238E27FC236}">
                <a16:creationId xmlns:a16="http://schemas.microsoft.com/office/drawing/2014/main" id="{66953D9A-D49D-4A45-B7EB-D600DC49EBCE}"/>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0635615" name="Oval 308551117">
            <a:extLst xmlns:a="http://schemas.openxmlformats.org/drawingml/2006/main">
              <a:ext uri="{FF2B5EF4-FFF2-40B4-BE49-F238E27FC236}">
                <a16:creationId xmlns:a16="http://schemas.microsoft.com/office/drawing/2014/main" id="{C49EA19C-356A-4E3C-A3A1-46C6BC4840E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37513" name="Straight Connector 2122530921">
            <a:extLst xmlns:a="http://schemas.openxmlformats.org/drawingml/2006/main">
              <a:ext uri="{FF2B5EF4-FFF2-40B4-BE49-F238E27FC236}">
                <a16:creationId xmlns:a16="http://schemas.microsoft.com/office/drawing/2014/main" id="{1E253238-EB21-4C37-9C04-802C9B4CE4DF}"/>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0223088" name="Oval 1902723883">
            <a:extLst xmlns:a="http://schemas.openxmlformats.org/drawingml/2006/main">
              <a:ext uri="{FF2B5EF4-FFF2-40B4-BE49-F238E27FC236}">
                <a16:creationId xmlns:a16="http://schemas.microsoft.com/office/drawing/2014/main" id="{DC15D0F6-4045-4D5F-A1CD-A4D5C87F7C0F}"/>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6447116" name="Straight Connector 167498950">
            <a:extLst xmlns:a="http://schemas.openxmlformats.org/drawingml/2006/main">
              <a:ext uri="{FF2B5EF4-FFF2-40B4-BE49-F238E27FC236}">
                <a16:creationId xmlns:a16="http://schemas.microsoft.com/office/drawing/2014/main" id="{8B631F6A-453B-49AD-BCFF-5EE6BE4CE439}"/>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9708454" name="Oval 1159963357">
            <a:extLst xmlns:a="http://schemas.openxmlformats.org/drawingml/2006/main">
              <a:ext uri="{FF2B5EF4-FFF2-40B4-BE49-F238E27FC236}">
                <a16:creationId xmlns:a16="http://schemas.microsoft.com/office/drawing/2014/main" id="{E4FD08BA-7A86-4CFA-A44A-809ADC891EBD}"/>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163687" name="Straight Connector 1986469558">
            <a:extLst xmlns:a="http://schemas.openxmlformats.org/drawingml/2006/main">
              <a:ext uri="{FF2B5EF4-FFF2-40B4-BE49-F238E27FC236}">
                <a16:creationId xmlns:a16="http://schemas.microsoft.com/office/drawing/2014/main" id="{A2FEE126-62ED-4CB3-9869-51184E63F9DF}"/>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312045" name="Oval 1145200305">
            <a:extLst xmlns:a="http://schemas.openxmlformats.org/drawingml/2006/main">
              <a:ext uri="{FF2B5EF4-FFF2-40B4-BE49-F238E27FC236}">
                <a16:creationId xmlns:a16="http://schemas.microsoft.com/office/drawing/2014/main" id="{078B0440-A70C-42A3-B329-EDE9C1BC1B87}"/>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38449" name="Straight Connector 1746813433">
            <a:extLst xmlns:a="http://schemas.openxmlformats.org/drawingml/2006/main">
              <a:ext uri="{FF2B5EF4-FFF2-40B4-BE49-F238E27FC236}">
                <a16:creationId xmlns:a16="http://schemas.microsoft.com/office/drawing/2014/main" id="{77839C54-B2C4-4A58-A367-C220D466C6DD}"/>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237822" name="Oval 2137688682">
            <a:extLst xmlns:a="http://schemas.openxmlformats.org/drawingml/2006/main">
              <a:ext uri="{FF2B5EF4-FFF2-40B4-BE49-F238E27FC236}">
                <a16:creationId xmlns:a16="http://schemas.microsoft.com/office/drawing/2014/main" id="{5D6A39FC-C972-4123-B4FE-93C1D82F01F7}"/>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7464706" name="Straight Connector 696285493">
            <a:extLst xmlns:a="http://schemas.openxmlformats.org/drawingml/2006/main">
              <a:ext uri="{FF2B5EF4-FFF2-40B4-BE49-F238E27FC236}">
                <a16:creationId xmlns:a16="http://schemas.microsoft.com/office/drawing/2014/main" id="{35F109EC-718B-4C1E-9DB0-5276E39CBBF5}"/>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926333" name="Oval 1445698389">
            <a:extLst xmlns:a="http://schemas.openxmlformats.org/drawingml/2006/main">
              <a:ext uri="{FF2B5EF4-FFF2-40B4-BE49-F238E27FC236}">
                <a16:creationId xmlns:a16="http://schemas.microsoft.com/office/drawing/2014/main" id="{D7087282-FB26-4970-BDEB-6CB97EB85E6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1393920" name="Rectangle 1506024003">
            <a:extLst xmlns:a="http://schemas.openxmlformats.org/drawingml/2006/main">
              <a:ext uri="{FF2B5EF4-FFF2-40B4-BE49-F238E27FC236}">
                <a16:creationId xmlns:a16="http://schemas.microsoft.com/office/drawing/2014/main" id="{02501C3A-A6D8-44F8-865A-BEF2FAAB48FB}"/>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764423483" name="Rectangle 340544592">
            <a:extLst xmlns:a="http://schemas.openxmlformats.org/drawingml/2006/main">
              <a:ext uri="{FF2B5EF4-FFF2-40B4-BE49-F238E27FC236}">
                <a16:creationId xmlns:a16="http://schemas.microsoft.com/office/drawing/2014/main" id="{1AC5E2D5-2767-4185-925B-891610F0CC0D}"/>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988094021" name="Rectangle 191215672">
            <a:extLst xmlns:a="http://schemas.openxmlformats.org/drawingml/2006/main">
              <a:ext uri="{FF2B5EF4-FFF2-40B4-BE49-F238E27FC236}">
                <a16:creationId xmlns:a16="http://schemas.microsoft.com/office/drawing/2014/main" id="{D9E3AE99-CCE2-47C8-9626-A077C7909C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05</a:t>
            </a:r>
          </a:p>
        </p:txBody>
      </p:sp>
      <p:sp>
        <p:nvSpPr>
          <p:cNvPr id="1110914490" name="Straight Connector 523934700">
            <a:extLst xmlns:a="http://schemas.openxmlformats.org/drawingml/2006/main">
              <a:ext uri="{FF2B5EF4-FFF2-40B4-BE49-F238E27FC236}">
                <a16:creationId xmlns:a16="http://schemas.microsoft.com/office/drawing/2014/main" id="{FB5DF36C-7E9F-4154-A52A-70C7D8D9A62B}"/>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91945137"/>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0800523" name="Rectangle 764921179">
            <a:extLst xmlns:a="http://schemas.openxmlformats.org/drawingml/2006/main">
              <a:ext uri="{FF2B5EF4-FFF2-40B4-BE49-F238E27FC236}">
                <a16:creationId xmlns:a16="http://schemas.microsoft.com/office/drawing/2014/main" id="{8540EE77-B797-4AA9-9829-972B960293D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115582067" name="Rectangle 1306971651">
            <a:extLst xmlns:a="http://schemas.openxmlformats.org/drawingml/2006/main">
              <a:ext uri="{FF2B5EF4-FFF2-40B4-BE49-F238E27FC236}">
                <a16:creationId xmlns:a16="http://schemas.microsoft.com/office/drawing/2014/main" id="{EC9B82E8-CF35-4446-86D2-6EFD8FC6760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210352863" name="Rectangle: Rounded Corners 1651333515">
            <a:extLst xmlns:a="http://schemas.openxmlformats.org/drawingml/2006/main">
              <a:ext uri="{FF2B5EF4-FFF2-40B4-BE49-F238E27FC236}">
                <a16:creationId xmlns:a16="http://schemas.microsoft.com/office/drawing/2014/main" id="{351F0010-FDB6-4573-B5E1-57CA75D2832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19008565"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2360a8a2a9a44ea6"/>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441931105" name="Straight Connector 673215582">
            <a:extLst xmlns:a="http://schemas.openxmlformats.org/drawingml/2006/main">
              <a:ext uri="{FF2B5EF4-FFF2-40B4-BE49-F238E27FC236}">
                <a16:creationId xmlns:a16="http://schemas.microsoft.com/office/drawing/2014/main" id="{B190C803-42B4-483C-9F35-923996E3142A}"/>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2360263" name="Straight Connector 1831783794">
            <a:extLst xmlns:a="http://schemas.openxmlformats.org/drawingml/2006/main">
              <a:ext uri="{FF2B5EF4-FFF2-40B4-BE49-F238E27FC236}">
                <a16:creationId xmlns:a16="http://schemas.microsoft.com/office/drawing/2014/main" id="{C9554478-7761-44CE-A62F-A173373C5DCC}"/>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2498540" name="Rectangle: Rounded Corners 1519439690">
            <a:extLst xmlns:a="http://schemas.openxmlformats.org/drawingml/2006/main">
              <a:ext uri="{FF2B5EF4-FFF2-40B4-BE49-F238E27FC236}">
                <a16:creationId xmlns:a16="http://schemas.microsoft.com/office/drawing/2014/main" id="{6CAA1E15-EFE1-40B5-9725-467A370B420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2119008560" name="Rectangle 1880411001">
            <a:extLst xmlns:a="http://schemas.openxmlformats.org/drawingml/2006/main">
              <a:ext uri="{FF2B5EF4-FFF2-40B4-BE49-F238E27FC236}">
                <a16:creationId xmlns:a16="http://schemas.microsoft.com/office/drawing/2014/main" id="{A05E3692-0F32-4B9C-88F9-C061217DC8EE}"/>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29417983" name="Straight Connector 63070562">
            <a:extLst xmlns:a="http://schemas.openxmlformats.org/drawingml/2006/main">
              <a:ext uri="{FF2B5EF4-FFF2-40B4-BE49-F238E27FC236}">
                <a16:creationId xmlns:a16="http://schemas.microsoft.com/office/drawing/2014/main" id="{44492627-079D-41E1-8D78-5C259572ADDF}"/>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2349306" name="Oval 723606972">
            <a:extLst xmlns:a="http://schemas.openxmlformats.org/drawingml/2006/main">
              <a:ext uri="{FF2B5EF4-FFF2-40B4-BE49-F238E27FC236}">
                <a16:creationId xmlns:a16="http://schemas.microsoft.com/office/drawing/2014/main" id="{B3E47211-0465-4C74-B2CC-6940E1C5ECCB}"/>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7705272" name="Straight Connector 1295429066">
            <a:extLst xmlns:a="http://schemas.openxmlformats.org/drawingml/2006/main">
              <a:ext uri="{FF2B5EF4-FFF2-40B4-BE49-F238E27FC236}">
                <a16:creationId xmlns:a16="http://schemas.microsoft.com/office/drawing/2014/main" id="{37DDF937-390B-48FD-BFF0-0BE544D63F72}"/>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0373560" name="Oval 8682068">
            <a:extLst xmlns:a="http://schemas.openxmlformats.org/drawingml/2006/main">
              <a:ext uri="{FF2B5EF4-FFF2-40B4-BE49-F238E27FC236}">
                <a16:creationId xmlns:a16="http://schemas.microsoft.com/office/drawing/2014/main" id="{5635DAAE-9E0B-4A26-A5FD-8A177F46D649}"/>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1171669" name="Straight Connector 2139346071">
            <a:extLst xmlns:a="http://schemas.openxmlformats.org/drawingml/2006/main">
              <a:ext uri="{FF2B5EF4-FFF2-40B4-BE49-F238E27FC236}">
                <a16:creationId xmlns:a16="http://schemas.microsoft.com/office/drawing/2014/main" id="{E2D4E577-3778-492F-8EF7-74C5786A5ECF}"/>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2051760" name="Oval 2066189596">
            <a:extLst xmlns:a="http://schemas.openxmlformats.org/drawingml/2006/main">
              <a:ext uri="{FF2B5EF4-FFF2-40B4-BE49-F238E27FC236}">
                <a16:creationId xmlns:a16="http://schemas.microsoft.com/office/drawing/2014/main" id="{47FB7E7D-9A5F-42AD-9E25-A318D18FEB01}"/>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7593229" name="Straight Connector 272593582">
            <a:extLst xmlns:a="http://schemas.openxmlformats.org/drawingml/2006/main">
              <a:ext uri="{FF2B5EF4-FFF2-40B4-BE49-F238E27FC236}">
                <a16:creationId xmlns:a16="http://schemas.microsoft.com/office/drawing/2014/main" id="{9DE35BE4-D713-4C74-B4DE-D3D7B1D54EB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618052" name="Oval 134232463">
            <a:extLst xmlns:a="http://schemas.openxmlformats.org/drawingml/2006/main">
              <a:ext uri="{FF2B5EF4-FFF2-40B4-BE49-F238E27FC236}">
                <a16:creationId xmlns:a16="http://schemas.microsoft.com/office/drawing/2014/main" id="{F8C44AEB-D2A7-4713-AAE0-A34FE4D90961}"/>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1486230" name="Straight Connector 775049891">
            <a:extLst xmlns:a="http://schemas.openxmlformats.org/drawingml/2006/main">
              <a:ext uri="{FF2B5EF4-FFF2-40B4-BE49-F238E27FC236}">
                <a16:creationId xmlns:a16="http://schemas.microsoft.com/office/drawing/2014/main" id="{5F9BF07D-9182-4870-B8B1-AD4DAF3623FE}"/>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2428233" name="Oval 1072269508">
            <a:extLst xmlns:a="http://schemas.openxmlformats.org/drawingml/2006/main">
              <a:ext uri="{FF2B5EF4-FFF2-40B4-BE49-F238E27FC236}">
                <a16:creationId xmlns:a16="http://schemas.microsoft.com/office/drawing/2014/main" id="{95697242-0944-4780-9A11-C08017985F5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7245385" name="Straight Connector 982061214">
            <a:extLst xmlns:a="http://schemas.openxmlformats.org/drawingml/2006/main">
              <a:ext uri="{FF2B5EF4-FFF2-40B4-BE49-F238E27FC236}">
                <a16:creationId xmlns:a16="http://schemas.microsoft.com/office/drawing/2014/main" id="{A550E7F6-0309-4D08-AAE8-B6BE8AFD3C5C}"/>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1386263" name="Oval 1509233170">
            <a:extLst xmlns:a="http://schemas.openxmlformats.org/drawingml/2006/main">
              <a:ext uri="{FF2B5EF4-FFF2-40B4-BE49-F238E27FC236}">
                <a16:creationId xmlns:a16="http://schemas.microsoft.com/office/drawing/2014/main" id="{1F5B5B97-C8A5-454C-9769-E1C25C875EE2}"/>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7255982" name="Rectangle 835713909">
            <a:extLst xmlns:a="http://schemas.openxmlformats.org/drawingml/2006/main">
              <a:ext uri="{FF2B5EF4-FFF2-40B4-BE49-F238E27FC236}">
                <a16:creationId xmlns:a16="http://schemas.microsoft.com/office/drawing/2014/main" id="{FAFECA87-95DF-47A2-B60C-50E987E9E7CA}"/>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95357158" name="Rectangle 891411324">
            <a:extLst xmlns:a="http://schemas.openxmlformats.org/drawingml/2006/main">
              <a:ext uri="{FF2B5EF4-FFF2-40B4-BE49-F238E27FC236}">
                <a16:creationId xmlns:a16="http://schemas.microsoft.com/office/drawing/2014/main" id="{57B76689-991F-4337-9427-875A107558E1}"/>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403131672" name="Rectangle 1615394469">
            <a:extLst xmlns:a="http://schemas.openxmlformats.org/drawingml/2006/main">
              <a:ext uri="{FF2B5EF4-FFF2-40B4-BE49-F238E27FC236}">
                <a16:creationId xmlns:a16="http://schemas.microsoft.com/office/drawing/2014/main" id="{BECC6CD8-EC5F-4FE4-9578-DF7F1D1D0B5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06</a:t>
            </a:r>
          </a:p>
        </p:txBody>
      </p:sp>
      <p:sp>
        <p:nvSpPr>
          <p:cNvPr id="1972781276" name="solidguide_flipV">
            <a:extLst xmlns:a="http://schemas.openxmlformats.org/drawingml/2006/main">
              <a:ext uri="{FF2B5EF4-FFF2-40B4-BE49-F238E27FC236}">
                <a16:creationId xmlns:a16="http://schemas.microsoft.com/office/drawing/2014/main" id="{24462B01-6155-4ADC-B5E2-C97C2E5FD46E}"/>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60862069"/>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2667782" name="Rectangle 810486817">
            <a:extLst xmlns:a="http://schemas.openxmlformats.org/drawingml/2006/main">
              <a:ext uri="{FF2B5EF4-FFF2-40B4-BE49-F238E27FC236}">
                <a16:creationId xmlns:a16="http://schemas.microsoft.com/office/drawing/2014/main" id="{91CC7D37-C2B6-47F3-A793-C65B990361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60278914" name="Rectangle 1387195607">
            <a:extLst xmlns:a="http://schemas.openxmlformats.org/drawingml/2006/main">
              <a:ext uri="{FF2B5EF4-FFF2-40B4-BE49-F238E27FC236}">
                <a16:creationId xmlns:a16="http://schemas.microsoft.com/office/drawing/2014/main" id="{2E136F0D-0496-4198-A274-25A63D922CF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1286702" name="Rectangle: Rounded Corners 2010506367">
            <a:extLst xmlns:a="http://schemas.openxmlformats.org/drawingml/2006/main">
              <a:ext uri="{FF2B5EF4-FFF2-40B4-BE49-F238E27FC236}">
                <a16:creationId xmlns:a16="http://schemas.microsoft.com/office/drawing/2014/main" id="{40F19053-149E-4708-9470-F927473D23E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4839706"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a05c1512cd0a4cd7"/>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427865361" name="Straight Connector 1226520373">
            <a:extLst xmlns:a="http://schemas.openxmlformats.org/drawingml/2006/main">
              <a:ext uri="{FF2B5EF4-FFF2-40B4-BE49-F238E27FC236}">
                <a16:creationId xmlns:a16="http://schemas.microsoft.com/office/drawing/2014/main" id="{CA30D64D-B1CD-4414-841C-62FBD19BEEE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5875049" name="Straight Connector 1752169602">
            <a:extLst xmlns:a="http://schemas.openxmlformats.org/drawingml/2006/main">
              <a:ext uri="{FF2B5EF4-FFF2-40B4-BE49-F238E27FC236}">
                <a16:creationId xmlns:a16="http://schemas.microsoft.com/office/drawing/2014/main" id="{F71BE3E3-55B6-484F-B572-DEFCD5E7CB76}"/>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9989440" name="Rectangle: Rounded Corners 917000957">
            <a:extLst xmlns:a="http://schemas.openxmlformats.org/drawingml/2006/main">
              <a:ext uri="{FF2B5EF4-FFF2-40B4-BE49-F238E27FC236}">
                <a16:creationId xmlns:a16="http://schemas.microsoft.com/office/drawing/2014/main" id="{064686E6-166F-465A-A76A-611F35BA02A8}"/>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451037489" name="Rectangle 835812764">
            <a:extLst xmlns:a="http://schemas.openxmlformats.org/drawingml/2006/main">
              <a:ext uri="{FF2B5EF4-FFF2-40B4-BE49-F238E27FC236}">
                <a16:creationId xmlns:a16="http://schemas.microsoft.com/office/drawing/2014/main" id="{44C8914D-F48D-4EEB-B481-8FB4064154E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758113609" name="Straight Connector 1136040176">
            <a:extLst xmlns:a="http://schemas.openxmlformats.org/drawingml/2006/main">
              <a:ext uri="{FF2B5EF4-FFF2-40B4-BE49-F238E27FC236}">
                <a16:creationId xmlns:a16="http://schemas.microsoft.com/office/drawing/2014/main" id="{791BCE0C-F937-4BEA-B80C-733C8950B4CB}"/>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7636728" name="Oval 583075002">
            <a:extLst xmlns:a="http://schemas.openxmlformats.org/drawingml/2006/main">
              <a:ext uri="{FF2B5EF4-FFF2-40B4-BE49-F238E27FC236}">
                <a16:creationId xmlns:a16="http://schemas.microsoft.com/office/drawing/2014/main" id="{40FAEEE4-1C52-4B82-B231-ECFC6F04C62C}"/>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8461563" name="Straight Connector 337929435">
            <a:extLst xmlns:a="http://schemas.openxmlformats.org/drawingml/2006/main">
              <a:ext uri="{FF2B5EF4-FFF2-40B4-BE49-F238E27FC236}">
                <a16:creationId xmlns:a16="http://schemas.microsoft.com/office/drawing/2014/main" id="{23D0E17E-9A24-4335-943A-5352ACBACE57}"/>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4839701" name="Oval 2108938194">
            <a:extLst xmlns:a="http://schemas.openxmlformats.org/drawingml/2006/main">
              <a:ext uri="{FF2B5EF4-FFF2-40B4-BE49-F238E27FC236}">
                <a16:creationId xmlns:a16="http://schemas.microsoft.com/office/drawing/2014/main" id="{077D4121-9209-4644-947C-DF22809DCE0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9311627" name="Straight Connector 1089038474">
            <a:extLst xmlns:a="http://schemas.openxmlformats.org/drawingml/2006/main">
              <a:ext uri="{FF2B5EF4-FFF2-40B4-BE49-F238E27FC236}">
                <a16:creationId xmlns:a16="http://schemas.microsoft.com/office/drawing/2014/main" id="{F63F6553-79E8-487C-8045-B4856CCFD23F}"/>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019070" name="Oval 344103133">
            <a:extLst xmlns:a="http://schemas.openxmlformats.org/drawingml/2006/main">
              <a:ext uri="{FF2B5EF4-FFF2-40B4-BE49-F238E27FC236}">
                <a16:creationId xmlns:a16="http://schemas.microsoft.com/office/drawing/2014/main" id="{A35B763A-F8A0-455B-9470-689D476EBE33}"/>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659879" name="Straight Connector 116319933">
            <a:extLst xmlns:a="http://schemas.openxmlformats.org/drawingml/2006/main">
              <a:ext uri="{FF2B5EF4-FFF2-40B4-BE49-F238E27FC236}">
                <a16:creationId xmlns:a16="http://schemas.microsoft.com/office/drawing/2014/main" id="{2E879D41-48C1-4296-B089-C765A077E29F}"/>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9011958" name="Oval 1497503668">
            <a:extLst xmlns:a="http://schemas.openxmlformats.org/drawingml/2006/main">
              <a:ext uri="{FF2B5EF4-FFF2-40B4-BE49-F238E27FC236}">
                <a16:creationId xmlns:a16="http://schemas.microsoft.com/office/drawing/2014/main" id="{BB1CC29D-AD97-4822-9B60-284A1BA2DDF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9353469" name="Straight Connector 1398652273">
            <a:extLst xmlns:a="http://schemas.openxmlformats.org/drawingml/2006/main">
              <a:ext uri="{FF2B5EF4-FFF2-40B4-BE49-F238E27FC236}">
                <a16:creationId xmlns:a16="http://schemas.microsoft.com/office/drawing/2014/main" id="{45C05EC0-63BD-4E15-9935-B2DEC3A5E2E7}"/>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3007142" name="Oval 1635056806">
            <a:extLst xmlns:a="http://schemas.openxmlformats.org/drawingml/2006/main">
              <a:ext uri="{FF2B5EF4-FFF2-40B4-BE49-F238E27FC236}">
                <a16:creationId xmlns:a16="http://schemas.microsoft.com/office/drawing/2014/main" id="{A0E721AE-2F47-437B-8BD5-7660B49C1AD9}"/>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142709" name="Straight Connector 1900162545">
            <a:extLst xmlns:a="http://schemas.openxmlformats.org/drawingml/2006/main">
              <a:ext uri="{FF2B5EF4-FFF2-40B4-BE49-F238E27FC236}">
                <a16:creationId xmlns:a16="http://schemas.microsoft.com/office/drawing/2014/main" id="{96F7985F-CAA0-403F-AE6E-F4C66E3752B3}"/>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0183101" name="Oval 781560171">
            <a:extLst xmlns:a="http://schemas.openxmlformats.org/drawingml/2006/main">
              <a:ext uri="{FF2B5EF4-FFF2-40B4-BE49-F238E27FC236}">
                <a16:creationId xmlns:a16="http://schemas.microsoft.com/office/drawing/2014/main" id="{8738DB51-4F31-4C9B-B293-68B6025EE922}"/>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689900" name="Rectangle 1575462251">
            <a:extLst xmlns:a="http://schemas.openxmlformats.org/drawingml/2006/main">
              <a:ext uri="{FF2B5EF4-FFF2-40B4-BE49-F238E27FC236}">
                <a16:creationId xmlns:a16="http://schemas.microsoft.com/office/drawing/2014/main" id="{FFFA3A01-D411-404C-9001-3C3AE29434A0}"/>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696846343" name="Rectangle 1355267839">
            <a:extLst xmlns:a="http://schemas.openxmlformats.org/drawingml/2006/main">
              <a:ext uri="{FF2B5EF4-FFF2-40B4-BE49-F238E27FC236}">
                <a16:creationId xmlns:a16="http://schemas.microsoft.com/office/drawing/2014/main" id="{C9BABEB6-CF6F-44CA-A7C8-162175D272A9}"/>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474451578" name="Rectangle 1311817854">
            <a:extLst xmlns:a="http://schemas.openxmlformats.org/drawingml/2006/main">
              <a:ext uri="{FF2B5EF4-FFF2-40B4-BE49-F238E27FC236}">
                <a16:creationId xmlns:a16="http://schemas.microsoft.com/office/drawing/2014/main" id="{5F8192FC-BEBE-4FCE-B4ED-3E7D9CCF695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07</a:t>
            </a:r>
          </a:p>
        </p:txBody>
      </p:sp>
      <p:sp>
        <p:nvSpPr>
          <p:cNvPr id="620869648" name="solidguide_flipV">
            <a:extLst xmlns:a="http://schemas.openxmlformats.org/drawingml/2006/main">
              <a:ext uri="{FF2B5EF4-FFF2-40B4-BE49-F238E27FC236}">
                <a16:creationId xmlns:a16="http://schemas.microsoft.com/office/drawing/2014/main" id="{F60A4E65-2729-4C16-A675-420B42617BEB}"/>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82628252"/>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9569105" name="Rectangle 896921065">
            <a:extLst xmlns:a="http://schemas.openxmlformats.org/drawingml/2006/main">
              <a:ext uri="{FF2B5EF4-FFF2-40B4-BE49-F238E27FC236}">
                <a16:creationId xmlns:a16="http://schemas.microsoft.com/office/drawing/2014/main" id="{0DDC0358-24CB-4529-9332-E69FD6BA56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617717279" name="Rectangle 873289791">
            <a:extLst xmlns:a="http://schemas.openxmlformats.org/drawingml/2006/main">
              <a:ext uri="{FF2B5EF4-FFF2-40B4-BE49-F238E27FC236}">
                <a16:creationId xmlns:a16="http://schemas.microsoft.com/office/drawing/2014/main" id="{DF3B0C7B-68E5-45D7-9426-8263B06E0D6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210952991" name="Rectangle: Rounded Corners 1535529518">
            <a:extLst xmlns:a="http://schemas.openxmlformats.org/drawingml/2006/main">
              <a:ext uri="{FF2B5EF4-FFF2-40B4-BE49-F238E27FC236}">
                <a16:creationId xmlns:a16="http://schemas.microsoft.com/office/drawing/2014/main" id="{4DC24E4A-FC5B-4137-861A-7A9DECCE6E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1931996" name="Straight Connector 56707613">
            <a:extLst xmlns:a="http://schemas.openxmlformats.org/drawingml/2006/main">
              <a:ext uri="{FF2B5EF4-FFF2-40B4-BE49-F238E27FC236}">
                <a16:creationId xmlns:a16="http://schemas.microsoft.com/office/drawing/2014/main" id="{8D2F4DFB-E6B2-401B-AB21-9D0E19AC1C10}"/>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0649714" name="Straight Connector 1473988392">
            <a:extLst xmlns:a="http://schemas.openxmlformats.org/drawingml/2006/main">
              <a:ext uri="{FF2B5EF4-FFF2-40B4-BE49-F238E27FC236}">
                <a16:creationId xmlns:a16="http://schemas.microsoft.com/office/drawing/2014/main" id="{373C26FF-32F3-4944-9E5B-D388C7DDD1FE}"/>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677462" name="Rectangle 1804586365">
            <a:extLst xmlns:a="http://schemas.openxmlformats.org/drawingml/2006/main">
              <a:ext uri="{FF2B5EF4-FFF2-40B4-BE49-F238E27FC236}">
                <a16:creationId xmlns:a16="http://schemas.microsoft.com/office/drawing/2014/main" id="{2CCC5162-C7FF-4C9D-86F5-D3585607308B}"/>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67630802" name="Rectangle 1864669960">
            <a:extLst xmlns:a="http://schemas.openxmlformats.org/drawingml/2006/main">
              <a:ext uri="{FF2B5EF4-FFF2-40B4-BE49-F238E27FC236}">
                <a16:creationId xmlns:a16="http://schemas.microsoft.com/office/drawing/2014/main" id="{C072ED09-7B92-4DD9-9377-1DC77B0DCDE2}"/>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316921672" name="Oval 1888914903">
            <a:extLst xmlns:a="http://schemas.openxmlformats.org/drawingml/2006/main">
              <a:ext uri="{FF2B5EF4-FFF2-40B4-BE49-F238E27FC236}">
                <a16:creationId xmlns:a16="http://schemas.microsoft.com/office/drawing/2014/main" id="{D30F8951-5C0C-4D92-B658-D31755328EBD}"/>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0888400" name="Oval 832749497">
            <a:extLst xmlns:a="http://schemas.openxmlformats.org/drawingml/2006/main">
              <a:ext uri="{FF2B5EF4-FFF2-40B4-BE49-F238E27FC236}">
                <a16:creationId xmlns:a16="http://schemas.microsoft.com/office/drawing/2014/main" id="{05EBFFE4-66D3-4905-95E0-9133D7A15E33}"/>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7497998" name="Oval 2073900984">
            <a:extLst xmlns:a="http://schemas.openxmlformats.org/drawingml/2006/main">
              <a:ext uri="{FF2B5EF4-FFF2-40B4-BE49-F238E27FC236}">
                <a16:creationId xmlns:a16="http://schemas.microsoft.com/office/drawing/2014/main" id="{3FD42CF0-14E7-487F-971C-45DE2E665CD5}"/>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7766471" name="Oval 1025225897">
            <a:extLst xmlns:a="http://schemas.openxmlformats.org/drawingml/2006/main">
              <a:ext uri="{FF2B5EF4-FFF2-40B4-BE49-F238E27FC236}">
                <a16:creationId xmlns:a16="http://schemas.microsoft.com/office/drawing/2014/main" id="{2CC7C8B1-71A7-417D-8C9A-AA9CCCA70691}"/>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8429252" name="Oval 393992283">
            <a:extLst xmlns:a="http://schemas.openxmlformats.org/drawingml/2006/main">
              <a:ext uri="{FF2B5EF4-FFF2-40B4-BE49-F238E27FC236}">
                <a16:creationId xmlns:a16="http://schemas.microsoft.com/office/drawing/2014/main" id="{091E9B81-F414-407C-83FA-6FA393866493}"/>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2047874" name="Oval 1602577504">
            <a:extLst xmlns:a="http://schemas.openxmlformats.org/drawingml/2006/main">
              <a:ext uri="{FF2B5EF4-FFF2-40B4-BE49-F238E27FC236}">
                <a16:creationId xmlns:a16="http://schemas.microsoft.com/office/drawing/2014/main" id="{4712996D-DB98-4B8A-B4F9-B6C87C7C777F}"/>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1975205" name="Oval 1371923820">
            <a:extLst xmlns:a="http://schemas.openxmlformats.org/drawingml/2006/main">
              <a:ext uri="{FF2B5EF4-FFF2-40B4-BE49-F238E27FC236}">
                <a16:creationId xmlns:a16="http://schemas.microsoft.com/office/drawing/2014/main" id="{BC3C6A25-14AE-46ED-A0F0-226439FCAD95}"/>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1239241" name="Oval 1753025884">
            <a:extLst xmlns:a="http://schemas.openxmlformats.org/drawingml/2006/main">
              <a:ext uri="{FF2B5EF4-FFF2-40B4-BE49-F238E27FC236}">
                <a16:creationId xmlns:a16="http://schemas.microsoft.com/office/drawing/2014/main" id="{24547606-C97E-47D1-8E23-BCF5F387FD02}"/>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3589000" name="Oval 1468286775">
            <a:extLst xmlns:a="http://schemas.openxmlformats.org/drawingml/2006/main">
              <a:ext uri="{FF2B5EF4-FFF2-40B4-BE49-F238E27FC236}">
                <a16:creationId xmlns:a16="http://schemas.microsoft.com/office/drawing/2014/main" id="{CF4FCF2A-8F4E-4052-B9F8-053135CBABF3}"/>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7851720" name="Oval 1303532533">
            <a:extLst xmlns:a="http://schemas.openxmlformats.org/drawingml/2006/main">
              <a:ext uri="{FF2B5EF4-FFF2-40B4-BE49-F238E27FC236}">
                <a16:creationId xmlns:a16="http://schemas.microsoft.com/office/drawing/2014/main" id="{0834034F-2E6A-4304-AE4E-C1F6712E9C81}"/>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202969" name="Oval 1098580289">
            <a:extLst xmlns:a="http://schemas.openxmlformats.org/drawingml/2006/main">
              <a:ext uri="{FF2B5EF4-FFF2-40B4-BE49-F238E27FC236}">
                <a16:creationId xmlns:a16="http://schemas.microsoft.com/office/drawing/2014/main" id="{12BEAEA7-6AD3-47FB-9A47-1E8AAA3E0A32}"/>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2346544" name="Oval 747856202">
            <a:extLst xmlns:a="http://schemas.openxmlformats.org/drawingml/2006/main">
              <a:ext uri="{FF2B5EF4-FFF2-40B4-BE49-F238E27FC236}">
                <a16:creationId xmlns:a16="http://schemas.microsoft.com/office/drawing/2014/main" id="{C68A00DA-38D9-4D93-9A4E-E9D119BD40BF}"/>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7127605" name="Oval 1515170768">
            <a:extLst xmlns:a="http://schemas.openxmlformats.org/drawingml/2006/main">
              <a:ext uri="{FF2B5EF4-FFF2-40B4-BE49-F238E27FC236}">
                <a16:creationId xmlns:a16="http://schemas.microsoft.com/office/drawing/2014/main" id="{CACD6AF3-0560-481D-B28E-F2D9EB203FC1}"/>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2029328" name="Oval 758272404">
            <a:extLst xmlns:a="http://schemas.openxmlformats.org/drawingml/2006/main">
              <a:ext uri="{FF2B5EF4-FFF2-40B4-BE49-F238E27FC236}">
                <a16:creationId xmlns:a16="http://schemas.microsoft.com/office/drawing/2014/main" id="{E18ED939-B9F3-43F7-9D6B-3E9671F44913}"/>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4460241" name="Oval 539647180">
            <a:extLst xmlns:a="http://schemas.openxmlformats.org/drawingml/2006/main">
              <a:ext uri="{FF2B5EF4-FFF2-40B4-BE49-F238E27FC236}">
                <a16:creationId xmlns:a16="http://schemas.microsoft.com/office/drawing/2014/main" id="{93E8D9CD-6D42-4FA7-89B3-55306B837F9F}"/>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84216" name="Oval 382130369">
            <a:extLst xmlns:a="http://schemas.openxmlformats.org/drawingml/2006/main">
              <a:ext uri="{FF2B5EF4-FFF2-40B4-BE49-F238E27FC236}">
                <a16:creationId xmlns:a16="http://schemas.microsoft.com/office/drawing/2014/main" id="{492D1489-5333-44EC-A63E-065EC0C85E51}"/>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8023003" name="Oval 347626963">
            <a:extLst xmlns:a="http://schemas.openxmlformats.org/drawingml/2006/main">
              <a:ext uri="{FF2B5EF4-FFF2-40B4-BE49-F238E27FC236}">
                <a16:creationId xmlns:a16="http://schemas.microsoft.com/office/drawing/2014/main" id="{24BC374B-D1E1-4F6B-AD66-A1A0F499B070}"/>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2227797" name="Rectangle: Rounded Corners 1734367546">
            <a:extLst xmlns:a="http://schemas.openxmlformats.org/drawingml/2006/main">
              <a:ext uri="{FF2B5EF4-FFF2-40B4-BE49-F238E27FC236}">
                <a16:creationId xmlns:a16="http://schemas.microsoft.com/office/drawing/2014/main" id="{DD8F5E77-8FBA-4017-981E-36D41F8A3278}"/>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561490309" name="Rectangle: Rounded Corners 1497716320">
            <a:extLst xmlns:a="http://schemas.openxmlformats.org/drawingml/2006/main">
              <a:ext uri="{FF2B5EF4-FFF2-40B4-BE49-F238E27FC236}">
                <a16:creationId xmlns:a16="http://schemas.microsoft.com/office/drawing/2014/main" id="{03DF517D-6F0B-4247-9989-79881869CF60}"/>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234320033" name="Rectangle: Rounded Corners 119055209">
            <a:extLst xmlns:a="http://schemas.openxmlformats.org/drawingml/2006/main">
              <a:ext uri="{FF2B5EF4-FFF2-40B4-BE49-F238E27FC236}">
                <a16:creationId xmlns:a16="http://schemas.microsoft.com/office/drawing/2014/main" id="{08A77009-6BEF-41FF-A2E6-47614191E7E6}"/>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250080933" name="Rectangle 1782549367">
            <a:extLst xmlns:a="http://schemas.openxmlformats.org/drawingml/2006/main">
              <a:ext uri="{FF2B5EF4-FFF2-40B4-BE49-F238E27FC236}">
                <a16:creationId xmlns:a16="http://schemas.microsoft.com/office/drawing/2014/main" id="{6AC2BA94-93C7-4E82-BA98-BBDDA83BCEEE}"/>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854932323" name="Rectangle 1717240199">
            <a:extLst xmlns:a="http://schemas.openxmlformats.org/drawingml/2006/main">
              <a:ext uri="{FF2B5EF4-FFF2-40B4-BE49-F238E27FC236}">
                <a16:creationId xmlns:a16="http://schemas.microsoft.com/office/drawing/2014/main" id="{EA0C734F-A5B5-48D8-A73C-F1C57B7FAC1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08</a:t>
            </a:r>
          </a:p>
        </p:txBody>
      </p:sp>
      <p:sp>
        <p:nvSpPr>
          <p:cNvPr id="1626321336" name="solidguide_flipV">
            <a:extLst xmlns:a="http://schemas.openxmlformats.org/drawingml/2006/main">
              <a:ext uri="{FF2B5EF4-FFF2-40B4-BE49-F238E27FC236}">
                <a16:creationId xmlns:a16="http://schemas.microsoft.com/office/drawing/2014/main" id="{6A1BDF5F-6C09-423D-A3FD-256D5CD284E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69716889"/>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93705445" name="Rectangle 876043219">
            <a:extLst xmlns:a="http://schemas.openxmlformats.org/drawingml/2006/main">
              <a:ext uri="{FF2B5EF4-FFF2-40B4-BE49-F238E27FC236}">
                <a16:creationId xmlns:a16="http://schemas.microsoft.com/office/drawing/2014/main" id="{3F1C23CE-0AC6-4F95-A855-B2BA1D5D245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355667711" name="Rectangle 1970303406">
            <a:extLst xmlns:a="http://schemas.openxmlformats.org/drawingml/2006/main">
              <a:ext uri="{FF2B5EF4-FFF2-40B4-BE49-F238E27FC236}">
                <a16:creationId xmlns:a16="http://schemas.microsoft.com/office/drawing/2014/main" id="{42A0FF2A-9316-4072-BFE6-F5BDBAC22C7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347863569" name="Rectangle: Rounded Corners 1375366023">
            <a:extLst xmlns:a="http://schemas.openxmlformats.org/drawingml/2006/main">
              <a:ext uri="{FF2B5EF4-FFF2-40B4-BE49-F238E27FC236}">
                <a16:creationId xmlns:a16="http://schemas.microsoft.com/office/drawing/2014/main" id="{4A98FE5F-E5AE-4AE8-9F78-DEE4ECD2B10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670633" name="Straight Connector 1537688957">
            <a:extLst xmlns:a="http://schemas.openxmlformats.org/drawingml/2006/main">
              <a:ext uri="{FF2B5EF4-FFF2-40B4-BE49-F238E27FC236}">
                <a16:creationId xmlns:a16="http://schemas.microsoft.com/office/drawing/2014/main" id="{95E29310-8DD7-44D6-9CA0-9495EDD7E149}"/>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2037975" name="Straight Connector 2007704337">
            <a:extLst xmlns:a="http://schemas.openxmlformats.org/drawingml/2006/main">
              <a:ext uri="{FF2B5EF4-FFF2-40B4-BE49-F238E27FC236}">
                <a16:creationId xmlns:a16="http://schemas.microsoft.com/office/drawing/2014/main" id="{ABB475A6-771F-4249-8DC9-C6396E798D98}"/>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1917134" name="Rectangle 65599505">
            <a:extLst xmlns:a="http://schemas.openxmlformats.org/drawingml/2006/main">
              <a:ext uri="{FF2B5EF4-FFF2-40B4-BE49-F238E27FC236}">
                <a16:creationId xmlns:a16="http://schemas.microsoft.com/office/drawing/2014/main" id="{8C69F6B4-E771-4216-9757-BEB24979CAF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253152026" name="Rectangle 1251237696">
            <a:extLst xmlns:a="http://schemas.openxmlformats.org/drawingml/2006/main">
              <a:ext uri="{FF2B5EF4-FFF2-40B4-BE49-F238E27FC236}">
                <a16:creationId xmlns:a16="http://schemas.microsoft.com/office/drawing/2014/main" id="{A2FEE820-5B94-461D-9939-6FDE2465612A}"/>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66324501" name="Oval 1695470153">
            <a:extLst xmlns:a="http://schemas.openxmlformats.org/drawingml/2006/main">
              <a:ext uri="{FF2B5EF4-FFF2-40B4-BE49-F238E27FC236}">
                <a16:creationId xmlns:a16="http://schemas.microsoft.com/office/drawing/2014/main" id="{B9736271-9CD1-4FC8-9E40-525E09EABEEA}"/>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5332388" name="Oval 815448562">
            <a:extLst xmlns:a="http://schemas.openxmlformats.org/drawingml/2006/main">
              <a:ext uri="{FF2B5EF4-FFF2-40B4-BE49-F238E27FC236}">
                <a16:creationId xmlns:a16="http://schemas.microsoft.com/office/drawing/2014/main" id="{F614B47D-2AC1-4B05-8250-BE2F57CF902A}"/>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3196334" name="Oval 1303472677">
            <a:extLst xmlns:a="http://schemas.openxmlformats.org/drawingml/2006/main">
              <a:ext uri="{FF2B5EF4-FFF2-40B4-BE49-F238E27FC236}">
                <a16:creationId xmlns:a16="http://schemas.microsoft.com/office/drawing/2014/main" id="{439B815C-8EFB-4147-81B3-3E42777A97F1}"/>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4243965" name="Oval 674269756">
            <a:extLst xmlns:a="http://schemas.openxmlformats.org/drawingml/2006/main">
              <a:ext uri="{FF2B5EF4-FFF2-40B4-BE49-F238E27FC236}">
                <a16:creationId xmlns:a16="http://schemas.microsoft.com/office/drawing/2014/main" id="{3A4F4C17-043C-47CC-AC58-E48D37E582DC}"/>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692190" name="Oval 163294809">
            <a:extLst xmlns:a="http://schemas.openxmlformats.org/drawingml/2006/main">
              <a:ext uri="{FF2B5EF4-FFF2-40B4-BE49-F238E27FC236}">
                <a16:creationId xmlns:a16="http://schemas.microsoft.com/office/drawing/2014/main" id="{770AE875-4B8C-4946-94DA-A8FCED4DBBE5}"/>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582056" name="Oval 1733278306">
            <a:extLst xmlns:a="http://schemas.openxmlformats.org/drawingml/2006/main">
              <a:ext uri="{FF2B5EF4-FFF2-40B4-BE49-F238E27FC236}">
                <a16:creationId xmlns:a16="http://schemas.microsoft.com/office/drawing/2014/main" id="{714238A7-C98A-4841-A789-79025B702F47}"/>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8994145" name="Oval 880799253">
            <a:extLst xmlns:a="http://schemas.openxmlformats.org/drawingml/2006/main">
              <a:ext uri="{FF2B5EF4-FFF2-40B4-BE49-F238E27FC236}">
                <a16:creationId xmlns:a16="http://schemas.microsoft.com/office/drawing/2014/main" id="{05D649F5-0981-4DA7-B1ED-B6AB863A0485}"/>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7520505" name="Oval 834346434">
            <a:extLst xmlns:a="http://schemas.openxmlformats.org/drawingml/2006/main">
              <a:ext uri="{FF2B5EF4-FFF2-40B4-BE49-F238E27FC236}">
                <a16:creationId xmlns:a16="http://schemas.microsoft.com/office/drawing/2014/main" id="{717A211D-7587-4D2B-8257-B609B4EF685A}"/>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2396959" name="Oval 558427810">
            <a:extLst xmlns:a="http://schemas.openxmlformats.org/drawingml/2006/main">
              <a:ext uri="{FF2B5EF4-FFF2-40B4-BE49-F238E27FC236}">
                <a16:creationId xmlns:a16="http://schemas.microsoft.com/office/drawing/2014/main" id="{26C9928D-A639-439F-8F67-5ADF5AE66F8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6479237" name="Oval 1580509645">
            <a:extLst xmlns:a="http://schemas.openxmlformats.org/drawingml/2006/main">
              <a:ext uri="{FF2B5EF4-FFF2-40B4-BE49-F238E27FC236}">
                <a16:creationId xmlns:a16="http://schemas.microsoft.com/office/drawing/2014/main" id="{C9063F4E-6CEA-4F40-AF92-866122FC8808}"/>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0807667" name="Oval 572736301">
            <a:extLst xmlns:a="http://schemas.openxmlformats.org/drawingml/2006/main">
              <a:ext uri="{FF2B5EF4-FFF2-40B4-BE49-F238E27FC236}">
                <a16:creationId xmlns:a16="http://schemas.microsoft.com/office/drawing/2014/main" id="{25BBE924-529F-4E72-8792-5524DFD0001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790521" name="Oval 777734922">
            <a:extLst xmlns:a="http://schemas.openxmlformats.org/drawingml/2006/main">
              <a:ext uri="{FF2B5EF4-FFF2-40B4-BE49-F238E27FC236}">
                <a16:creationId xmlns:a16="http://schemas.microsoft.com/office/drawing/2014/main" id="{90324846-D668-4A73-BEE2-F76E1406E2F2}"/>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444229" name="Oval 113252181">
            <a:extLst xmlns:a="http://schemas.openxmlformats.org/drawingml/2006/main">
              <a:ext uri="{FF2B5EF4-FFF2-40B4-BE49-F238E27FC236}">
                <a16:creationId xmlns:a16="http://schemas.microsoft.com/office/drawing/2014/main" id="{9C1D6C66-35C9-4D3B-BA7F-DD73726B9E1F}"/>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5888854" name="Oval 1702038152">
            <a:extLst xmlns:a="http://schemas.openxmlformats.org/drawingml/2006/main">
              <a:ext uri="{FF2B5EF4-FFF2-40B4-BE49-F238E27FC236}">
                <a16:creationId xmlns:a16="http://schemas.microsoft.com/office/drawing/2014/main" id="{101DD653-3834-4474-B9CC-5B62BC9C14AE}"/>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759982" name="Oval 1781702022">
            <a:extLst xmlns:a="http://schemas.openxmlformats.org/drawingml/2006/main">
              <a:ext uri="{FF2B5EF4-FFF2-40B4-BE49-F238E27FC236}">
                <a16:creationId xmlns:a16="http://schemas.microsoft.com/office/drawing/2014/main" id="{06F0593D-6F62-4F88-9BED-0B9234B268E7}"/>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3685916" name="Oval 164012884">
            <a:extLst xmlns:a="http://schemas.openxmlformats.org/drawingml/2006/main">
              <a:ext uri="{FF2B5EF4-FFF2-40B4-BE49-F238E27FC236}">
                <a16:creationId xmlns:a16="http://schemas.microsoft.com/office/drawing/2014/main" id="{E06A1699-459F-4C0A-89B5-5C05C09325DB}"/>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7452279" name="Oval 991339259">
            <a:extLst xmlns:a="http://schemas.openxmlformats.org/drawingml/2006/main">
              <a:ext uri="{FF2B5EF4-FFF2-40B4-BE49-F238E27FC236}">
                <a16:creationId xmlns:a16="http://schemas.microsoft.com/office/drawing/2014/main" id="{53122DC5-01D2-43C1-95D9-2E03F49BD5D9}"/>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7610710" name="Rectangle: Rounded Corners 2031926644">
            <a:extLst xmlns:a="http://schemas.openxmlformats.org/drawingml/2006/main">
              <a:ext uri="{FF2B5EF4-FFF2-40B4-BE49-F238E27FC236}">
                <a16:creationId xmlns:a16="http://schemas.microsoft.com/office/drawing/2014/main" id="{08896662-EA21-42BC-AA64-D23A7C6D4A1B}"/>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656460090" name="Rectangle: Rounded Corners 1514015500">
            <a:extLst xmlns:a="http://schemas.openxmlformats.org/drawingml/2006/main">
              <a:ext uri="{FF2B5EF4-FFF2-40B4-BE49-F238E27FC236}">
                <a16:creationId xmlns:a16="http://schemas.microsoft.com/office/drawing/2014/main" id="{43A22F4A-2B9D-40C8-AA14-35A1AF650991}"/>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02910660" name="Rectangle 738739686">
            <a:extLst xmlns:a="http://schemas.openxmlformats.org/drawingml/2006/main">
              <a:ext uri="{FF2B5EF4-FFF2-40B4-BE49-F238E27FC236}">
                <a16:creationId xmlns:a16="http://schemas.microsoft.com/office/drawing/2014/main" id="{4F5EF79B-06C6-4086-8902-3ECAB69FFF8A}"/>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91883405" name="Rectangle 1843306662">
            <a:extLst xmlns:a="http://schemas.openxmlformats.org/drawingml/2006/main">
              <a:ext uri="{FF2B5EF4-FFF2-40B4-BE49-F238E27FC236}">
                <a16:creationId xmlns:a16="http://schemas.microsoft.com/office/drawing/2014/main" id="{14EB78B5-4C79-44AE-9EB8-9E7513B247DC}"/>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198946163" name="Rectangle 940562735">
            <a:extLst xmlns:a="http://schemas.openxmlformats.org/drawingml/2006/main">
              <a:ext uri="{FF2B5EF4-FFF2-40B4-BE49-F238E27FC236}">
                <a16:creationId xmlns:a16="http://schemas.microsoft.com/office/drawing/2014/main" id="{0FD11F61-9A8D-45DC-8BBD-BC590CDCF00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09</a:t>
            </a:r>
          </a:p>
        </p:txBody>
      </p:sp>
      <p:sp>
        <p:nvSpPr>
          <p:cNvPr id="2027661004" name="solidguide_flipV">
            <a:extLst xmlns:a="http://schemas.openxmlformats.org/drawingml/2006/main">
              <a:ext uri="{FF2B5EF4-FFF2-40B4-BE49-F238E27FC236}">
                <a16:creationId xmlns:a16="http://schemas.microsoft.com/office/drawing/2014/main" id="{F414184F-CE89-4034-B423-099FC1ED2978}"/>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27661036"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4bf6b7a743444a09">
            <a:extLst>
              <a:ext uri="{96DAC541-7B7A-43D3-8B79-37D633B846F1}">
                <asvg:svgBlip xmlns:asvg="http://schemas.microsoft.com/office/drawing/2016/SVG/main" r:embed="R81fe922313324331"/>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973770218"/>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43540909" name="Rectangle 1896240478">
            <a:extLst xmlns:a="http://schemas.openxmlformats.org/drawingml/2006/main">
              <a:ext uri="{FF2B5EF4-FFF2-40B4-BE49-F238E27FC236}">
                <a16:creationId xmlns:a16="http://schemas.microsoft.com/office/drawing/2014/main" id="{D3F2D7E9-29D0-4071-B5BB-D2B8F5D5140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98695353" name="Rectangle 574298503">
            <a:extLst xmlns:a="http://schemas.openxmlformats.org/drawingml/2006/main">
              <a:ext uri="{FF2B5EF4-FFF2-40B4-BE49-F238E27FC236}">
                <a16:creationId xmlns:a16="http://schemas.microsoft.com/office/drawing/2014/main" id="{7034E5CB-8F0E-468F-9A59-D1BE696C952E}"/>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444971896" name="Rectangle: Rounded Corners 682947437">
            <a:extLst xmlns:a="http://schemas.openxmlformats.org/drawingml/2006/main">
              <a:ext uri="{FF2B5EF4-FFF2-40B4-BE49-F238E27FC236}">
                <a16:creationId xmlns:a16="http://schemas.microsoft.com/office/drawing/2014/main" id="{DFA4C9E8-3379-4444-89AE-6691DB2DD51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6538533" name="Straight Connector 1968719096">
            <a:extLst xmlns:a="http://schemas.openxmlformats.org/drawingml/2006/main">
              <a:ext uri="{FF2B5EF4-FFF2-40B4-BE49-F238E27FC236}">
                <a16:creationId xmlns:a16="http://schemas.microsoft.com/office/drawing/2014/main" id="{2C512161-63ED-494B-997E-3AF533531987}"/>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9440036" name="Straight Connector 1324465773">
            <a:extLst xmlns:a="http://schemas.openxmlformats.org/drawingml/2006/main">
              <a:ext uri="{FF2B5EF4-FFF2-40B4-BE49-F238E27FC236}">
                <a16:creationId xmlns:a16="http://schemas.microsoft.com/office/drawing/2014/main" id="{6FDEBE79-9852-4747-A6EF-E2656C9A755B}"/>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4528301" name="Rectangle 910257484">
            <a:extLst xmlns:a="http://schemas.openxmlformats.org/drawingml/2006/main">
              <a:ext uri="{FF2B5EF4-FFF2-40B4-BE49-F238E27FC236}">
                <a16:creationId xmlns:a16="http://schemas.microsoft.com/office/drawing/2014/main" id="{E8BDAA79-9F0E-4B7D-A0DD-C72ECE66018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956494345" name="Rectangle 1246496868">
            <a:extLst xmlns:a="http://schemas.openxmlformats.org/drawingml/2006/main">
              <a:ext uri="{FF2B5EF4-FFF2-40B4-BE49-F238E27FC236}">
                <a16:creationId xmlns:a16="http://schemas.microsoft.com/office/drawing/2014/main" id="{0FC59918-7B07-4C14-98DC-BF2D4EC152EA}"/>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426148732" name="Oval 1811837015">
            <a:extLst xmlns:a="http://schemas.openxmlformats.org/drawingml/2006/main">
              <a:ext uri="{FF2B5EF4-FFF2-40B4-BE49-F238E27FC236}">
                <a16:creationId xmlns:a16="http://schemas.microsoft.com/office/drawing/2014/main" id="{4F252735-3C6C-465D-BFE1-C7021EDF1DAA}"/>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161943" name="Oval 453346286">
            <a:extLst xmlns:a="http://schemas.openxmlformats.org/drawingml/2006/main">
              <a:ext uri="{FF2B5EF4-FFF2-40B4-BE49-F238E27FC236}">
                <a16:creationId xmlns:a16="http://schemas.microsoft.com/office/drawing/2014/main" id="{08957753-74D9-43C8-918A-BFC2A78911CF}"/>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8834423" name="Oval 1618228278">
            <a:extLst xmlns:a="http://schemas.openxmlformats.org/drawingml/2006/main">
              <a:ext uri="{FF2B5EF4-FFF2-40B4-BE49-F238E27FC236}">
                <a16:creationId xmlns:a16="http://schemas.microsoft.com/office/drawing/2014/main" id="{7B8734AA-17E9-46F8-9ED7-E58E3CC97BBC}"/>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031515" name="Oval 2089599102">
            <a:extLst xmlns:a="http://schemas.openxmlformats.org/drawingml/2006/main">
              <a:ext uri="{FF2B5EF4-FFF2-40B4-BE49-F238E27FC236}">
                <a16:creationId xmlns:a16="http://schemas.microsoft.com/office/drawing/2014/main" id="{5CE980F8-2124-4EF1-B15B-030651185287}"/>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7229730" name="Oval 1457916702">
            <a:extLst xmlns:a="http://schemas.openxmlformats.org/drawingml/2006/main">
              <a:ext uri="{FF2B5EF4-FFF2-40B4-BE49-F238E27FC236}">
                <a16:creationId xmlns:a16="http://schemas.microsoft.com/office/drawing/2014/main" id="{71F397EE-3AFF-4A7C-BDC8-3B9D64E0186C}"/>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7319063" name="Oval 1250923537">
            <a:extLst xmlns:a="http://schemas.openxmlformats.org/drawingml/2006/main">
              <a:ext uri="{FF2B5EF4-FFF2-40B4-BE49-F238E27FC236}">
                <a16:creationId xmlns:a16="http://schemas.microsoft.com/office/drawing/2014/main" id="{6A36A4B5-4FF2-4226-AB25-7F6FA31B8658}"/>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8888777" name="Oval 579714091">
            <a:extLst xmlns:a="http://schemas.openxmlformats.org/drawingml/2006/main">
              <a:ext uri="{FF2B5EF4-FFF2-40B4-BE49-F238E27FC236}">
                <a16:creationId xmlns:a16="http://schemas.microsoft.com/office/drawing/2014/main" id="{7F3EE1BE-B674-4439-9AEC-EAF4CFE7687B}"/>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2219090" name="Oval 1188193174">
            <a:extLst xmlns:a="http://schemas.openxmlformats.org/drawingml/2006/main">
              <a:ext uri="{FF2B5EF4-FFF2-40B4-BE49-F238E27FC236}">
                <a16:creationId xmlns:a16="http://schemas.microsoft.com/office/drawing/2014/main" id="{908CC9BB-8BA4-4CBD-B162-6F4A1132B7AF}"/>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1915243" name="Oval 2075857352">
            <a:extLst xmlns:a="http://schemas.openxmlformats.org/drawingml/2006/main">
              <a:ext uri="{FF2B5EF4-FFF2-40B4-BE49-F238E27FC236}">
                <a16:creationId xmlns:a16="http://schemas.microsoft.com/office/drawing/2014/main" id="{88710A6C-E301-4987-9CC1-5F27EC30EAC5}"/>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8179476" name="Oval 260739156">
            <a:extLst xmlns:a="http://schemas.openxmlformats.org/drawingml/2006/main">
              <a:ext uri="{FF2B5EF4-FFF2-40B4-BE49-F238E27FC236}">
                <a16:creationId xmlns:a16="http://schemas.microsoft.com/office/drawing/2014/main" id="{2DFB2246-E664-46A4-AB53-F246AF508152}"/>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9698582" name="Oval 472597423">
            <a:extLst xmlns:a="http://schemas.openxmlformats.org/drawingml/2006/main">
              <a:ext uri="{FF2B5EF4-FFF2-40B4-BE49-F238E27FC236}">
                <a16:creationId xmlns:a16="http://schemas.microsoft.com/office/drawing/2014/main" id="{D87B4268-6894-42F4-B4FE-3B5A65A3302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618425" name="Oval 311162583">
            <a:extLst xmlns:a="http://schemas.openxmlformats.org/drawingml/2006/main">
              <a:ext uri="{FF2B5EF4-FFF2-40B4-BE49-F238E27FC236}">
                <a16:creationId xmlns:a16="http://schemas.microsoft.com/office/drawing/2014/main" id="{9F5679D1-8822-40EA-B701-FC572CED5A93}"/>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227789" name="Oval 418592258">
            <a:extLst xmlns:a="http://schemas.openxmlformats.org/drawingml/2006/main">
              <a:ext uri="{FF2B5EF4-FFF2-40B4-BE49-F238E27FC236}">
                <a16:creationId xmlns:a16="http://schemas.microsoft.com/office/drawing/2014/main" id="{40B8501F-C3EE-46C4-9D3F-7C7DA40E69D8}"/>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9131936" name="Oval 391215337">
            <a:extLst xmlns:a="http://schemas.openxmlformats.org/drawingml/2006/main">
              <a:ext uri="{FF2B5EF4-FFF2-40B4-BE49-F238E27FC236}">
                <a16:creationId xmlns:a16="http://schemas.microsoft.com/office/drawing/2014/main" id="{6A203FD1-9EE2-486D-883D-D54DF96D971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513556" name="Oval 1707420591">
            <a:extLst xmlns:a="http://schemas.openxmlformats.org/drawingml/2006/main">
              <a:ext uri="{FF2B5EF4-FFF2-40B4-BE49-F238E27FC236}">
                <a16:creationId xmlns:a16="http://schemas.microsoft.com/office/drawing/2014/main" id="{9AA9FAC4-2F5C-4123-A5ED-06A1D323C18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781563" name="Oval 1324466289">
            <a:extLst xmlns:a="http://schemas.openxmlformats.org/drawingml/2006/main">
              <a:ext uri="{FF2B5EF4-FFF2-40B4-BE49-F238E27FC236}">
                <a16:creationId xmlns:a16="http://schemas.microsoft.com/office/drawing/2014/main" id="{DEDFF473-BBEF-4F3D-AE3F-54D59D81F791}"/>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9642001" name="Oval 1167646443">
            <a:extLst xmlns:a="http://schemas.openxmlformats.org/drawingml/2006/main">
              <a:ext uri="{FF2B5EF4-FFF2-40B4-BE49-F238E27FC236}">
                <a16:creationId xmlns:a16="http://schemas.microsoft.com/office/drawing/2014/main" id="{80057395-313A-4464-966F-555C6C734740}"/>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2956121" name="Rectangle: Rounded Corners 1367024097">
            <a:extLst xmlns:a="http://schemas.openxmlformats.org/drawingml/2006/main">
              <a:ext uri="{FF2B5EF4-FFF2-40B4-BE49-F238E27FC236}">
                <a16:creationId xmlns:a16="http://schemas.microsoft.com/office/drawing/2014/main" id="{58D4CF1A-C3DE-4E30-A19A-FE1F0CB6A32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1525581261" name="Rectangle: Rounded Corners 2069871042">
            <a:extLst xmlns:a="http://schemas.openxmlformats.org/drawingml/2006/main">
              <a:ext uri="{FF2B5EF4-FFF2-40B4-BE49-F238E27FC236}">
                <a16:creationId xmlns:a16="http://schemas.microsoft.com/office/drawing/2014/main" id="{F1FE5927-6A7D-4E2F-89AE-CDED1AFF05C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1895823163" name="Rectangle 2096192631">
            <a:extLst xmlns:a="http://schemas.openxmlformats.org/drawingml/2006/main">
              <a:ext uri="{FF2B5EF4-FFF2-40B4-BE49-F238E27FC236}">
                <a16:creationId xmlns:a16="http://schemas.microsoft.com/office/drawing/2014/main" id="{74A29D8C-FB0B-4DD9-96BD-05446FE858E8}"/>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011098953" name="Rectangle 969777747">
            <a:extLst xmlns:a="http://schemas.openxmlformats.org/drawingml/2006/main">
              <a:ext uri="{FF2B5EF4-FFF2-40B4-BE49-F238E27FC236}">
                <a16:creationId xmlns:a16="http://schemas.microsoft.com/office/drawing/2014/main" id="{DB1FCE94-85DD-4194-8ED4-F9972CE9CF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pic>
        <p:nvPicPr>
          <p:cNvPr id="1999440066"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94ae354a00c3470b">
            <a:extLst>
              <a:ext uri="{96DAC541-7B7A-43D3-8B79-37D633B846F1}">
                <asvg:svgBlip xmlns:asvg="http://schemas.microsoft.com/office/drawing/2016/SVG/main" r:embed="R2f8885f033254b9e"/>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164207219" name="solidguide_flipV">
            <a:extLst xmlns:a="http://schemas.openxmlformats.org/drawingml/2006/main">
              <a:ext uri="{FF2B5EF4-FFF2-40B4-BE49-F238E27FC236}">
                <a16:creationId xmlns:a16="http://schemas.microsoft.com/office/drawing/2014/main" id="{2BE55C93-A6E3-4EC5-A124-611359EA58E7}"/>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635985076"/>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6253929" name="Rectangle 1890818175">
            <a:extLst xmlns:a="http://schemas.openxmlformats.org/drawingml/2006/main">
              <a:ext uri="{FF2B5EF4-FFF2-40B4-BE49-F238E27FC236}">
                <a16:creationId xmlns:a16="http://schemas.microsoft.com/office/drawing/2014/main" id="{E1F617E8-D5A7-40C8-A80A-7FF830160AC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84133027" name="Rectangle 785272061">
            <a:extLst xmlns:a="http://schemas.openxmlformats.org/drawingml/2006/main">
              <a:ext uri="{FF2B5EF4-FFF2-40B4-BE49-F238E27FC236}">
                <a16:creationId xmlns:a16="http://schemas.microsoft.com/office/drawing/2014/main" id="{99A760BA-D631-4C79-8EAD-6633891CEB7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chemeClr val="tx1">
                    <a:lumMod val="65000"/>
                    <a:lumOff val="35000"/>
                  </a:schemeClr>
                </a:solidFill>
              </a:rPr>
              <a:t>Data is split to separate learning from judging</a:t>
            </a:r>
          </a:p>
        </p:txBody>
      </p:sp>
      <p:sp>
        <p:nvSpPr>
          <p:cNvPr id="798405048" name="Rectangle: Rounded Corners 1266136651">
            <a:extLst xmlns:a="http://schemas.openxmlformats.org/drawingml/2006/main">
              <a:ext uri="{FF2B5EF4-FFF2-40B4-BE49-F238E27FC236}">
                <a16:creationId xmlns:a16="http://schemas.microsoft.com/office/drawing/2014/main" id="{7DD02F2B-D546-49C1-814F-DB1EFAD50CB5}"/>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898015" name="Rectangle: Rounded Corners 1050748594">
            <a:extLst xmlns:a="http://schemas.openxmlformats.org/drawingml/2006/main">
              <a:ext uri="{FF2B5EF4-FFF2-40B4-BE49-F238E27FC236}">
                <a16:creationId xmlns:a16="http://schemas.microsoft.com/office/drawing/2014/main" id="{EE39A1B1-CC79-4A5C-AC29-6DD79BEC9894}"/>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0437646" name="Rectangle 1752567775">
            <a:extLst xmlns:a="http://schemas.openxmlformats.org/drawingml/2006/main">
              <a:ext uri="{FF2B5EF4-FFF2-40B4-BE49-F238E27FC236}">
                <a16:creationId xmlns:a16="http://schemas.microsoft.com/office/drawing/2014/main" id="{DA5DD1C7-AC55-4AC0-9BDF-EECD8EC98D0A}"/>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391489462" name="Rectangle 397256149">
            <a:extLst xmlns:a="http://schemas.openxmlformats.org/drawingml/2006/main">
              <a:ext uri="{FF2B5EF4-FFF2-40B4-BE49-F238E27FC236}">
                <a16:creationId xmlns:a16="http://schemas.microsoft.com/office/drawing/2014/main" id="{77894FC1-4AF5-45E0-9BC0-8694359515F4}"/>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685577686" name="Rectangle 528734129">
            <a:extLst xmlns:a="http://schemas.openxmlformats.org/drawingml/2006/main">
              <a:ext uri="{FF2B5EF4-FFF2-40B4-BE49-F238E27FC236}">
                <a16:creationId xmlns:a16="http://schemas.microsoft.com/office/drawing/2014/main" id="{75436172-EECB-449F-9AFE-73D153B2DBA1}"/>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2050281857" name="Rectangle 1008566192">
            <a:extLst xmlns:a="http://schemas.openxmlformats.org/drawingml/2006/main">
              <a:ext uri="{FF2B5EF4-FFF2-40B4-BE49-F238E27FC236}">
                <a16:creationId xmlns:a16="http://schemas.microsoft.com/office/drawing/2014/main" id="{7D907770-4B6F-4548-9025-5ECBA6CCFADE}"/>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229954393" name="Straight Connector 2104166465">
            <a:extLst xmlns:a="http://schemas.openxmlformats.org/drawingml/2006/main">
              <a:ext uri="{FF2B5EF4-FFF2-40B4-BE49-F238E27FC236}">
                <a16:creationId xmlns:a16="http://schemas.microsoft.com/office/drawing/2014/main" id="{EE927E89-1D38-4F90-81C8-BC3E313FB227}"/>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4770999" name="Rectangle 1391317270">
            <a:extLst xmlns:a="http://schemas.openxmlformats.org/drawingml/2006/main">
              <a:ext uri="{FF2B5EF4-FFF2-40B4-BE49-F238E27FC236}">
                <a16:creationId xmlns:a16="http://schemas.microsoft.com/office/drawing/2014/main" id="{DE46DF07-55AC-49C2-B2D5-348A3BF385E4}"/>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381224207" name="Rectangle 2139818398">
            <a:extLst xmlns:a="http://schemas.openxmlformats.org/drawingml/2006/main">
              <a:ext uri="{FF2B5EF4-FFF2-40B4-BE49-F238E27FC236}">
                <a16:creationId xmlns:a16="http://schemas.microsoft.com/office/drawing/2014/main" id="{1EE4CB92-C23E-414C-A812-2780FBD63266}"/>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453200490" name="Straight Connector 756114381">
            <a:extLst xmlns:a="http://schemas.openxmlformats.org/drawingml/2006/main">
              <a:ext uri="{FF2B5EF4-FFF2-40B4-BE49-F238E27FC236}">
                <a16:creationId xmlns:a16="http://schemas.microsoft.com/office/drawing/2014/main" id="{A9A359B1-D770-4239-9108-3D3CDE5C9D6D}"/>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6414153" name="Rectangle 1665170772">
            <a:extLst xmlns:a="http://schemas.openxmlformats.org/drawingml/2006/main">
              <a:ext uri="{FF2B5EF4-FFF2-40B4-BE49-F238E27FC236}">
                <a16:creationId xmlns:a16="http://schemas.microsoft.com/office/drawing/2014/main" id="{325DA2A5-1E34-4B82-9353-EEE96FB9B946}"/>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214348732" name="Rectangle 1710634736">
            <a:extLst xmlns:a="http://schemas.openxmlformats.org/drawingml/2006/main">
              <a:ext uri="{FF2B5EF4-FFF2-40B4-BE49-F238E27FC236}">
                <a16:creationId xmlns:a16="http://schemas.microsoft.com/office/drawing/2014/main" id="{69C2E82B-4F62-4105-B04B-3317E8BA6420}"/>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006198053" name="Rectangle: Rounded Corners 1872312689">
            <a:extLst xmlns:a="http://schemas.openxmlformats.org/drawingml/2006/main">
              <a:ext uri="{FF2B5EF4-FFF2-40B4-BE49-F238E27FC236}">
                <a16:creationId xmlns:a16="http://schemas.microsoft.com/office/drawing/2014/main" id="{5A52FDA9-7EA9-4ABC-8149-75C6FEEDC348}"/>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6204104" name="Rectangle 1638876599">
            <a:extLst xmlns:a="http://schemas.openxmlformats.org/drawingml/2006/main">
              <a:ext uri="{FF2B5EF4-FFF2-40B4-BE49-F238E27FC236}">
                <a16:creationId xmlns:a16="http://schemas.microsoft.com/office/drawing/2014/main" id="{6FCD9DAF-A643-4084-8821-C007EAB32B84}"/>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385765324" name="Rectangle 815678976">
            <a:extLst xmlns:a="http://schemas.openxmlformats.org/drawingml/2006/main">
              <a:ext uri="{FF2B5EF4-FFF2-40B4-BE49-F238E27FC236}">
                <a16:creationId xmlns:a16="http://schemas.microsoft.com/office/drawing/2014/main" id="{58A4C855-1AAA-4C0A-BDE5-1A46C240D984}"/>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332476754" name="Rectangle 815528297">
            <a:extLst xmlns:a="http://schemas.openxmlformats.org/drawingml/2006/main">
              <a:ext uri="{FF2B5EF4-FFF2-40B4-BE49-F238E27FC236}">
                <a16:creationId xmlns:a16="http://schemas.microsoft.com/office/drawing/2014/main" id="{553EC852-9F5C-40D4-A2D3-2C37CC390646}"/>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932595304" name="Rectangle 478170369">
            <a:extLst xmlns:a="http://schemas.openxmlformats.org/drawingml/2006/main">
              <a:ext uri="{FF2B5EF4-FFF2-40B4-BE49-F238E27FC236}">
                <a16:creationId xmlns:a16="http://schemas.microsoft.com/office/drawing/2014/main" id="{0E8D2B07-79AD-4A70-8EF7-9E434AFF203B}"/>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115753750" name="Straight Connector 533968529">
            <a:extLst xmlns:a="http://schemas.openxmlformats.org/drawingml/2006/main">
              <a:ext uri="{FF2B5EF4-FFF2-40B4-BE49-F238E27FC236}">
                <a16:creationId xmlns:a16="http://schemas.microsoft.com/office/drawing/2014/main" id="{C2171450-B035-41E7-AA81-14C34710EE79}"/>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7025242" name="Rectangle 195109745">
            <a:extLst xmlns:a="http://schemas.openxmlformats.org/drawingml/2006/main">
              <a:ext uri="{FF2B5EF4-FFF2-40B4-BE49-F238E27FC236}">
                <a16:creationId xmlns:a16="http://schemas.microsoft.com/office/drawing/2014/main" id="{E6499D03-EDEC-485A-81FE-4818812D259E}"/>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309296127" name="Rectangle 1008757044">
            <a:extLst xmlns:a="http://schemas.openxmlformats.org/drawingml/2006/main">
              <a:ext uri="{FF2B5EF4-FFF2-40B4-BE49-F238E27FC236}">
                <a16:creationId xmlns:a16="http://schemas.microsoft.com/office/drawing/2014/main" id="{5DBCFEF9-2926-441D-8D3C-DE41817F9730}"/>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898355889" name="Straight Connector 1685278168">
            <a:extLst xmlns:a="http://schemas.openxmlformats.org/drawingml/2006/main">
              <a:ext uri="{FF2B5EF4-FFF2-40B4-BE49-F238E27FC236}">
                <a16:creationId xmlns:a16="http://schemas.microsoft.com/office/drawing/2014/main" id="{5A051479-822D-422A-8A00-9284AA8EA07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0934860" name="Rectangle 1256120152">
            <a:extLst xmlns:a="http://schemas.openxmlformats.org/drawingml/2006/main">
              <a:ext uri="{FF2B5EF4-FFF2-40B4-BE49-F238E27FC236}">
                <a16:creationId xmlns:a16="http://schemas.microsoft.com/office/drawing/2014/main" id="{7E25C8EE-64C3-47BE-9019-83FF0E0EAA01}"/>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493717430" name="Rectangle 686280821">
            <a:extLst xmlns:a="http://schemas.openxmlformats.org/drawingml/2006/main">
              <a:ext uri="{FF2B5EF4-FFF2-40B4-BE49-F238E27FC236}">
                <a16:creationId xmlns:a16="http://schemas.microsoft.com/office/drawing/2014/main" id="{9DD11A32-60F2-4377-9E7F-3201E4209033}"/>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514290974" name="Rectangle: Rounded Corners 312764701">
            <a:extLst xmlns:a="http://schemas.openxmlformats.org/drawingml/2006/main">
              <a:ext uri="{FF2B5EF4-FFF2-40B4-BE49-F238E27FC236}">
                <a16:creationId xmlns:a16="http://schemas.microsoft.com/office/drawing/2014/main" id="{FF05258F-B259-4435-BBC9-BE096E45C020}"/>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9193384" name="Rectangle 2086773709">
            <a:extLst xmlns:a="http://schemas.openxmlformats.org/drawingml/2006/main">
              <a:ext uri="{FF2B5EF4-FFF2-40B4-BE49-F238E27FC236}">
                <a16:creationId xmlns:a16="http://schemas.microsoft.com/office/drawing/2014/main" id="{55AA0EBD-96DD-4577-AD4A-AE12B213A46C}"/>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60347448" name="Rectangle 2025467514">
            <a:extLst xmlns:a="http://schemas.openxmlformats.org/drawingml/2006/main">
              <a:ext uri="{FF2B5EF4-FFF2-40B4-BE49-F238E27FC236}">
                <a16:creationId xmlns:a16="http://schemas.microsoft.com/office/drawing/2014/main" id="{24F944DE-A748-408A-9544-4E76534ED55A}"/>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2084350339" name="Rectangle 957358411">
            <a:extLst xmlns:a="http://schemas.openxmlformats.org/drawingml/2006/main">
              <a:ext uri="{FF2B5EF4-FFF2-40B4-BE49-F238E27FC236}">
                <a16:creationId xmlns:a16="http://schemas.microsoft.com/office/drawing/2014/main" id="{D812BB3A-D170-4DE6-9DB7-BEE8C45E166B}"/>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462046895" name="Rectangle 1167683203">
            <a:extLst xmlns:a="http://schemas.openxmlformats.org/drawingml/2006/main">
              <a:ext uri="{FF2B5EF4-FFF2-40B4-BE49-F238E27FC236}">
                <a16:creationId xmlns:a16="http://schemas.microsoft.com/office/drawing/2014/main" id="{A2134682-392A-4EE7-A60C-6C80596AC1DC}"/>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499205283" name="Straight Connector 935775799">
            <a:extLst xmlns:a="http://schemas.openxmlformats.org/drawingml/2006/main">
              <a:ext uri="{FF2B5EF4-FFF2-40B4-BE49-F238E27FC236}">
                <a16:creationId xmlns:a16="http://schemas.microsoft.com/office/drawing/2014/main" id="{3EA11809-6BB2-41AB-98D4-DD630C12272A}"/>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3946846" name="Rectangle 1650430570">
            <a:extLst xmlns:a="http://schemas.openxmlformats.org/drawingml/2006/main">
              <a:ext uri="{FF2B5EF4-FFF2-40B4-BE49-F238E27FC236}">
                <a16:creationId xmlns:a16="http://schemas.microsoft.com/office/drawing/2014/main" id="{B3D20094-4406-4F11-B01C-A15CA4AB6B83}"/>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746526489" name="Rectangle 1673598855">
            <a:extLst xmlns:a="http://schemas.openxmlformats.org/drawingml/2006/main">
              <a:ext uri="{FF2B5EF4-FFF2-40B4-BE49-F238E27FC236}">
                <a16:creationId xmlns:a16="http://schemas.microsoft.com/office/drawing/2014/main" id="{0E8EC137-F58D-49F6-AFF2-FBFC5885D3EB}"/>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1587414738" name="Straight Connector 796017482">
            <a:extLst xmlns:a="http://schemas.openxmlformats.org/drawingml/2006/main">
              <a:ext uri="{FF2B5EF4-FFF2-40B4-BE49-F238E27FC236}">
                <a16:creationId xmlns:a16="http://schemas.microsoft.com/office/drawing/2014/main" id="{A7480DC9-10E3-42BF-9048-84365C76F24A}"/>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2241056" name="Rectangle 150138993">
            <a:extLst xmlns:a="http://schemas.openxmlformats.org/drawingml/2006/main">
              <a:ext uri="{FF2B5EF4-FFF2-40B4-BE49-F238E27FC236}">
                <a16:creationId xmlns:a16="http://schemas.microsoft.com/office/drawing/2014/main" id="{3D4847E5-154A-4A1A-8558-54B61FF7BD58}"/>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2025565972" name="Rectangle 1355132477">
            <a:extLst xmlns:a="http://schemas.openxmlformats.org/drawingml/2006/main">
              <a:ext uri="{FF2B5EF4-FFF2-40B4-BE49-F238E27FC236}">
                <a16:creationId xmlns:a16="http://schemas.microsoft.com/office/drawing/2014/main" id="{8C884A4C-A67A-49A1-9193-60D9EFEAD6E7}"/>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1402337336" name="Straight Connector 2121780220">
            <a:extLst xmlns:a="http://schemas.openxmlformats.org/drawingml/2006/main">
              <a:ext uri="{FF2B5EF4-FFF2-40B4-BE49-F238E27FC236}">
                <a16:creationId xmlns:a16="http://schemas.microsoft.com/office/drawing/2014/main" id="{1B208E7D-EB60-4601-B9FE-537740F1F806}"/>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7848705" name="Straight Connector 835810551">
            <a:extLst xmlns:a="http://schemas.openxmlformats.org/drawingml/2006/main">
              <a:ext uri="{FF2B5EF4-FFF2-40B4-BE49-F238E27FC236}">
                <a16:creationId xmlns:a16="http://schemas.microsoft.com/office/drawing/2014/main" id="{8853C7AC-F3DB-4B6C-92E0-478F40902423}"/>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1099998" name="Rectangle 1100880979">
            <a:extLst xmlns:a="http://schemas.openxmlformats.org/drawingml/2006/main">
              <a:ext uri="{FF2B5EF4-FFF2-40B4-BE49-F238E27FC236}">
                <a16:creationId xmlns:a16="http://schemas.microsoft.com/office/drawing/2014/main" id="{0CE1C4CB-A974-4FD1-99D9-73ECA10925EC}"/>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764234496" name="Rectangle 1811406449">
            <a:extLst xmlns:a="http://schemas.openxmlformats.org/drawingml/2006/main">
              <a:ext uri="{FF2B5EF4-FFF2-40B4-BE49-F238E27FC236}">
                <a16:creationId xmlns:a16="http://schemas.microsoft.com/office/drawing/2014/main" id="{7B6A853A-7E49-47F3-ACEA-6F3DC3E7F1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1716541426"/>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0013283" name="Rectangle 854926774">
            <a:extLst xmlns:a="http://schemas.openxmlformats.org/drawingml/2006/main">
              <a:ext uri="{FF2B5EF4-FFF2-40B4-BE49-F238E27FC236}">
                <a16:creationId xmlns:a16="http://schemas.microsoft.com/office/drawing/2014/main" id="{9B48DD10-2E44-47B9-8C41-81398F3DB58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9975323" name="Rectangle 1150295720">
            <a:extLst xmlns:a="http://schemas.openxmlformats.org/drawingml/2006/main">
              <a:ext uri="{FF2B5EF4-FFF2-40B4-BE49-F238E27FC236}">
                <a16:creationId xmlns:a16="http://schemas.microsoft.com/office/drawing/2014/main" id="{6C25778C-35F8-4B95-8225-0723AD87978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998071925" name="Rectangle: Rounded Corners 2106832513">
            <a:extLst xmlns:a="http://schemas.openxmlformats.org/drawingml/2006/main">
              <a:ext uri="{FF2B5EF4-FFF2-40B4-BE49-F238E27FC236}">
                <a16:creationId xmlns:a16="http://schemas.microsoft.com/office/drawing/2014/main" id="{36E240A1-D324-4D2F-8BB4-7B206817C317}"/>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870468952" name="Rectangle 537144149">
            <a:extLst xmlns:a="http://schemas.openxmlformats.org/drawingml/2006/main">
              <a:ext uri="{FF2B5EF4-FFF2-40B4-BE49-F238E27FC236}">
                <a16:creationId xmlns:a16="http://schemas.microsoft.com/office/drawing/2014/main" id="{7E49431A-8046-4223-8656-0B1AE52CDBC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835041142" name="Straight Connector 1844070667">
            <a:extLst xmlns:a="http://schemas.openxmlformats.org/drawingml/2006/main">
              <a:ext uri="{FF2B5EF4-FFF2-40B4-BE49-F238E27FC236}">
                <a16:creationId xmlns:a16="http://schemas.microsoft.com/office/drawing/2014/main" id="{8F37E55B-425C-4C0D-909E-A0BF647AB042}"/>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3432791" name="Rectangle: Rounded Corners 1156722812">
            <a:extLst xmlns:a="http://schemas.openxmlformats.org/drawingml/2006/main">
              <a:ext uri="{FF2B5EF4-FFF2-40B4-BE49-F238E27FC236}">
                <a16:creationId xmlns:a16="http://schemas.microsoft.com/office/drawing/2014/main" id="{EF9D2B55-DBF4-40D5-A35B-18963D42C025}"/>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179278812" name="Rectangle 555957418">
            <a:extLst xmlns:a="http://schemas.openxmlformats.org/drawingml/2006/main">
              <a:ext uri="{FF2B5EF4-FFF2-40B4-BE49-F238E27FC236}">
                <a16:creationId xmlns:a16="http://schemas.microsoft.com/office/drawing/2014/main" id="{281C126F-DCE5-4289-9440-B2E18BC2832B}"/>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409333208" name="Straight Connector 1221881980">
            <a:extLst xmlns:a="http://schemas.openxmlformats.org/drawingml/2006/main">
              <a:ext uri="{FF2B5EF4-FFF2-40B4-BE49-F238E27FC236}">
                <a16:creationId xmlns:a16="http://schemas.microsoft.com/office/drawing/2014/main" id="{B145763D-68B4-415A-936E-5E50587B19CF}"/>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9522745" name="Rectangle: Rounded Corners 942243679">
            <a:extLst xmlns:a="http://schemas.openxmlformats.org/drawingml/2006/main">
              <a:ext uri="{FF2B5EF4-FFF2-40B4-BE49-F238E27FC236}">
                <a16:creationId xmlns:a16="http://schemas.microsoft.com/office/drawing/2014/main" id="{D6720D37-177E-4669-A673-443A17DAACA4}"/>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488520661" name="Rectangle 1558388499">
            <a:extLst xmlns:a="http://schemas.openxmlformats.org/drawingml/2006/main">
              <a:ext uri="{FF2B5EF4-FFF2-40B4-BE49-F238E27FC236}">
                <a16:creationId xmlns:a16="http://schemas.microsoft.com/office/drawing/2014/main" id="{0BA906BA-51B2-4168-B5C4-5E58E711DF13}"/>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694095312" name="Rectangle: Rounded Corners 497016789">
            <a:extLst xmlns:a="http://schemas.openxmlformats.org/drawingml/2006/main">
              <a:ext uri="{FF2B5EF4-FFF2-40B4-BE49-F238E27FC236}">
                <a16:creationId xmlns:a16="http://schemas.microsoft.com/office/drawing/2014/main" id="{EF4C7195-1CC2-4C14-88D7-6860B109EDBC}"/>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15236" name="Straight Connector 944728692">
            <a:extLst xmlns:a="http://schemas.openxmlformats.org/drawingml/2006/main">
              <a:ext uri="{FF2B5EF4-FFF2-40B4-BE49-F238E27FC236}">
                <a16:creationId xmlns:a16="http://schemas.microsoft.com/office/drawing/2014/main" id="{89E7363F-3626-4505-BEA3-10B18DAD783D}"/>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1702304" name="Straight Connector 492924597">
            <a:extLst xmlns:a="http://schemas.openxmlformats.org/drawingml/2006/main">
              <a:ext uri="{FF2B5EF4-FFF2-40B4-BE49-F238E27FC236}">
                <a16:creationId xmlns:a16="http://schemas.microsoft.com/office/drawing/2014/main" id="{F019C4F5-29AB-493C-BFBE-3F2235C25466}"/>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874353" name="Rectangle 1897545627">
            <a:extLst xmlns:a="http://schemas.openxmlformats.org/drawingml/2006/main">
              <a:ext uri="{FF2B5EF4-FFF2-40B4-BE49-F238E27FC236}">
                <a16:creationId xmlns:a16="http://schemas.microsoft.com/office/drawing/2014/main" id="{D81978A3-E43D-4D61-84E1-460FC77BBE35}"/>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911801741" name="Rectangle 567799544">
            <a:extLst xmlns:a="http://schemas.openxmlformats.org/drawingml/2006/main">
              <a:ext uri="{FF2B5EF4-FFF2-40B4-BE49-F238E27FC236}">
                <a16:creationId xmlns:a16="http://schemas.microsoft.com/office/drawing/2014/main" id="{FAAA1D78-20C1-4B52-98F3-C2ADD8D874DA}"/>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2058488619" name="Rectangle 163568202">
            <a:extLst xmlns:a="http://schemas.openxmlformats.org/drawingml/2006/main">
              <a:ext uri="{FF2B5EF4-FFF2-40B4-BE49-F238E27FC236}">
                <a16:creationId xmlns:a16="http://schemas.microsoft.com/office/drawing/2014/main" id="{B63F0A35-854C-4020-A872-75557DD3B4F7}"/>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686115825" name="Rectangle 1723731144">
            <a:extLst xmlns:a="http://schemas.openxmlformats.org/drawingml/2006/main">
              <a:ext uri="{FF2B5EF4-FFF2-40B4-BE49-F238E27FC236}">
                <a16:creationId xmlns:a16="http://schemas.microsoft.com/office/drawing/2014/main" id="{58611072-BB1E-4375-B137-48EEB88BA7B9}"/>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1369225073" name="Rectangle 326786159">
            <a:extLst xmlns:a="http://schemas.openxmlformats.org/drawingml/2006/main">
              <a:ext uri="{FF2B5EF4-FFF2-40B4-BE49-F238E27FC236}">
                <a16:creationId xmlns:a16="http://schemas.microsoft.com/office/drawing/2014/main" id="{B789D65A-E117-4A76-87BC-6CD36C100ABA}"/>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488517688" name="Rectangle 1482802785">
            <a:extLst xmlns:a="http://schemas.openxmlformats.org/drawingml/2006/main">
              <a:ext uri="{FF2B5EF4-FFF2-40B4-BE49-F238E27FC236}">
                <a16:creationId xmlns:a16="http://schemas.microsoft.com/office/drawing/2014/main" id="{37D5A320-1BC7-49BB-A874-2BD7A5F24F29}"/>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53472707" name="Rectangle 947956942">
            <a:extLst xmlns:a="http://schemas.openxmlformats.org/drawingml/2006/main">
              <a:ext uri="{FF2B5EF4-FFF2-40B4-BE49-F238E27FC236}">
                <a16:creationId xmlns:a16="http://schemas.microsoft.com/office/drawing/2014/main" id="{D3FE225A-CA2A-4CD5-999F-A3E5CD8C9C34}"/>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839663050" name="Rectangle 2016319604">
            <a:extLst xmlns:a="http://schemas.openxmlformats.org/drawingml/2006/main">
              <a:ext uri="{FF2B5EF4-FFF2-40B4-BE49-F238E27FC236}">
                <a16:creationId xmlns:a16="http://schemas.microsoft.com/office/drawing/2014/main" id="{A36F39A2-379D-49C5-8CA2-3146DCE0A328}"/>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392244581" name="Rectangle 759240474">
            <a:extLst xmlns:a="http://schemas.openxmlformats.org/drawingml/2006/main">
              <a:ext uri="{FF2B5EF4-FFF2-40B4-BE49-F238E27FC236}">
                <a16:creationId xmlns:a16="http://schemas.microsoft.com/office/drawing/2014/main" id="{4D4C7F05-A54F-4929-A585-9483D6035471}"/>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835343255" name="Rectangle 1102304899">
            <a:extLst xmlns:a="http://schemas.openxmlformats.org/drawingml/2006/main">
              <a:ext uri="{FF2B5EF4-FFF2-40B4-BE49-F238E27FC236}">
                <a16:creationId xmlns:a16="http://schemas.microsoft.com/office/drawing/2014/main" id="{C7EED492-1D1E-4920-B641-D311D2505DA6}"/>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219879062" name="Rectangle 1141042966">
            <a:extLst xmlns:a="http://schemas.openxmlformats.org/drawingml/2006/main">
              <a:ext uri="{FF2B5EF4-FFF2-40B4-BE49-F238E27FC236}">
                <a16:creationId xmlns:a16="http://schemas.microsoft.com/office/drawing/2014/main" id="{6FCFDD77-F660-40B0-BA71-F235DD3F828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1910233853" name="solidguide_normal">
            <a:extLst xmlns:a="http://schemas.openxmlformats.org/drawingml/2006/main">
              <a:ext uri="{FF2B5EF4-FFF2-40B4-BE49-F238E27FC236}">
                <a16:creationId xmlns:a16="http://schemas.microsoft.com/office/drawing/2014/main" id="{BD6241B5-C78D-46B9-B1AA-4BC3132C25A8}"/>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2177080" name="solidguide_normal">
            <a:extLst xmlns:a="http://schemas.openxmlformats.org/drawingml/2006/main">
              <a:ext uri="{FF2B5EF4-FFF2-40B4-BE49-F238E27FC236}">
                <a16:creationId xmlns:a16="http://schemas.microsoft.com/office/drawing/2014/main" id="{01E03802-CC78-40DA-9783-3A977E257AA3}"/>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58488647"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2680ba5aa5644a06">
            <a:extLst>
              <a:ext uri="{96DAC541-7B7A-43D3-8B79-37D633B846F1}">
                <asvg:svgBlip xmlns:asvg="http://schemas.microsoft.com/office/drawing/2016/SVG/main" r:embed="R6755178eebcb4de0"/>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56135340"/>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06180690" name="Rectangle 1470283906">
            <a:extLst xmlns:a="http://schemas.openxmlformats.org/drawingml/2006/main">
              <a:ext uri="{FF2B5EF4-FFF2-40B4-BE49-F238E27FC236}">
                <a16:creationId xmlns:a16="http://schemas.microsoft.com/office/drawing/2014/main" id="{F69065DD-E3C8-49A1-AAE0-23FC91E27D3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052920471" name="Rectangle 843139879">
            <a:extLst xmlns:a="http://schemas.openxmlformats.org/drawingml/2006/main">
              <a:ext uri="{FF2B5EF4-FFF2-40B4-BE49-F238E27FC236}">
                <a16:creationId xmlns:a16="http://schemas.microsoft.com/office/drawing/2014/main" id="{C0E23338-D998-459F-BECE-F4E16BF496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chemeClr val="tx1">
                    <a:lumMod val="65000"/>
                    <a:lumOff val="35000"/>
                  </a:schemeClr>
                </a:solidFill>
              </a:rPr>
              <a:t>Partial derivatives: one variable at a time</a:t>
            </a:r>
          </a:p>
        </p:txBody>
      </p:sp>
      <p:sp>
        <p:nvSpPr>
          <p:cNvPr id="109363314" name="Rectangle: Rounded Corners 441777437">
            <a:extLst xmlns:a="http://schemas.openxmlformats.org/drawingml/2006/main">
              <a:ext uri="{FF2B5EF4-FFF2-40B4-BE49-F238E27FC236}">
                <a16:creationId xmlns:a16="http://schemas.microsoft.com/office/drawing/2014/main" id="{55BEA122-8A17-42BB-A518-682E9D4F209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9931919"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93c33da265ae4f32"/>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2109931914" name="Oval 1369448292">
            <a:extLst xmlns:a="http://schemas.openxmlformats.org/drawingml/2006/main">
              <a:ext uri="{FF2B5EF4-FFF2-40B4-BE49-F238E27FC236}">
                <a16:creationId xmlns:a16="http://schemas.microsoft.com/office/drawing/2014/main" id="{BD24540A-89F8-4DA7-A063-2D10139DEBD3}"/>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537124123" name="Rectangle 119453285">
            <a:extLst xmlns:a="http://schemas.openxmlformats.org/drawingml/2006/main">
              <a:ext uri="{FF2B5EF4-FFF2-40B4-BE49-F238E27FC236}">
                <a16:creationId xmlns:a16="http://schemas.microsoft.com/office/drawing/2014/main" id="{B6ABF3C8-9C20-4693-BD23-46E85A5AC332}"/>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821489838" name="Oval 1329949566">
            <a:extLst xmlns:a="http://schemas.openxmlformats.org/drawingml/2006/main">
              <a:ext uri="{FF2B5EF4-FFF2-40B4-BE49-F238E27FC236}">
                <a16:creationId xmlns:a16="http://schemas.microsoft.com/office/drawing/2014/main" id="{F170736C-D9A0-4E69-8C8F-02D11DB93F5C}"/>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66186450" name="Rectangle 1856458307">
            <a:extLst xmlns:a="http://schemas.openxmlformats.org/drawingml/2006/main">
              <a:ext uri="{FF2B5EF4-FFF2-40B4-BE49-F238E27FC236}">
                <a16:creationId xmlns:a16="http://schemas.microsoft.com/office/drawing/2014/main" id="{7B69175A-E90B-4683-BA17-C03E23CE3E49}"/>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662387992" name="Oval 167515331">
            <a:extLst xmlns:a="http://schemas.openxmlformats.org/drawingml/2006/main">
              <a:ext uri="{FF2B5EF4-FFF2-40B4-BE49-F238E27FC236}">
                <a16:creationId xmlns:a16="http://schemas.microsoft.com/office/drawing/2014/main" id="{246ED9CD-F20B-4008-ADCD-37DCE47CB881}"/>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1210033599" name="Rectangle 324280658">
            <a:extLst xmlns:a="http://schemas.openxmlformats.org/drawingml/2006/main">
              <a:ext uri="{FF2B5EF4-FFF2-40B4-BE49-F238E27FC236}">
                <a16:creationId xmlns:a16="http://schemas.microsoft.com/office/drawing/2014/main" id="{4D23AA0B-2B41-4B36-9900-5A1E55054E42}"/>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444813153" name="Rectangle 220100613">
            <a:extLst xmlns:a="http://schemas.openxmlformats.org/drawingml/2006/main">
              <a:ext uri="{FF2B5EF4-FFF2-40B4-BE49-F238E27FC236}">
                <a16:creationId xmlns:a16="http://schemas.microsoft.com/office/drawing/2014/main" id="{5B3068C8-E5B5-4504-BCBD-9CC6345101E4}"/>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900218922" name="Rectangle 1638243303">
            <a:extLst xmlns:a="http://schemas.openxmlformats.org/drawingml/2006/main">
              <a:ext uri="{FF2B5EF4-FFF2-40B4-BE49-F238E27FC236}">
                <a16:creationId xmlns:a16="http://schemas.microsoft.com/office/drawing/2014/main" id="{920A14FA-4308-4C2F-96DD-3E509B14083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spTree>
    <p:extLst>
      <p:ext uri="{BB962C8B-B14F-4D97-AF65-F5344CB8AC3E}">
        <p14:creationId xmlns:p14="http://schemas.microsoft.com/office/powerpoint/2010/main" val="1672065056"/>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76610940" name="Rectangle 914741475">
            <a:extLst xmlns:a="http://schemas.openxmlformats.org/drawingml/2006/main">
              <a:ext uri="{FF2B5EF4-FFF2-40B4-BE49-F238E27FC236}">
                <a16:creationId xmlns:a16="http://schemas.microsoft.com/office/drawing/2014/main" id="{505548E9-6A0A-4AC2-A307-FE59017B3D6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1994682401" name="Rectangle 763526406">
            <a:extLst xmlns:a="http://schemas.openxmlformats.org/drawingml/2006/main">
              <a:ext uri="{FF2B5EF4-FFF2-40B4-BE49-F238E27FC236}">
                <a16:creationId xmlns:a16="http://schemas.microsoft.com/office/drawing/2014/main" id="{3BDE57E9-2A34-4F11-B68E-2445A18144C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678422164" name="Rectangle: Rounded Corners 611293625">
            <a:extLst xmlns:a="http://schemas.openxmlformats.org/drawingml/2006/main">
              <a:ext uri="{FF2B5EF4-FFF2-40B4-BE49-F238E27FC236}">
                <a16:creationId xmlns:a16="http://schemas.microsoft.com/office/drawing/2014/main" id="{21C5F7BF-7E76-457D-87C0-FD35005D6325}"/>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4632821"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f0b457de0a4c4977"/>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638601009" name="Straight Connector 1032169778">
            <a:extLst xmlns:a="http://schemas.openxmlformats.org/drawingml/2006/main">
              <a:ext uri="{FF2B5EF4-FFF2-40B4-BE49-F238E27FC236}">
                <a16:creationId xmlns:a16="http://schemas.microsoft.com/office/drawing/2014/main" id="{B70C3EA7-2227-4583-AB74-5751C7AA0FFB}"/>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4632815" name="Straight Connector 1768100698">
            <a:extLst xmlns:a="http://schemas.openxmlformats.org/drawingml/2006/main">
              <a:ext uri="{FF2B5EF4-FFF2-40B4-BE49-F238E27FC236}">
                <a16:creationId xmlns:a16="http://schemas.microsoft.com/office/drawing/2014/main" id="{0EE976F4-FF27-4C69-B1E3-B670AC3DFE4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6408228" name="Rectangle 1922458400">
            <a:extLst xmlns:a="http://schemas.openxmlformats.org/drawingml/2006/main">
              <a:ext uri="{FF2B5EF4-FFF2-40B4-BE49-F238E27FC236}">
                <a16:creationId xmlns:a16="http://schemas.microsoft.com/office/drawing/2014/main" id="{CA3CDB43-FF7B-4C41-B343-D514A79DEF2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665797282" name="Rectangle 1402654062">
            <a:extLst xmlns:a="http://schemas.openxmlformats.org/drawingml/2006/main">
              <a:ext uri="{FF2B5EF4-FFF2-40B4-BE49-F238E27FC236}">
                <a16:creationId xmlns:a16="http://schemas.microsoft.com/office/drawing/2014/main" id="{DE8859EE-21A0-4A43-8E69-1F632CA20B26}"/>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625905127" name="Oval 1006697960">
            <a:extLst xmlns:a="http://schemas.openxmlformats.org/drawingml/2006/main">
              <a:ext uri="{FF2B5EF4-FFF2-40B4-BE49-F238E27FC236}">
                <a16:creationId xmlns:a16="http://schemas.microsoft.com/office/drawing/2014/main" id="{3ED3AD2E-E13C-4C02-AC0F-EAF4DC9ECD4C}"/>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547829" name="Straight Connector 772079832">
            <a:extLst xmlns:a="http://schemas.openxmlformats.org/drawingml/2006/main">
              <a:ext uri="{FF2B5EF4-FFF2-40B4-BE49-F238E27FC236}">
                <a16:creationId xmlns:a16="http://schemas.microsoft.com/office/drawing/2014/main" id="{00561911-500B-4127-94EB-0C9D72CCCD0A}"/>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185906" name="Oval 1493081963">
            <a:extLst xmlns:a="http://schemas.openxmlformats.org/drawingml/2006/main">
              <a:ext uri="{FF2B5EF4-FFF2-40B4-BE49-F238E27FC236}">
                <a16:creationId xmlns:a16="http://schemas.microsoft.com/office/drawing/2014/main" id="{00F3F3CC-0543-40FA-927A-9F0931C93BBB}"/>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4735692" name="Oval 1125848367">
            <a:extLst xmlns:a="http://schemas.openxmlformats.org/drawingml/2006/main">
              <a:ext uri="{FF2B5EF4-FFF2-40B4-BE49-F238E27FC236}">
                <a16:creationId xmlns:a16="http://schemas.microsoft.com/office/drawing/2014/main" id="{D15BCD81-3114-4099-A7EA-CFFC9331926B}"/>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0732670" name="Rectangle 1431459787">
            <a:extLst xmlns:a="http://schemas.openxmlformats.org/drawingml/2006/main">
              <a:ext uri="{FF2B5EF4-FFF2-40B4-BE49-F238E27FC236}">
                <a16:creationId xmlns:a16="http://schemas.microsoft.com/office/drawing/2014/main" id="{157EA29A-FA39-4402-AA64-4226C37EE504}"/>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647666897" name="Rectangle 551453139">
            <a:extLst xmlns:a="http://schemas.openxmlformats.org/drawingml/2006/main">
              <a:ext uri="{FF2B5EF4-FFF2-40B4-BE49-F238E27FC236}">
                <a16:creationId xmlns:a16="http://schemas.microsoft.com/office/drawing/2014/main" id="{99C18091-5F6E-44C5-9D2D-74FF113B1B55}"/>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060031918" name="Rectangle 1387627842">
            <a:extLst xmlns:a="http://schemas.openxmlformats.org/drawingml/2006/main">
              <a:ext uri="{FF2B5EF4-FFF2-40B4-BE49-F238E27FC236}">
                <a16:creationId xmlns:a16="http://schemas.microsoft.com/office/drawing/2014/main" id="{30CB03CB-F487-4D1B-B7B9-BBAF8C7DDF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2089055205" name="Straight Connector 1489075409">
            <a:extLst xmlns:a="http://schemas.openxmlformats.org/drawingml/2006/main">
              <a:ext uri="{FF2B5EF4-FFF2-40B4-BE49-F238E27FC236}">
                <a16:creationId xmlns:a16="http://schemas.microsoft.com/office/drawing/2014/main" id="{B62AABA1-25AC-41AB-BDD6-02590176B1D7}"/>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8377907" name="Straight Connector 768615074">
            <a:extLst xmlns:a="http://schemas.openxmlformats.org/drawingml/2006/main">
              <a:ext uri="{FF2B5EF4-FFF2-40B4-BE49-F238E27FC236}">
                <a16:creationId xmlns:a16="http://schemas.microsoft.com/office/drawing/2014/main" id="{D195FC30-275D-43C1-A85D-4B6160B679F9}"/>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4632835"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a5fd47a8a7144320">
            <a:extLst>
              <a:ext uri="{96DAC541-7B7A-43D3-8B79-37D633B846F1}">
                <asvg:svgBlip xmlns:asvg="http://schemas.microsoft.com/office/drawing/2016/SVG/main" r:embed="Rac255b46d488449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54362195"/>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489788" name="Rectangle 151304597">
            <a:extLst xmlns:a="http://schemas.openxmlformats.org/drawingml/2006/main">
              <a:ext uri="{FF2B5EF4-FFF2-40B4-BE49-F238E27FC236}">
                <a16:creationId xmlns:a16="http://schemas.microsoft.com/office/drawing/2014/main" id="{A3B763AE-B99F-4D06-864B-79FDF645F7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581922608" name="Rectangle 177396171">
            <a:extLst xmlns:a="http://schemas.openxmlformats.org/drawingml/2006/main">
              <a:ext uri="{FF2B5EF4-FFF2-40B4-BE49-F238E27FC236}">
                <a16:creationId xmlns:a16="http://schemas.microsoft.com/office/drawing/2014/main" id="{47911FD0-B154-4D3D-B4E0-FEB2851705E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55245934" name="Rectangle: Rounded Corners 960318418">
            <a:extLst xmlns:a="http://schemas.openxmlformats.org/drawingml/2006/main">
              <a:ext uri="{FF2B5EF4-FFF2-40B4-BE49-F238E27FC236}">
                <a16:creationId xmlns:a16="http://schemas.microsoft.com/office/drawing/2014/main" id="{E50F8FD3-A51D-4A05-85F4-7324E6341F6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7434485" name="Straight Connector 53979157">
            <a:extLst xmlns:a="http://schemas.openxmlformats.org/drawingml/2006/main">
              <a:ext uri="{FF2B5EF4-FFF2-40B4-BE49-F238E27FC236}">
                <a16:creationId xmlns:a16="http://schemas.microsoft.com/office/drawing/2014/main" id="{ED912853-35F8-4DE5-A91B-D471308070F7}"/>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129372" name="Straight Connector 627639122">
            <a:extLst xmlns:a="http://schemas.openxmlformats.org/drawingml/2006/main">
              <a:ext uri="{FF2B5EF4-FFF2-40B4-BE49-F238E27FC236}">
                <a16:creationId xmlns:a16="http://schemas.microsoft.com/office/drawing/2014/main" id="{E7A92C88-3AEA-4CD4-B89A-16B761DB3601}"/>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4634373" name="Rectangle 466830898">
            <a:extLst xmlns:a="http://schemas.openxmlformats.org/drawingml/2006/main">
              <a:ext uri="{FF2B5EF4-FFF2-40B4-BE49-F238E27FC236}">
                <a16:creationId xmlns:a16="http://schemas.microsoft.com/office/drawing/2014/main" id="{661AEF56-7FC0-40ED-889D-9213E666156C}"/>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811879108" name="Rectangle 1905295987">
            <a:extLst xmlns:a="http://schemas.openxmlformats.org/drawingml/2006/main">
              <a:ext uri="{FF2B5EF4-FFF2-40B4-BE49-F238E27FC236}">
                <a16:creationId xmlns:a16="http://schemas.microsoft.com/office/drawing/2014/main" id="{086BD833-7216-400A-A3E1-E12B8075B217}"/>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827549068" name="Oval 917868853">
            <a:extLst xmlns:a="http://schemas.openxmlformats.org/drawingml/2006/main">
              <a:ext uri="{FF2B5EF4-FFF2-40B4-BE49-F238E27FC236}">
                <a16:creationId xmlns:a16="http://schemas.microsoft.com/office/drawing/2014/main" id="{296C3543-CE5D-4F0C-BEC3-A7D256FD929F}"/>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282639" name="Oval 1147861544">
            <a:extLst xmlns:a="http://schemas.openxmlformats.org/drawingml/2006/main">
              <a:ext uri="{FF2B5EF4-FFF2-40B4-BE49-F238E27FC236}">
                <a16:creationId xmlns:a16="http://schemas.microsoft.com/office/drawing/2014/main" id="{6CADE486-D7DB-4F4D-9728-FAC74275F8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2868694" name="Oval 453648762">
            <a:extLst xmlns:a="http://schemas.openxmlformats.org/drawingml/2006/main">
              <a:ext uri="{FF2B5EF4-FFF2-40B4-BE49-F238E27FC236}">
                <a16:creationId xmlns:a16="http://schemas.microsoft.com/office/drawing/2014/main" id="{EAF9FCE1-6990-4709-B6EF-DA8A86E331C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8781869" name="Oval 1758550888">
            <a:extLst xmlns:a="http://schemas.openxmlformats.org/drawingml/2006/main">
              <a:ext uri="{FF2B5EF4-FFF2-40B4-BE49-F238E27FC236}">
                <a16:creationId xmlns:a16="http://schemas.microsoft.com/office/drawing/2014/main" id="{75F551A7-90B0-4CAC-BD8B-0DCB302E707C}"/>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6082875" name="Rectangle: Rounded Corners 1781569673">
            <a:extLst xmlns:a="http://schemas.openxmlformats.org/drawingml/2006/main">
              <a:ext uri="{FF2B5EF4-FFF2-40B4-BE49-F238E27FC236}">
                <a16:creationId xmlns:a16="http://schemas.microsoft.com/office/drawing/2014/main" id="{C8B07A38-EB4A-4E06-8E28-7729E725E3D2}"/>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664795037" name="Rectangle: Rounded Corners 140372676">
            <a:extLst xmlns:a="http://schemas.openxmlformats.org/drawingml/2006/main">
              <a:ext uri="{FF2B5EF4-FFF2-40B4-BE49-F238E27FC236}">
                <a16:creationId xmlns:a16="http://schemas.microsoft.com/office/drawing/2014/main" id="{C4AF5831-1151-4BE4-A7CB-0CED07C35DB1}"/>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717293177" name="Rectangle: Rounded Corners 457547252">
            <a:extLst xmlns:a="http://schemas.openxmlformats.org/drawingml/2006/main">
              <a:ext uri="{FF2B5EF4-FFF2-40B4-BE49-F238E27FC236}">
                <a16:creationId xmlns:a16="http://schemas.microsoft.com/office/drawing/2014/main" id="{8E9C465B-AD67-4CFC-BD19-DC6CA1DBC399}"/>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498523023" name="Rectangle 126664147">
            <a:extLst xmlns:a="http://schemas.openxmlformats.org/drawingml/2006/main">
              <a:ext uri="{FF2B5EF4-FFF2-40B4-BE49-F238E27FC236}">
                <a16:creationId xmlns:a16="http://schemas.microsoft.com/office/drawing/2014/main" id="{DD457AB6-4CED-47BE-BDB4-AA861D0A5992}"/>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1914619801" name="Rectangle 638283189">
            <a:extLst xmlns:a="http://schemas.openxmlformats.org/drawingml/2006/main">
              <a:ext uri="{FF2B5EF4-FFF2-40B4-BE49-F238E27FC236}">
                <a16:creationId xmlns:a16="http://schemas.microsoft.com/office/drawing/2014/main" id="{910384FC-268F-4F2A-BC91-0CCBB7DE6AD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1914619819"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a5722601fb724a8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6211064"/>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3461114" name="Rectangle 1072400785">
            <a:extLst xmlns:a="http://schemas.openxmlformats.org/drawingml/2006/main">
              <a:ext uri="{FF2B5EF4-FFF2-40B4-BE49-F238E27FC236}">
                <a16:creationId xmlns:a16="http://schemas.microsoft.com/office/drawing/2014/main" id="{23B10303-07F3-4716-B724-BA65E2CDFD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088840537" name="Rectangle 1682929385">
            <a:extLst xmlns:a="http://schemas.openxmlformats.org/drawingml/2006/main">
              <a:ext uri="{FF2B5EF4-FFF2-40B4-BE49-F238E27FC236}">
                <a16:creationId xmlns:a16="http://schemas.microsoft.com/office/drawing/2014/main" id="{C78E12C4-AF87-4B75-8420-4A27621B666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2103253834" name="Rectangle: Rounded Corners 1080314407">
            <a:extLst xmlns:a="http://schemas.openxmlformats.org/drawingml/2006/main">
              <a:ext uri="{FF2B5EF4-FFF2-40B4-BE49-F238E27FC236}">
                <a16:creationId xmlns:a16="http://schemas.microsoft.com/office/drawing/2014/main" id="{4F39A3AB-9F4D-4BFE-9169-089FBB25176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3253839"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0a718e2fdf3f4ab2"/>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2080997356" name="Straight Connector 707499443">
            <a:extLst xmlns:a="http://schemas.openxmlformats.org/drawingml/2006/main">
              <a:ext uri="{FF2B5EF4-FFF2-40B4-BE49-F238E27FC236}">
                <a16:creationId xmlns:a16="http://schemas.microsoft.com/office/drawing/2014/main" id="{89F4E6C3-4D17-4482-9245-79827127CD48}"/>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4091553" name="Straight Connector 1076861610">
            <a:extLst xmlns:a="http://schemas.openxmlformats.org/drawingml/2006/main">
              <a:ext uri="{FF2B5EF4-FFF2-40B4-BE49-F238E27FC236}">
                <a16:creationId xmlns:a16="http://schemas.microsoft.com/office/drawing/2014/main" id="{84E885FF-9240-4E1D-B766-18782C54A1F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7984994" name="Rectangle 1618224149">
            <a:extLst xmlns:a="http://schemas.openxmlformats.org/drawingml/2006/main">
              <a:ext uri="{FF2B5EF4-FFF2-40B4-BE49-F238E27FC236}">
                <a16:creationId xmlns:a16="http://schemas.microsoft.com/office/drawing/2014/main" id="{1978D6A6-AFF5-4AC9-9B93-F8748EA0D3A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89432259" name="Rectangle 1957330890">
            <a:extLst xmlns:a="http://schemas.openxmlformats.org/drawingml/2006/main">
              <a:ext uri="{FF2B5EF4-FFF2-40B4-BE49-F238E27FC236}">
                <a16:creationId xmlns:a16="http://schemas.microsoft.com/office/drawing/2014/main" id="{D5D0BEFE-6630-4A0B-97F5-62B5FDC5178E}"/>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652788761" name="Oval 1428842632">
            <a:extLst xmlns:a="http://schemas.openxmlformats.org/drawingml/2006/main">
              <a:ext uri="{FF2B5EF4-FFF2-40B4-BE49-F238E27FC236}">
                <a16:creationId xmlns:a16="http://schemas.microsoft.com/office/drawing/2014/main" id="{08A27B1D-940B-4132-A34B-0BA22983678E}"/>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9318351" name="Oval 94324771">
            <a:extLst xmlns:a="http://schemas.openxmlformats.org/drawingml/2006/main">
              <a:ext uri="{FF2B5EF4-FFF2-40B4-BE49-F238E27FC236}">
                <a16:creationId xmlns:a16="http://schemas.microsoft.com/office/drawing/2014/main" id="{1D95E831-7CBB-4192-98B0-56E7BD22F19F}"/>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4610584" name="Oval 1474916117">
            <a:extLst xmlns:a="http://schemas.openxmlformats.org/drawingml/2006/main">
              <a:ext uri="{FF2B5EF4-FFF2-40B4-BE49-F238E27FC236}">
                <a16:creationId xmlns:a16="http://schemas.microsoft.com/office/drawing/2014/main" id="{186692F3-CCB8-4120-812C-E3D146BD1D05}"/>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8572140" name="Rectangle 1335518815">
            <a:extLst xmlns:a="http://schemas.openxmlformats.org/drawingml/2006/main">
              <a:ext uri="{FF2B5EF4-FFF2-40B4-BE49-F238E27FC236}">
                <a16:creationId xmlns:a16="http://schemas.microsoft.com/office/drawing/2014/main" id="{BB7C70E5-F341-4BBF-BF24-0EE62419EEC9}"/>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53772915" name="Rectangle 971869567">
            <a:extLst xmlns:a="http://schemas.openxmlformats.org/drawingml/2006/main">
              <a:ext uri="{FF2B5EF4-FFF2-40B4-BE49-F238E27FC236}">
                <a16:creationId xmlns:a16="http://schemas.microsoft.com/office/drawing/2014/main" id="{605ED334-1BF9-4508-B9AA-0DC833FE050B}"/>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36523244" name="Rectangle: Rounded Corners 76329123">
            <a:extLst xmlns:a="http://schemas.openxmlformats.org/drawingml/2006/main">
              <a:ext uri="{FF2B5EF4-FFF2-40B4-BE49-F238E27FC236}">
                <a16:creationId xmlns:a16="http://schemas.microsoft.com/office/drawing/2014/main" id="{F55795D0-488E-4056-A805-CE77C7CE52BB}"/>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80541723" name="Rectangle 237806933">
            <a:extLst xmlns:a="http://schemas.openxmlformats.org/drawingml/2006/main">
              <a:ext uri="{FF2B5EF4-FFF2-40B4-BE49-F238E27FC236}">
                <a16:creationId xmlns:a16="http://schemas.microsoft.com/office/drawing/2014/main" id="{03B4B772-10A2-4913-8719-1FBB1573041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sp>
        <p:nvSpPr>
          <p:cNvPr id="590850441" name="solid-loss-curve">
            <a:extLst xmlns:a="http://schemas.openxmlformats.org/drawingml/2006/main">
              <a:ext uri="{FF2B5EF4-FFF2-40B4-BE49-F238E27FC236}">
                <a16:creationId xmlns:a16="http://schemas.microsoft.com/office/drawing/2014/main" id="{76B5813E-AC05-46E5-9818-DAD8C30CCDFD}"/>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451106698"/>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6829235" name="Rectangle 935271156">
            <a:extLst xmlns:a="http://schemas.openxmlformats.org/drawingml/2006/main">
              <a:ext uri="{FF2B5EF4-FFF2-40B4-BE49-F238E27FC236}">
                <a16:creationId xmlns:a16="http://schemas.microsoft.com/office/drawing/2014/main" id="{2F8E8854-607D-48D7-A1EC-34ACE1E99C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577602525" name="Rectangle 251777344">
            <a:extLst xmlns:a="http://schemas.openxmlformats.org/drawingml/2006/main">
              <a:ext uri="{FF2B5EF4-FFF2-40B4-BE49-F238E27FC236}">
                <a16:creationId xmlns:a16="http://schemas.microsoft.com/office/drawing/2014/main" id="{BD772CF2-FBED-409E-A086-29FB32529E1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095402177" name="Rectangle: Rounded Corners 1456392341">
            <a:extLst xmlns:a="http://schemas.openxmlformats.org/drawingml/2006/main">
              <a:ext uri="{FF2B5EF4-FFF2-40B4-BE49-F238E27FC236}">
                <a16:creationId xmlns:a16="http://schemas.microsoft.com/office/drawing/2014/main" id="{26FA3A94-F15A-484C-9BE5-101E973D7DF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369612" name="Rectangle 615225220">
            <a:extLst xmlns:a="http://schemas.openxmlformats.org/drawingml/2006/main">
              <a:ext uri="{FF2B5EF4-FFF2-40B4-BE49-F238E27FC236}">
                <a16:creationId xmlns:a16="http://schemas.microsoft.com/office/drawing/2014/main" id="{A54097C6-E998-4F37-99B6-2968F1D4F704}"/>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080036406" name="Rectangle: Rounded Corners 1987074982">
            <a:extLst xmlns:a="http://schemas.openxmlformats.org/drawingml/2006/main">
              <a:ext uri="{FF2B5EF4-FFF2-40B4-BE49-F238E27FC236}">
                <a16:creationId xmlns:a16="http://schemas.microsoft.com/office/drawing/2014/main" id="{5C4C1697-B772-4A95-9A47-664BE701975F}"/>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7088049" name="Rectangle 1286956634">
            <a:extLst xmlns:a="http://schemas.openxmlformats.org/drawingml/2006/main">
              <a:ext uri="{FF2B5EF4-FFF2-40B4-BE49-F238E27FC236}">
                <a16:creationId xmlns:a16="http://schemas.microsoft.com/office/drawing/2014/main" id="{E5AC9FC3-F6B9-4771-B430-1545822E159C}"/>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268563519" name="Rectangle 399762638">
            <a:extLst xmlns:a="http://schemas.openxmlformats.org/drawingml/2006/main">
              <a:ext uri="{FF2B5EF4-FFF2-40B4-BE49-F238E27FC236}">
                <a16:creationId xmlns:a16="http://schemas.microsoft.com/office/drawing/2014/main" id="{0F24F088-6155-404A-8E1A-79FFDC1C5E15}"/>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484509805" name="Straight Connector 1664744869">
            <a:extLst xmlns:a="http://schemas.openxmlformats.org/drawingml/2006/main">
              <a:ext uri="{FF2B5EF4-FFF2-40B4-BE49-F238E27FC236}">
                <a16:creationId xmlns:a16="http://schemas.microsoft.com/office/drawing/2014/main" id="{5F165EEA-1CE7-4AC2-8F0D-FFC47A3C1F5B}"/>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7462019" name="Straight Connector 598323690">
            <a:extLst xmlns:a="http://schemas.openxmlformats.org/drawingml/2006/main">
              <a:ext uri="{FF2B5EF4-FFF2-40B4-BE49-F238E27FC236}">
                <a16:creationId xmlns:a16="http://schemas.microsoft.com/office/drawing/2014/main" id="{8C7AF347-4A2B-45A5-8456-C1FB2448F8D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1900991" name="Rectangle 1233632033">
            <a:extLst xmlns:a="http://schemas.openxmlformats.org/drawingml/2006/main">
              <a:ext uri="{FF2B5EF4-FFF2-40B4-BE49-F238E27FC236}">
                <a16:creationId xmlns:a16="http://schemas.microsoft.com/office/drawing/2014/main" id="{E132C451-E7A0-4BFC-A454-154EC6ADFD1D}"/>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043850030" name="Rectangle 987778106">
            <a:extLst xmlns:a="http://schemas.openxmlformats.org/drawingml/2006/main">
              <a:ext uri="{FF2B5EF4-FFF2-40B4-BE49-F238E27FC236}">
                <a16:creationId xmlns:a16="http://schemas.microsoft.com/office/drawing/2014/main" id="{96233D93-948C-40E7-B29C-A334379CD11C}"/>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701623951" name="Rectangle 1454394643">
            <a:extLst xmlns:a="http://schemas.openxmlformats.org/drawingml/2006/main">
              <a:ext uri="{FF2B5EF4-FFF2-40B4-BE49-F238E27FC236}">
                <a16:creationId xmlns:a16="http://schemas.microsoft.com/office/drawing/2014/main" id="{6A013E8D-80A3-40EB-8E05-70A7FC195419}"/>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598124439" name="Oval 1043049251">
            <a:extLst xmlns:a="http://schemas.openxmlformats.org/drawingml/2006/main">
              <a:ext uri="{FF2B5EF4-FFF2-40B4-BE49-F238E27FC236}">
                <a16:creationId xmlns:a16="http://schemas.microsoft.com/office/drawing/2014/main" id="{57122D42-B777-45DA-AA97-EB96E1581E7C}"/>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0467581" name="Oval 103022139">
            <a:extLst xmlns:a="http://schemas.openxmlformats.org/drawingml/2006/main">
              <a:ext uri="{FF2B5EF4-FFF2-40B4-BE49-F238E27FC236}">
                <a16:creationId xmlns:a16="http://schemas.microsoft.com/office/drawing/2014/main" id="{180B2F03-F3E0-48E1-A484-29355546F47D}"/>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5711932" name="Rectangle 1601714725">
            <a:extLst xmlns:a="http://schemas.openxmlformats.org/drawingml/2006/main">
              <a:ext uri="{FF2B5EF4-FFF2-40B4-BE49-F238E27FC236}">
                <a16:creationId xmlns:a16="http://schemas.microsoft.com/office/drawing/2014/main" id="{8FE7F383-03F2-4C5F-B72F-6D0C3CAE8DDF}"/>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60905858" name="Rectangle 1242132362">
            <a:extLst xmlns:a="http://schemas.openxmlformats.org/drawingml/2006/main">
              <a:ext uri="{FF2B5EF4-FFF2-40B4-BE49-F238E27FC236}">
                <a16:creationId xmlns:a16="http://schemas.microsoft.com/office/drawing/2014/main" id="{9B1D3E0E-1888-42F0-B4BC-DEA960A4E13F}"/>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28462661" name="Rectangle 2132047703">
            <a:extLst xmlns:a="http://schemas.openxmlformats.org/drawingml/2006/main">
              <a:ext uri="{FF2B5EF4-FFF2-40B4-BE49-F238E27FC236}">
                <a16:creationId xmlns:a16="http://schemas.microsoft.com/office/drawing/2014/main" id="{1BC8101A-ACB7-4513-9B85-CDED013DF1B1}"/>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247510304" name="Rectangle 1495975732">
            <a:extLst xmlns:a="http://schemas.openxmlformats.org/drawingml/2006/main">
              <a:ext uri="{FF2B5EF4-FFF2-40B4-BE49-F238E27FC236}">
                <a16:creationId xmlns:a16="http://schemas.microsoft.com/office/drawing/2014/main" id="{E9AFB590-CE9F-48DB-B1CA-A3441B9D4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17</a:t>
            </a:r>
          </a:p>
        </p:txBody>
      </p:sp>
      <p:pic>
        <p:nvPicPr>
          <p:cNvPr id="1751901012"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f1ddd91dcea64a73"/>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1751901013"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a51f93b841764556">
            <a:extLst>
              <a:ext uri="{96DAC541-7B7A-43D3-8B79-37D633B846F1}">
                <asvg:svgBlip xmlns:asvg="http://schemas.microsoft.com/office/drawing/2016/SVG/main" r:embed="R775fae8a75e8492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21819466"/>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39256773" name="Rectangle 549712311">
            <a:extLst xmlns:a="http://schemas.openxmlformats.org/drawingml/2006/main">
              <a:ext uri="{FF2B5EF4-FFF2-40B4-BE49-F238E27FC236}">
                <a16:creationId xmlns:a16="http://schemas.microsoft.com/office/drawing/2014/main" id="{4BEF141F-0D16-49A6-905E-45966B70A4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61564402" name="Rectangle 504424573">
            <a:extLst xmlns:a="http://schemas.openxmlformats.org/drawingml/2006/main">
              <a:ext uri="{FF2B5EF4-FFF2-40B4-BE49-F238E27FC236}">
                <a16:creationId xmlns:a16="http://schemas.microsoft.com/office/drawing/2014/main" id="{E6F270DC-F7FC-4FE2-B179-AC1C17FAE20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1019271123" name="Rectangle: Rounded Corners 8473207">
            <a:extLst xmlns:a="http://schemas.openxmlformats.org/drawingml/2006/main">
              <a:ext uri="{FF2B5EF4-FFF2-40B4-BE49-F238E27FC236}">
                <a16:creationId xmlns:a16="http://schemas.microsoft.com/office/drawing/2014/main" id="{55AE85EF-00D4-44A3-80F7-AC7BD8B392F7}"/>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9022250" name="Oval 1713827263">
            <a:extLst xmlns:a="http://schemas.openxmlformats.org/drawingml/2006/main">
              <a:ext uri="{FF2B5EF4-FFF2-40B4-BE49-F238E27FC236}">
                <a16:creationId xmlns:a16="http://schemas.microsoft.com/office/drawing/2014/main" id="{B72F097E-DCA7-49E9-BEE1-0BA0868FE734}"/>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6312411" name="Oval 324013536">
            <a:extLst xmlns:a="http://schemas.openxmlformats.org/drawingml/2006/main">
              <a:ext uri="{FF2B5EF4-FFF2-40B4-BE49-F238E27FC236}">
                <a16:creationId xmlns:a16="http://schemas.microsoft.com/office/drawing/2014/main" id="{7E206F4D-99FA-4CB0-B0F0-1CC3CC758226}"/>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2780434" name="Oval 1149235491">
            <a:extLst xmlns:a="http://schemas.openxmlformats.org/drawingml/2006/main">
              <a:ext uri="{FF2B5EF4-FFF2-40B4-BE49-F238E27FC236}">
                <a16:creationId xmlns:a16="http://schemas.microsoft.com/office/drawing/2014/main" id="{5D785335-1A7E-4186-B520-7EF2963B1DF0}"/>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0850775" name="Oval 1750953689">
            <a:extLst xmlns:a="http://schemas.openxmlformats.org/drawingml/2006/main">
              <a:ext uri="{FF2B5EF4-FFF2-40B4-BE49-F238E27FC236}">
                <a16:creationId xmlns:a16="http://schemas.microsoft.com/office/drawing/2014/main" id="{E1C6B516-B9F7-49EF-948C-3B3871FDAA54}"/>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704218" name="Oval 1513393046">
            <a:extLst xmlns:a="http://schemas.openxmlformats.org/drawingml/2006/main">
              <a:ext uri="{FF2B5EF4-FFF2-40B4-BE49-F238E27FC236}">
                <a16:creationId xmlns:a16="http://schemas.microsoft.com/office/drawing/2014/main" id="{A7E360FE-0828-425A-BCE0-794BFB2AEDE1}"/>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897194" name="Oval 496081326">
            <a:extLst xmlns:a="http://schemas.openxmlformats.org/drawingml/2006/main">
              <a:ext uri="{FF2B5EF4-FFF2-40B4-BE49-F238E27FC236}">
                <a16:creationId xmlns:a16="http://schemas.microsoft.com/office/drawing/2014/main" id="{1497E178-285E-4990-918A-06F88F11AFCA}"/>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2866031" name="Oval 953579843">
            <a:extLst xmlns:a="http://schemas.openxmlformats.org/drawingml/2006/main">
              <a:ext uri="{FF2B5EF4-FFF2-40B4-BE49-F238E27FC236}">
                <a16:creationId xmlns:a16="http://schemas.microsoft.com/office/drawing/2014/main" id="{3C41A616-683E-43FB-BD1E-C982D69167ED}"/>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5012278" name="Oval 268581152">
            <a:extLst xmlns:a="http://schemas.openxmlformats.org/drawingml/2006/main">
              <a:ext uri="{FF2B5EF4-FFF2-40B4-BE49-F238E27FC236}">
                <a16:creationId xmlns:a16="http://schemas.microsoft.com/office/drawing/2014/main" id="{4F4ED25B-7CDE-4290-8B5D-05D01F0BF43C}"/>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4204216" name="Oval 1782461718">
            <a:extLst xmlns:a="http://schemas.openxmlformats.org/drawingml/2006/main">
              <a:ext uri="{FF2B5EF4-FFF2-40B4-BE49-F238E27FC236}">
                <a16:creationId xmlns:a16="http://schemas.microsoft.com/office/drawing/2014/main" id="{1011AA91-2F88-44D7-A4E9-3385579D9165}"/>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776691" name="Oval 1638488983">
            <a:extLst xmlns:a="http://schemas.openxmlformats.org/drawingml/2006/main">
              <a:ext uri="{FF2B5EF4-FFF2-40B4-BE49-F238E27FC236}">
                <a16:creationId xmlns:a16="http://schemas.microsoft.com/office/drawing/2014/main" id="{D41B3A4E-8311-4757-9A95-695C72751DB4}"/>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4072674" name="Oval 1018913497">
            <a:extLst xmlns:a="http://schemas.openxmlformats.org/drawingml/2006/main">
              <a:ext uri="{FF2B5EF4-FFF2-40B4-BE49-F238E27FC236}">
                <a16:creationId xmlns:a16="http://schemas.microsoft.com/office/drawing/2014/main" id="{1EE82075-942D-4754-B0B3-AE4B2E20D307}"/>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3887366" name="Oval 1292287629">
            <a:extLst xmlns:a="http://schemas.openxmlformats.org/drawingml/2006/main">
              <a:ext uri="{FF2B5EF4-FFF2-40B4-BE49-F238E27FC236}">
                <a16:creationId xmlns:a16="http://schemas.microsoft.com/office/drawing/2014/main" id="{52D3FD10-9A94-4C02-9FB1-78A3020C74A6}"/>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0824267" name="Oval 1410545746">
            <a:extLst xmlns:a="http://schemas.openxmlformats.org/drawingml/2006/main">
              <a:ext uri="{FF2B5EF4-FFF2-40B4-BE49-F238E27FC236}">
                <a16:creationId xmlns:a16="http://schemas.microsoft.com/office/drawing/2014/main" id="{AE68D674-AFC3-44C8-93FD-0C91C95A34AD}"/>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0689338" name="Oval 1923839338">
            <a:extLst xmlns:a="http://schemas.openxmlformats.org/drawingml/2006/main">
              <a:ext uri="{FF2B5EF4-FFF2-40B4-BE49-F238E27FC236}">
                <a16:creationId xmlns:a16="http://schemas.microsoft.com/office/drawing/2014/main" id="{CD091690-501F-4D4B-8A98-20ADD6F86678}"/>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4686183" name="Oval 452248781">
            <a:extLst xmlns:a="http://schemas.openxmlformats.org/drawingml/2006/main">
              <a:ext uri="{FF2B5EF4-FFF2-40B4-BE49-F238E27FC236}">
                <a16:creationId xmlns:a16="http://schemas.microsoft.com/office/drawing/2014/main" id="{C94D402D-11AE-4537-A2F3-66F75211B5D6}"/>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9700856" name="Rectangle 2036757279">
            <a:extLst xmlns:a="http://schemas.openxmlformats.org/drawingml/2006/main">
              <a:ext uri="{FF2B5EF4-FFF2-40B4-BE49-F238E27FC236}">
                <a16:creationId xmlns:a16="http://schemas.microsoft.com/office/drawing/2014/main" id="{F8ABB503-46C0-43C5-AE93-1C1531123293}"/>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206136156" name="Rectangle 899691756">
            <a:extLst xmlns:a="http://schemas.openxmlformats.org/drawingml/2006/main">
              <a:ext uri="{FF2B5EF4-FFF2-40B4-BE49-F238E27FC236}">
                <a16:creationId xmlns:a16="http://schemas.microsoft.com/office/drawing/2014/main" id="{E487C3B6-6097-4C59-8554-AFB05599A35A}"/>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58941900" name="Rectangle 1393267236">
            <a:extLst xmlns:a="http://schemas.openxmlformats.org/drawingml/2006/main">
              <a:ext uri="{FF2B5EF4-FFF2-40B4-BE49-F238E27FC236}">
                <a16:creationId xmlns:a16="http://schemas.microsoft.com/office/drawing/2014/main" id="{9FCFFA72-E59F-4E7F-94F6-92F90CDDB34E}"/>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479573182" name="Rectangle 1802476533">
            <a:extLst xmlns:a="http://schemas.openxmlformats.org/drawingml/2006/main">
              <a:ext uri="{FF2B5EF4-FFF2-40B4-BE49-F238E27FC236}">
                <a16:creationId xmlns:a16="http://schemas.microsoft.com/office/drawing/2014/main" id="{658D6E5B-3C08-4E7B-804F-AFE1A99F96A3}"/>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242022570" name="Rectangle 1736954645">
            <a:extLst xmlns:a="http://schemas.openxmlformats.org/drawingml/2006/main">
              <a:ext uri="{FF2B5EF4-FFF2-40B4-BE49-F238E27FC236}">
                <a16:creationId xmlns:a16="http://schemas.microsoft.com/office/drawing/2014/main" id="{B2310152-C73E-4C9D-87D3-D47ED2A3930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cxnSp>
        <p:nvCxnSpPr>
          <p:cNvPr id="2144046294" name="Straight Arrow Connector 2036758667"/>
          <p:cNvCxnSpPr>
            <a:stCxn xmlns:a="http://schemas.openxmlformats.org/drawingml/2006/main" id="909022250" idx="6"/>
            <a:endCxn xmlns:a="http://schemas.openxmlformats.org/drawingml/2006/main" id="1560850775" idx="2"/>
          </p:cNvCxnSpPr>
          <p:nvPr/>
        </p:nvCxnSpPr>
        <p:spPr>
          <a:xfrm xmlns:a="http://schemas.openxmlformats.org/drawingml/2006/main"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95" name="Straight Arrow Connector 2036758668"/>
          <p:cNvCxnSpPr>
            <a:stCxn xmlns:a="http://schemas.openxmlformats.org/drawingml/2006/main" id="909022250" idx="6"/>
            <a:endCxn xmlns:a="http://schemas.openxmlformats.org/drawingml/2006/main" id="1920704218" idx="2"/>
          </p:cNvCxnSpPr>
          <p:nvPr/>
        </p:nvCxnSpPr>
        <p:spPr>
          <a:xfrm xmlns:a="http://schemas.openxmlformats.org/drawingml/2006/main">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96" name="Straight Arrow Connector 2036758669"/>
          <p:cNvCxnSpPr>
            <a:stCxn xmlns:a="http://schemas.openxmlformats.org/drawingml/2006/main" id="909022250" idx="6"/>
            <a:endCxn xmlns:a="http://schemas.openxmlformats.org/drawingml/2006/main" id="99897194" idx="2"/>
          </p:cNvCxnSpPr>
          <p:nvPr/>
        </p:nvCxnSpPr>
        <p:spPr>
          <a:xfrm xmlns:a="http://schemas.openxmlformats.org/drawingml/2006/main">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97" name="Straight Arrow Connector 2036758670"/>
          <p:cNvCxnSpPr>
            <a:stCxn xmlns:a="http://schemas.openxmlformats.org/drawingml/2006/main" id="909022250" idx="6"/>
            <a:endCxn xmlns:a="http://schemas.openxmlformats.org/drawingml/2006/main" id="812866031" idx="2"/>
          </p:cNvCxnSpPr>
          <p:nvPr/>
        </p:nvCxnSpPr>
        <p:spPr>
          <a:xfrm xmlns:a="http://schemas.openxmlformats.org/drawingml/2006/main">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98" name="Straight Arrow Connector 2036758671"/>
          <p:cNvCxnSpPr>
            <a:stCxn xmlns:a="http://schemas.openxmlformats.org/drawingml/2006/main" id="909022250" idx="6"/>
            <a:endCxn xmlns:a="http://schemas.openxmlformats.org/drawingml/2006/main" id="575012278" idx="2"/>
          </p:cNvCxnSpPr>
          <p:nvPr/>
        </p:nvCxnSpPr>
        <p:spPr>
          <a:xfrm xmlns:a="http://schemas.openxmlformats.org/drawingml/2006/main">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299" name="Straight Arrow Connector 2036758672"/>
          <p:cNvCxnSpPr>
            <a:stCxn xmlns:a="http://schemas.openxmlformats.org/drawingml/2006/main" id="1516312411" idx="6"/>
            <a:endCxn xmlns:a="http://schemas.openxmlformats.org/drawingml/2006/main" id="1560850775" idx="2"/>
          </p:cNvCxnSpPr>
          <p:nvPr/>
        </p:nvCxnSpPr>
        <p:spPr>
          <a:xfrm xmlns:a="http://schemas.openxmlformats.org/drawingml/2006/main"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00" name="Straight Arrow Connector 2036758673"/>
          <p:cNvCxnSpPr>
            <a:stCxn xmlns:a="http://schemas.openxmlformats.org/drawingml/2006/main" id="1516312411" idx="6"/>
            <a:endCxn xmlns:a="http://schemas.openxmlformats.org/drawingml/2006/main" id="1920704218" idx="2"/>
          </p:cNvCxnSpPr>
          <p:nvPr/>
        </p:nvCxnSpPr>
        <p:spPr>
          <a:xfrm xmlns:a="http://schemas.openxmlformats.org/drawingml/2006/main"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01" name="Straight Arrow Connector 2036758674"/>
          <p:cNvCxnSpPr>
            <a:stCxn xmlns:a="http://schemas.openxmlformats.org/drawingml/2006/main" id="1516312411" idx="6"/>
            <a:endCxn xmlns:a="http://schemas.openxmlformats.org/drawingml/2006/main" id="99897194" idx="2"/>
          </p:cNvCxnSpPr>
          <p:nvPr/>
        </p:nvCxnSpPr>
        <p:spPr>
          <a:xfrm xmlns:a="http://schemas.openxmlformats.org/drawingml/2006/main">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02" name="Straight Arrow Connector 2036758675"/>
          <p:cNvCxnSpPr>
            <a:stCxn xmlns:a="http://schemas.openxmlformats.org/drawingml/2006/main" id="1516312411" idx="6"/>
            <a:endCxn xmlns:a="http://schemas.openxmlformats.org/drawingml/2006/main" id="812866031" idx="2"/>
          </p:cNvCxnSpPr>
          <p:nvPr/>
        </p:nvCxnSpPr>
        <p:spPr>
          <a:xfrm xmlns:a="http://schemas.openxmlformats.org/drawingml/2006/main">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03" name="Straight Arrow Connector 2036758676"/>
          <p:cNvCxnSpPr>
            <a:stCxn xmlns:a="http://schemas.openxmlformats.org/drawingml/2006/main" id="1516312411" idx="6"/>
            <a:endCxn xmlns:a="http://schemas.openxmlformats.org/drawingml/2006/main" id="575012278" idx="2"/>
          </p:cNvCxnSpPr>
          <p:nvPr/>
        </p:nvCxnSpPr>
        <p:spPr>
          <a:xfrm xmlns:a="http://schemas.openxmlformats.org/drawingml/2006/main">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04" name="Straight Arrow Connector 2036758677"/>
          <p:cNvCxnSpPr>
            <a:stCxn xmlns:a="http://schemas.openxmlformats.org/drawingml/2006/main" id="1762780434" idx="6"/>
            <a:endCxn xmlns:a="http://schemas.openxmlformats.org/drawingml/2006/main" id="1560850775" idx="2"/>
          </p:cNvCxnSpPr>
          <p:nvPr/>
        </p:nvCxnSpPr>
        <p:spPr>
          <a:xfrm xmlns:a="http://schemas.openxmlformats.org/drawingml/2006/main"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05" name="Straight Arrow Connector 2036758678"/>
          <p:cNvCxnSpPr>
            <a:stCxn xmlns:a="http://schemas.openxmlformats.org/drawingml/2006/main" id="1762780434" idx="6"/>
            <a:endCxn xmlns:a="http://schemas.openxmlformats.org/drawingml/2006/main" id="1920704218" idx="2"/>
          </p:cNvCxnSpPr>
          <p:nvPr/>
        </p:nvCxnSpPr>
        <p:spPr>
          <a:xfrm xmlns:a="http://schemas.openxmlformats.org/drawingml/2006/main"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06" name="Straight Arrow Connector 2036758679"/>
          <p:cNvCxnSpPr/>
          <p:nvPr/>
        </p:nvCxnSpPr>
        <p:spPr>
          <a:xfrm xmlns:a="http://schemas.openxmlformats.org/drawingml/2006/main"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07" name="Straight Arrow Connector 2036758680"/>
          <p:cNvCxnSpPr>
            <a:stCxn xmlns:a="http://schemas.openxmlformats.org/drawingml/2006/main" id="1762780434" idx="6"/>
            <a:endCxn xmlns:a="http://schemas.openxmlformats.org/drawingml/2006/main" id="812866031" idx="2"/>
          </p:cNvCxnSpPr>
          <p:nvPr/>
        </p:nvCxnSpPr>
        <p:spPr>
          <a:xfrm xmlns:a="http://schemas.openxmlformats.org/drawingml/2006/main"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08" name="Straight Arrow Connector 2036758681"/>
          <p:cNvCxnSpPr>
            <a:stCxn xmlns:a="http://schemas.openxmlformats.org/drawingml/2006/main" id="1762780434" idx="6"/>
            <a:endCxn xmlns:a="http://schemas.openxmlformats.org/drawingml/2006/main" id="575012278" idx="2"/>
          </p:cNvCxnSpPr>
          <p:nvPr/>
        </p:nvCxnSpPr>
        <p:spPr>
          <a:xfrm xmlns:a="http://schemas.openxmlformats.org/drawingml/2006/main">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09" name="Straight Arrow Connector 2036758682"/>
          <p:cNvCxnSpPr>
            <a:stCxn xmlns:a="http://schemas.openxmlformats.org/drawingml/2006/main" id="1560850775" idx="6"/>
            <a:endCxn xmlns:a="http://schemas.openxmlformats.org/drawingml/2006/main" id="1154204216"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10" name="Straight Arrow Connector 2036758683"/>
          <p:cNvCxnSpPr>
            <a:stCxn xmlns:a="http://schemas.openxmlformats.org/drawingml/2006/main" id="1560850775" idx="6"/>
            <a:endCxn xmlns:a="http://schemas.openxmlformats.org/drawingml/2006/main" id="188776691"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11" name="Straight Arrow Connector 2036758684"/>
          <p:cNvCxnSpPr>
            <a:stCxn xmlns:a="http://schemas.openxmlformats.org/drawingml/2006/main" id="1560850775" idx="6"/>
            <a:endCxn xmlns:a="http://schemas.openxmlformats.org/drawingml/2006/main" id="984072674"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12" name="Straight Arrow Connector 2036758685"/>
          <p:cNvCxnSpPr>
            <a:stCxn xmlns:a="http://schemas.openxmlformats.org/drawingml/2006/main" id="1560850775" idx="6"/>
            <a:endCxn xmlns:a="http://schemas.openxmlformats.org/drawingml/2006/main" id="1093887366"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13" name="Straight Arrow Connector 2036758686"/>
          <p:cNvCxnSpPr>
            <a:stCxn xmlns:a="http://schemas.openxmlformats.org/drawingml/2006/main" id="1560850775" idx="6"/>
            <a:endCxn xmlns:a="http://schemas.openxmlformats.org/drawingml/2006/main" id="134082426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14" name="Straight Arrow Connector 2036758687"/>
          <p:cNvCxnSpPr>
            <a:stCxn xmlns:a="http://schemas.openxmlformats.org/drawingml/2006/main" id="1920704218" idx="6"/>
            <a:endCxn xmlns:a="http://schemas.openxmlformats.org/drawingml/2006/main" id="1154204216"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15" name="Straight Arrow Connector 2036758688"/>
          <p:cNvCxnSpPr>
            <a:stCxn xmlns:a="http://schemas.openxmlformats.org/drawingml/2006/main" id="1920704218" idx="6"/>
            <a:endCxn xmlns:a="http://schemas.openxmlformats.org/drawingml/2006/main" id="188776691"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16" name="Straight Arrow Connector 2036758689"/>
          <p:cNvCxnSpPr>
            <a:stCxn xmlns:a="http://schemas.openxmlformats.org/drawingml/2006/main" id="1920704218" idx="6"/>
            <a:endCxn xmlns:a="http://schemas.openxmlformats.org/drawingml/2006/main" id="984072674"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17" name="Straight Arrow Connector 2036758690"/>
          <p:cNvCxnSpPr>
            <a:stCxn xmlns:a="http://schemas.openxmlformats.org/drawingml/2006/main" id="1920704218" idx="6"/>
            <a:endCxn xmlns:a="http://schemas.openxmlformats.org/drawingml/2006/main" id="1093887366"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18" name="Straight Arrow Connector 2036758691"/>
          <p:cNvCxnSpPr>
            <a:stCxn xmlns:a="http://schemas.openxmlformats.org/drawingml/2006/main" id="1920704218" idx="6"/>
            <a:endCxn xmlns:a="http://schemas.openxmlformats.org/drawingml/2006/main" id="134082426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19" name="Straight Arrow Connector 2036758692"/>
          <p:cNvCxnSpPr>
            <a:stCxn xmlns:a="http://schemas.openxmlformats.org/drawingml/2006/main" id="99897194" idx="6"/>
            <a:endCxn xmlns:a="http://schemas.openxmlformats.org/drawingml/2006/main" id="1154204216"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20" name="Straight Arrow Connector 2036758693"/>
          <p:cNvCxnSpPr>
            <a:stCxn xmlns:a="http://schemas.openxmlformats.org/drawingml/2006/main" id="99897194" idx="6"/>
            <a:endCxn xmlns:a="http://schemas.openxmlformats.org/drawingml/2006/main" id="188776691"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21" name="Straight Arrow Connector 2036758694"/>
          <p:cNvCxnSpPr>
            <a:stCxn xmlns:a="http://schemas.openxmlformats.org/drawingml/2006/main" id="99897194" idx="6"/>
            <a:endCxn xmlns:a="http://schemas.openxmlformats.org/drawingml/2006/main" id="984072674"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22" name="Straight Arrow Connector 2036758695"/>
          <p:cNvCxnSpPr>
            <a:stCxn xmlns:a="http://schemas.openxmlformats.org/drawingml/2006/main" id="99897194" idx="6"/>
            <a:endCxn xmlns:a="http://schemas.openxmlformats.org/drawingml/2006/main" id="1093887366"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23" name="Straight Arrow Connector 2036758696"/>
          <p:cNvCxnSpPr>
            <a:stCxn xmlns:a="http://schemas.openxmlformats.org/drawingml/2006/main" id="99897194" idx="6"/>
            <a:endCxn xmlns:a="http://schemas.openxmlformats.org/drawingml/2006/main" id="134082426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24" name="Straight Arrow Connector 2036758697"/>
          <p:cNvCxnSpPr>
            <a:stCxn xmlns:a="http://schemas.openxmlformats.org/drawingml/2006/main" id="812866031" idx="6"/>
            <a:endCxn xmlns:a="http://schemas.openxmlformats.org/drawingml/2006/main" id="1154204216"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25" name="Straight Arrow Connector 2036758698"/>
          <p:cNvCxnSpPr>
            <a:stCxn xmlns:a="http://schemas.openxmlformats.org/drawingml/2006/main" id="812866031" idx="6"/>
            <a:endCxn xmlns:a="http://schemas.openxmlformats.org/drawingml/2006/main" id="188776691"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26" name="Straight Arrow Connector 2036758699"/>
          <p:cNvCxnSpPr>
            <a:stCxn xmlns:a="http://schemas.openxmlformats.org/drawingml/2006/main" id="812866031" idx="6"/>
            <a:endCxn xmlns:a="http://schemas.openxmlformats.org/drawingml/2006/main" id="984072674"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27" name="Straight Arrow Connector 2036758700"/>
          <p:cNvCxnSpPr>
            <a:stCxn xmlns:a="http://schemas.openxmlformats.org/drawingml/2006/main" id="812866031" idx="6"/>
            <a:endCxn xmlns:a="http://schemas.openxmlformats.org/drawingml/2006/main" id="1093887366"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28" name="Straight Arrow Connector 2036758701"/>
          <p:cNvCxnSpPr>
            <a:stCxn xmlns:a="http://schemas.openxmlformats.org/drawingml/2006/main" id="812866031" idx="6"/>
            <a:endCxn xmlns:a="http://schemas.openxmlformats.org/drawingml/2006/main" id="134082426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29" name="Straight Arrow Connector 2036758702"/>
          <p:cNvCxnSpPr>
            <a:stCxn xmlns:a="http://schemas.openxmlformats.org/drawingml/2006/main" id="575012278" idx="6"/>
            <a:endCxn xmlns:a="http://schemas.openxmlformats.org/drawingml/2006/main" id="1154204216"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30" name="Straight Arrow Connector 2036758703"/>
          <p:cNvCxnSpPr>
            <a:stCxn xmlns:a="http://schemas.openxmlformats.org/drawingml/2006/main" id="575012278" idx="6"/>
            <a:endCxn xmlns:a="http://schemas.openxmlformats.org/drawingml/2006/main" id="188776691"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31" name="Straight Arrow Connector 2036758704"/>
          <p:cNvCxnSpPr>
            <a:stCxn xmlns:a="http://schemas.openxmlformats.org/drawingml/2006/main" id="575012278" idx="6"/>
            <a:endCxn xmlns:a="http://schemas.openxmlformats.org/drawingml/2006/main" id="984072674"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32" name="Straight Arrow Connector 2036758705"/>
          <p:cNvCxnSpPr>
            <a:stCxn xmlns:a="http://schemas.openxmlformats.org/drawingml/2006/main" id="575012278" idx="6"/>
            <a:endCxn xmlns:a="http://schemas.openxmlformats.org/drawingml/2006/main" id="1093887366"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33" name="Straight Arrow Connector 2036758706"/>
          <p:cNvCxnSpPr>
            <a:stCxn xmlns:a="http://schemas.openxmlformats.org/drawingml/2006/main" id="575012278" idx="6"/>
            <a:endCxn xmlns:a="http://schemas.openxmlformats.org/drawingml/2006/main" id="134082426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34" name="Straight Arrow Connector 2036758707"/>
          <p:cNvCxnSpPr>
            <a:stCxn xmlns:a="http://schemas.openxmlformats.org/drawingml/2006/main" id="1154204216" idx="6"/>
            <a:endCxn xmlns:a="http://schemas.openxmlformats.org/drawingml/2006/main" id="810689338" idx="2"/>
          </p:cNvCxnSpPr>
          <p:nvPr/>
        </p:nvCxnSpPr>
        <p:spPr>
          <a:xfrm xmlns:a="http://schemas.openxmlformats.org/drawingml/2006/main">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35" name="Straight Arrow Connector 2036758708"/>
          <p:cNvCxnSpPr>
            <a:stCxn xmlns:a="http://schemas.openxmlformats.org/drawingml/2006/main" id="1154204216" idx="6"/>
            <a:endCxn xmlns:a="http://schemas.openxmlformats.org/drawingml/2006/main" id="484686183" idx="2"/>
          </p:cNvCxnSpPr>
          <p:nvPr/>
        </p:nvCxnSpPr>
        <p:spPr>
          <a:xfrm xmlns:a="http://schemas.openxmlformats.org/drawingml/2006/main">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36" name="Straight Arrow Connector 2036758709"/>
          <p:cNvCxnSpPr>
            <a:stCxn xmlns:a="http://schemas.openxmlformats.org/drawingml/2006/main" id="188776691" idx="6"/>
            <a:endCxn xmlns:a="http://schemas.openxmlformats.org/drawingml/2006/main" id="810689338" idx="2"/>
          </p:cNvCxnSpPr>
          <p:nvPr/>
        </p:nvCxnSpPr>
        <p:spPr>
          <a:xfrm xmlns:a="http://schemas.openxmlformats.org/drawingml/2006/main"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37" name="Straight Arrow Connector 2036758710"/>
          <p:cNvCxnSpPr>
            <a:stCxn xmlns:a="http://schemas.openxmlformats.org/drawingml/2006/main" id="188776691" idx="6"/>
            <a:endCxn xmlns:a="http://schemas.openxmlformats.org/drawingml/2006/main" id="484686183" idx="2"/>
          </p:cNvCxnSpPr>
          <p:nvPr/>
        </p:nvCxnSpPr>
        <p:spPr>
          <a:xfrm xmlns:a="http://schemas.openxmlformats.org/drawingml/2006/main">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38" name="Straight Arrow Connector 2036758711"/>
          <p:cNvCxnSpPr>
            <a:stCxn xmlns:a="http://schemas.openxmlformats.org/drawingml/2006/main" id="984072674" idx="6"/>
            <a:endCxn xmlns:a="http://schemas.openxmlformats.org/drawingml/2006/main" id="810689338" idx="2"/>
          </p:cNvCxnSpPr>
          <p:nvPr/>
        </p:nvCxnSpPr>
        <p:spPr>
          <a:xfrm xmlns:a="http://schemas.openxmlformats.org/drawingml/2006/main"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39" name="Straight Arrow Connector 2036758712"/>
          <p:cNvCxnSpPr>
            <a:stCxn xmlns:a="http://schemas.openxmlformats.org/drawingml/2006/main" id="984072674" idx="6"/>
            <a:endCxn xmlns:a="http://schemas.openxmlformats.org/drawingml/2006/main" id="484686183" idx="2"/>
          </p:cNvCxnSpPr>
          <p:nvPr/>
        </p:nvCxnSpPr>
        <p:spPr>
          <a:xfrm xmlns:a="http://schemas.openxmlformats.org/drawingml/2006/main">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40" name="Straight Arrow Connector 2036758713"/>
          <p:cNvCxnSpPr>
            <a:stCxn xmlns:a="http://schemas.openxmlformats.org/drawingml/2006/main" id="1093887366" idx="6"/>
            <a:endCxn xmlns:a="http://schemas.openxmlformats.org/drawingml/2006/main" id="810689338" idx="2"/>
          </p:cNvCxnSpPr>
          <p:nvPr/>
        </p:nvCxnSpPr>
        <p:spPr>
          <a:xfrm xmlns:a="http://schemas.openxmlformats.org/drawingml/2006/main"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41" name="Straight Arrow Connector 2036758714"/>
          <p:cNvCxnSpPr>
            <a:stCxn xmlns:a="http://schemas.openxmlformats.org/drawingml/2006/main" id="1093887366" idx="6"/>
            <a:endCxn xmlns:a="http://schemas.openxmlformats.org/drawingml/2006/main" id="484686183" idx="2"/>
          </p:cNvCxnSpPr>
          <p:nvPr/>
        </p:nvCxnSpPr>
        <p:spPr>
          <a:xfrm xmlns:a="http://schemas.openxmlformats.org/drawingml/2006/main">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42" name="Straight Arrow Connector 2036758715"/>
          <p:cNvCxnSpPr>
            <a:stCxn xmlns:a="http://schemas.openxmlformats.org/drawingml/2006/main" id="1340824267" idx="6"/>
            <a:endCxn xmlns:a="http://schemas.openxmlformats.org/drawingml/2006/main" id="810689338" idx="2"/>
          </p:cNvCxnSpPr>
          <p:nvPr/>
        </p:nvCxnSpPr>
        <p:spPr>
          <a:xfrm xmlns:a="http://schemas.openxmlformats.org/drawingml/2006/main"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343" name="Straight Arrow Connector 2036758716"/>
          <p:cNvCxnSpPr>
            <a:stCxn xmlns:a="http://schemas.openxmlformats.org/drawingml/2006/main" id="1340824267" idx="6"/>
            <a:endCxn xmlns:a="http://schemas.openxmlformats.org/drawingml/2006/main" id="484686183" idx="2"/>
          </p:cNvCxnSpPr>
          <p:nvPr/>
        </p:nvCxnSpPr>
        <p:spPr>
          <a:xfrm xmlns:a="http://schemas.openxmlformats.org/drawingml/2006/main"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535055785"/>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38172827" name="Rectangle 1097824038">
            <a:extLst xmlns:a="http://schemas.openxmlformats.org/drawingml/2006/main">
              <a:ext uri="{FF2B5EF4-FFF2-40B4-BE49-F238E27FC236}">
                <a16:creationId xmlns:a16="http://schemas.microsoft.com/office/drawing/2014/main" id="{4F798296-D41B-4008-9A87-3804FC67DC5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51477008" name="Rectangle 367767092">
            <a:extLst xmlns:a="http://schemas.openxmlformats.org/drawingml/2006/main">
              <a:ext uri="{FF2B5EF4-FFF2-40B4-BE49-F238E27FC236}">
                <a16:creationId xmlns:a16="http://schemas.microsoft.com/office/drawing/2014/main" id="{A5A008FE-1E67-4CFE-BD45-C25D7C8C62C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2096874828" name="Rectangle: Rounded Corners 883548822">
            <a:extLst xmlns:a="http://schemas.openxmlformats.org/drawingml/2006/main">
              <a:ext uri="{FF2B5EF4-FFF2-40B4-BE49-F238E27FC236}">
                <a16:creationId xmlns:a16="http://schemas.microsoft.com/office/drawing/2014/main" id="{1EFDA2E4-7299-460A-A282-E755EED2260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2884671" name="Arrow: Right 30435300">
            <a:extLst xmlns:a="http://schemas.openxmlformats.org/drawingml/2006/main">
              <a:ext uri="{FF2B5EF4-FFF2-40B4-BE49-F238E27FC236}">
                <a16:creationId xmlns:a16="http://schemas.microsoft.com/office/drawing/2014/main" id="{84BB77FE-1618-42C7-9279-D6FC9CA483D5}"/>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993913408" name="Arrow: Right 664671564">
            <a:extLst xmlns:a="http://schemas.openxmlformats.org/drawingml/2006/main">
              <a:ext uri="{FF2B5EF4-FFF2-40B4-BE49-F238E27FC236}">
                <a16:creationId xmlns:a16="http://schemas.microsoft.com/office/drawing/2014/main" id="{799B25DB-B6D3-4E40-9468-68B853CDB793}"/>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1001747995" name="Arrow: Right 1891700562">
            <a:extLst xmlns:a="http://schemas.openxmlformats.org/drawingml/2006/main">
              <a:ext uri="{FF2B5EF4-FFF2-40B4-BE49-F238E27FC236}">
                <a16:creationId xmlns:a16="http://schemas.microsoft.com/office/drawing/2014/main" id="{1350CD82-6744-4034-94DD-D78EE2C14C0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559790289" name="Oval 1774263468">
            <a:extLst xmlns:a="http://schemas.openxmlformats.org/drawingml/2006/main">
              <a:ext uri="{FF2B5EF4-FFF2-40B4-BE49-F238E27FC236}">
                <a16:creationId xmlns:a16="http://schemas.microsoft.com/office/drawing/2014/main" id="{927FFA2A-6C6E-4C56-829F-7A1552DD6D29}"/>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818655303" name="Oval 853291486">
            <a:extLst xmlns:a="http://schemas.openxmlformats.org/drawingml/2006/main">
              <a:ext uri="{FF2B5EF4-FFF2-40B4-BE49-F238E27FC236}">
                <a16:creationId xmlns:a16="http://schemas.microsoft.com/office/drawing/2014/main" id="{20B1D45D-2109-4509-9385-92B23FF40C03}"/>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1001868795" name="Oval 1792906235">
            <a:extLst xmlns:a="http://schemas.openxmlformats.org/drawingml/2006/main">
              <a:ext uri="{FF2B5EF4-FFF2-40B4-BE49-F238E27FC236}">
                <a16:creationId xmlns:a16="http://schemas.microsoft.com/office/drawing/2014/main" id="{216E4909-7B1B-4AC9-939C-CA3585175375}"/>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687113018" name="Oval 42226970">
            <a:extLst xmlns:a="http://schemas.openxmlformats.org/drawingml/2006/main">
              <a:ext uri="{FF2B5EF4-FFF2-40B4-BE49-F238E27FC236}">
                <a16:creationId xmlns:a16="http://schemas.microsoft.com/office/drawing/2014/main" id="{6D47611F-2213-405B-8CBF-C1FC321DEF24}"/>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365145925" name="Rectangle 1089881666">
            <a:extLst xmlns:a="http://schemas.openxmlformats.org/drawingml/2006/main">
              <a:ext uri="{FF2B5EF4-FFF2-40B4-BE49-F238E27FC236}">
                <a16:creationId xmlns:a16="http://schemas.microsoft.com/office/drawing/2014/main" id="{9601ECC6-2043-4AC7-9290-2D90617FC16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202077807" name="Rectangle 1395988584">
            <a:extLst xmlns:a="http://schemas.openxmlformats.org/drawingml/2006/main">
              <a:ext uri="{FF2B5EF4-FFF2-40B4-BE49-F238E27FC236}">
                <a16:creationId xmlns:a16="http://schemas.microsoft.com/office/drawing/2014/main" id="{23593BC7-1066-4E68-8699-0558358EF01D}"/>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270112368" name="Rectangle 1242620362">
            <a:extLst xmlns:a="http://schemas.openxmlformats.org/drawingml/2006/main">
              <a:ext uri="{FF2B5EF4-FFF2-40B4-BE49-F238E27FC236}">
                <a16:creationId xmlns:a16="http://schemas.microsoft.com/office/drawing/2014/main" id="{58787B15-B9D6-4807-89C0-009B84800954}"/>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2082530648" name="Rectangle 407247670">
            <a:extLst xmlns:a="http://schemas.openxmlformats.org/drawingml/2006/main">
              <a:ext uri="{FF2B5EF4-FFF2-40B4-BE49-F238E27FC236}">
                <a16:creationId xmlns:a16="http://schemas.microsoft.com/office/drawing/2014/main" id="{04BCBC02-5A6C-4908-8254-65A94D75C8BD}"/>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446141966" name="Rectangle 678696762">
            <a:extLst xmlns:a="http://schemas.openxmlformats.org/drawingml/2006/main">
              <a:ext uri="{FF2B5EF4-FFF2-40B4-BE49-F238E27FC236}">
                <a16:creationId xmlns:a16="http://schemas.microsoft.com/office/drawing/2014/main" id="{574F3AC4-5670-4ED1-AA5F-A816427CBD76}"/>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551748200" name="Rectangle 1192495432">
            <a:extLst xmlns:a="http://schemas.openxmlformats.org/drawingml/2006/main">
              <a:ext uri="{FF2B5EF4-FFF2-40B4-BE49-F238E27FC236}">
                <a16:creationId xmlns:a16="http://schemas.microsoft.com/office/drawing/2014/main" id="{C258E34E-582C-49AA-B86E-95A3A825625B}"/>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902077146" name="Rectangle 1983941594">
            <a:extLst xmlns:a="http://schemas.openxmlformats.org/drawingml/2006/main">
              <a:ext uri="{FF2B5EF4-FFF2-40B4-BE49-F238E27FC236}">
                <a16:creationId xmlns:a16="http://schemas.microsoft.com/office/drawing/2014/main" id="{D3EA57F1-C397-452E-A472-41B46E524DB4}"/>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406874062" name="Rectangle 1298832519">
            <a:extLst xmlns:a="http://schemas.openxmlformats.org/drawingml/2006/main">
              <a:ext uri="{FF2B5EF4-FFF2-40B4-BE49-F238E27FC236}">
                <a16:creationId xmlns:a16="http://schemas.microsoft.com/office/drawing/2014/main" id="{CF4AF83C-9B68-4F39-B674-4E604EF5030D}"/>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107082707" name="Rectangle 1998109535">
            <a:extLst xmlns:a="http://schemas.openxmlformats.org/drawingml/2006/main">
              <a:ext uri="{FF2B5EF4-FFF2-40B4-BE49-F238E27FC236}">
                <a16:creationId xmlns:a16="http://schemas.microsoft.com/office/drawing/2014/main" id="{46022B6F-9C32-484B-8A67-B1DC66659B9D}"/>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627946880" name="Rectangle 808663872">
            <a:extLst xmlns:a="http://schemas.openxmlformats.org/drawingml/2006/main">
              <a:ext uri="{FF2B5EF4-FFF2-40B4-BE49-F238E27FC236}">
                <a16:creationId xmlns:a16="http://schemas.microsoft.com/office/drawing/2014/main" id="{E5234AE5-E8F7-492D-8D27-DC5FABBB0290}"/>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1803166822"/>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5725015" name="Rectangle 1089908974">
            <a:extLst xmlns:a="http://schemas.openxmlformats.org/drawingml/2006/main">
              <a:ext uri="{FF2B5EF4-FFF2-40B4-BE49-F238E27FC236}">
                <a16:creationId xmlns:a16="http://schemas.microsoft.com/office/drawing/2014/main" id="{7EA4C826-A72F-4AAB-9A0C-F455B8E72D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73364439" name="Rectangle 1456675058">
            <a:extLst xmlns:a="http://schemas.openxmlformats.org/drawingml/2006/main">
              <a:ext uri="{FF2B5EF4-FFF2-40B4-BE49-F238E27FC236}">
                <a16:creationId xmlns:a16="http://schemas.microsoft.com/office/drawing/2014/main" id="{7528744F-2A96-4808-967B-A60EFF6B04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2081061640" name="Rectangle 685086081">
            <a:extLst xmlns:a="http://schemas.openxmlformats.org/drawingml/2006/main">
              <a:ext uri="{FF2B5EF4-FFF2-40B4-BE49-F238E27FC236}">
                <a16:creationId xmlns:a16="http://schemas.microsoft.com/office/drawing/2014/main" id="{EC182FDB-DCFD-42DE-A300-E030772B124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1174314173" name="Rectangle: Rounded Corners 703067205">
            <a:extLst xmlns:a="http://schemas.openxmlformats.org/drawingml/2006/main">
              <a:ext uri="{FF2B5EF4-FFF2-40B4-BE49-F238E27FC236}">
                <a16:creationId xmlns:a16="http://schemas.microsoft.com/office/drawing/2014/main" id="{2A070C8B-8741-44C7-A897-269991F8DD6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3453526" name="Rectangle: Rounded Corners 2073093972">
            <a:extLst xmlns:a="http://schemas.openxmlformats.org/drawingml/2006/main">
              <a:ext uri="{FF2B5EF4-FFF2-40B4-BE49-F238E27FC236}">
                <a16:creationId xmlns:a16="http://schemas.microsoft.com/office/drawing/2014/main" id="{77B3071D-FD33-4AC8-9C29-84E5AC67DE85}"/>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1909411931" name="Rectangle: Rounded Corners 1748555112">
            <a:extLst xmlns:a="http://schemas.openxmlformats.org/drawingml/2006/main">
              <a:ext uri="{FF2B5EF4-FFF2-40B4-BE49-F238E27FC236}">
                <a16:creationId xmlns:a16="http://schemas.microsoft.com/office/drawing/2014/main" id="{71E5E3DA-AD46-4053-80DE-F4D6A36FDF36}"/>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82684663" name="Rectangle: Rounded Corners 309143749">
            <a:extLst xmlns:a="http://schemas.openxmlformats.org/drawingml/2006/main">
              <a:ext uri="{FF2B5EF4-FFF2-40B4-BE49-F238E27FC236}">
                <a16:creationId xmlns:a16="http://schemas.microsoft.com/office/drawing/2014/main" id="{19BBE237-635A-4878-BAB6-80B2652C3242}"/>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878461402" name="Arrow: Right 977560911">
            <a:extLst xmlns:a="http://schemas.openxmlformats.org/drawingml/2006/main">
              <a:ext uri="{FF2B5EF4-FFF2-40B4-BE49-F238E27FC236}">
                <a16:creationId xmlns:a16="http://schemas.microsoft.com/office/drawing/2014/main" id="{670F9CFC-208A-45F8-93DF-2DB44E445780}"/>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8866642" name="Rectangle: Rounded Corners 322329312">
            <a:extLst xmlns:a="http://schemas.openxmlformats.org/drawingml/2006/main">
              <a:ext uri="{FF2B5EF4-FFF2-40B4-BE49-F238E27FC236}">
                <a16:creationId xmlns:a16="http://schemas.microsoft.com/office/drawing/2014/main" id="{C12BFB5D-633B-4647-8753-5C38A718117F}"/>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1024188676" name="Arrow: Right 1733251710">
            <a:extLst xmlns:a="http://schemas.openxmlformats.org/drawingml/2006/main">
              <a:ext uri="{FF2B5EF4-FFF2-40B4-BE49-F238E27FC236}">
                <a16:creationId xmlns:a16="http://schemas.microsoft.com/office/drawing/2014/main" id="{E111A92A-3963-4AB5-92F8-0DAE09C7B9C5}"/>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1016059" name="Rectangle: Rounded Corners 320581777">
            <a:extLst xmlns:a="http://schemas.openxmlformats.org/drawingml/2006/main">
              <a:ext uri="{FF2B5EF4-FFF2-40B4-BE49-F238E27FC236}">
                <a16:creationId xmlns:a16="http://schemas.microsoft.com/office/drawing/2014/main" id="{62BF44BF-C614-4C16-B527-D3DFFC9899E3}"/>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313374344" name="Rectangle: Rounded Corners 1461810186">
            <a:extLst xmlns:a="http://schemas.openxmlformats.org/drawingml/2006/main">
              <a:ext uri="{FF2B5EF4-FFF2-40B4-BE49-F238E27FC236}">
                <a16:creationId xmlns:a16="http://schemas.microsoft.com/office/drawing/2014/main" id="{B6DB16AC-232E-4EA2-939D-0B652A3619FC}"/>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1161320995" name="Arrow: Right 2100508509">
            <a:extLst xmlns:a="http://schemas.openxmlformats.org/drawingml/2006/main">
              <a:ext uri="{FF2B5EF4-FFF2-40B4-BE49-F238E27FC236}">
                <a16:creationId xmlns:a16="http://schemas.microsoft.com/office/drawing/2014/main" id="{0408227A-FC01-4F48-B985-C74E8728A2CE}"/>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084889" name="Rectangle: Rounded Corners 86287407">
            <a:extLst xmlns:a="http://schemas.openxmlformats.org/drawingml/2006/main">
              <a:ext uri="{FF2B5EF4-FFF2-40B4-BE49-F238E27FC236}">
                <a16:creationId xmlns:a16="http://schemas.microsoft.com/office/drawing/2014/main" id="{22640E37-BB2D-493B-AB82-A8976F5D6A7C}"/>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1256420632" name="Arrow: Right 1479364581">
            <a:extLst xmlns:a="http://schemas.openxmlformats.org/drawingml/2006/main">
              <a:ext uri="{FF2B5EF4-FFF2-40B4-BE49-F238E27FC236}">
                <a16:creationId xmlns:a16="http://schemas.microsoft.com/office/drawing/2014/main" id="{25746663-FAD9-458F-94D0-EC038290FA60}"/>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7630402" name="Rectangle: Rounded Corners 1923103501">
            <a:extLst xmlns:a="http://schemas.openxmlformats.org/drawingml/2006/main">
              <a:ext uri="{FF2B5EF4-FFF2-40B4-BE49-F238E27FC236}">
                <a16:creationId xmlns:a16="http://schemas.microsoft.com/office/drawing/2014/main" id="{59C33916-988A-4AF1-A02D-A440A65D6E67}"/>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1434116303" name="Rectangle 577350654">
            <a:extLst xmlns:a="http://schemas.openxmlformats.org/drawingml/2006/main">
              <a:ext uri="{FF2B5EF4-FFF2-40B4-BE49-F238E27FC236}">
                <a16:creationId xmlns:a16="http://schemas.microsoft.com/office/drawing/2014/main" id="{D7D3AC2C-D82F-4F2A-B482-58E6081EF9AE}"/>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394362348" name="Rectangle 518594253">
            <a:extLst xmlns:a="http://schemas.openxmlformats.org/drawingml/2006/main">
              <a:ext uri="{FF2B5EF4-FFF2-40B4-BE49-F238E27FC236}">
                <a16:creationId xmlns:a16="http://schemas.microsoft.com/office/drawing/2014/main" id="{3A341BF5-3DBD-4D17-8F99-B709040F9051}"/>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255482883" name="Rectangle 1132151749">
            <a:extLst xmlns:a="http://schemas.openxmlformats.org/drawingml/2006/main">
              <a:ext uri="{FF2B5EF4-FFF2-40B4-BE49-F238E27FC236}">
                <a16:creationId xmlns:a16="http://schemas.microsoft.com/office/drawing/2014/main" id="{1E586A1B-3E53-4FCD-8604-CAC5ABFB1E20}"/>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784270325" name="Rectangle 1591988920">
            <a:extLst xmlns:a="http://schemas.openxmlformats.org/drawingml/2006/main">
              <a:ext uri="{FF2B5EF4-FFF2-40B4-BE49-F238E27FC236}">
                <a16:creationId xmlns:a16="http://schemas.microsoft.com/office/drawing/2014/main" id="{0C3DC11C-B942-4DAD-A15F-77E5E2A57EAC}"/>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1519813262" name="Rectangle 2103391200">
            <a:extLst xmlns:a="http://schemas.openxmlformats.org/drawingml/2006/main">
              <a:ext uri="{FF2B5EF4-FFF2-40B4-BE49-F238E27FC236}">
                <a16:creationId xmlns:a16="http://schemas.microsoft.com/office/drawing/2014/main" id="{6CAF3818-148F-4683-B5F9-28905D119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Tree>
    <p:extLst>
      <p:ext uri="{BB962C8B-B14F-4D97-AF65-F5344CB8AC3E}">
        <p14:creationId xmlns:p14="http://schemas.microsoft.com/office/powerpoint/2010/main" val="1521729492"/>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09712136" name="Rectangle 498485084">
            <a:extLst xmlns:a="http://schemas.openxmlformats.org/drawingml/2006/main">
              <a:ext uri="{FF2B5EF4-FFF2-40B4-BE49-F238E27FC236}">
                <a16:creationId xmlns:a16="http://schemas.microsoft.com/office/drawing/2014/main" id="{69E752DA-3FAE-426D-956D-5BF938D5B33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2106693545" name="Rectangle 2014745888">
            <a:extLst xmlns:a="http://schemas.openxmlformats.org/drawingml/2006/main">
              <a:ext uri="{FF2B5EF4-FFF2-40B4-BE49-F238E27FC236}">
                <a16:creationId xmlns:a16="http://schemas.microsoft.com/office/drawing/2014/main" id="{3033D392-7322-4574-9BA7-E04C2B28221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90437863" name="Rectangle: Rounded Corners 858310323">
            <a:extLst xmlns:a="http://schemas.openxmlformats.org/drawingml/2006/main">
              <a:ext uri="{FF2B5EF4-FFF2-40B4-BE49-F238E27FC236}">
                <a16:creationId xmlns:a16="http://schemas.microsoft.com/office/drawing/2014/main" id="{874E9A6C-5966-47C5-9A3C-082F22B5C2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6693550" name="Picture 1236124359"/>
          <p:cNvPicPr>
            <a:picLocks xmlns:a="http://schemas.openxmlformats.org/drawingml/2006/main" noChangeAspect="1"/>
          </p:cNvPicPr>
          <p:nvPr/>
        </p:nvPicPr>
        <p:blipFill rotWithShape="1">
          <a:blip xmlns:r="http://schemas.openxmlformats.org/officeDocument/2006/relationships" xmlns:a="http://schemas.openxmlformats.org/drawingml/2006/main" r:embed="Raa98301840844238"/>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1665235876"/>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060778" name="Rectangle 1153616344">
            <a:extLst xmlns:a="http://schemas.openxmlformats.org/drawingml/2006/main">
              <a:ext uri="{FF2B5EF4-FFF2-40B4-BE49-F238E27FC236}">
                <a16:creationId xmlns:a16="http://schemas.microsoft.com/office/drawing/2014/main" id="{864C6C54-0722-47C9-B7B0-5A861DB713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73141488" name="Rectangle 900783331">
            <a:extLst xmlns:a="http://schemas.openxmlformats.org/drawingml/2006/main">
              <a:ext uri="{FF2B5EF4-FFF2-40B4-BE49-F238E27FC236}">
                <a16:creationId xmlns:a16="http://schemas.microsoft.com/office/drawing/2014/main" id="{7043A2E8-46F4-42CD-8404-4B546A8F35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chemeClr val="tx1">
                    <a:lumMod val="65000"/>
                    <a:lumOff val="35000"/>
                  </a:schemeClr>
                </a:solidFill>
              </a:rPr>
              <a:t>The chain rule multiplies local changes</a:t>
            </a:r>
          </a:p>
        </p:txBody>
      </p:sp>
      <p:sp>
        <p:nvSpPr>
          <p:cNvPr id="729746402" name="Rectangle 1675037776">
            <a:extLst xmlns:a="http://schemas.openxmlformats.org/drawingml/2006/main">
              <a:ext uri="{FF2B5EF4-FFF2-40B4-BE49-F238E27FC236}">
                <a16:creationId xmlns:a16="http://schemas.microsoft.com/office/drawing/2014/main" id="{B87C73C6-D5F0-4085-90C3-807843CD84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22</a:t>
            </a:r>
          </a:p>
        </p:txBody>
      </p:sp>
      <p:sp>
        <p:nvSpPr>
          <p:cNvPr id="1855845872" name="Rectangle: Rounded Corners 2030417643">
            <a:extLst xmlns:a="http://schemas.openxmlformats.org/drawingml/2006/main">
              <a:ext uri="{FF2B5EF4-FFF2-40B4-BE49-F238E27FC236}">
                <a16:creationId xmlns:a16="http://schemas.microsoft.com/office/drawing/2014/main" id="{F8C64D64-E51A-400B-9AB6-56FE3FC842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7731846" name="Rectangle 774837902">
            <a:extLst xmlns:a="http://schemas.openxmlformats.org/drawingml/2006/main">
              <a:ext uri="{FF2B5EF4-FFF2-40B4-BE49-F238E27FC236}">
                <a16:creationId xmlns:a16="http://schemas.microsoft.com/office/drawing/2014/main" id="{45C913B6-6B3A-4FC6-8FB3-EED7CD39D66E}"/>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368689420" name="Arrow: Right 1720535862">
            <a:extLst xmlns:a="http://schemas.openxmlformats.org/drawingml/2006/main">
              <a:ext uri="{FF2B5EF4-FFF2-40B4-BE49-F238E27FC236}">
                <a16:creationId xmlns:a16="http://schemas.microsoft.com/office/drawing/2014/main" id="{ABF5B664-F632-47A7-AB07-F133447085C8}"/>
              </a:ext>
            </a:extLst>
          </p:cNvPr>
          <p:cNvSpPr>
            <a:spLocks xmlns:a="http://schemas.openxmlformats.org/drawingml/2006/main" noGrp="1"/>
          </p:cNvSpPr>
          <p:nvPr/>
        </p:nvSpPr>
        <p:spPr>
          <a:xfrm xmlns:a="http://schemas.openxmlformats.org/drawingml/2006/main">
            <a:off x="339090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236038" name="Arrow: Right 1191864325">
            <a:extLst xmlns:a="http://schemas.openxmlformats.org/drawingml/2006/main">
              <a:ext uri="{FF2B5EF4-FFF2-40B4-BE49-F238E27FC236}">
                <a16:creationId xmlns:a16="http://schemas.microsoft.com/office/drawing/2014/main" id="{55488F16-3F1A-4F3A-A1B0-95855EA2F730}"/>
              </a:ext>
            </a:extLst>
          </p:cNvPr>
          <p:cNvSpPr>
            <a:spLocks xmlns:a="http://schemas.openxmlformats.org/drawingml/2006/main" noGrp="1"/>
          </p:cNvSpPr>
          <p:nvPr/>
        </p:nvSpPr>
        <p:spPr>
          <a:xfrm xmlns:a="http://schemas.openxmlformats.org/drawingml/2006/main">
            <a:off x="683895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993534" name="Rectangle: Rounded Corners 757820384">
            <a:extLst xmlns:a="http://schemas.openxmlformats.org/drawingml/2006/main">
              <a:ext uri="{FF2B5EF4-FFF2-40B4-BE49-F238E27FC236}">
                <a16:creationId xmlns:a16="http://schemas.microsoft.com/office/drawing/2014/main" id="{026804A9-7729-4341-AA89-37412E157E55}"/>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506076296" name="Rectangle: Rounded Corners 1138139424">
            <a:extLst xmlns:a="http://schemas.openxmlformats.org/drawingml/2006/main">
              <a:ext uri="{FF2B5EF4-FFF2-40B4-BE49-F238E27FC236}">
                <a16:creationId xmlns:a16="http://schemas.microsoft.com/office/drawing/2014/main" id="{EC35D86D-CC1D-4867-951F-DB06447449B9}"/>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2563EB"/>
                </a:solidFill>
                <a:latin typeface="Calibri"/>
                <a:ea typeface="Calibri"/>
                <a:cs typeface="Calibri"/>
              </a:defRPr>
            </a:pPr>
            <a:r>
              <a:rPr sz="2050" b="1">
                <a:solidFill>
                  <a:srgbClr val="2563EB"/>
                </a:solidFill>
                <a:latin typeface="Calibri"/>
                <a:ea typeface="Calibri"/>
                <a:cs typeface="Calibri"/>
              </a:rPr>
              <a:t>u = g(x)</a:t>
            </a:r>
          </a:p>
        </p:txBody>
      </p:sp>
      <p:sp>
        <p:nvSpPr>
          <p:cNvPr id="666375439" name="Rectangle: Rounded Corners 1116592569">
            <a:extLst xmlns:a="http://schemas.openxmlformats.org/drawingml/2006/main">
              <a:ext uri="{FF2B5EF4-FFF2-40B4-BE49-F238E27FC236}">
                <a16:creationId xmlns:a16="http://schemas.microsoft.com/office/drawing/2014/main" id="{5A394260-EAA8-427F-B13E-93FEE5C7A752}"/>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59669"/>
                </a:solidFill>
                <a:latin typeface="Calibri"/>
                <a:ea typeface="Calibri"/>
                <a:cs typeface="Calibri"/>
              </a:defRPr>
            </a:pPr>
            <a:r>
              <a:rPr sz="2050" b="1">
                <a:solidFill>
                  <a:srgbClr val="059669"/>
                </a:solidFill>
                <a:latin typeface="Calibri"/>
                <a:ea typeface="Calibri"/>
                <a:cs typeface="Calibri"/>
              </a:rPr>
              <a:t>y = f(u)</a:t>
            </a:r>
          </a:p>
        </p:txBody>
      </p:sp>
      <p:sp>
        <p:nvSpPr>
          <p:cNvPr id="556307590" name="Rectangle: Rounded Corners 833562430">
            <a:extLst xmlns:a="http://schemas.openxmlformats.org/drawingml/2006/main">
              <a:ext uri="{FF2B5EF4-FFF2-40B4-BE49-F238E27FC236}">
                <a16:creationId xmlns:a16="http://schemas.microsoft.com/office/drawing/2014/main" id="{530140F3-50C2-41A7-B4E3-17DEF81A821E}"/>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B0F19"/>
                </a:solidFill>
                <a:latin typeface="Calibri"/>
                <a:ea typeface="Calibri"/>
                <a:cs typeface="Calibri"/>
              </a:defRPr>
            </a:pPr>
          </a:p>
        </p:txBody>
      </p:sp>
      <p:sp>
        <p:nvSpPr>
          <p:cNvPr id="1525458241" name="Rectangle 674000522">
            <a:extLst xmlns:a="http://schemas.openxmlformats.org/drawingml/2006/main">
              <a:ext uri="{FF2B5EF4-FFF2-40B4-BE49-F238E27FC236}">
                <a16:creationId xmlns:a16="http://schemas.microsoft.com/office/drawing/2014/main" id="{F0C64650-D17C-4FD0-8EF2-4D34F321B840}"/>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pic>
        <p:nvPicPr>
          <p:cNvPr id="1855845886" name="Graphic 736381408"/>
          <p:cNvPicPr>
            <a:picLocks xmlns:a="http://schemas.openxmlformats.org/drawingml/2006/main" noChangeAspect="1"/>
          </p:cNvPicPr>
          <p:nvPr/>
        </p:nvPicPr>
        <p:blipFill rotWithShape="1">
          <a:blip xmlns:r="http://schemas.openxmlformats.org/officeDocument/2006/relationships" xmlns:a="http://schemas.openxmlformats.org/drawingml/2006/main" r:embed="Rd551c5b1a6fc49d9">
            <a:extLst>
              <a:ext uri="{96DAC541-7B7A-43D3-8B79-37D633B846F1}">
                <asvg:svgBlip xmlns:asvg="http://schemas.microsoft.com/office/drawing/2016/SVG/main" r:embed="Rca357353e2b64f9b"/>
              </a:ext>
            </a:extLst>
          </a:blip>
          <a:stretch xmlns:a="http://schemas.openxmlformats.org/drawingml/2006/main"/>
        </p:blipFill>
        <p:spPr>
          <a:xfrm xmlns:a="http://schemas.openxmlformats.org/drawingml/2006/main">
            <a:off x="2381250" y="4019550"/>
            <a:ext cx="7429500" cy="723900"/>
          </a:xfrm>
          <a:prstGeom xmlns:a="http://schemas.openxmlformats.org/drawingml/2006/main" prst="rect">
            <a:avLst/>
          </a:prstGeom>
        </p:spPr>
      </p:pic>
    </p:spTree>
    <p:extLst>
      <p:ext uri="{BB962C8B-B14F-4D97-AF65-F5344CB8AC3E}">
        <p14:creationId xmlns:p14="http://schemas.microsoft.com/office/powerpoint/2010/main" val="26107760"/>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6460386" name="Rectangle 1153616344">
            <a:extLst xmlns:a="http://schemas.openxmlformats.org/drawingml/2006/main">
              <a:ext uri="{FF2B5EF4-FFF2-40B4-BE49-F238E27FC236}">
                <a16:creationId xmlns:a16="http://schemas.microsoft.com/office/drawing/2014/main" id="{FA56CD00-0EAE-4709-AD5A-56F825112C9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p>
        </p:txBody>
      </p:sp>
      <p:sp>
        <p:nvSpPr>
          <p:cNvPr id="717598040" name="Rectangle 900783331">
            <a:extLst xmlns:a="http://schemas.openxmlformats.org/drawingml/2006/main">
              <a:ext uri="{FF2B5EF4-FFF2-40B4-BE49-F238E27FC236}">
                <a16:creationId xmlns:a16="http://schemas.microsoft.com/office/drawing/2014/main" id="{96DA2300-B916-40BB-8A77-FB37C00B791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chemeClr val="tx1">
                    <a:lumMod val="65000"/>
                    <a:lumOff val="35000"/>
                  </a:schemeClr>
                </a:solidFill>
                <a:latin typeface="Georgia"/>
                <a:ea typeface="Georgia"/>
                <a:cs typeface="Georgia"/>
              </a:rPr>
              <a:t>u splits the calculation into two steps</a:t>
            </a:r>
          </a:p>
        </p:txBody>
      </p:sp>
      <p:sp>
        <p:nvSpPr>
          <p:cNvPr id="1747221643" name="Rectangle 1675037776">
            <a:extLst xmlns:a="http://schemas.openxmlformats.org/drawingml/2006/main">
              <a:ext uri="{FF2B5EF4-FFF2-40B4-BE49-F238E27FC236}">
                <a16:creationId xmlns:a16="http://schemas.microsoft.com/office/drawing/2014/main" id="{786E85BA-6EE2-4B89-8F0E-30FB9AD1BBE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sp>
        <p:nvSpPr>
          <p:cNvPr id="940089818" name="Rectangle: Rounded Corners 1424783321">
            <a:extLst xmlns:a="http://schemas.openxmlformats.org/drawingml/2006/main">
              <a:ext uri="{FF2B5EF4-FFF2-40B4-BE49-F238E27FC236}">
                <a16:creationId xmlns:a16="http://schemas.microsoft.com/office/drawing/2014/main" id="{A25A32DB-807B-473F-BEDE-62221EB92AF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592560" name="Rectangle 1728519339">
            <a:extLst xmlns:a="http://schemas.openxmlformats.org/drawingml/2006/main">
              <a:ext uri="{FF2B5EF4-FFF2-40B4-BE49-F238E27FC236}">
                <a16:creationId xmlns:a16="http://schemas.microsoft.com/office/drawing/2014/main" id="{F437BD02-DD86-4161-84D1-9185B5C661C2}"/>
              </a:ext>
            </a:extLst>
          </p:cNvPr>
          <p:cNvSpPr>
            <a:spLocks xmlns:a="http://schemas.openxmlformats.org/drawingml/2006/main" noGrp="1"/>
          </p:cNvSpPr>
          <p:nvPr/>
        </p:nvSpPr>
        <p:spPr>
          <a:xfrm xmlns:a="http://schemas.openxmlformats.org/drawingml/2006/main">
            <a:off x="1143000" y="1619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latin typeface="Calibri"/>
                <a:ea typeface="Calibri"/>
                <a:cs typeface="Calibri"/>
              </a:defRPr>
            </a:pPr>
            <a:r>
              <a:rPr sz="1350" b="1">
                <a:solidFill>
                  <a:srgbClr val="2563EB"/>
                </a:solidFill>
                <a:latin typeface="Calibri"/>
                <a:ea typeface="Calibri"/>
                <a:cs typeface="Calibri"/>
              </a:rPr>
              <a:t>1   Define</a:t>
            </a:r>
          </a:p>
        </p:txBody>
      </p:sp>
      <p:sp>
        <p:nvSpPr>
          <p:cNvPr id="660361110" name="Arrow: Right 574157868">
            <a:extLst xmlns:a="http://schemas.openxmlformats.org/drawingml/2006/main">
              <a:ext uri="{FF2B5EF4-FFF2-40B4-BE49-F238E27FC236}">
                <a16:creationId xmlns:a16="http://schemas.microsoft.com/office/drawing/2014/main" id="{04393170-1B15-4FD0-B4AE-B5F5747F8F3A}"/>
              </a:ext>
            </a:extLst>
          </p:cNvPr>
          <p:cNvSpPr>
            <a:spLocks xmlns:a="http://schemas.openxmlformats.org/drawingml/2006/main" noGrp="1"/>
          </p:cNvSpPr>
          <p:nvPr/>
        </p:nvSpPr>
        <p:spPr>
          <a:xfrm xmlns:a="http://schemas.openxmlformats.org/drawingml/2006/main">
            <a:off x="5572125" y="2057400"/>
            <a:ext cx="857250" cy="3810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1369161" name="Rectangle: Rounded Corners 872926415">
            <a:extLst xmlns:a="http://schemas.openxmlformats.org/drawingml/2006/main">
              <a:ext uri="{FF2B5EF4-FFF2-40B4-BE49-F238E27FC236}">
                <a16:creationId xmlns:a16="http://schemas.microsoft.com/office/drawing/2014/main" id="{F2F7E3EF-3D46-43F1-8AE0-1FB609D324D2}"/>
              </a:ext>
            </a:extLst>
          </p:cNvPr>
          <p:cNvSpPr>
            <a:spLocks xmlns:a="http://schemas.openxmlformats.org/drawingml/2006/main" noGrp="1"/>
          </p:cNvSpPr>
          <p:nvPr/>
        </p:nvSpPr>
        <p:spPr>
          <a:xfrm xmlns:a="http://schemas.openxmlformats.org/drawingml/2006/main">
            <a:off x="1666875" y="1943100"/>
            <a:ext cx="3429000" cy="628650"/>
          </a:xfrm>
          <a:prstGeom xmlns:a="http://schemas.openxmlformats.org/drawingml/2006/main" prst="roundRect">
            <a:avLst>
              <a:gd name="adj" fmla="val 12121"/>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3249644" name="Rectangle: Rounded Corners 700815694">
            <a:extLst xmlns:a="http://schemas.openxmlformats.org/drawingml/2006/main">
              <a:ext uri="{FF2B5EF4-FFF2-40B4-BE49-F238E27FC236}">
                <a16:creationId xmlns:a16="http://schemas.microsoft.com/office/drawing/2014/main" id="{536B1C62-A5AB-47AA-9B4C-69A97140C15B}"/>
              </a:ext>
            </a:extLst>
          </p:cNvPr>
          <p:cNvSpPr>
            <a:spLocks xmlns:a="http://schemas.openxmlformats.org/drawingml/2006/main" noGrp="1"/>
          </p:cNvSpPr>
          <p:nvPr/>
        </p:nvSpPr>
        <p:spPr>
          <a:xfrm xmlns:a="http://schemas.openxmlformats.org/drawingml/2006/main">
            <a:off x="6905625" y="1943100"/>
            <a:ext cx="3429000" cy="628650"/>
          </a:xfrm>
          <a:prstGeom xmlns:a="http://schemas.openxmlformats.org/drawingml/2006/main" prst="roundRect">
            <a:avLst>
              <a:gd name="adj" fmla="val 12121"/>
            </a:avLst>
          </a:prstGeom>
          <a:solidFill xmlns:a="http://schemas.openxmlformats.org/drawingml/2006/main">
            <a:srgbClr val="ECFDF5"/>
          </a:solidFill>
          <a:ln xmlns:a="http://schemas.openxmlformats.org/drawingml/2006/main" w="1333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592575" name="Graphic 600519429"/>
          <p:cNvPicPr>
            <a:picLocks xmlns:a="http://schemas.openxmlformats.org/drawingml/2006/main" noChangeAspect="1"/>
          </p:cNvPicPr>
          <p:nvPr/>
        </p:nvPicPr>
        <p:blipFill rotWithShape="1">
          <a:blip xmlns:r="http://schemas.openxmlformats.org/officeDocument/2006/relationships" xmlns:a="http://schemas.openxmlformats.org/drawingml/2006/main" r:embed="R0164c6c29f254e67">
            <a:extLst>
              <a:ext uri="{96DAC541-7B7A-43D3-8B79-37D633B846F1}">
                <asvg:svgBlip xmlns:asvg="http://schemas.microsoft.com/office/drawing/2016/SVG/main" r:embed="R7f171418ee3b4a24"/>
              </a:ext>
            </a:extLst>
          </a:blip>
          <a:stretch xmlns:a="http://schemas.openxmlformats.org/drawingml/2006/main"/>
        </p:blipFill>
        <p:spPr>
          <a:xfrm xmlns:a="http://schemas.openxmlformats.org/drawingml/2006/main">
            <a:off x="1857375" y="2009775"/>
            <a:ext cx="3048000" cy="476250"/>
          </a:xfrm>
          <a:prstGeom xmlns:a="http://schemas.openxmlformats.org/drawingml/2006/main" prst="rect">
            <a:avLst/>
          </a:prstGeom>
        </p:spPr>
      </p:pic>
      <p:pic>
        <p:nvPicPr>
          <p:cNvPr id="2146592576" name="Graphic 1827206842"/>
          <p:cNvPicPr>
            <a:picLocks xmlns:a="http://schemas.openxmlformats.org/drawingml/2006/main" noChangeAspect="1"/>
          </p:cNvPicPr>
          <p:nvPr/>
        </p:nvPicPr>
        <p:blipFill rotWithShape="1">
          <a:blip xmlns:r="http://schemas.openxmlformats.org/officeDocument/2006/relationships" xmlns:a="http://schemas.openxmlformats.org/drawingml/2006/main" r:embed="R672294fa97294424">
            <a:extLst>
              <a:ext uri="{96DAC541-7B7A-43D3-8B79-37D633B846F1}">
                <asvg:svgBlip xmlns:asvg="http://schemas.microsoft.com/office/drawing/2016/SVG/main" r:embed="R4a71a59d3b394d8a"/>
              </a:ext>
            </a:extLst>
          </a:blip>
          <a:stretch xmlns:a="http://schemas.openxmlformats.org/drawingml/2006/main"/>
        </p:blipFill>
        <p:spPr>
          <a:xfrm xmlns:a="http://schemas.openxmlformats.org/drawingml/2006/main">
            <a:off x="7096125" y="2009775"/>
            <a:ext cx="3048000" cy="476250"/>
          </a:xfrm>
          <a:prstGeom xmlns:a="http://schemas.openxmlformats.org/drawingml/2006/main" prst="rect">
            <a:avLst/>
          </a:prstGeom>
        </p:spPr>
      </p:pic>
      <p:sp>
        <p:nvSpPr>
          <p:cNvPr id="86987919" name="Rectangle 1290544023">
            <a:extLst xmlns:a="http://schemas.openxmlformats.org/drawingml/2006/main">
              <a:ext uri="{FF2B5EF4-FFF2-40B4-BE49-F238E27FC236}">
                <a16:creationId xmlns:a16="http://schemas.microsoft.com/office/drawing/2014/main" id="{71C824AF-6780-4F80-A8D6-21789D52046B}"/>
              </a:ext>
            </a:extLst>
          </p:cNvPr>
          <p:cNvSpPr>
            <a:spLocks xmlns:a="http://schemas.openxmlformats.org/drawingml/2006/main" noGrp="1"/>
          </p:cNvSpPr>
          <p:nvPr/>
        </p:nvSpPr>
        <p:spPr>
          <a:xfrm xmlns:a="http://schemas.openxmlformats.org/drawingml/2006/main">
            <a:off x="1143000" y="2838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59669"/>
                </a:solidFill>
                <a:latin typeface="Calibri"/>
                <a:ea typeface="Calibri"/>
                <a:cs typeface="Calibri"/>
              </a:defRPr>
            </a:pPr>
            <a:r>
              <a:rPr sz="1350" b="1">
                <a:solidFill>
                  <a:srgbClr val="059669"/>
                </a:solidFill>
                <a:latin typeface="Calibri"/>
                <a:ea typeface="Calibri"/>
                <a:cs typeface="Calibri"/>
              </a:rPr>
              <a:t>2   Evaluate at x = 2</a:t>
            </a:r>
          </a:p>
        </p:txBody>
      </p:sp>
      <p:sp>
        <p:nvSpPr>
          <p:cNvPr id="530437004" name="Arrow: Right 541833276">
            <a:extLst xmlns:a="http://schemas.openxmlformats.org/drawingml/2006/main">
              <a:ext uri="{FF2B5EF4-FFF2-40B4-BE49-F238E27FC236}">
                <a16:creationId xmlns:a16="http://schemas.microsoft.com/office/drawing/2014/main" id="{1F6A686B-4547-45F6-82F7-B1D4D36964DF}"/>
              </a:ext>
            </a:extLst>
          </p:cNvPr>
          <p:cNvSpPr>
            <a:spLocks xmlns:a="http://schemas.openxmlformats.org/drawingml/2006/main" noGrp="1"/>
          </p:cNvSpPr>
          <p:nvPr/>
        </p:nvSpPr>
        <p:spPr>
          <a:xfrm xmlns:a="http://schemas.openxmlformats.org/drawingml/2006/main">
            <a:off x="5572125" y="3267075"/>
            <a:ext cx="857250" cy="381000"/>
          </a:xfrm>
          <a:prstGeom xmlns:a="http://schemas.openxmlformats.org/drawingml/2006/main" prst="rightArrow">
            <a:avLst>
              <a:gd name="adj1" fmla="val 50000"/>
              <a:gd name="adj2" fmla="val 50000"/>
            </a:avLst>
          </a:prstGeom>
          <a:solidFill xmlns:a="http://schemas.openxmlformats.org/drawingml/2006/main">
            <a:srgbClr val="ECFDF5"/>
          </a:solidFill>
          <a:ln xmlns:a="http://schemas.openxmlformats.org/drawingml/2006/main" w="1333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7875954" name="Rectangle: Rounded Corners 1306720251">
            <a:extLst xmlns:a="http://schemas.openxmlformats.org/drawingml/2006/main">
              <a:ext uri="{FF2B5EF4-FFF2-40B4-BE49-F238E27FC236}">
                <a16:creationId xmlns:a16="http://schemas.microsoft.com/office/drawing/2014/main" id="{AB06A39C-AA86-4680-A776-0746ACC100E0}"/>
              </a:ext>
            </a:extLst>
          </p:cNvPr>
          <p:cNvSpPr>
            <a:spLocks xmlns:a="http://schemas.openxmlformats.org/drawingml/2006/main" noGrp="1"/>
          </p:cNvSpPr>
          <p:nvPr/>
        </p:nvSpPr>
        <p:spPr>
          <a:xfrm xmlns:a="http://schemas.openxmlformats.org/drawingml/2006/main">
            <a:off x="166687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2670753" name="Rectangle: Rounded Corners 414102630">
            <a:extLst xmlns:a="http://schemas.openxmlformats.org/drawingml/2006/main">
              <a:ext uri="{FF2B5EF4-FFF2-40B4-BE49-F238E27FC236}">
                <a16:creationId xmlns:a16="http://schemas.microsoft.com/office/drawing/2014/main" id="{53024D96-5D98-4AF9-85FA-D477A73C35AE}"/>
              </a:ext>
            </a:extLst>
          </p:cNvPr>
          <p:cNvSpPr>
            <a:spLocks xmlns:a="http://schemas.openxmlformats.org/drawingml/2006/main" noGrp="1"/>
          </p:cNvSpPr>
          <p:nvPr/>
        </p:nvSpPr>
        <p:spPr>
          <a:xfrm xmlns:a="http://schemas.openxmlformats.org/drawingml/2006/main">
            <a:off x="690562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592581" name="Graphic 154591657"/>
          <p:cNvPicPr>
            <a:picLocks xmlns:a="http://schemas.openxmlformats.org/drawingml/2006/main" noChangeAspect="1"/>
          </p:cNvPicPr>
          <p:nvPr/>
        </p:nvPicPr>
        <p:blipFill rotWithShape="1">
          <a:blip xmlns:r="http://schemas.openxmlformats.org/officeDocument/2006/relationships" xmlns:a="http://schemas.openxmlformats.org/drawingml/2006/main" r:embed="Rc21e502e882c425f">
            <a:extLst>
              <a:ext uri="{96DAC541-7B7A-43D3-8B79-37D633B846F1}">
                <asvg:svgBlip xmlns:asvg="http://schemas.microsoft.com/office/drawing/2016/SVG/main" r:embed="Rcc6e94a2a52a45ef"/>
              </a:ext>
            </a:extLst>
          </a:blip>
          <a:stretch xmlns:a="http://schemas.openxmlformats.org/drawingml/2006/main"/>
        </p:blipFill>
        <p:spPr>
          <a:xfrm xmlns:a="http://schemas.openxmlformats.org/drawingml/2006/main">
            <a:off x="1857375" y="3219449"/>
            <a:ext cx="3048000" cy="476250"/>
          </a:xfrm>
          <a:prstGeom xmlns:a="http://schemas.openxmlformats.org/drawingml/2006/main" prst="rect">
            <a:avLst/>
          </a:prstGeom>
        </p:spPr>
      </p:pic>
      <p:pic>
        <p:nvPicPr>
          <p:cNvPr id="2146592582" name="Graphic 145493105"/>
          <p:cNvPicPr>
            <a:picLocks xmlns:a="http://schemas.openxmlformats.org/drawingml/2006/main" noChangeAspect="1"/>
          </p:cNvPicPr>
          <p:nvPr/>
        </p:nvPicPr>
        <p:blipFill rotWithShape="1">
          <a:blip xmlns:r="http://schemas.openxmlformats.org/officeDocument/2006/relationships" xmlns:a="http://schemas.openxmlformats.org/drawingml/2006/main" r:embed="R5294ea0bde4a4b86">
            <a:extLst>
              <a:ext uri="{96DAC541-7B7A-43D3-8B79-37D633B846F1}">
                <asvg:svgBlip xmlns:asvg="http://schemas.microsoft.com/office/drawing/2016/SVG/main" r:embed="R88ed796d05864b29"/>
              </a:ext>
            </a:extLst>
          </a:blip>
          <a:stretch xmlns:a="http://schemas.openxmlformats.org/drawingml/2006/main"/>
        </p:blipFill>
        <p:spPr>
          <a:xfrm xmlns:a="http://schemas.openxmlformats.org/drawingml/2006/main">
            <a:off x="7096125" y="3219449"/>
            <a:ext cx="3048000" cy="476250"/>
          </a:xfrm>
          <a:prstGeom xmlns:a="http://schemas.openxmlformats.org/drawingml/2006/main" prst="rect">
            <a:avLst/>
          </a:prstGeom>
        </p:spPr>
      </p:pic>
      <p:sp>
        <p:nvSpPr>
          <p:cNvPr id="576984078" name="Rectangle 226076667">
            <a:extLst xmlns:a="http://schemas.openxmlformats.org/drawingml/2006/main">
              <a:ext uri="{FF2B5EF4-FFF2-40B4-BE49-F238E27FC236}">
                <a16:creationId xmlns:a16="http://schemas.microsoft.com/office/drawing/2014/main" id="{13B34150-BDB6-4C36-8BF2-431C1017653E}"/>
              </a:ext>
            </a:extLst>
          </p:cNvPr>
          <p:cNvSpPr>
            <a:spLocks xmlns:a="http://schemas.openxmlformats.org/drawingml/2006/main" noGrp="1"/>
          </p:cNvSpPr>
          <p:nvPr/>
        </p:nvSpPr>
        <p:spPr>
          <a:xfrm xmlns:a="http://schemas.openxmlformats.org/drawingml/2006/main">
            <a:off x="1143000" y="40576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EF4444"/>
                </a:solidFill>
                <a:latin typeface="Calibri"/>
                <a:ea typeface="Calibri"/>
                <a:cs typeface="Calibri"/>
              </a:defRPr>
            </a:pPr>
            <a:r>
              <a:rPr sz="1350" b="1">
                <a:solidFill>
                  <a:srgbClr val="EF4444"/>
                </a:solidFill>
                <a:latin typeface="Calibri"/>
                <a:ea typeface="Calibri"/>
                <a:cs typeface="Calibri"/>
              </a:rPr>
              <a:t>3   Differentiate</a:t>
            </a:r>
          </a:p>
        </p:txBody>
      </p:sp>
      <p:sp>
        <p:nvSpPr>
          <p:cNvPr id="770393733" name="Rectangle: Rounded Corners 882725436">
            <a:extLst xmlns:a="http://schemas.openxmlformats.org/drawingml/2006/main">
              <a:ext uri="{FF2B5EF4-FFF2-40B4-BE49-F238E27FC236}">
                <a16:creationId xmlns:a16="http://schemas.microsoft.com/office/drawing/2014/main" id="{9C22142D-CD0C-4D9E-9BD1-C5FDE8C3B3C0}"/>
              </a:ext>
            </a:extLst>
          </p:cNvPr>
          <p:cNvSpPr>
            <a:spLocks xmlns:a="http://schemas.openxmlformats.org/drawingml/2006/main" noGrp="1"/>
          </p:cNvSpPr>
          <p:nvPr/>
        </p:nvSpPr>
        <p:spPr>
          <a:xfrm xmlns:a="http://schemas.openxmlformats.org/drawingml/2006/main">
            <a:off x="1428750" y="4410074"/>
            <a:ext cx="9334499" cy="67591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6193">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592585" name="Graphic 2145169561"/>
          <p:cNvPicPr>
            <a:picLocks xmlns:a="http://schemas.openxmlformats.org/drawingml/2006/main" noChangeAspect="1"/>
          </p:cNvPicPr>
          <p:nvPr/>
        </p:nvPicPr>
        <p:blipFill rotWithShape="1">
          <a:blip xmlns:r="http://schemas.openxmlformats.org/officeDocument/2006/relationships" xmlns:a="http://schemas.openxmlformats.org/drawingml/2006/main" r:embed="R149d6aa0bf4843aa">
            <a:extLst>
              <a:ext uri="{96DAC541-7B7A-43D3-8B79-37D633B846F1}">
                <asvg:svgBlip xmlns:asvg="http://schemas.microsoft.com/office/drawing/2016/SVG/main" r:embed="R02d6283c35834911"/>
              </a:ext>
            </a:extLst>
          </a:blip>
          <a:stretch xmlns:a="http://schemas.openxmlformats.org/drawingml/2006/main"/>
        </p:blipFill>
        <p:spPr>
          <a:xfrm xmlns:a="http://schemas.openxmlformats.org/drawingml/2006/main">
            <a:off x="1809750" y="4467225"/>
            <a:ext cx="8572500" cy="552450"/>
          </a:xfrm>
          <a:prstGeom xmlns:a="http://schemas.openxmlformats.org/drawingml/2006/main" prst="rect">
            <a:avLst/>
          </a:prstGeom>
        </p:spPr>
      </p:pic>
      <p:sp>
        <p:nvSpPr>
          <p:cNvPr id="342048087" name="Rectangle: Rounded Corners 1279759937">
            <a:extLst xmlns:a="http://schemas.openxmlformats.org/drawingml/2006/main">
              <a:ext uri="{FF2B5EF4-FFF2-40B4-BE49-F238E27FC236}">
                <a16:creationId xmlns:a16="http://schemas.microsoft.com/office/drawing/2014/main" id="{BDB8F969-0678-49EE-8F36-F8C4724C1255}"/>
              </a:ext>
            </a:extLst>
          </p:cNvPr>
          <p:cNvSpPr>
            <a:spLocks xmlns:a="http://schemas.openxmlformats.org/drawingml/2006/main" noGrp="1"/>
          </p:cNvSpPr>
          <p:nvPr/>
        </p:nvSpPr>
        <p:spPr>
          <a:xfrm xmlns:a="http://schemas.openxmlformats.org/drawingml/2006/main">
            <a:off x="3143249" y="5314949"/>
            <a:ext cx="5905499" cy="549813"/>
          </a:xfrm>
          <a:prstGeom xmlns:a="http://schemas.openxmlformats.org/drawingml/2006/main" prst="roundRect">
            <a:avLst>
              <a:gd name="adj" fmla="val 15385"/>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592587" name="Graphic 1769991084"/>
          <p:cNvPicPr>
            <a:picLocks xmlns:a="http://schemas.openxmlformats.org/drawingml/2006/main" noChangeAspect="1"/>
          </p:cNvPicPr>
          <p:nvPr/>
        </p:nvPicPr>
        <p:blipFill rotWithShape="1">
          <a:blip xmlns:r="http://schemas.openxmlformats.org/officeDocument/2006/relationships" xmlns:a="http://schemas.openxmlformats.org/drawingml/2006/main" r:embed="R8d3e042137234091">
            <a:extLst>
              <a:ext uri="{96DAC541-7B7A-43D3-8B79-37D633B846F1}">
                <asvg:svgBlip xmlns:asvg="http://schemas.microsoft.com/office/drawing/2016/SVG/main" r:embed="Rd2b8d2ef7a274df3"/>
              </a:ext>
            </a:extLst>
          </a:blip>
          <a:stretch xmlns:a="http://schemas.openxmlformats.org/drawingml/2006/main"/>
        </p:blipFill>
        <p:spPr>
          <a:xfrm xmlns:a="http://schemas.openxmlformats.org/drawingml/2006/main">
            <a:off x="3429000" y="5343525"/>
            <a:ext cx="5334000" cy="438149"/>
          </a:xfrm>
          <a:prstGeom xmlns:a="http://schemas.openxmlformats.org/drawingml/2006/main" prst="rect">
            <a:avLst/>
          </a:prstGeom>
        </p:spPr>
      </p:pic>
    </p:spTree>
    <p:extLst>
      <p:ext uri="{BB962C8B-B14F-4D97-AF65-F5344CB8AC3E}">
        <p14:creationId xmlns:p14="http://schemas.microsoft.com/office/powerpoint/2010/main" val="245624280"/>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12334520" name="Rectangle 1153616344">
            <a:extLst xmlns:a="http://schemas.openxmlformats.org/drawingml/2006/main">
              <a:ext uri="{FF2B5EF4-FFF2-40B4-BE49-F238E27FC236}">
                <a16:creationId xmlns:a16="http://schemas.microsoft.com/office/drawing/2014/main" id="{3C8D113D-B580-4B76-9A53-BE4F8AB318D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1055681778" name="Rectangle 900783331">
            <a:extLst xmlns:a="http://schemas.openxmlformats.org/drawingml/2006/main">
              <a:ext uri="{FF2B5EF4-FFF2-40B4-BE49-F238E27FC236}">
                <a16:creationId xmlns:a16="http://schemas.microsoft.com/office/drawing/2014/main" id="{DBBA8408-181A-459D-B564-9E2D6F75F9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chemeClr val="tx1">
                    <a:lumMod val="65000"/>
                    <a:lumOff val="35000"/>
                  </a:schemeClr>
                </a:solidFill>
                <a:latin typeface="Georgia"/>
                <a:ea typeface="Georgia"/>
                <a:cs typeface="Georgia"/>
              </a:rPr>
              <a:t>Backpropagation uses the chain rule</a:t>
            </a:r>
          </a:p>
        </p:txBody>
      </p:sp>
      <p:sp>
        <p:nvSpPr>
          <p:cNvPr id="1491165326" name="Rectangle 1675037776">
            <a:extLst xmlns:a="http://schemas.openxmlformats.org/drawingml/2006/main">
              <a:ext uri="{FF2B5EF4-FFF2-40B4-BE49-F238E27FC236}">
                <a16:creationId xmlns:a16="http://schemas.microsoft.com/office/drawing/2014/main" id="{13CB81E5-5DC9-4BE1-A7A8-FACAF7F4875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24</a:t>
            </a:r>
          </a:p>
        </p:txBody>
      </p:sp>
      <p:sp>
        <p:nvSpPr>
          <p:cNvPr id="692539906" name="Rectangle: Rounded Corners 829312678">
            <a:extLst xmlns:a="http://schemas.openxmlformats.org/drawingml/2006/main">
              <a:ext uri="{FF2B5EF4-FFF2-40B4-BE49-F238E27FC236}">
                <a16:creationId xmlns:a16="http://schemas.microsoft.com/office/drawing/2014/main" id="{C35A7658-26AE-41A2-AEBE-FFAA45B8DE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5575163" name="Rectangle 122013396">
            <a:extLst xmlns:a="http://schemas.openxmlformats.org/drawingml/2006/main">
              <a:ext uri="{FF2B5EF4-FFF2-40B4-BE49-F238E27FC236}">
                <a16:creationId xmlns:a16="http://schemas.microsoft.com/office/drawing/2014/main" id="{3DBA0C2B-05AA-4FDF-9B88-FAE898EE25BC}"/>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1842024426" name="Arrow: Right 317120133">
            <a:extLst xmlns:a="http://schemas.openxmlformats.org/drawingml/2006/main">
              <a:ext uri="{FF2B5EF4-FFF2-40B4-BE49-F238E27FC236}">
                <a16:creationId xmlns:a16="http://schemas.microsoft.com/office/drawing/2014/main" id="{CB4B02F6-ED86-4BB7-A7FA-5273BEE90C47}"/>
              </a:ext>
            </a:extLst>
          </p:cNvPr>
          <p:cNvSpPr>
            <a:spLocks xmlns:a="http://schemas.openxmlformats.org/drawingml/2006/main" noGrp="1"/>
          </p:cNvSpPr>
          <p:nvPr/>
        </p:nvSpPr>
        <p:spPr>
          <a:xfrm xmlns:a="http://schemas.openxmlformats.org/drawingml/2006/main">
            <a:off x="282892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6494349" name="Arrow: Right 1214036267">
            <a:extLst xmlns:a="http://schemas.openxmlformats.org/drawingml/2006/main">
              <a:ext uri="{FF2B5EF4-FFF2-40B4-BE49-F238E27FC236}">
                <a16:creationId xmlns:a16="http://schemas.microsoft.com/office/drawing/2014/main" id="{BAFC2DBF-9719-4C04-8AB7-C86D0F3946C9}"/>
              </a:ext>
            </a:extLst>
          </p:cNvPr>
          <p:cNvSpPr>
            <a:spLocks xmlns:a="http://schemas.openxmlformats.org/drawingml/2006/main" noGrp="1"/>
          </p:cNvSpPr>
          <p:nvPr/>
        </p:nvSpPr>
        <p:spPr>
          <a:xfrm xmlns:a="http://schemas.openxmlformats.org/drawingml/2006/main">
            <a:off x="5400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424364" name="Arrow: Right 1681436008">
            <a:extLst xmlns:a="http://schemas.openxmlformats.org/drawingml/2006/main">
              <a:ext uri="{FF2B5EF4-FFF2-40B4-BE49-F238E27FC236}">
                <a16:creationId xmlns:a16="http://schemas.microsoft.com/office/drawing/2014/main" id="{E007109C-24C2-441F-B626-5FAB87C1AD80}"/>
              </a:ext>
            </a:extLst>
          </p:cNvPr>
          <p:cNvSpPr>
            <a:spLocks xmlns:a="http://schemas.openxmlformats.org/drawingml/2006/main" noGrp="1"/>
          </p:cNvSpPr>
          <p:nvPr/>
        </p:nvSpPr>
        <p:spPr>
          <a:xfrm xmlns:a="http://schemas.openxmlformats.org/drawingml/2006/main">
            <a:off x="8067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5484918" name="Arrow: Left 601838430">
            <a:extLst xmlns:a="http://schemas.openxmlformats.org/drawingml/2006/main">
              <a:ext uri="{FF2B5EF4-FFF2-40B4-BE49-F238E27FC236}">
                <a16:creationId xmlns:a16="http://schemas.microsoft.com/office/drawing/2014/main" id="{718A6EC1-5E15-4888-B764-3EC733A641EC}"/>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5319683" name="Arrow: Left 1668377">
            <a:extLst xmlns:a="http://schemas.openxmlformats.org/drawingml/2006/main">
              <a:ext uri="{FF2B5EF4-FFF2-40B4-BE49-F238E27FC236}">
                <a16:creationId xmlns:a16="http://schemas.microsoft.com/office/drawing/2014/main" id="{E15C172E-90F4-4012-A9F6-54FD150B7101}"/>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315354" name="Arrow: Left 932365597">
            <a:extLst xmlns:a="http://schemas.openxmlformats.org/drawingml/2006/main">
              <a:ext uri="{FF2B5EF4-FFF2-40B4-BE49-F238E27FC236}">
                <a16:creationId xmlns:a16="http://schemas.microsoft.com/office/drawing/2014/main" id="{07028A96-75BC-408C-B446-B7BDAA28DE7A}"/>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0290666" name="Rectangle: Rounded Corners 82261705">
            <a:extLst xmlns:a="http://schemas.openxmlformats.org/drawingml/2006/main">
              <a:ext uri="{FF2B5EF4-FFF2-40B4-BE49-F238E27FC236}">
                <a16:creationId xmlns:a16="http://schemas.microsoft.com/office/drawing/2014/main" id="{5CE117F3-40F7-4C10-BD5A-BF74D392D4D7}"/>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815979134" name="Rectangle: Rounded Corners 979735122">
            <a:extLst xmlns:a="http://schemas.openxmlformats.org/drawingml/2006/main">
              <a:ext uri="{FF2B5EF4-FFF2-40B4-BE49-F238E27FC236}">
                <a16:creationId xmlns:a16="http://schemas.microsoft.com/office/drawing/2014/main" id="{B70D151A-2CF9-4FD7-9C78-9404D3206A60}"/>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p>
        </p:txBody>
      </p:sp>
      <p:sp>
        <p:nvSpPr>
          <p:cNvPr id="315496381" name="Rectangle: Rounded Corners 2006508148">
            <a:extLst xmlns:a="http://schemas.openxmlformats.org/drawingml/2006/main">
              <a:ext uri="{FF2B5EF4-FFF2-40B4-BE49-F238E27FC236}">
                <a16:creationId xmlns:a16="http://schemas.microsoft.com/office/drawing/2014/main" id="{26FD51F8-F5D0-4F92-A108-D220AC691705}"/>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p>
        </p:txBody>
      </p:sp>
      <p:sp>
        <p:nvSpPr>
          <p:cNvPr id="35640889" name="Rectangle: Rounded Corners 1981951543">
            <a:extLst xmlns:a="http://schemas.openxmlformats.org/drawingml/2006/main">
              <a:ext uri="{FF2B5EF4-FFF2-40B4-BE49-F238E27FC236}">
                <a16:creationId xmlns:a16="http://schemas.microsoft.com/office/drawing/2014/main" id="{1EAE08D6-C76E-455F-84B6-485F37E8EA8E}"/>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p>
        </p:txBody>
      </p:sp>
      <p:sp>
        <p:nvSpPr>
          <p:cNvPr id="9199266" name="Rectangle 1169762883">
            <a:extLst xmlns:a="http://schemas.openxmlformats.org/drawingml/2006/main">
              <a:ext uri="{FF2B5EF4-FFF2-40B4-BE49-F238E27FC236}">
                <a16:creationId xmlns:a16="http://schemas.microsoft.com/office/drawing/2014/main" id="{6DE24187-B140-4291-B81C-8BBF80246EC6}"/>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p>
        </p:txBody>
      </p:sp>
      <p:sp>
        <p:nvSpPr>
          <p:cNvPr id="1931354912" name="Rectangle 1566839672">
            <a:extLst xmlns:a="http://schemas.openxmlformats.org/drawingml/2006/main">
              <a:ext uri="{FF2B5EF4-FFF2-40B4-BE49-F238E27FC236}">
                <a16:creationId xmlns:a16="http://schemas.microsoft.com/office/drawing/2014/main" id="{048D5EF0-69CF-4E98-88B7-A05A80CD9739}"/>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p>
        </p:txBody>
      </p:sp>
      <p:sp>
        <p:nvSpPr>
          <p:cNvPr id="414944408" name="Rectangle: Rounded Corners 1779932144">
            <a:extLst xmlns:a="http://schemas.openxmlformats.org/drawingml/2006/main">
              <a:ext uri="{FF2B5EF4-FFF2-40B4-BE49-F238E27FC236}">
                <a16:creationId xmlns:a16="http://schemas.microsoft.com/office/drawing/2014/main" id="{A8036789-5418-4769-91A8-07215F72B1FD}"/>
              </a:ext>
            </a:extLst>
          </p:cNvPr>
          <p:cNvSpPr>
            <a:spLocks xmlns:a="http://schemas.openxmlformats.org/drawingml/2006/main" noGrp="1"/>
          </p:cNvSpPr>
          <p:nvPr/>
        </p:nvSpPr>
        <p:spPr>
          <a:xfrm xmlns:a="http://schemas.openxmlformats.org/drawingml/2006/main">
            <a:off x="1571623" y="4450990"/>
            <a:ext cx="9048749" cy="70203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latin typeface="Calibri"/>
                <a:ea typeface="Calibri"/>
                <a:cs typeface="Calibri"/>
              </a:defRPr>
            </a:pPr>
          </a:p>
        </p:txBody>
      </p:sp>
      <p:sp>
        <p:nvSpPr>
          <p:cNvPr id="1900476921" name="Rectangle: Rounded Corners 1594311438">
            <a:extLst xmlns:a="http://schemas.openxmlformats.org/drawingml/2006/main">
              <a:ext uri="{FF2B5EF4-FFF2-40B4-BE49-F238E27FC236}">
                <a16:creationId xmlns:a16="http://schemas.microsoft.com/office/drawing/2014/main" id="{C39E819F-CDF5-4F43-90C0-E0C2B2B82826}"/>
              </a:ext>
            </a:extLst>
          </p:cNvPr>
          <p:cNvSpPr>
            <a:spLocks xmlns:a="http://schemas.openxmlformats.org/drawingml/2006/main" noGrp="1"/>
          </p:cNvSpPr>
          <p:nvPr/>
        </p:nvSpPr>
        <p:spPr>
          <a:xfrm xmlns:a="http://schemas.openxmlformats.org/drawingml/2006/main">
            <a:off x="3333749" y="5265707"/>
            <a:ext cx="5524499" cy="592167"/>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p>
        </p:txBody>
      </p:sp>
      <p:pic>
        <p:nvPicPr>
          <p:cNvPr id="2092315376" name="Graphic 2043260690"/>
          <p:cNvPicPr>
            <a:picLocks xmlns:a="http://schemas.openxmlformats.org/drawingml/2006/main" noChangeAspect="1"/>
          </p:cNvPicPr>
          <p:nvPr/>
        </p:nvPicPr>
        <p:blipFill rotWithShape="1">
          <a:blip xmlns:r="http://schemas.openxmlformats.org/officeDocument/2006/relationships" xmlns:a="http://schemas.openxmlformats.org/drawingml/2006/main" r:embed="R039809471e7f4804">
            <a:extLst>
              <a:ext uri="{96DAC541-7B7A-43D3-8B79-37D633B846F1}">
                <asvg:svgBlip xmlns:asvg="http://schemas.microsoft.com/office/drawing/2016/SVG/main" r:embed="R7dfa154ab8c848a4"/>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2092315377" name="Graphic 50783598"/>
          <p:cNvPicPr>
            <a:picLocks xmlns:a="http://schemas.openxmlformats.org/drawingml/2006/main" noChangeAspect="1"/>
          </p:cNvPicPr>
          <p:nvPr/>
        </p:nvPicPr>
        <p:blipFill rotWithShape="1">
          <a:blip xmlns:r="http://schemas.openxmlformats.org/officeDocument/2006/relationships" xmlns:a="http://schemas.openxmlformats.org/drawingml/2006/main" r:embed="Rd8223d7d32e0481a">
            <a:extLst>
              <a:ext uri="{96DAC541-7B7A-43D3-8B79-37D633B846F1}">
                <asvg:svgBlip xmlns:asvg="http://schemas.microsoft.com/office/drawing/2016/SVG/main" r:embed="R48ccc19753fa4054"/>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Tree>
    <p:extLst>
      <p:ext uri="{BB962C8B-B14F-4D97-AF65-F5344CB8AC3E}">
        <p14:creationId xmlns:p14="http://schemas.microsoft.com/office/powerpoint/2010/main" val="598407256"/>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3923235" name="Rectangle 549712311">
            <a:extLst xmlns:a="http://schemas.openxmlformats.org/drawingml/2006/main">
              <a:ext uri="{FF2B5EF4-FFF2-40B4-BE49-F238E27FC236}">
                <a16:creationId xmlns:a16="http://schemas.microsoft.com/office/drawing/2014/main" id="{F1606070-21E0-48A1-8D09-7073D27A8277}"/>
              </a:ext>
            </a:extLst>
          </p:cNvPr>
          <p:cNvSpPr>
            <a:spLocks xmlns:a="http://schemas.openxmlformats.org/drawingml/2006/main" noGrp="1"/>
          </p:cNvSpPr>
          <p:nvPr/>
        </p:nvSpPr>
        <p:spPr>
          <a:xfrm xmlns:a="http://schemas.openxmlformats.org/drawingml/2006/main">
            <a:off x="609599" y="323849"/>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2132974995" name="Rectangle 504424573">
            <a:extLst xmlns:a="http://schemas.openxmlformats.org/drawingml/2006/main">
              <a:ext uri="{FF2B5EF4-FFF2-40B4-BE49-F238E27FC236}">
                <a16:creationId xmlns:a16="http://schemas.microsoft.com/office/drawing/2014/main" id="{C3ACAD3E-B619-406D-9989-EA972B2348C1}"/>
              </a:ext>
            </a:extLst>
          </p:cNvPr>
          <p:cNvSpPr>
            <a:spLocks xmlns:a="http://schemas.openxmlformats.org/drawingml/2006/main" noGrp="1"/>
          </p:cNvSpPr>
          <p:nvPr/>
        </p:nvSpPr>
        <p:spPr>
          <a:xfrm xmlns:a="http://schemas.openxmlformats.org/drawingml/2006/main">
            <a:off x="609599" y="590548"/>
            <a:ext cx="9334500" cy="5905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chemeClr val="tx1">
                    <a:lumMod val="65000"/>
                    <a:lumOff val="35000"/>
                  </a:schemeClr>
                </a:solidFill>
              </a:rPr>
              <a:t>Neural network: basic structure</a:t>
            </a:r>
          </a:p>
        </p:txBody>
      </p:sp>
      <p:sp>
        <p:nvSpPr>
          <p:cNvPr id="1737866256" name="Rectangle: Rounded Corners 8473207">
            <a:extLst xmlns:a="http://schemas.openxmlformats.org/drawingml/2006/main">
              <a:ext uri="{FF2B5EF4-FFF2-40B4-BE49-F238E27FC236}">
                <a16:creationId xmlns:a16="http://schemas.microsoft.com/office/drawing/2014/main" id="{503D2CFF-584B-40D2-8742-25B3B63006A6}"/>
              </a:ext>
            </a:extLst>
          </p:cNvPr>
          <p:cNvSpPr>
            <a:spLocks xmlns:a="http://schemas.openxmlformats.org/drawingml/2006/main" noGrp="1"/>
          </p:cNvSpPr>
          <p:nvPr/>
        </p:nvSpPr>
        <p:spPr>
          <a:xfrm xmlns:a="http://schemas.openxmlformats.org/drawingml/2006/main">
            <a:off x="609599" y="1333788"/>
            <a:ext cx="10972800" cy="4762499"/>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wrap="none" anchor="ctr"/>
          <a:lstStyle xmlns:a="http://schemas.openxmlformats.org/drawingml/2006/main"/>
          <a:p xmlns:a="http://schemas.openxmlformats.org/drawingml/2006/main">
            <a:pPr>
              <a:buNone/>
            </a:pPr>
          </a:p>
        </p:txBody>
      </p:sp>
      <p:sp>
        <p:nvSpPr>
          <p:cNvPr id="699991567" name="Rectangle 1736954645">
            <a:extLst xmlns:a="http://schemas.openxmlformats.org/drawingml/2006/main">
              <a:ext uri="{FF2B5EF4-FFF2-40B4-BE49-F238E27FC236}">
                <a16:creationId xmlns:a16="http://schemas.microsoft.com/office/drawing/2014/main" id="{2A4A0A55-BE0E-4295-ABBB-07582931586E}"/>
              </a:ext>
            </a:extLst>
          </p:cNvPr>
          <p:cNvSpPr>
            <a:spLocks xmlns:a="http://schemas.openxmlformats.org/drawingml/2006/main" noGrp="1"/>
          </p:cNvSpPr>
          <p:nvPr/>
        </p:nvSpPr>
        <p:spPr>
          <a:xfrm xmlns:a="http://schemas.openxmlformats.org/drawingml/2006/main">
            <a:off x="11106150" y="6286500"/>
            <a:ext cx="476249"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
        <p:nvSpPr>
          <p:cNvPr id="1480167503" name="Oval 1503402353">
            <a:extLst xmlns:a="http://schemas.openxmlformats.org/drawingml/2006/main">
              <a:ext uri="{FF2B5EF4-FFF2-40B4-BE49-F238E27FC236}">
                <a16:creationId xmlns:a16="http://schemas.microsoft.com/office/drawing/2014/main" id="{785EB5AB-37BD-48BF-8865-74471D7C7AED}"/>
              </a:ext>
            </a:extLst>
          </p:cNvPr>
          <p:cNvSpPr>
            <a:spLocks xmlns:a="http://schemas.openxmlformats.org/drawingml/2006/main" noGrp="1"/>
          </p:cNvSpPr>
          <p:nvPr/>
        </p:nvSpPr>
        <p:spPr>
          <a:xfrm xmlns:a="http://schemas.openxmlformats.org/drawingml/2006/main">
            <a:off x="2857500" y="2524125"/>
            <a:ext cx="495300" cy="495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x₁</a:t>
            </a:r>
          </a:p>
        </p:txBody>
      </p:sp>
      <p:sp>
        <p:nvSpPr>
          <p:cNvPr id="935118142" name="Oval 1503402354">
            <a:extLst xmlns:a="http://schemas.openxmlformats.org/drawingml/2006/main">
              <a:ext uri="{FF2B5EF4-FFF2-40B4-BE49-F238E27FC236}">
                <a16:creationId xmlns:a16="http://schemas.microsoft.com/office/drawing/2014/main" id="{6C850407-0302-4FF9-A741-4B7C98327884}"/>
              </a:ext>
            </a:extLst>
          </p:cNvPr>
          <p:cNvSpPr>
            <a:spLocks xmlns:a="http://schemas.openxmlformats.org/drawingml/2006/main" noGrp="1"/>
          </p:cNvSpPr>
          <p:nvPr/>
        </p:nvSpPr>
        <p:spPr>
          <a:xfrm xmlns:a="http://schemas.openxmlformats.org/drawingml/2006/main">
            <a:off x="2857500" y="4048125"/>
            <a:ext cx="495300" cy="495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x₂</a:t>
            </a:r>
          </a:p>
        </p:txBody>
      </p:sp>
      <p:sp>
        <p:nvSpPr>
          <p:cNvPr id="1484498252" name="Oval 1503402355">
            <a:extLst xmlns:a="http://schemas.openxmlformats.org/drawingml/2006/main">
              <a:ext uri="{FF2B5EF4-FFF2-40B4-BE49-F238E27FC236}">
                <a16:creationId xmlns:a16="http://schemas.microsoft.com/office/drawing/2014/main" id="{80B72C86-1876-448F-901B-DC64422F10E0}"/>
              </a:ext>
            </a:extLst>
          </p:cNvPr>
          <p:cNvSpPr>
            <a:spLocks xmlns:a="http://schemas.openxmlformats.org/drawingml/2006/main" noGrp="1"/>
          </p:cNvSpPr>
          <p:nvPr/>
        </p:nvSpPr>
        <p:spPr>
          <a:xfrm xmlns:a="http://schemas.openxmlformats.org/drawingml/2006/main">
            <a:off x="8572500" y="2524125"/>
            <a:ext cx="495300" cy="495300"/>
          </a:xfrm>
          <a:prstGeom xmlns:a="http://schemas.openxmlformats.org/drawingml/2006/main" prst="ellipse">
            <a:avLst/>
          </a:prstGeom>
          <a:solidFill xmlns:a="http://schemas.openxmlformats.org/drawingml/2006/main">
            <a:srgbClr val="D9FBE8"/>
          </a:solidFill>
          <a:ln xmlns:a="http://schemas.openxmlformats.org/drawingml/2006/main" w="19050">
            <a:solidFill>
              <a:srgbClr val="246BFD"/>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sp>
        <p:nvSpPr>
          <p:cNvPr id="1022499688" name="Oval 1503402356">
            <a:extLst xmlns:a="http://schemas.openxmlformats.org/drawingml/2006/main">
              <a:ext uri="{FF2B5EF4-FFF2-40B4-BE49-F238E27FC236}">
                <a16:creationId xmlns:a16="http://schemas.microsoft.com/office/drawing/2014/main" id="{BDA071B2-86C3-4695-8981-71B6A7A290DE}"/>
              </a:ext>
            </a:extLst>
          </p:cNvPr>
          <p:cNvSpPr>
            <a:spLocks xmlns:a="http://schemas.openxmlformats.org/drawingml/2006/main" noGrp="1"/>
          </p:cNvSpPr>
          <p:nvPr/>
        </p:nvSpPr>
        <p:spPr>
          <a:xfrm xmlns:a="http://schemas.openxmlformats.org/drawingml/2006/main">
            <a:off x="8572500" y="4048125"/>
            <a:ext cx="495300" cy="495300"/>
          </a:xfrm>
          <a:prstGeom xmlns:a="http://schemas.openxmlformats.org/drawingml/2006/main" prst="ellipse">
            <a:avLst/>
          </a:prstGeom>
          <a:solidFill xmlns:a="http://schemas.openxmlformats.org/drawingml/2006/main">
            <a:srgbClr val="D9FBE8"/>
          </a:solidFill>
          <a:ln xmlns:a="http://schemas.openxmlformats.org/drawingml/2006/main" w="19050">
            <a:solidFill>
              <a:srgbClr val="246BFD"/>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cxnSp>
        <p:nvCxnSpPr>
          <p:cNvPr id="2132975040" name="Straight Arrow Connector 1503402375"/>
          <p:cNvCxnSpPr>
            <a:stCxn xmlns:a="http://schemas.openxmlformats.org/drawingml/2006/main" id="1480167503" idx="6"/>
            <a:endCxn xmlns:a="http://schemas.openxmlformats.org/drawingml/2006/main" id="1484498252" idx="2"/>
          </p:cNvCxnSpPr>
          <p:nvPr/>
        </p:nvCxnSpPr>
        <p:spPr>
          <a:xfrm xmlns:a="http://schemas.openxmlformats.org/drawingml/2006/main">
            <a:off x="3352800" y="2771775"/>
            <a:ext cx="5219700" cy="0"/>
          </a:xfrm>
          <a:prstGeom xmlns:a="http://schemas.openxmlformats.org/drawingml/2006/main" prst="straightConnector1">
            <a:avLst/>
          </a:prstGeom>
          <a:ln xmlns:a="http://schemas.openxmlformats.org/drawingml/2006/main" w="11906">
            <a:solidFill>
              <a:srgbClr val="D7DEE9"/>
            </a:solidFill>
            <a:prstDash val="solid"/>
          </a:ln>
        </p:spPr>
      </p:cxnSp>
      <p:cxnSp>
        <p:nvCxnSpPr>
          <p:cNvPr id="2132975041" name="Straight Arrow Connector 1503402376"/>
          <p:cNvCxnSpPr>
            <a:stCxn xmlns:a="http://schemas.openxmlformats.org/drawingml/2006/main" id="1480167503" idx="6"/>
            <a:endCxn xmlns:a="http://schemas.openxmlformats.org/drawingml/2006/main" id="1022499688" idx="2"/>
          </p:cNvCxnSpPr>
          <p:nvPr/>
        </p:nvCxnSpPr>
        <p:spPr>
          <a:xfrm xmlns:a="http://schemas.openxmlformats.org/drawingml/2006/main">
            <a:off x="3352800" y="2771775"/>
            <a:ext cx="5219700" cy="1524000"/>
          </a:xfrm>
          <a:prstGeom xmlns:a="http://schemas.openxmlformats.org/drawingml/2006/main" prst="straightConnector1">
            <a:avLst/>
          </a:prstGeom>
          <a:ln xmlns:a="http://schemas.openxmlformats.org/drawingml/2006/main" w="11906">
            <a:solidFill>
              <a:srgbClr val="D7DEE9"/>
            </a:solidFill>
            <a:prstDash val="solid"/>
          </a:ln>
        </p:spPr>
      </p:cxnSp>
      <p:cxnSp>
        <p:nvCxnSpPr>
          <p:cNvPr id="2132975042" name="Straight Arrow Connector 1503402377"/>
          <p:cNvCxnSpPr>
            <a:stCxn xmlns:a="http://schemas.openxmlformats.org/drawingml/2006/main" id="935118142" idx="6"/>
            <a:endCxn xmlns:a="http://schemas.openxmlformats.org/drawingml/2006/main" id="1484498252" idx="2"/>
          </p:cNvCxnSpPr>
          <p:nvPr/>
        </p:nvCxnSpPr>
        <p:spPr>
          <a:xfrm xmlns:a="http://schemas.openxmlformats.org/drawingml/2006/main" flipV="1">
            <a:off x="3352800" y="2771775"/>
            <a:ext cx="5219700" cy="1524000"/>
          </a:xfrm>
          <a:prstGeom xmlns:a="http://schemas.openxmlformats.org/drawingml/2006/main" prst="straightConnector1">
            <a:avLst/>
          </a:prstGeom>
          <a:ln xmlns:a="http://schemas.openxmlformats.org/drawingml/2006/main" w="11906">
            <a:solidFill>
              <a:srgbClr val="D7DEE9"/>
            </a:solidFill>
            <a:prstDash val="solid"/>
          </a:ln>
        </p:spPr>
      </p:cxnSp>
      <p:cxnSp>
        <p:nvCxnSpPr>
          <p:cNvPr id="2132975043" name="Straight Arrow Connector 1503402378"/>
          <p:cNvCxnSpPr>
            <a:stCxn xmlns:a="http://schemas.openxmlformats.org/drawingml/2006/main" id="935118142" idx="6"/>
            <a:endCxn xmlns:a="http://schemas.openxmlformats.org/drawingml/2006/main" id="1022499688" idx="2"/>
          </p:cNvCxnSpPr>
          <p:nvPr/>
        </p:nvCxnSpPr>
        <p:spPr>
          <a:xfrm xmlns:a="http://schemas.openxmlformats.org/drawingml/2006/main">
            <a:off x="3352800" y="4295775"/>
            <a:ext cx="5219700" cy="0"/>
          </a:xfrm>
          <a:prstGeom xmlns:a="http://schemas.openxmlformats.org/drawingml/2006/main" prst="straightConnector1">
            <a:avLst/>
          </a:prstGeom>
          <a:ln xmlns:a="http://schemas.openxmlformats.org/drawingml/2006/main" w="11906">
            <a:solidFill>
              <a:srgbClr val="D7DEE9"/>
            </a:solidFill>
            <a:prstDash val="solid"/>
          </a:ln>
        </p:spPr>
      </p:cxnSp>
      <p:sp>
        <p:nvSpPr>
          <p:cNvPr id="489683615" name="Rectangle 1503402361">
            <a:extLst xmlns:a="http://schemas.openxmlformats.org/drawingml/2006/main">
              <a:ext uri="{FF2B5EF4-FFF2-40B4-BE49-F238E27FC236}">
                <a16:creationId xmlns:a16="http://schemas.microsoft.com/office/drawing/2014/main" id="{75D9B616-A0C7-47C9-A069-51E6BC2191C6}"/>
              </a:ext>
            </a:extLst>
          </p:cNvPr>
          <p:cNvSpPr>
            <a:spLocks xmlns:a="http://schemas.openxmlformats.org/drawingml/2006/main" noGrp="1"/>
          </p:cNvSpPr>
          <p:nvPr/>
        </p:nvSpPr>
        <p:spPr>
          <a:xfrm xmlns:a="http://schemas.openxmlformats.org/drawingml/2006/main">
            <a:off x="5381625" y="24955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0.82</a:t>
            </a:r>
          </a:p>
        </p:txBody>
      </p:sp>
      <p:sp>
        <p:nvSpPr>
          <p:cNvPr id="844935818" name="Rectangle 1503402362">
            <a:extLst xmlns:a="http://schemas.openxmlformats.org/drawingml/2006/main">
              <a:ext uri="{FF2B5EF4-FFF2-40B4-BE49-F238E27FC236}">
                <a16:creationId xmlns:a16="http://schemas.microsoft.com/office/drawing/2014/main" id="{D531B012-84DC-440C-A881-0BB11DC38BCF}"/>
              </a:ext>
            </a:extLst>
          </p:cNvPr>
          <p:cNvSpPr>
            <a:spLocks xmlns:a="http://schemas.openxmlformats.org/drawingml/2006/main" noGrp="1"/>
          </p:cNvSpPr>
          <p:nvPr/>
        </p:nvSpPr>
        <p:spPr>
          <a:xfrm xmlns:a="http://schemas.openxmlformats.org/drawingml/2006/main">
            <a:off x="4987146" y="3133870"/>
            <a:ext cx="590549"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−0.35</a:t>
            </a:r>
          </a:p>
        </p:txBody>
      </p:sp>
      <p:sp>
        <p:nvSpPr>
          <p:cNvPr id="160423041" name="Rectangle 1503402363">
            <a:extLst xmlns:a="http://schemas.openxmlformats.org/drawingml/2006/main">
              <a:ext uri="{FF2B5EF4-FFF2-40B4-BE49-F238E27FC236}">
                <a16:creationId xmlns:a16="http://schemas.microsoft.com/office/drawing/2014/main" id="{B0D75BE7-2268-4317-AB9D-D26030935013}"/>
              </a:ext>
            </a:extLst>
          </p:cNvPr>
          <p:cNvSpPr>
            <a:spLocks xmlns:a="http://schemas.openxmlformats.org/drawingml/2006/main" noGrp="1"/>
          </p:cNvSpPr>
          <p:nvPr/>
        </p:nvSpPr>
        <p:spPr>
          <a:xfrm xmlns:a="http://schemas.openxmlformats.org/drawingml/2006/main">
            <a:off x="6282546" y="313387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0.47</a:t>
            </a:r>
          </a:p>
        </p:txBody>
      </p:sp>
      <p:sp>
        <p:nvSpPr>
          <p:cNvPr id="1441271877" name="Rectangle 1503402364">
            <a:extLst xmlns:a="http://schemas.openxmlformats.org/drawingml/2006/main">
              <a:ext uri="{FF2B5EF4-FFF2-40B4-BE49-F238E27FC236}">
                <a16:creationId xmlns:a16="http://schemas.microsoft.com/office/drawing/2014/main" id="{979079AE-9335-4699-9DF3-5FBE153C5AE4}"/>
              </a:ext>
            </a:extLst>
          </p:cNvPr>
          <p:cNvSpPr>
            <a:spLocks xmlns:a="http://schemas.openxmlformats.org/drawingml/2006/main" noGrp="1"/>
          </p:cNvSpPr>
          <p:nvPr/>
        </p:nvSpPr>
        <p:spPr>
          <a:xfrm xmlns:a="http://schemas.openxmlformats.org/drawingml/2006/main">
            <a:off x="5381625" y="40195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0.91</a:t>
            </a:r>
          </a:p>
        </p:txBody>
      </p:sp>
      <p:sp>
        <p:nvSpPr>
          <p:cNvPr id="1482560849" name="Rectangle 1503402365">
            <a:extLst xmlns:a="http://schemas.openxmlformats.org/drawingml/2006/main">
              <a:ext uri="{FF2B5EF4-FFF2-40B4-BE49-F238E27FC236}">
                <a16:creationId xmlns:a16="http://schemas.microsoft.com/office/drawing/2014/main" id="{84A15BCA-B233-4454-B41B-8CA79C58D5D5}"/>
              </a:ext>
            </a:extLst>
          </p:cNvPr>
          <p:cNvSpPr>
            <a:spLocks xmlns:a="http://schemas.openxmlformats.org/drawingml/2006/main" noGrp="1"/>
          </p:cNvSpPr>
          <p:nvPr/>
        </p:nvSpPr>
        <p:spPr>
          <a:xfrm xmlns:a="http://schemas.openxmlformats.org/drawingml/2006/main">
            <a:off x="2533650" y="179084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Times New Roman"/>
                <a:ea typeface="Times New Roman"/>
                <a:cs typeface="Times New Roman"/>
              </a:defRPr>
            </a:pPr>
            <a:r>
              <a:rPr sz="1300" b="0">
                <a:solidFill>
                  <a:srgbClr val="667085"/>
                </a:solidFill>
                <a:latin typeface="Times New Roman"/>
                <a:ea typeface="Times New Roman"/>
                <a:cs typeface="Times New Roman"/>
              </a:rPr>
              <a:t>input</a:t>
            </a:r>
          </a:p>
        </p:txBody>
      </p:sp>
      <p:sp>
        <p:nvSpPr>
          <p:cNvPr id="790866581" name="Rectangle 1503402366">
            <a:extLst xmlns:a="http://schemas.openxmlformats.org/drawingml/2006/main">
              <a:ext uri="{FF2B5EF4-FFF2-40B4-BE49-F238E27FC236}">
                <a16:creationId xmlns:a16="http://schemas.microsoft.com/office/drawing/2014/main" id="{94153DE0-0688-402E-9844-963D2DCA4484}"/>
              </a:ext>
            </a:extLst>
          </p:cNvPr>
          <p:cNvSpPr>
            <a:spLocks xmlns:a="http://schemas.openxmlformats.org/drawingml/2006/main" noGrp="1"/>
          </p:cNvSpPr>
          <p:nvPr/>
        </p:nvSpPr>
        <p:spPr>
          <a:xfrm xmlns:a="http://schemas.openxmlformats.org/drawingml/2006/main">
            <a:off x="8248650" y="179084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Times New Roman"/>
                <a:ea typeface="Times New Roman"/>
                <a:cs typeface="Times New Roman"/>
              </a:defRPr>
            </a:pPr>
            <a:r>
              <a:rPr sz="1300" b="0">
                <a:solidFill>
                  <a:srgbClr val="667085"/>
                </a:solidFill>
                <a:latin typeface="Times New Roman"/>
                <a:ea typeface="Times New Roman"/>
                <a:cs typeface="Times New Roman"/>
              </a:rPr>
              <a:t>output</a:t>
            </a:r>
          </a:p>
        </p:txBody>
      </p:sp>
      <p:sp>
        <p:nvSpPr>
          <p:cNvPr id="203274660" name="equation-label">
            <a:extLst xmlns:a="http://schemas.openxmlformats.org/drawingml/2006/main">
              <a:ext uri="{FF2B5EF4-FFF2-40B4-BE49-F238E27FC236}">
                <a16:creationId xmlns:a16="http://schemas.microsoft.com/office/drawing/2014/main" id="{EF3FCB4A-6B31-46D9-9BB6-7F20FA192090}"/>
              </a:ext>
            </a:extLst>
          </p:cNvPr>
          <p:cNvSpPr>
            <a:spLocks xmlns:a="http://schemas.openxmlformats.org/drawingml/2006/main" noGrp="1"/>
          </p:cNvSpPr>
          <p:nvPr/>
        </p:nvSpPr>
        <p:spPr>
          <a:xfrm xmlns:a="http://schemas.openxmlformats.org/drawingml/2006/main">
            <a:off x="2000250" y="485775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55708F"/>
                </a:solidFill>
                <a:latin typeface="Times New Roman"/>
                <a:ea typeface="Times New Roman"/>
                <a:cs typeface="Times New Roman"/>
              </a:defRPr>
            </a:pPr>
            <a:r>
              <a:rPr sz="1200" b="0">
                <a:solidFill>
                  <a:srgbClr val="55708F"/>
                </a:solidFill>
                <a:latin typeface="Times New Roman"/>
                <a:ea typeface="Times New Roman"/>
                <a:cs typeface="Times New Roman"/>
              </a:rPr>
              <a:t>A receiving neuron computes</a:t>
            </a:r>
          </a:p>
        </p:txBody>
      </p:sp>
      <p:sp>
        <p:nvSpPr>
          <p:cNvPr id="614323224" name="equation">
            <a:extLst xmlns:a="http://schemas.openxmlformats.org/drawingml/2006/main">
              <a:ext uri="{FF2B5EF4-FFF2-40B4-BE49-F238E27FC236}">
                <a16:creationId xmlns:a16="http://schemas.microsoft.com/office/drawing/2014/main" id="{6B0C4C8B-DBA1-402D-8848-7150D8484880}"/>
              </a:ext>
            </a:extLst>
          </p:cNvPr>
          <p:cNvSpPr>
            <a:spLocks xmlns:a="http://schemas.openxmlformats.org/drawingml/2006/main" noGrp="1"/>
          </p:cNvSpPr>
          <p:nvPr/>
        </p:nvSpPr>
        <p:spPr>
          <a:xfrm xmlns:a="http://schemas.openxmlformats.org/drawingml/2006/main">
            <a:off x="1714500" y="5143500"/>
            <a:ext cx="876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D1526"/>
                </a:solidFill>
                <a:latin typeface="Times New Roman"/>
                <a:ea typeface="Times New Roman"/>
                <a:cs typeface="Times New Roman"/>
              </a:defRPr>
            </a:pPr>
            <a:r>
              <a:rPr sz="2100" b="1">
                <a:solidFill>
                  <a:srgbClr val="0D1526"/>
                </a:solidFill>
                <a:latin typeface="Times New Roman"/>
                <a:ea typeface="Times New Roman"/>
                <a:cs typeface="Times New Roman"/>
              </a:rPr>
              <a:t>zⱼ = Σᵢ wᵢⱼxᵢ + bⱼ     →     aⱼ = σ(zⱼ)</a:t>
            </a:r>
          </a:p>
        </p:txBody>
      </p:sp>
      <p:sp>
        <p:nvSpPr>
          <p:cNvPr id="469230499" name="equation-caption">
            <a:extLst xmlns:a="http://schemas.openxmlformats.org/drawingml/2006/main">
              <a:ext uri="{FF2B5EF4-FFF2-40B4-BE49-F238E27FC236}">
                <a16:creationId xmlns:a16="http://schemas.microsoft.com/office/drawing/2014/main" id="{C1B24F4B-39F4-4134-9BF5-1F67AD3BA497}"/>
              </a:ext>
            </a:extLst>
          </p:cNvPr>
          <p:cNvSpPr>
            <a:spLocks xmlns:a="http://schemas.openxmlformats.org/drawingml/2006/main" noGrp="1"/>
          </p:cNvSpPr>
          <p:nvPr/>
        </p:nvSpPr>
        <p:spPr>
          <a:xfrm xmlns:a="http://schemas.openxmlformats.org/drawingml/2006/main">
            <a:off x="2000250" y="5667375"/>
            <a:ext cx="819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0">
                <a:solidFill>
                  <a:srgbClr val="55708F"/>
                </a:solidFill>
                <a:latin typeface="Times New Roman"/>
                <a:ea typeface="Times New Roman"/>
                <a:cs typeface="Times New Roman"/>
              </a:defRPr>
            </a:pPr>
            <a:r>
              <a:rPr sz="1050" b="0">
                <a:solidFill>
                  <a:srgbClr val="55708F"/>
                </a:solidFill>
                <a:latin typeface="Times New Roman"/>
                <a:ea typeface="Times New Roman"/>
                <a:cs typeface="Times New Roman"/>
              </a:rPr>
              <a:t>weighted inputs + bias, then an activation function</a:t>
            </a:r>
          </a:p>
        </p:txBody>
      </p:sp>
    </p:spTree>
    <p:extLst>
      <p:ext uri="{BB962C8B-B14F-4D97-AF65-F5344CB8AC3E}">
        <p14:creationId xmlns:p14="http://schemas.microsoft.com/office/powerpoint/2010/main" val="512731750"/>
      </p:ext>
    </p:extLst>
  </p:cSld>
</p:sld>
</file>

<file path=ppt/slides/slide26.xml><?xml version="1.0" encoding="utf-8"?>
<p:sld xmlns:p="http://schemas.openxmlformats.org/presentationml/2006/main" showMasterSp="1">
  <p:cSld>
    <p:spTree>
      <p:nvGrpSpPr>
        <p:cNvPr id="1" name=""/>
        <p:cNvGrpSpPr/>
        <p:nvPr/>
      </p:nvGrpSpPr>
      <p:grpSpPr>
        <a:xfrm xmlns:a="http://schemas.openxmlformats.org/drawingml/2006/main"/>
      </p:grpSpPr>
      <p:sp>
        <p:nvSpPr>
          <p:cNvPr id="327930264" name="Rectangle: Rounded Corners 6">
            <a:extLst xmlns:a="http://schemas.openxmlformats.org/drawingml/2006/main">
              <a:ext uri="{FF2B5EF4-FFF2-40B4-BE49-F238E27FC236}">
                <a16:creationId xmlns:a16="http://schemas.microsoft.com/office/drawing/2014/main" id="{0C32B67B-5EA8-4834-ACB0-7C9079779857}"/>
              </a:ext>
            </a:extLst>
          </p:cNvPr>
          <p:cNvSpPr>
            <a:spLocks xmlns:a="http://schemas.openxmlformats.org/drawingml/2006/main" noGrp="1"/>
          </p:cNvSpPr>
          <p:nvPr/>
        </p:nvSpPr>
        <p:spPr>
          <a:xfrm xmlns:a="http://schemas.openxmlformats.org/drawingml/2006/main">
            <a:off x="590549" y="1352550"/>
            <a:ext cx="11010900" cy="4772025"/>
          </a:xfrm>
          <a:prstGeom xmlns:a="http://schemas.openxmlformats.org/drawingml/2006/main" prst="roundRect">
            <a:avLst>
              <a:gd name="adj" fmla="val 2395"/>
            </a:avLst>
          </a:prstGeom>
          <a:solidFill xmlns:a="http://schemas.openxmlformats.org/drawingml/2006/main">
            <a:srgbClr val="F8FAFC"/>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2640329" name="eyebrow">
            <a:extLst xmlns:a="http://schemas.openxmlformats.org/drawingml/2006/main">
              <a:ext uri="{FF2B5EF4-FFF2-40B4-BE49-F238E27FC236}">
                <a16:creationId xmlns:a16="http://schemas.microsoft.com/office/drawing/2014/main" id="{6BB0ABD7-3A43-4E9E-B864-01A31F14A9D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F67E8"/>
                </a:solidFill>
                <a:latin typeface="Times New Roman"/>
                <a:ea typeface="Times New Roman"/>
                <a:cs typeface="Times New Roman"/>
              </a:defRPr>
            </a:pPr>
            <a:r>
              <a:rPr sz="1200" b="1">
                <a:solidFill>
                  <a:srgbClr val="2F67E8"/>
                </a:solidFill>
                <a:latin typeface="Times New Roman"/>
                <a:ea typeface="Times New Roman"/>
                <a:cs typeface="Times New Roman"/>
              </a:rPr>
              <a:t>Neural networks</a:t>
            </a:r>
          </a:p>
        </p:txBody>
      </p:sp>
      <p:sp>
        <p:nvSpPr>
          <p:cNvPr id="407547595" name="title">
            <a:extLst xmlns:a="http://schemas.openxmlformats.org/drawingml/2006/main">
              <a:ext uri="{FF2B5EF4-FFF2-40B4-BE49-F238E27FC236}">
                <a16:creationId xmlns:a16="http://schemas.microsoft.com/office/drawing/2014/main" id="{D26DA7C2-4BEF-4907-8D67-BD6F1522527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a:solidFill>
                  <a:srgbClr val="0D1526"/>
                </a:solidFill>
                <a:latin typeface="Times New Roman"/>
                <a:ea typeface="Times New Roman"/>
                <a:cs typeface="Times New Roman"/>
              </a:defRPr>
            </a:pPr>
            <a:r>
              <a:rPr sz="2250" b="1">
                <a:solidFill>
                  <a:schemeClr val="tx1">
                    <a:lumMod val="65000"/>
                    <a:lumOff val="35000"/>
                  </a:schemeClr>
                </a:solidFill>
                <a:latin typeface="Times New Roman"/>
                <a:ea typeface="Times New Roman"/>
                <a:cs typeface="Times New Roman"/>
              </a:rPr>
              <a:t>Two equations become one matrix equation</a:t>
            </a:r>
          </a:p>
        </p:txBody>
      </p:sp>
      <p:sp>
        <p:nvSpPr>
          <p:cNvPr id="1175120147" name="scalar-heading">
            <a:extLst xmlns:a="http://schemas.openxmlformats.org/drawingml/2006/main">
              <a:ext uri="{FF2B5EF4-FFF2-40B4-BE49-F238E27FC236}">
                <a16:creationId xmlns:a16="http://schemas.microsoft.com/office/drawing/2014/main" id="{6A5AA7C1-7F25-4867-8AEB-CD037B05600D}"/>
              </a:ext>
            </a:extLst>
          </p:cNvPr>
          <p:cNvSpPr>
            <a:spLocks xmlns:a="http://schemas.openxmlformats.org/drawingml/2006/main" noGrp="1"/>
          </p:cNvSpPr>
          <p:nvPr/>
        </p:nvSpPr>
        <p:spPr>
          <a:xfrm xmlns:a="http://schemas.openxmlformats.org/drawingml/2006/main">
            <a:off x="8112024" y="1635531"/>
            <a:ext cx="3543299"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46BFD"/>
                </a:solidFill>
                <a:latin typeface="Times New Roman"/>
                <a:ea typeface="Times New Roman"/>
                <a:cs typeface="Times New Roman"/>
              </a:defRPr>
            </a:pPr>
            <a:r>
              <a:t>Two scalar equations</a:t>
            </a:r>
          </a:p>
        </p:txBody>
      </p:sp>
      <p:sp>
        <p:nvSpPr>
          <p:cNvPr id="717154565" name="equation-y1">
            <a:extLst xmlns:a="http://schemas.openxmlformats.org/drawingml/2006/main">
              <a:ext uri="{FF2B5EF4-FFF2-40B4-BE49-F238E27FC236}">
                <a16:creationId xmlns:a16="http://schemas.microsoft.com/office/drawing/2014/main" id="{A0A9084B-2DF9-45C8-A072-53B65B73B1C3}"/>
              </a:ext>
            </a:extLst>
          </p:cNvPr>
          <p:cNvSpPr>
            <a:spLocks xmlns:a="http://schemas.openxmlformats.org/drawingml/2006/main" noGrp="1"/>
          </p:cNvSpPr>
          <p:nvPr/>
        </p:nvSpPr>
        <p:spPr>
          <a:xfrm xmlns:a="http://schemas.openxmlformats.org/drawingml/2006/main">
            <a:off x="8296571" y="1970507"/>
            <a:ext cx="317420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0">
                <a:solidFill>
                  <a:srgbClr val="111827"/>
                </a:solidFill>
                <a:latin typeface="Times New Roman"/>
                <a:ea typeface="Times New Roman"/>
                <a:cs typeface="Times New Roman"/>
              </a:defRPr>
            </a:pPr>
            <a:r>
              <a:t>y₁ = 0.82x₁ + 0.47x₂ + 0.1</a:t>
            </a:r>
          </a:p>
        </p:txBody>
      </p:sp>
      <p:sp>
        <p:nvSpPr>
          <p:cNvPr id="126523632" name="equation-y2">
            <a:extLst xmlns:a="http://schemas.openxmlformats.org/drawingml/2006/main">
              <a:ext uri="{FF2B5EF4-FFF2-40B4-BE49-F238E27FC236}">
                <a16:creationId xmlns:a16="http://schemas.microsoft.com/office/drawing/2014/main" id="{EF180315-50B9-4C65-8C22-ED07C87E3E80}"/>
              </a:ext>
            </a:extLst>
          </p:cNvPr>
          <p:cNvSpPr>
            <a:spLocks xmlns:a="http://schemas.openxmlformats.org/drawingml/2006/main" noGrp="1"/>
          </p:cNvSpPr>
          <p:nvPr/>
        </p:nvSpPr>
        <p:spPr>
          <a:xfrm xmlns:a="http://schemas.openxmlformats.org/drawingml/2006/main">
            <a:off x="8296571" y="2380082"/>
            <a:ext cx="317420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0">
                <a:solidFill>
                  <a:srgbClr val="111827"/>
                </a:solidFill>
                <a:latin typeface="Times New Roman"/>
                <a:ea typeface="Times New Roman"/>
                <a:cs typeface="Times New Roman"/>
              </a:defRPr>
            </a:pPr>
            <a:r>
              <a:t>y₂ = −0.35x₁ + 0.91x₂ − 0.1</a:t>
            </a:r>
          </a:p>
        </p:txBody>
      </p:sp>
      <p:sp>
        <p:nvSpPr>
          <p:cNvPr id="273277457" name="compact-form">
            <a:extLst xmlns:a="http://schemas.openxmlformats.org/drawingml/2006/main">
              <a:ext uri="{FF2B5EF4-FFF2-40B4-BE49-F238E27FC236}">
                <a16:creationId xmlns:a16="http://schemas.microsoft.com/office/drawing/2014/main" id="{D3ACE528-4299-42E6-83AC-C7DA6F3CDDD2}"/>
              </a:ext>
            </a:extLst>
          </p:cNvPr>
          <p:cNvSpPr>
            <a:spLocks xmlns:a="http://schemas.openxmlformats.org/drawingml/2006/main" noGrp="1"/>
          </p:cNvSpPr>
          <p:nvPr/>
        </p:nvSpPr>
        <p:spPr>
          <a:xfrm xmlns:a="http://schemas.openxmlformats.org/drawingml/2006/main">
            <a:off x="8960939" y="2859926"/>
            <a:ext cx="1845468"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155EEF"/>
                </a:solidFill>
                <a:latin typeface="Times New Roman"/>
                <a:ea typeface="Times New Roman"/>
                <a:cs typeface="Times New Roman"/>
              </a:defRPr>
            </a:pPr>
            <a:r>
              <a:t>y = </a:t>
            </a:r>
            <a:r>
              <a:t>Wx</a:t>
            </a:r>
            <a:r>
              <a:t> + b</a:t>
            </a:r>
          </a:p>
        </p:txBody>
      </p:sp>
      <p:sp>
        <p:nvSpPr>
          <p:cNvPr id="1231809262" name="matrix-heading">
            <a:extLst xmlns:a="http://schemas.openxmlformats.org/drawingml/2006/main">
              <a:ext uri="{FF2B5EF4-FFF2-40B4-BE49-F238E27FC236}">
                <a16:creationId xmlns:a16="http://schemas.microsoft.com/office/drawing/2014/main" id="{1121B72F-10DD-482D-B980-C65B10878436}"/>
              </a:ext>
            </a:extLst>
          </p:cNvPr>
          <p:cNvSpPr>
            <a:spLocks xmlns:a="http://schemas.openxmlformats.org/drawingml/2006/main" noGrp="1"/>
          </p:cNvSpPr>
          <p:nvPr/>
        </p:nvSpPr>
        <p:spPr>
          <a:xfrm xmlns:a="http://schemas.openxmlformats.org/drawingml/2006/main">
            <a:off x="1524000" y="3790949"/>
            <a:ext cx="914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46BFD"/>
                </a:solidFill>
                <a:latin typeface="Times New Roman"/>
                <a:ea typeface="Times New Roman"/>
                <a:cs typeface="Times New Roman"/>
              </a:defRPr>
            </a:pPr>
            <a:r>
              <a:rPr sz="1350" b="1">
                <a:solidFill>
                  <a:srgbClr val="246BFD"/>
                </a:solidFill>
                <a:latin typeface="Times New Roman"/>
                <a:ea typeface="Times New Roman"/>
                <a:cs typeface="Times New Roman"/>
              </a:rPr>
              <a:t>The same computation in matrix form</a:t>
            </a:r>
          </a:p>
        </p:txBody>
      </p:sp>
      <p:sp>
        <p:nvSpPr>
          <p:cNvPr id="864820694" name="y-left-bracket">
            <a:extLst xmlns:a="http://schemas.openxmlformats.org/drawingml/2006/main">
              <a:ext uri="{FF2B5EF4-FFF2-40B4-BE49-F238E27FC236}">
                <a16:creationId xmlns:a16="http://schemas.microsoft.com/office/drawing/2014/main" id="{9EDCA525-07AE-4AA8-B8C8-4AA11D26F017}"/>
              </a:ext>
            </a:extLst>
          </p:cNvPr>
          <p:cNvSpPr>
            <a:spLocks xmlns:a="http://schemas.openxmlformats.org/drawingml/2006/main" noGrp="1"/>
          </p:cNvSpPr>
          <p:nvPr/>
        </p:nvSpPr>
        <p:spPr>
          <a:xfrm xmlns:a="http://schemas.openxmlformats.org/drawingml/2006/main">
            <a:off x="2651005"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847857105" name="y-1">
            <a:extLst xmlns:a="http://schemas.openxmlformats.org/drawingml/2006/main">
              <a:ext uri="{FF2B5EF4-FFF2-40B4-BE49-F238E27FC236}">
                <a16:creationId xmlns:a16="http://schemas.microsoft.com/office/drawing/2014/main" id="{9043530C-A040-43EA-9E2D-4E038B154C90}"/>
              </a:ext>
            </a:extLst>
          </p:cNvPr>
          <p:cNvSpPr>
            <a:spLocks xmlns:a="http://schemas.openxmlformats.org/drawingml/2006/main" noGrp="1"/>
          </p:cNvSpPr>
          <p:nvPr/>
        </p:nvSpPr>
        <p:spPr>
          <a:xfrm xmlns:a="http://schemas.openxmlformats.org/drawingml/2006/main">
            <a:off x="2936755" y="4194594"/>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y₁</a:t>
            </a:r>
          </a:p>
        </p:txBody>
      </p:sp>
      <p:sp>
        <p:nvSpPr>
          <p:cNvPr id="863523771" name="y-2">
            <a:extLst xmlns:a="http://schemas.openxmlformats.org/drawingml/2006/main">
              <a:ext uri="{FF2B5EF4-FFF2-40B4-BE49-F238E27FC236}">
                <a16:creationId xmlns:a16="http://schemas.microsoft.com/office/drawing/2014/main" id="{D6554207-3054-46B2-8080-313F740A70BC}"/>
              </a:ext>
            </a:extLst>
          </p:cNvPr>
          <p:cNvSpPr>
            <a:spLocks xmlns:a="http://schemas.openxmlformats.org/drawingml/2006/main" noGrp="1"/>
          </p:cNvSpPr>
          <p:nvPr/>
        </p:nvSpPr>
        <p:spPr>
          <a:xfrm xmlns:a="http://schemas.openxmlformats.org/drawingml/2006/main">
            <a:off x="2936755" y="4632744"/>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y₂</a:t>
            </a:r>
          </a:p>
        </p:txBody>
      </p:sp>
      <p:sp>
        <p:nvSpPr>
          <p:cNvPr id="406640571" name="y-right-bracket">
            <a:extLst xmlns:a="http://schemas.openxmlformats.org/drawingml/2006/main">
              <a:ext uri="{FF2B5EF4-FFF2-40B4-BE49-F238E27FC236}">
                <a16:creationId xmlns:a16="http://schemas.microsoft.com/office/drawing/2014/main" id="{60719DE9-3825-4890-A51B-238EA0ED25FE}"/>
              </a:ext>
            </a:extLst>
          </p:cNvPr>
          <p:cNvSpPr>
            <a:spLocks xmlns:a="http://schemas.openxmlformats.org/drawingml/2006/main" noGrp="1"/>
          </p:cNvSpPr>
          <p:nvPr/>
        </p:nvSpPr>
        <p:spPr>
          <a:xfrm xmlns:a="http://schemas.openxmlformats.org/drawingml/2006/main">
            <a:off x="347968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242500646" name="equals">
            <a:extLst xmlns:a="http://schemas.openxmlformats.org/drawingml/2006/main">
              <a:ext uri="{FF2B5EF4-FFF2-40B4-BE49-F238E27FC236}">
                <a16:creationId xmlns:a16="http://schemas.microsoft.com/office/drawing/2014/main" id="{6AA1D909-3D94-47EA-A5FF-554D2056F3FF}"/>
              </a:ext>
            </a:extLst>
          </p:cNvPr>
          <p:cNvSpPr>
            <a:spLocks xmlns:a="http://schemas.openxmlformats.org/drawingml/2006/main" noGrp="1"/>
          </p:cNvSpPr>
          <p:nvPr/>
        </p:nvSpPr>
        <p:spPr>
          <a:xfrm xmlns:a="http://schemas.openxmlformats.org/drawingml/2006/main">
            <a:off x="3879730" y="4327944"/>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0">
                <a:solidFill>
                  <a:srgbClr val="111827"/>
                </a:solidFill>
                <a:latin typeface="Times New Roman"/>
                <a:ea typeface="Times New Roman"/>
                <a:cs typeface="Times New Roman"/>
              </a:defRPr>
            </a:pPr>
            <a:r>
              <a:rPr sz="2100" b="0">
                <a:solidFill>
                  <a:srgbClr val="111827"/>
                </a:solidFill>
                <a:latin typeface="Times New Roman"/>
                <a:ea typeface="Times New Roman"/>
                <a:cs typeface="Times New Roman"/>
              </a:rPr>
              <a:t>=</a:t>
            </a:r>
          </a:p>
        </p:txBody>
      </p:sp>
      <p:sp>
        <p:nvSpPr>
          <p:cNvPr id="143336188" name="w-left-bracket">
            <a:extLst xmlns:a="http://schemas.openxmlformats.org/drawingml/2006/main">
              <a:ext uri="{FF2B5EF4-FFF2-40B4-BE49-F238E27FC236}">
                <a16:creationId xmlns:a16="http://schemas.microsoft.com/office/drawing/2014/main" id="{404D0E70-05CC-4AD1-86E8-D941DC8FE9A4}"/>
              </a:ext>
            </a:extLst>
          </p:cNvPr>
          <p:cNvSpPr>
            <a:spLocks xmlns:a="http://schemas.openxmlformats.org/drawingml/2006/main" noGrp="1"/>
          </p:cNvSpPr>
          <p:nvPr/>
        </p:nvSpPr>
        <p:spPr>
          <a:xfrm xmlns:a="http://schemas.openxmlformats.org/drawingml/2006/main">
            <a:off x="441313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1577253818" name="w-11">
            <a:extLst xmlns:a="http://schemas.openxmlformats.org/drawingml/2006/main">
              <a:ext uri="{FF2B5EF4-FFF2-40B4-BE49-F238E27FC236}">
                <a16:creationId xmlns:a16="http://schemas.microsoft.com/office/drawing/2014/main" id="{AD72FF16-2FCB-4E70-A54C-997A97A92CA0}"/>
              </a:ext>
            </a:extLst>
          </p:cNvPr>
          <p:cNvSpPr>
            <a:spLocks xmlns:a="http://schemas.openxmlformats.org/drawingml/2006/main" noGrp="1"/>
          </p:cNvSpPr>
          <p:nvPr/>
        </p:nvSpPr>
        <p:spPr>
          <a:xfrm xmlns:a="http://schemas.openxmlformats.org/drawingml/2006/main">
            <a:off x="4736980" y="4194594"/>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0.82</a:t>
            </a:r>
          </a:p>
        </p:txBody>
      </p:sp>
      <p:sp>
        <p:nvSpPr>
          <p:cNvPr id="405522041" name="w-12">
            <a:extLst xmlns:a="http://schemas.openxmlformats.org/drawingml/2006/main">
              <a:ext uri="{FF2B5EF4-FFF2-40B4-BE49-F238E27FC236}">
                <a16:creationId xmlns:a16="http://schemas.microsoft.com/office/drawing/2014/main" id="{7281E6BB-B5E9-4181-8CA1-CDF41173F65A}"/>
              </a:ext>
            </a:extLst>
          </p:cNvPr>
          <p:cNvSpPr>
            <a:spLocks xmlns:a="http://schemas.openxmlformats.org/drawingml/2006/main" noGrp="1"/>
          </p:cNvSpPr>
          <p:nvPr/>
        </p:nvSpPr>
        <p:spPr>
          <a:xfrm xmlns:a="http://schemas.openxmlformats.org/drawingml/2006/main">
            <a:off x="5556130" y="4194594"/>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0.47</a:t>
            </a:r>
          </a:p>
        </p:txBody>
      </p:sp>
      <p:sp>
        <p:nvSpPr>
          <p:cNvPr id="784243633" name="w-21">
            <a:extLst xmlns:a="http://schemas.openxmlformats.org/drawingml/2006/main">
              <a:ext uri="{FF2B5EF4-FFF2-40B4-BE49-F238E27FC236}">
                <a16:creationId xmlns:a16="http://schemas.microsoft.com/office/drawing/2014/main" id="{9C4AF268-23AE-4991-B3CD-7083A01B4819}"/>
              </a:ext>
            </a:extLst>
          </p:cNvPr>
          <p:cNvSpPr>
            <a:spLocks xmlns:a="http://schemas.openxmlformats.org/drawingml/2006/main" noGrp="1"/>
          </p:cNvSpPr>
          <p:nvPr/>
        </p:nvSpPr>
        <p:spPr>
          <a:xfrm xmlns:a="http://schemas.openxmlformats.org/drawingml/2006/main">
            <a:off x="4698880" y="4632744"/>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−0.35</a:t>
            </a:r>
          </a:p>
        </p:txBody>
      </p:sp>
      <p:sp>
        <p:nvSpPr>
          <p:cNvPr id="318698246" name="w-22">
            <a:extLst xmlns:a="http://schemas.openxmlformats.org/drawingml/2006/main">
              <a:ext uri="{FF2B5EF4-FFF2-40B4-BE49-F238E27FC236}">
                <a16:creationId xmlns:a16="http://schemas.microsoft.com/office/drawing/2014/main" id="{B4855D88-96C6-460E-AB58-B35BDFD20C0B}"/>
              </a:ext>
            </a:extLst>
          </p:cNvPr>
          <p:cNvSpPr>
            <a:spLocks xmlns:a="http://schemas.openxmlformats.org/drawingml/2006/main" noGrp="1"/>
          </p:cNvSpPr>
          <p:nvPr/>
        </p:nvSpPr>
        <p:spPr>
          <a:xfrm xmlns:a="http://schemas.openxmlformats.org/drawingml/2006/main">
            <a:off x="5556130" y="4632744"/>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0.91</a:t>
            </a:r>
          </a:p>
        </p:txBody>
      </p:sp>
      <p:sp>
        <p:nvSpPr>
          <p:cNvPr id="1313546225" name="w-right-bracket">
            <a:extLst xmlns:a="http://schemas.openxmlformats.org/drawingml/2006/main">
              <a:ext uri="{FF2B5EF4-FFF2-40B4-BE49-F238E27FC236}">
                <a16:creationId xmlns:a16="http://schemas.microsoft.com/office/drawing/2014/main" id="{34956272-D61E-40D3-BE96-45889FCF3479}"/>
              </a:ext>
            </a:extLst>
          </p:cNvPr>
          <p:cNvSpPr>
            <a:spLocks xmlns:a="http://schemas.openxmlformats.org/drawingml/2006/main" noGrp="1"/>
          </p:cNvSpPr>
          <p:nvPr/>
        </p:nvSpPr>
        <p:spPr>
          <a:xfrm xmlns:a="http://schemas.openxmlformats.org/drawingml/2006/main">
            <a:off x="628003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1413408161" name="x-left-bracket">
            <a:extLst xmlns:a="http://schemas.openxmlformats.org/drawingml/2006/main">
              <a:ext uri="{FF2B5EF4-FFF2-40B4-BE49-F238E27FC236}">
                <a16:creationId xmlns:a16="http://schemas.microsoft.com/office/drawing/2014/main" id="{8DEFE725-845F-4625-A17C-923C018B714E}"/>
              </a:ext>
            </a:extLst>
          </p:cNvPr>
          <p:cNvSpPr>
            <a:spLocks xmlns:a="http://schemas.openxmlformats.org/drawingml/2006/main" noGrp="1"/>
          </p:cNvSpPr>
          <p:nvPr/>
        </p:nvSpPr>
        <p:spPr>
          <a:xfrm xmlns:a="http://schemas.openxmlformats.org/drawingml/2006/main">
            <a:off x="669913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221403465" name="x-1">
            <a:extLst xmlns:a="http://schemas.openxmlformats.org/drawingml/2006/main">
              <a:ext uri="{FF2B5EF4-FFF2-40B4-BE49-F238E27FC236}">
                <a16:creationId xmlns:a16="http://schemas.microsoft.com/office/drawing/2014/main" id="{03EAB425-EC7C-4AA4-B751-B8A42F22872A}"/>
              </a:ext>
            </a:extLst>
          </p:cNvPr>
          <p:cNvSpPr>
            <a:spLocks xmlns:a="http://schemas.openxmlformats.org/drawingml/2006/main" noGrp="1"/>
          </p:cNvSpPr>
          <p:nvPr/>
        </p:nvSpPr>
        <p:spPr>
          <a:xfrm xmlns:a="http://schemas.openxmlformats.org/drawingml/2006/main">
            <a:off x="6984880" y="4194594"/>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x₁</a:t>
            </a:r>
          </a:p>
        </p:txBody>
      </p:sp>
      <p:sp>
        <p:nvSpPr>
          <p:cNvPr id="1949864656" name="x-2">
            <a:extLst xmlns:a="http://schemas.openxmlformats.org/drawingml/2006/main">
              <a:ext uri="{FF2B5EF4-FFF2-40B4-BE49-F238E27FC236}">
                <a16:creationId xmlns:a16="http://schemas.microsoft.com/office/drawing/2014/main" id="{BA52DF2B-B8BA-49B6-9E82-08C8642053E7}"/>
              </a:ext>
            </a:extLst>
          </p:cNvPr>
          <p:cNvSpPr>
            <a:spLocks xmlns:a="http://schemas.openxmlformats.org/drawingml/2006/main" noGrp="1"/>
          </p:cNvSpPr>
          <p:nvPr/>
        </p:nvSpPr>
        <p:spPr>
          <a:xfrm xmlns:a="http://schemas.openxmlformats.org/drawingml/2006/main">
            <a:off x="6984880" y="4632744"/>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x₂</a:t>
            </a:r>
          </a:p>
        </p:txBody>
      </p:sp>
      <p:sp>
        <p:nvSpPr>
          <p:cNvPr id="1373769847" name="x-right-bracket">
            <a:extLst xmlns:a="http://schemas.openxmlformats.org/drawingml/2006/main">
              <a:ext uri="{FF2B5EF4-FFF2-40B4-BE49-F238E27FC236}">
                <a16:creationId xmlns:a16="http://schemas.microsoft.com/office/drawing/2014/main" id="{0A0F1456-1D56-4D63-B8ED-73280E650B01}"/>
              </a:ext>
            </a:extLst>
          </p:cNvPr>
          <p:cNvSpPr>
            <a:spLocks xmlns:a="http://schemas.openxmlformats.org/drawingml/2006/main" noGrp="1"/>
          </p:cNvSpPr>
          <p:nvPr/>
        </p:nvSpPr>
        <p:spPr>
          <a:xfrm xmlns:a="http://schemas.openxmlformats.org/drawingml/2006/main">
            <a:off x="753733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1484969328" name="plus">
            <a:extLst xmlns:a="http://schemas.openxmlformats.org/drawingml/2006/main">
              <a:ext uri="{FF2B5EF4-FFF2-40B4-BE49-F238E27FC236}">
                <a16:creationId xmlns:a16="http://schemas.microsoft.com/office/drawing/2014/main" id="{00203DF4-7724-4E78-A043-2E81FB77DBB7}"/>
              </a:ext>
            </a:extLst>
          </p:cNvPr>
          <p:cNvSpPr>
            <a:spLocks xmlns:a="http://schemas.openxmlformats.org/drawingml/2006/main" noGrp="1"/>
          </p:cNvSpPr>
          <p:nvPr/>
        </p:nvSpPr>
        <p:spPr>
          <a:xfrm xmlns:a="http://schemas.openxmlformats.org/drawingml/2006/main">
            <a:off x="7965955" y="4327944"/>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0">
                <a:solidFill>
                  <a:srgbClr val="111827"/>
                </a:solidFill>
                <a:latin typeface="Times New Roman"/>
                <a:ea typeface="Times New Roman"/>
                <a:cs typeface="Times New Roman"/>
              </a:defRPr>
            </a:pPr>
            <a:r>
              <a:rPr sz="2100" b="0">
                <a:solidFill>
                  <a:srgbClr val="111827"/>
                </a:solidFill>
                <a:latin typeface="Times New Roman"/>
                <a:ea typeface="Times New Roman"/>
                <a:cs typeface="Times New Roman"/>
              </a:rPr>
              <a:t>+</a:t>
            </a:r>
          </a:p>
        </p:txBody>
      </p:sp>
      <p:sp>
        <p:nvSpPr>
          <p:cNvPr id="1912473492" name="b-left-bracket">
            <a:extLst xmlns:a="http://schemas.openxmlformats.org/drawingml/2006/main">
              <a:ext uri="{FF2B5EF4-FFF2-40B4-BE49-F238E27FC236}">
                <a16:creationId xmlns:a16="http://schemas.microsoft.com/office/drawing/2014/main" id="{3C30328C-7E95-4351-9FB5-2C2C8D1DB23F}"/>
              </a:ext>
            </a:extLst>
          </p:cNvPr>
          <p:cNvSpPr>
            <a:spLocks xmlns:a="http://schemas.openxmlformats.org/drawingml/2006/main" noGrp="1"/>
          </p:cNvSpPr>
          <p:nvPr/>
        </p:nvSpPr>
        <p:spPr>
          <a:xfrm xmlns:a="http://schemas.openxmlformats.org/drawingml/2006/main">
            <a:off x="850888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1280014239" name="b-1">
            <a:extLst xmlns:a="http://schemas.openxmlformats.org/drawingml/2006/main">
              <a:ext uri="{FF2B5EF4-FFF2-40B4-BE49-F238E27FC236}">
                <a16:creationId xmlns:a16="http://schemas.microsoft.com/office/drawing/2014/main" id="{077E7B87-1196-4E4C-8B77-EB9EE65AAEBE}"/>
              </a:ext>
            </a:extLst>
          </p:cNvPr>
          <p:cNvSpPr>
            <a:spLocks xmlns:a="http://schemas.openxmlformats.org/drawingml/2006/main" noGrp="1"/>
          </p:cNvSpPr>
          <p:nvPr/>
        </p:nvSpPr>
        <p:spPr>
          <a:xfrm xmlns:a="http://schemas.openxmlformats.org/drawingml/2006/main">
            <a:off x="8794630" y="4194594"/>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0.1</a:t>
            </a:r>
          </a:p>
        </p:txBody>
      </p:sp>
      <p:sp>
        <p:nvSpPr>
          <p:cNvPr id="925678817" name="b-2">
            <a:extLst xmlns:a="http://schemas.openxmlformats.org/drawingml/2006/main">
              <a:ext uri="{FF2B5EF4-FFF2-40B4-BE49-F238E27FC236}">
                <a16:creationId xmlns:a16="http://schemas.microsoft.com/office/drawing/2014/main" id="{CBFFFE98-06DA-42A6-9090-C482300C9327}"/>
              </a:ext>
            </a:extLst>
          </p:cNvPr>
          <p:cNvSpPr>
            <a:spLocks xmlns:a="http://schemas.openxmlformats.org/drawingml/2006/main" noGrp="1"/>
          </p:cNvSpPr>
          <p:nvPr/>
        </p:nvSpPr>
        <p:spPr>
          <a:xfrm xmlns:a="http://schemas.openxmlformats.org/drawingml/2006/main">
            <a:off x="8756530" y="4632744"/>
            <a:ext cx="68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−0.1</a:t>
            </a:r>
          </a:p>
        </p:txBody>
      </p:sp>
      <p:sp>
        <p:nvSpPr>
          <p:cNvPr id="1430806469" name="b-right-bracket">
            <a:extLst xmlns:a="http://schemas.openxmlformats.org/drawingml/2006/main">
              <a:ext uri="{FF2B5EF4-FFF2-40B4-BE49-F238E27FC236}">
                <a16:creationId xmlns:a16="http://schemas.microsoft.com/office/drawing/2014/main" id="{A36EB3D4-24F0-4DDD-B62E-57D2DB9E289A}"/>
              </a:ext>
            </a:extLst>
          </p:cNvPr>
          <p:cNvSpPr>
            <a:spLocks xmlns:a="http://schemas.openxmlformats.org/drawingml/2006/main" noGrp="1"/>
          </p:cNvSpPr>
          <p:nvPr/>
        </p:nvSpPr>
        <p:spPr>
          <a:xfrm xmlns:a="http://schemas.openxmlformats.org/drawingml/2006/main">
            <a:off x="942328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398011469" name="matrix-note">
            <a:extLst xmlns:a="http://schemas.openxmlformats.org/drawingml/2006/main">
              <a:ext uri="{FF2B5EF4-FFF2-40B4-BE49-F238E27FC236}">
                <a16:creationId xmlns:a16="http://schemas.microsoft.com/office/drawing/2014/main" id="{551C840B-EC3A-44D8-9E78-717637E50D94}"/>
              </a:ext>
            </a:extLst>
          </p:cNvPr>
          <p:cNvSpPr>
            <a:spLocks xmlns:a="http://schemas.openxmlformats.org/drawingml/2006/main" noGrp="1"/>
          </p:cNvSpPr>
          <p:nvPr/>
        </p:nvSpPr>
        <p:spPr>
          <a:xfrm xmlns:a="http://schemas.openxmlformats.org/drawingml/2006/main">
            <a:off x="2095500" y="5286375"/>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486284"/>
                </a:solidFill>
                <a:latin typeface="Times New Roman"/>
                <a:ea typeface="Times New Roman"/>
                <a:cs typeface="Times New Roman"/>
              </a:defRPr>
            </a:pPr>
            <a:r>
              <a:rPr sz="1300" b="0">
                <a:solidFill>
                  <a:srgbClr val="486284"/>
                </a:solidFill>
                <a:latin typeface="Times New Roman"/>
                <a:ea typeface="Times New Roman"/>
                <a:cs typeface="Times New Roman"/>
              </a:rPr>
              <a:t>W stores the weights by output row; b stores one bias for each output.</a:t>
            </a:r>
          </a:p>
        </p:txBody>
      </p:sp>
      <p:sp>
        <p:nvSpPr>
          <p:cNvPr id="320933317" name="Oval 7">
            <a:extLst xmlns:a="http://schemas.openxmlformats.org/drawingml/2006/main">
              <a:ext uri="{FF2B5EF4-FFF2-40B4-BE49-F238E27FC236}">
                <a16:creationId xmlns:a16="http://schemas.microsoft.com/office/drawing/2014/main" id="{DFD5B2E1-636A-4DBF-8280-15983B2E5EF2}"/>
              </a:ext>
            </a:extLst>
          </p:cNvPr>
          <p:cNvSpPr>
            <a:spLocks xmlns:a="http://schemas.openxmlformats.org/drawingml/2006/main" noGrp="1"/>
          </p:cNvSpPr>
          <p:nvPr/>
        </p:nvSpPr>
        <p:spPr>
          <a:xfrm xmlns:a="http://schemas.openxmlformats.org/drawingml/2006/main">
            <a:off x="1028700" y="1508544"/>
            <a:ext cx="495300" cy="495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x₁</a:t>
            </a:r>
          </a:p>
        </p:txBody>
      </p:sp>
      <p:sp>
        <p:nvSpPr>
          <p:cNvPr id="458217070" name="Oval 8">
            <a:extLst xmlns:a="http://schemas.openxmlformats.org/drawingml/2006/main">
              <a:ext uri="{FF2B5EF4-FFF2-40B4-BE49-F238E27FC236}">
                <a16:creationId xmlns:a16="http://schemas.microsoft.com/office/drawing/2014/main" id="{6D610B71-5C86-4E05-B860-E95212D96363}"/>
              </a:ext>
            </a:extLst>
          </p:cNvPr>
          <p:cNvSpPr>
            <a:spLocks xmlns:a="http://schemas.openxmlformats.org/drawingml/2006/main" noGrp="1"/>
          </p:cNvSpPr>
          <p:nvPr/>
        </p:nvSpPr>
        <p:spPr>
          <a:xfrm xmlns:a="http://schemas.openxmlformats.org/drawingml/2006/main">
            <a:off x="1028700" y="3032544"/>
            <a:ext cx="495300" cy="495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x₂</a:t>
            </a:r>
          </a:p>
        </p:txBody>
      </p:sp>
      <p:sp>
        <p:nvSpPr>
          <p:cNvPr id="1261072674" name="Oval 9">
            <a:extLst xmlns:a="http://schemas.openxmlformats.org/drawingml/2006/main">
              <a:ext uri="{FF2B5EF4-FFF2-40B4-BE49-F238E27FC236}">
                <a16:creationId xmlns:a16="http://schemas.microsoft.com/office/drawing/2014/main" id="{F815C4E6-3091-443A-9F8D-5A44BAA6AD0A}"/>
              </a:ext>
            </a:extLst>
          </p:cNvPr>
          <p:cNvSpPr>
            <a:spLocks xmlns:a="http://schemas.openxmlformats.org/drawingml/2006/main" noGrp="1"/>
          </p:cNvSpPr>
          <p:nvPr/>
        </p:nvSpPr>
        <p:spPr>
          <a:xfrm xmlns:a="http://schemas.openxmlformats.org/drawingml/2006/main">
            <a:off x="6743700" y="1508544"/>
            <a:ext cx="495300" cy="495300"/>
          </a:xfrm>
          <a:prstGeom xmlns:a="http://schemas.openxmlformats.org/drawingml/2006/main" prst="ellipse">
            <a:avLst/>
          </a:prstGeom>
          <a:solidFill xmlns:a="http://schemas.openxmlformats.org/drawingml/2006/main">
            <a:srgbClr val="D9FBE8"/>
          </a:solidFill>
          <a:ln xmlns:a="http://schemas.openxmlformats.org/drawingml/2006/main" w="19050">
            <a:solidFill>
              <a:srgbClr val="246BFD"/>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sp>
        <p:nvSpPr>
          <p:cNvPr id="1306891541" name="Oval 10">
            <a:extLst xmlns:a="http://schemas.openxmlformats.org/drawingml/2006/main">
              <a:ext uri="{FF2B5EF4-FFF2-40B4-BE49-F238E27FC236}">
                <a16:creationId xmlns:a16="http://schemas.microsoft.com/office/drawing/2014/main" id="{8D601135-8915-4F44-B0BA-799EA4AA0AD9}"/>
              </a:ext>
            </a:extLst>
          </p:cNvPr>
          <p:cNvSpPr>
            <a:spLocks xmlns:a="http://schemas.openxmlformats.org/drawingml/2006/main" noGrp="1"/>
          </p:cNvSpPr>
          <p:nvPr/>
        </p:nvSpPr>
        <p:spPr>
          <a:xfrm xmlns:a="http://schemas.openxmlformats.org/drawingml/2006/main">
            <a:off x="6743700" y="3032544"/>
            <a:ext cx="495300" cy="495300"/>
          </a:xfrm>
          <a:prstGeom xmlns:a="http://schemas.openxmlformats.org/drawingml/2006/main" prst="ellipse">
            <a:avLst/>
          </a:prstGeom>
          <a:solidFill xmlns:a="http://schemas.openxmlformats.org/drawingml/2006/main">
            <a:srgbClr val="D9FBE8"/>
          </a:solidFill>
          <a:ln xmlns:a="http://schemas.openxmlformats.org/drawingml/2006/main" w="19050">
            <a:solidFill>
              <a:srgbClr val="246BFD"/>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cxnSp>
        <p:nvCxnSpPr>
          <p:cNvPr id="1949864801" name="Straight Arrow Connector 1503402375"/>
          <p:cNvCxnSpPr>
            <a:stCxn xmlns:a="http://schemas.openxmlformats.org/drawingml/2006/main" id="320933317" idx="6"/>
            <a:endCxn xmlns:a="http://schemas.openxmlformats.org/drawingml/2006/main" id="1261072674" idx="2"/>
          </p:cNvCxnSpPr>
          <p:nvPr/>
        </p:nvCxnSpPr>
        <p:spPr>
          <a:xfrm xmlns:a="http://schemas.openxmlformats.org/drawingml/2006/main">
            <a:off x="1524000" y="1756194"/>
            <a:ext cx="5219700" cy="0"/>
          </a:xfrm>
          <a:prstGeom xmlns:a="http://schemas.openxmlformats.org/drawingml/2006/main" prst="straightConnector1">
            <a:avLst/>
          </a:prstGeom>
          <a:ln xmlns:a="http://schemas.openxmlformats.org/drawingml/2006/main" w="11906">
            <a:solidFill>
              <a:srgbClr val="D7DEE9"/>
            </a:solidFill>
            <a:prstDash val="solid"/>
          </a:ln>
        </p:spPr>
      </p:cxnSp>
      <p:cxnSp>
        <p:nvCxnSpPr>
          <p:cNvPr id="1949864802" name="Straight Arrow Connector 1503402376"/>
          <p:cNvCxnSpPr>
            <a:stCxn xmlns:a="http://schemas.openxmlformats.org/drawingml/2006/main" id="320933317" idx="6"/>
            <a:endCxn xmlns:a="http://schemas.openxmlformats.org/drawingml/2006/main" id="1306891541" idx="2"/>
          </p:cNvCxnSpPr>
          <p:nvPr/>
        </p:nvCxnSpPr>
        <p:spPr>
          <a:xfrm xmlns:a="http://schemas.openxmlformats.org/drawingml/2006/main">
            <a:off x="1524000" y="1756194"/>
            <a:ext cx="5219700" cy="1524000"/>
          </a:xfrm>
          <a:prstGeom xmlns:a="http://schemas.openxmlformats.org/drawingml/2006/main" prst="straightConnector1">
            <a:avLst/>
          </a:prstGeom>
          <a:ln xmlns:a="http://schemas.openxmlformats.org/drawingml/2006/main" w="11906">
            <a:solidFill>
              <a:srgbClr val="D7DEE9"/>
            </a:solidFill>
            <a:prstDash val="solid"/>
          </a:ln>
        </p:spPr>
      </p:cxnSp>
      <p:cxnSp>
        <p:nvCxnSpPr>
          <p:cNvPr id="1949864803" name="Straight Arrow Connector 1503402377"/>
          <p:cNvCxnSpPr>
            <a:stCxn xmlns:a="http://schemas.openxmlformats.org/drawingml/2006/main" id="458217070" idx="6"/>
            <a:endCxn xmlns:a="http://schemas.openxmlformats.org/drawingml/2006/main" id="1261072674" idx="2"/>
          </p:cNvCxnSpPr>
          <p:nvPr/>
        </p:nvCxnSpPr>
        <p:spPr>
          <a:xfrm xmlns:a="http://schemas.openxmlformats.org/drawingml/2006/main" flipV="1">
            <a:off x="1524000" y="1756194"/>
            <a:ext cx="5219700" cy="1524000"/>
          </a:xfrm>
          <a:prstGeom xmlns:a="http://schemas.openxmlformats.org/drawingml/2006/main" prst="straightConnector1">
            <a:avLst/>
          </a:prstGeom>
          <a:ln xmlns:a="http://schemas.openxmlformats.org/drawingml/2006/main" w="11906">
            <a:solidFill>
              <a:srgbClr val="D7DEE9"/>
            </a:solidFill>
            <a:prstDash val="solid"/>
          </a:ln>
        </p:spPr>
      </p:cxnSp>
      <p:cxnSp>
        <p:nvCxnSpPr>
          <p:cNvPr id="1949864804" name="Straight Arrow Connector 1503402378"/>
          <p:cNvCxnSpPr>
            <a:stCxn xmlns:a="http://schemas.openxmlformats.org/drawingml/2006/main" id="458217070" idx="6"/>
            <a:endCxn xmlns:a="http://schemas.openxmlformats.org/drawingml/2006/main" id="1306891541" idx="2"/>
          </p:cNvCxnSpPr>
          <p:nvPr/>
        </p:nvCxnSpPr>
        <p:spPr>
          <a:xfrm xmlns:a="http://schemas.openxmlformats.org/drawingml/2006/main">
            <a:off x="1524000" y="3280194"/>
            <a:ext cx="5219700" cy="0"/>
          </a:xfrm>
          <a:prstGeom xmlns:a="http://schemas.openxmlformats.org/drawingml/2006/main" prst="straightConnector1">
            <a:avLst/>
          </a:prstGeom>
          <a:ln xmlns:a="http://schemas.openxmlformats.org/drawingml/2006/main" w="11906">
            <a:solidFill>
              <a:srgbClr val="D7DEE9"/>
            </a:solidFill>
            <a:prstDash val="solid"/>
          </a:ln>
        </p:spPr>
      </p:cxnSp>
      <p:sp>
        <p:nvSpPr>
          <p:cNvPr id="1506494985" name="Rectangle 43">
            <a:extLst xmlns:a="http://schemas.openxmlformats.org/drawingml/2006/main">
              <a:ext uri="{FF2B5EF4-FFF2-40B4-BE49-F238E27FC236}">
                <a16:creationId xmlns:a16="http://schemas.microsoft.com/office/drawing/2014/main" id="{892C110B-EB84-416D-9ACD-40679F675C9E}"/>
              </a:ext>
            </a:extLst>
          </p:cNvPr>
          <p:cNvSpPr>
            <a:spLocks xmlns:a="http://schemas.openxmlformats.org/drawingml/2006/main" noGrp="1"/>
          </p:cNvSpPr>
          <p:nvPr/>
        </p:nvSpPr>
        <p:spPr>
          <a:xfrm xmlns:a="http://schemas.openxmlformats.org/drawingml/2006/main">
            <a:off x="3552825" y="1479969"/>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0.82</a:t>
            </a:r>
          </a:p>
        </p:txBody>
      </p:sp>
      <p:sp>
        <p:nvSpPr>
          <p:cNvPr id="811543002" name="Rectangle 44">
            <a:extLst xmlns:a="http://schemas.openxmlformats.org/drawingml/2006/main">
              <a:ext uri="{FF2B5EF4-FFF2-40B4-BE49-F238E27FC236}">
                <a16:creationId xmlns:a16="http://schemas.microsoft.com/office/drawing/2014/main" id="{391DACB3-854F-4DFA-874E-375C1F92E2D4}"/>
              </a:ext>
            </a:extLst>
          </p:cNvPr>
          <p:cNvSpPr>
            <a:spLocks xmlns:a="http://schemas.openxmlformats.org/drawingml/2006/main" noGrp="1"/>
          </p:cNvSpPr>
          <p:nvPr/>
        </p:nvSpPr>
        <p:spPr>
          <a:xfrm xmlns:a="http://schemas.openxmlformats.org/drawingml/2006/main">
            <a:off x="3158346" y="2118289"/>
            <a:ext cx="590549"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−0.35</a:t>
            </a:r>
          </a:p>
        </p:txBody>
      </p:sp>
      <p:sp>
        <p:nvSpPr>
          <p:cNvPr id="415626662" name="Rectangle 45">
            <a:extLst xmlns:a="http://schemas.openxmlformats.org/drawingml/2006/main">
              <a:ext uri="{FF2B5EF4-FFF2-40B4-BE49-F238E27FC236}">
                <a16:creationId xmlns:a16="http://schemas.microsoft.com/office/drawing/2014/main" id="{07FC856E-AB46-4A8A-A583-A139A25C79E8}"/>
              </a:ext>
            </a:extLst>
          </p:cNvPr>
          <p:cNvSpPr>
            <a:spLocks xmlns:a="http://schemas.openxmlformats.org/drawingml/2006/main" noGrp="1"/>
          </p:cNvSpPr>
          <p:nvPr/>
        </p:nvSpPr>
        <p:spPr>
          <a:xfrm xmlns:a="http://schemas.openxmlformats.org/drawingml/2006/main">
            <a:off x="4453746" y="2118289"/>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0.47</a:t>
            </a:r>
          </a:p>
        </p:txBody>
      </p:sp>
      <p:sp>
        <p:nvSpPr>
          <p:cNvPr id="1139142121" name="Rectangle 46">
            <a:extLst xmlns:a="http://schemas.openxmlformats.org/drawingml/2006/main">
              <a:ext uri="{FF2B5EF4-FFF2-40B4-BE49-F238E27FC236}">
                <a16:creationId xmlns:a16="http://schemas.microsoft.com/office/drawing/2014/main" id="{E1C7D723-2E3C-42E3-A5C4-5B5559BF1C83}"/>
              </a:ext>
            </a:extLst>
          </p:cNvPr>
          <p:cNvSpPr>
            <a:spLocks xmlns:a="http://schemas.openxmlformats.org/drawingml/2006/main" noGrp="1"/>
          </p:cNvSpPr>
          <p:nvPr/>
        </p:nvSpPr>
        <p:spPr>
          <a:xfrm xmlns:a="http://schemas.openxmlformats.org/drawingml/2006/main">
            <a:off x="3552825" y="3003969"/>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0.91</a:t>
            </a:r>
          </a:p>
        </p:txBody>
      </p:sp>
    </p:spTree>
    <p:extLst>
      <p:ext uri="{BB962C8B-B14F-4D97-AF65-F5344CB8AC3E}">
        <p14:creationId xmlns:p14="http://schemas.microsoft.com/office/powerpoint/2010/main" val="695129896"/>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9957409" name="Rectangle 1534851990">
            <a:extLst xmlns:a="http://schemas.openxmlformats.org/drawingml/2006/main">
              <a:ext uri="{FF2B5EF4-FFF2-40B4-BE49-F238E27FC236}">
                <a16:creationId xmlns:a16="http://schemas.microsoft.com/office/drawing/2014/main" id="{BE237FFD-7A1C-4F4B-B9D1-E47DAA144D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570206513" name="Rectangle 479021826">
            <a:extLst xmlns:a="http://schemas.openxmlformats.org/drawingml/2006/main">
              <a:ext uri="{FF2B5EF4-FFF2-40B4-BE49-F238E27FC236}">
                <a16:creationId xmlns:a16="http://schemas.microsoft.com/office/drawing/2014/main" id="{20084E49-D0EE-43FD-986B-1AC7738A15A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599155432" name="Rectangle 1978977909">
            <a:extLst xmlns:a="http://schemas.openxmlformats.org/drawingml/2006/main">
              <a:ext uri="{FF2B5EF4-FFF2-40B4-BE49-F238E27FC236}">
                <a16:creationId xmlns:a16="http://schemas.microsoft.com/office/drawing/2014/main" id="{562B80B2-6736-47BE-98BF-EFA63F9F86F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570206518" name="Picture 515916084"/>
          <p:cNvPicPr>
            <a:picLocks xmlns:a="http://schemas.openxmlformats.org/drawingml/2006/main" noChangeAspect="1"/>
          </p:cNvPicPr>
          <p:nvPr/>
        </p:nvPicPr>
        <p:blipFill rotWithShape="1">
          <a:blip xmlns:r="http://schemas.openxmlformats.org/officeDocument/2006/relationships" xmlns:a="http://schemas.openxmlformats.org/drawingml/2006/main" r:embed="R3861914ce58241aa"/>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1456090650" name="Rectangle 2015264448">
            <a:extLst xmlns:a="http://schemas.openxmlformats.org/drawingml/2006/main">
              <a:ext uri="{FF2B5EF4-FFF2-40B4-BE49-F238E27FC236}">
                <a16:creationId xmlns:a16="http://schemas.microsoft.com/office/drawing/2014/main" id="{7BC7B422-C160-4527-88D9-23A0AC06AD9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Tree>
    <p:extLst>
      <p:ext uri="{BB962C8B-B14F-4D97-AF65-F5344CB8AC3E}">
        <p14:creationId xmlns:p14="http://schemas.microsoft.com/office/powerpoint/2010/main" val="1158685669"/>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91590717" name="Rectangle 1247590332">
            <a:extLst xmlns:a="http://schemas.openxmlformats.org/drawingml/2006/main">
              <a:ext uri="{FF2B5EF4-FFF2-40B4-BE49-F238E27FC236}">
                <a16:creationId xmlns:a16="http://schemas.microsoft.com/office/drawing/2014/main" id="{BE22ECFF-9340-4837-BFCB-A10390E142A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704600796" name="Rectangle 123267949">
            <a:extLst xmlns:a="http://schemas.openxmlformats.org/drawingml/2006/main">
              <a:ext uri="{FF2B5EF4-FFF2-40B4-BE49-F238E27FC236}">
                <a16:creationId xmlns:a16="http://schemas.microsoft.com/office/drawing/2014/main" id="{3500BA10-3C5A-4063-94AA-B90DA7ADB4F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098194889" name="Rectangle 1662278909">
            <a:extLst xmlns:a="http://schemas.openxmlformats.org/drawingml/2006/main">
              <a:ext uri="{FF2B5EF4-FFF2-40B4-BE49-F238E27FC236}">
                <a16:creationId xmlns:a16="http://schemas.microsoft.com/office/drawing/2014/main" id="{2CAF2CF7-EAD0-4985-AAC7-5195102E1BB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RNNs carry state through time</a:t>
            </a:r>
          </a:p>
        </p:txBody>
      </p:sp>
      <p:sp>
        <p:nvSpPr>
          <p:cNvPr id="1145969643" name="Rectangle 459089390">
            <a:extLst xmlns:a="http://schemas.openxmlformats.org/drawingml/2006/main">
              <a:ext uri="{FF2B5EF4-FFF2-40B4-BE49-F238E27FC236}">
                <a16:creationId xmlns:a16="http://schemas.microsoft.com/office/drawing/2014/main" id="{FB518D69-C8BA-47BE-88E7-AFDAB0BC35E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
        <p:nvSpPr>
          <p:cNvPr id="432757049" name="Rectangle 1982873099">
            <a:extLst xmlns:a="http://schemas.openxmlformats.org/drawingml/2006/main">
              <a:ext uri="{FF2B5EF4-FFF2-40B4-BE49-F238E27FC236}">
                <a16:creationId xmlns:a16="http://schemas.microsoft.com/office/drawing/2014/main" id="{913C7CAB-C270-4C23-87E7-24EC2449617F}"/>
              </a:ext>
            </a:extLst>
          </p:cNvPr>
          <p:cNvSpPr>
            <a:spLocks xmlns:a="http://schemas.openxmlformats.org/drawingml/2006/main" noGrp="1"/>
          </p:cNvSpPr>
          <p:nvPr/>
        </p:nvSpPr>
        <p:spPr>
          <a:xfrm xmlns:a="http://schemas.openxmlformats.org/drawingml/2006/main">
            <a:off x="704850" y="1314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085"/>
                </a:solidFill>
                <a:latin typeface="Calibri"/>
                <a:ea typeface="Calibri"/>
                <a:cs typeface="Calibri"/>
              </a:defRPr>
            </a:pPr>
            <a:r>
              <a:rPr sz="1500" b="0">
                <a:solidFill>
                  <a:srgbClr val="667085"/>
                </a:solidFill>
                <a:latin typeface="Calibri"/>
                <a:ea typeface="Calibri"/>
                <a:cs typeface="Calibri"/>
              </a:rPr>
              <a:t>LSTM and GRU add gates that decide what information to keep or forget.</a:t>
            </a:r>
          </a:p>
        </p:txBody>
      </p:sp>
      <p:pic>
        <p:nvPicPr>
          <p:cNvPr id="2091590724" name="Picture 305515905"/>
          <p:cNvPicPr>
            <a:picLocks xmlns:a="http://schemas.openxmlformats.org/drawingml/2006/main" noChangeAspect="1"/>
          </p:cNvPicPr>
          <p:nvPr/>
        </p:nvPicPr>
        <p:blipFill rotWithShape="1">
          <a:blip xmlns:r="http://schemas.openxmlformats.org/officeDocument/2006/relationships" xmlns:a="http://schemas.openxmlformats.org/drawingml/2006/main" r:embed="R492a8f4bdff849b6"/>
          <a:stretch xmlns:a="http://schemas.openxmlformats.org/drawingml/2006/main"/>
        </p:blipFill>
        <p:spPr>
          <a:xfrm xmlns:a="http://schemas.openxmlformats.org/drawingml/2006/main">
            <a:off x="2047875" y="1809750"/>
            <a:ext cx="8096250" cy="3648074"/>
          </a:xfrm>
          <a:prstGeom xmlns:a="http://schemas.openxmlformats.org/drawingml/2006/main" prst="rect">
            <a:avLst/>
          </a:prstGeom>
        </p:spPr>
      </p:pic>
      <p:sp>
        <p:nvSpPr>
          <p:cNvPr id="610129864" name="Rectangle 1852267195">
            <a:extLst xmlns:a="http://schemas.openxmlformats.org/drawingml/2006/main">
              <a:ext uri="{FF2B5EF4-FFF2-40B4-BE49-F238E27FC236}">
                <a16:creationId xmlns:a16="http://schemas.microsoft.com/office/drawing/2014/main" id="{7E02C391-AB7C-401D-9878-14CC61B915DC}"/>
              </a:ext>
            </a:extLst>
          </p:cNvPr>
          <p:cNvSpPr>
            <a:spLocks xmlns:a="http://schemas.openxmlformats.org/drawingml/2006/main" noGrp="1"/>
          </p:cNvSpPr>
          <p:nvPr/>
        </p:nvSpPr>
        <p:spPr>
          <a:xfrm xmlns:a="http://schemas.openxmlformats.org/drawingml/2006/main">
            <a:off x="1143000" y="5762625"/>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RNN: hidden state     •     LSTM: memory cell + gates     •     GRU: compact gated unit</a:t>
            </a:r>
          </a:p>
        </p:txBody>
      </p:sp>
    </p:spTree>
    <p:extLst>
      <p:ext uri="{BB962C8B-B14F-4D97-AF65-F5344CB8AC3E}">
        <p14:creationId xmlns:p14="http://schemas.microsoft.com/office/powerpoint/2010/main" val="537960600"/>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923271" name="Rectangle 1803920234">
            <a:extLst xmlns:a="http://schemas.openxmlformats.org/drawingml/2006/main">
              <a:ext uri="{FF2B5EF4-FFF2-40B4-BE49-F238E27FC236}">
                <a16:creationId xmlns:a16="http://schemas.microsoft.com/office/drawing/2014/main" id="{F32EFFFF-581E-4988-B628-79D6E9CD73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518068339" name="Rectangle 1271380438">
            <a:extLst xmlns:a="http://schemas.openxmlformats.org/drawingml/2006/main">
              <a:ext uri="{FF2B5EF4-FFF2-40B4-BE49-F238E27FC236}">
                <a16:creationId xmlns:a16="http://schemas.microsoft.com/office/drawing/2014/main" id="{55AAABA9-577B-4B81-8273-1503AEF5D3C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98704749" name="Rectangle 608404555">
            <a:extLst xmlns:a="http://schemas.openxmlformats.org/drawingml/2006/main">
              <a:ext uri="{FF2B5EF4-FFF2-40B4-BE49-F238E27FC236}">
                <a16:creationId xmlns:a16="http://schemas.microsoft.com/office/drawing/2014/main" id="{AF0A7E6E-3249-45F6-B7BE-38EF82EED12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RNN, LSTM, and GRU: what each adds</a:t>
            </a:r>
          </a:p>
        </p:txBody>
      </p:sp>
      <p:sp>
        <p:nvSpPr>
          <p:cNvPr id="795483025" name="Rectangle 2038265659">
            <a:extLst xmlns:a="http://schemas.openxmlformats.org/drawingml/2006/main">
              <a:ext uri="{FF2B5EF4-FFF2-40B4-BE49-F238E27FC236}">
                <a16:creationId xmlns:a16="http://schemas.microsoft.com/office/drawing/2014/main" id="{42FAA7A0-A89F-46AE-A046-9ED631B6354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sp>
        <p:nvSpPr>
          <p:cNvPr id="1712250089" name="Rectangle 1642738132">
            <a:extLst xmlns:a="http://schemas.openxmlformats.org/drawingml/2006/main">
              <a:ext uri="{FF2B5EF4-FFF2-40B4-BE49-F238E27FC236}">
                <a16:creationId xmlns:a16="http://schemas.microsoft.com/office/drawing/2014/main" id="{D6BBF647-5EA4-44B0-A498-7591BEB7D900}"/>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All pass information through time; gates improve what can be remembered.</a:t>
            </a:r>
          </a:p>
        </p:txBody>
      </p:sp>
      <p:sp>
        <p:nvSpPr>
          <p:cNvPr id="1559565128" name="Rectangle: Rounded Corners 1850643839">
            <a:extLst xmlns:a="http://schemas.openxmlformats.org/drawingml/2006/main">
              <a:ext uri="{FF2B5EF4-FFF2-40B4-BE49-F238E27FC236}">
                <a16:creationId xmlns:a16="http://schemas.microsoft.com/office/drawing/2014/main" id="{81A2A278-6992-4D22-9AFF-18904864589D}"/>
              </a:ext>
            </a:extLst>
          </p:cNvPr>
          <p:cNvSpPr>
            <a:spLocks xmlns:a="http://schemas.openxmlformats.org/drawingml/2006/main" noGrp="1"/>
          </p:cNvSpPr>
          <p:nvPr/>
        </p:nvSpPr>
        <p:spPr>
          <a:xfrm xmlns:a="http://schemas.openxmlformats.org/drawingml/2006/main">
            <a:off x="723900" y="1981200"/>
            <a:ext cx="3124200" cy="3162300"/>
          </a:xfrm>
          <a:prstGeom xmlns:a="http://schemas.openxmlformats.org/drawingml/2006/main" prst="roundRect">
            <a:avLst>
              <a:gd name="adj" fmla="val 3659"/>
            </a:avLst>
          </a:prstGeom>
          <a:solidFill xmlns:a="http://schemas.openxmlformats.org/drawingml/2006/main">
            <a:srgbClr val="EAF2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6009154" name="Rectangle 1017679780">
            <a:extLst xmlns:a="http://schemas.openxmlformats.org/drawingml/2006/main">
              <a:ext uri="{FF2B5EF4-FFF2-40B4-BE49-F238E27FC236}">
                <a16:creationId xmlns:a16="http://schemas.microsoft.com/office/drawing/2014/main" id="{3A5804DF-5D84-4109-874C-A98A3E62BAAE}"/>
              </a:ext>
            </a:extLst>
          </p:cNvPr>
          <p:cNvSpPr>
            <a:spLocks xmlns:a="http://schemas.openxmlformats.org/drawingml/2006/main" noGrp="1"/>
          </p:cNvSpPr>
          <p:nvPr/>
        </p:nvSpPr>
        <p:spPr>
          <a:xfrm xmlns:a="http://schemas.openxmlformats.org/drawingml/2006/main">
            <a:off x="9906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2563EB"/>
                </a:solidFill>
                <a:latin typeface="Calibri"/>
                <a:ea typeface="Calibri"/>
                <a:cs typeface="Calibri"/>
              </a:defRPr>
            </a:pPr>
            <a:r>
              <a:rPr sz="2100" b="1">
                <a:solidFill>
                  <a:srgbClr val="2563EB"/>
                </a:solidFill>
                <a:latin typeface="Calibri"/>
                <a:ea typeface="Calibri"/>
                <a:cs typeface="Calibri"/>
              </a:rPr>
              <a:t>RNN</a:t>
            </a:r>
          </a:p>
        </p:txBody>
      </p:sp>
      <p:sp>
        <p:nvSpPr>
          <p:cNvPr id="1218099052" name="Rectangle 1849476888">
            <a:extLst xmlns:a="http://schemas.openxmlformats.org/drawingml/2006/main">
              <a:ext uri="{FF2B5EF4-FFF2-40B4-BE49-F238E27FC236}">
                <a16:creationId xmlns:a16="http://schemas.microsoft.com/office/drawing/2014/main" id="{18ADAF5F-ADB2-4A9E-A83D-648E89398E2B}"/>
              </a:ext>
            </a:extLst>
          </p:cNvPr>
          <p:cNvSpPr>
            <a:spLocks xmlns:a="http://schemas.openxmlformats.org/drawingml/2006/main" noGrp="1"/>
          </p:cNvSpPr>
          <p:nvPr/>
        </p:nvSpPr>
        <p:spPr>
          <a:xfrm xmlns:a="http://schemas.openxmlformats.org/drawingml/2006/main">
            <a:off x="9906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Carries one hidden state</a:t>
            </a:r>
          </a:p>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from token to token.</a:t>
            </a:r>
          </a:p>
        </p:txBody>
      </p:sp>
      <p:sp>
        <p:nvSpPr>
          <p:cNvPr id="552812029" name="Straight Connector 661712452">
            <a:extLst xmlns:a="http://schemas.openxmlformats.org/drawingml/2006/main">
              <a:ext uri="{FF2B5EF4-FFF2-40B4-BE49-F238E27FC236}">
                <a16:creationId xmlns:a16="http://schemas.microsoft.com/office/drawing/2014/main" id="{CEBA4022-CEDD-49AA-B55B-8C88A7587678}"/>
              </a:ext>
            </a:extLst>
          </p:cNvPr>
          <p:cNvSpPr>
            <a:spLocks xmlns:a="http://schemas.openxmlformats.org/drawingml/2006/main" noGrp="1"/>
          </p:cNvSpPr>
          <p:nvPr/>
        </p:nvSpPr>
        <p:spPr>
          <a:xfrm xmlns:a="http://schemas.openxmlformats.org/drawingml/2006/main">
            <a:off x="990600" y="3771900"/>
            <a:ext cx="2571750" cy="0"/>
          </a:xfrm>
          <a:prstGeom xmlns:a="http://schemas.openxmlformats.org/drawingml/2006/main" prst="line">
            <a:avLst/>
          </a:prstGeom>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6339351" name="Rectangle 814738557">
            <a:extLst xmlns:a="http://schemas.openxmlformats.org/drawingml/2006/main">
              <a:ext uri="{FF2B5EF4-FFF2-40B4-BE49-F238E27FC236}">
                <a16:creationId xmlns:a16="http://schemas.microsoft.com/office/drawing/2014/main" id="{88C60679-BED8-4CD8-B43C-5CAE2282DA15}"/>
              </a:ext>
            </a:extLst>
          </p:cNvPr>
          <p:cNvSpPr>
            <a:spLocks xmlns:a="http://schemas.openxmlformats.org/drawingml/2006/main" noGrp="1"/>
          </p:cNvSpPr>
          <p:nvPr/>
        </p:nvSpPr>
        <p:spPr>
          <a:xfrm xmlns:a="http://schemas.openxmlformats.org/drawingml/2006/main">
            <a:off x="9906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Limit: long-range context</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can fade or vanish.</a:t>
            </a:r>
          </a:p>
        </p:txBody>
      </p:sp>
      <p:sp>
        <p:nvSpPr>
          <p:cNvPr id="371413939" name="Rectangle: Rounded Corners 1558336149">
            <a:extLst xmlns:a="http://schemas.openxmlformats.org/drawingml/2006/main">
              <a:ext uri="{FF2B5EF4-FFF2-40B4-BE49-F238E27FC236}">
                <a16:creationId xmlns:a16="http://schemas.microsoft.com/office/drawing/2014/main" id="{B9DEBBC3-2EA4-4C4B-AEA3-132E9AA66EE1}"/>
              </a:ext>
            </a:extLst>
          </p:cNvPr>
          <p:cNvSpPr>
            <a:spLocks xmlns:a="http://schemas.openxmlformats.org/drawingml/2006/main" noGrp="1"/>
          </p:cNvSpPr>
          <p:nvPr/>
        </p:nvSpPr>
        <p:spPr>
          <a:xfrm xmlns:a="http://schemas.openxmlformats.org/drawingml/2006/main">
            <a:off x="4191000" y="1981200"/>
            <a:ext cx="3124200" cy="3162300"/>
          </a:xfrm>
          <a:prstGeom xmlns:a="http://schemas.openxmlformats.org/drawingml/2006/main" prst="roundRect">
            <a:avLst>
              <a:gd name="adj" fmla="val 3659"/>
            </a:avLst>
          </a:prstGeom>
          <a:solidFill xmlns:a="http://schemas.openxmlformats.org/drawingml/2006/main">
            <a:srgbClr val="EAFBF3"/>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753571" name="Rectangle 1410040051">
            <a:extLst xmlns:a="http://schemas.openxmlformats.org/drawingml/2006/main">
              <a:ext uri="{FF2B5EF4-FFF2-40B4-BE49-F238E27FC236}">
                <a16:creationId xmlns:a16="http://schemas.microsoft.com/office/drawing/2014/main" id="{5DEE2E88-FE57-42CA-A8DC-08DC2A7D85C5}"/>
              </a:ext>
            </a:extLst>
          </p:cNvPr>
          <p:cNvSpPr>
            <a:spLocks xmlns:a="http://schemas.openxmlformats.org/drawingml/2006/main" noGrp="1"/>
          </p:cNvSpPr>
          <p:nvPr/>
        </p:nvSpPr>
        <p:spPr>
          <a:xfrm xmlns:a="http://schemas.openxmlformats.org/drawingml/2006/main">
            <a:off x="44577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059669"/>
                </a:solidFill>
                <a:latin typeface="Calibri"/>
                <a:ea typeface="Calibri"/>
                <a:cs typeface="Calibri"/>
              </a:defRPr>
            </a:pPr>
            <a:r>
              <a:rPr sz="2100" b="1">
                <a:solidFill>
                  <a:srgbClr val="059669"/>
                </a:solidFill>
                <a:latin typeface="Calibri"/>
                <a:ea typeface="Calibri"/>
                <a:cs typeface="Calibri"/>
              </a:rPr>
              <a:t>LSTM</a:t>
            </a:r>
          </a:p>
        </p:txBody>
      </p:sp>
      <p:sp>
        <p:nvSpPr>
          <p:cNvPr id="1392172749" name="Rectangle 1940875111">
            <a:extLst xmlns:a="http://schemas.openxmlformats.org/drawingml/2006/main">
              <a:ext uri="{FF2B5EF4-FFF2-40B4-BE49-F238E27FC236}">
                <a16:creationId xmlns:a16="http://schemas.microsoft.com/office/drawing/2014/main" id="{CCD38C95-E6E6-4AF4-87CE-3920EEC63FDB}"/>
              </a:ext>
            </a:extLst>
          </p:cNvPr>
          <p:cNvSpPr>
            <a:spLocks xmlns:a="http://schemas.openxmlformats.org/drawingml/2006/main" noGrp="1"/>
          </p:cNvSpPr>
          <p:nvPr/>
        </p:nvSpPr>
        <p:spPr>
          <a:xfrm xmlns:a="http://schemas.openxmlformats.org/drawingml/2006/main">
            <a:off x="44577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Adds a memory cell plus</a:t>
            </a:r>
          </a:p>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input / forget / output gates.</a:t>
            </a:r>
          </a:p>
        </p:txBody>
      </p:sp>
      <p:sp>
        <p:nvSpPr>
          <p:cNvPr id="2023816083" name="Straight Connector 1325281556">
            <a:extLst xmlns:a="http://schemas.openxmlformats.org/drawingml/2006/main">
              <a:ext uri="{FF2B5EF4-FFF2-40B4-BE49-F238E27FC236}">
                <a16:creationId xmlns:a16="http://schemas.microsoft.com/office/drawing/2014/main" id="{33DAC91F-07D0-4E7E-96D7-634B4354D463}"/>
              </a:ext>
            </a:extLst>
          </p:cNvPr>
          <p:cNvSpPr>
            <a:spLocks xmlns:a="http://schemas.openxmlformats.org/drawingml/2006/main" noGrp="1"/>
          </p:cNvSpPr>
          <p:nvPr/>
        </p:nvSpPr>
        <p:spPr>
          <a:xfrm xmlns:a="http://schemas.openxmlformats.org/drawingml/2006/main">
            <a:off x="4457700" y="3771900"/>
            <a:ext cx="2571750" cy="0"/>
          </a:xfrm>
          <a:prstGeom xmlns:a="http://schemas.openxmlformats.org/drawingml/2006/main" prst="line">
            <a:avLst/>
          </a:prstGeom>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6606579" name="Rectangle 527931363">
            <a:extLst xmlns:a="http://schemas.openxmlformats.org/drawingml/2006/main">
              <a:ext uri="{FF2B5EF4-FFF2-40B4-BE49-F238E27FC236}">
                <a16:creationId xmlns:a16="http://schemas.microsoft.com/office/drawing/2014/main" id="{EBAC7CDA-22FF-47CB-8AED-9F99D8F0A25E}"/>
              </a:ext>
            </a:extLst>
          </p:cNvPr>
          <p:cNvSpPr>
            <a:spLocks xmlns:a="http://schemas.openxmlformats.org/drawingml/2006/main" noGrp="1"/>
          </p:cNvSpPr>
          <p:nvPr/>
        </p:nvSpPr>
        <p:spPr>
          <a:xfrm xmlns:a="http://schemas.openxmlformats.org/drawingml/2006/main">
            <a:off x="44577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stronger memory,</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more parameters and compute.</a:t>
            </a:r>
          </a:p>
        </p:txBody>
      </p:sp>
      <p:sp>
        <p:nvSpPr>
          <p:cNvPr id="1664917508" name="Rectangle: Rounded Corners 713289506">
            <a:extLst xmlns:a="http://schemas.openxmlformats.org/drawingml/2006/main">
              <a:ext uri="{FF2B5EF4-FFF2-40B4-BE49-F238E27FC236}">
                <a16:creationId xmlns:a16="http://schemas.microsoft.com/office/drawing/2014/main" id="{63F651CA-9E2F-46E8-BD69-B47317FA899A}"/>
              </a:ext>
            </a:extLst>
          </p:cNvPr>
          <p:cNvSpPr>
            <a:spLocks xmlns:a="http://schemas.openxmlformats.org/drawingml/2006/main" noGrp="1"/>
          </p:cNvSpPr>
          <p:nvPr/>
        </p:nvSpPr>
        <p:spPr>
          <a:xfrm xmlns:a="http://schemas.openxmlformats.org/drawingml/2006/main">
            <a:off x="7658100" y="1981200"/>
            <a:ext cx="3124200" cy="3162300"/>
          </a:xfrm>
          <a:prstGeom xmlns:a="http://schemas.openxmlformats.org/drawingml/2006/main" prst="roundRect">
            <a:avLst>
              <a:gd name="adj" fmla="val 3659"/>
            </a:avLst>
          </a:prstGeom>
          <a:solidFill xmlns:a="http://schemas.openxmlformats.org/drawingml/2006/main">
            <a:srgbClr val="FFF4E5"/>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481498" name="Rectangle 473538766">
            <a:extLst xmlns:a="http://schemas.openxmlformats.org/drawingml/2006/main">
              <a:ext uri="{FF2B5EF4-FFF2-40B4-BE49-F238E27FC236}">
                <a16:creationId xmlns:a16="http://schemas.microsoft.com/office/drawing/2014/main" id="{0D9FD2FB-ADC2-4EA7-A59D-D2A135DC977E}"/>
              </a:ext>
            </a:extLst>
          </p:cNvPr>
          <p:cNvSpPr>
            <a:spLocks xmlns:a="http://schemas.openxmlformats.org/drawingml/2006/main" noGrp="1"/>
          </p:cNvSpPr>
          <p:nvPr/>
        </p:nvSpPr>
        <p:spPr>
          <a:xfrm xmlns:a="http://schemas.openxmlformats.org/drawingml/2006/main">
            <a:off x="79248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D97706"/>
                </a:solidFill>
                <a:latin typeface="Calibri"/>
                <a:ea typeface="Calibri"/>
                <a:cs typeface="Calibri"/>
              </a:defRPr>
            </a:pPr>
            <a:r>
              <a:rPr sz="2100" b="1">
                <a:solidFill>
                  <a:srgbClr val="D97706"/>
                </a:solidFill>
                <a:latin typeface="Calibri"/>
                <a:ea typeface="Calibri"/>
                <a:cs typeface="Calibri"/>
              </a:rPr>
              <a:t>GRU</a:t>
            </a:r>
          </a:p>
        </p:txBody>
      </p:sp>
      <p:sp>
        <p:nvSpPr>
          <p:cNvPr id="1266589770" name="Rectangle 2292722">
            <a:extLst xmlns:a="http://schemas.openxmlformats.org/drawingml/2006/main">
              <a:ext uri="{FF2B5EF4-FFF2-40B4-BE49-F238E27FC236}">
                <a16:creationId xmlns:a16="http://schemas.microsoft.com/office/drawing/2014/main" id="{3E3F657E-853C-4C4A-85B6-8B642C12F14C}"/>
              </a:ext>
            </a:extLst>
          </p:cNvPr>
          <p:cNvSpPr>
            <a:spLocks xmlns:a="http://schemas.openxmlformats.org/drawingml/2006/main" noGrp="1"/>
          </p:cNvSpPr>
          <p:nvPr/>
        </p:nvSpPr>
        <p:spPr>
          <a:xfrm xmlns:a="http://schemas.openxmlformats.org/drawingml/2006/main">
            <a:off x="79248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Uses update and reset gates</a:t>
            </a:r>
          </a:p>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with a simpler state.</a:t>
            </a:r>
          </a:p>
        </p:txBody>
      </p:sp>
      <p:sp>
        <p:nvSpPr>
          <p:cNvPr id="470352305" name="Straight Connector 327092207">
            <a:extLst xmlns:a="http://schemas.openxmlformats.org/drawingml/2006/main">
              <a:ext uri="{FF2B5EF4-FFF2-40B4-BE49-F238E27FC236}">
                <a16:creationId xmlns:a16="http://schemas.microsoft.com/office/drawing/2014/main" id="{255F7153-1507-4A18-A574-15AD28BC6AB5}"/>
              </a:ext>
            </a:extLst>
          </p:cNvPr>
          <p:cNvSpPr>
            <a:spLocks xmlns:a="http://schemas.openxmlformats.org/drawingml/2006/main" noGrp="1"/>
          </p:cNvSpPr>
          <p:nvPr/>
        </p:nvSpPr>
        <p:spPr>
          <a:xfrm xmlns:a="http://schemas.openxmlformats.org/drawingml/2006/main">
            <a:off x="7924800" y="3771900"/>
            <a:ext cx="2571750" cy="0"/>
          </a:xfrm>
          <a:prstGeom xmlns:a="http://schemas.openxmlformats.org/drawingml/2006/main" prst="line">
            <a:avLst/>
          </a:prstGeom>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777901" name="Rectangle 1176949747">
            <a:extLst xmlns:a="http://schemas.openxmlformats.org/drawingml/2006/main">
              <a:ext uri="{FF2B5EF4-FFF2-40B4-BE49-F238E27FC236}">
                <a16:creationId xmlns:a16="http://schemas.microsoft.com/office/drawing/2014/main" id="{5FDDEE3B-FD9D-44A2-BB6F-7444338A323B}"/>
              </a:ext>
            </a:extLst>
          </p:cNvPr>
          <p:cNvSpPr>
            <a:spLocks xmlns:a="http://schemas.openxmlformats.org/drawingml/2006/main" noGrp="1"/>
          </p:cNvSpPr>
          <p:nvPr/>
        </p:nvSpPr>
        <p:spPr>
          <a:xfrm xmlns:a="http://schemas.openxmlformats.org/drawingml/2006/main">
            <a:off x="79248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lighter than LSTM,</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but still sequential.</a:t>
            </a:r>
          </a:p>
        </p:txBody>
      </p:sp>
      <p:sp>
        <p:nvSpPr>
          <p:cNvPr id="65309263" name="Rectangle 1591407677">
            <a:extLst xmlns:a="http://schemas.openxmlformats.org/drawingml/2006/main">
              <a:ext uri="{FF2B5EF4-FFF2-40B4-BE49-F238E27FC236}">
                <a16:creationId xmlns:a16="http://schemas.microsoft.com/office/drawing/2014/main" id="{22E88A67-3F73-4DA3-B316-F3668E06B647}"/>
              </a:ext>
            </a:extLst>
          </p:cNvPr>
          <p:cNvSpPr>
            <a:spLocks xmlns:a="http://schemas.openxmlformats.org/drawingml/2006/main" noGrp="1"/>
          </p:cNvSpPr>
          <p:nvPr/>
        </p:nvSpPr>
        <p:spPr>
          <a:xfrm xmlns:a="http://schemas.openxmlformats.org/drawingml/2006/main">
            <a:off x="876299" y="5486400"/>
            <a:ext cx="1040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latin typeface="Calibri"/>
                <a:ea typeface="Calibri"/>
                <a:cs typeface="Calibri"/>
              </a:defRPr>
            </a:pPr>
            <a:r>
              <a:rPr sz="1350" b="1">
                <a:solidFill>
                  <a:srgbClr val="667085"/>
                </a:solidFill>
                <a:latin typeface="Calibri"/>
                <a:ea typeface="Calibri"/>
                <a:cs typeface="Calibri"/>
              </a:rPr>
              <a:t>Shared limitation: each step depends on the previous step, so training and inference are hard to parallelize.</a:t>
            </a:r>
          </a:p>
        </p:txBody>
      </p:sp>
    </p:spTree>
    <p:extLst>
      <p:ext uri="{BB962C8B-B14F-4D97-AF65-F5344CB8AC3E}">
        <p14:creationId xmlns:p14="http://schemas.microsoft.com/office/powerpoint/2010/main" val="803323797"/>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0299672" name="Rectangle 989602603">
            <a:extLst xmlns:a="http://schemas.openxmlformats.org/drawingml/2006/main">
              <a:ext uri="{FF2B5EF4-FFF2-40B4-BE49-F238E27FC236}">
                <a16:creationId xmlns:a16="http://schemas.microsoft.com/office/drawing/2014/main" id="{4389DC2A-F512-4B44-9E71-B743DE70B6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534757214" name="Rectangle 261556298">
            <a:extLst xmlns:a="http://schemas.openxmlformats.org/drawingml/2006/main">
              <a:ext uri="{FF2B5EF4-FFF2-40B4-BE49-F238E27FC236}">
                <a16:creationId xmlns:a16="http://schemas.microsoft.com/office/drawing/2014/main" id="{CF4EE5FA-4598-4ACC-97F5-472682DB22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957077692" name="Rectangle 1512049014">
            <a:extLst xmlns:a="http://schemas.openxmlformats.org/drawingml/2006/main">
              <a:ext uri="{FF2B5EF4-FFF2-40B4-BE49-F238E27FC236}">
                <a16:creationId xmlns:a16="http://schemas.microsoft.com/office/drawing/2014/main" id="{F8BD48CB-6B38-46F5-8814-18340BE712D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Encoder–decoder maps one sequence to another</a:t>
            </a:r>
          </a:p>
        </p:txBody>
      </p:sp>
      <p:sp>
        <p:nvSpPr>
          <p:cNvPr id="2014455249" name="Rectangle 1473387864">
            <a:extLst xmlns:a="http://schemas.openxmlformats.org/drawingml/2006/main">
              <a:ext uri="{FF2B5EF4-FFF2-40B4-BE49-F238E27FC236}">
                <a16:creationId xmlns:a16="http://schemas.microsoft.com/office/drawing/2014/main" id="{C275FFCA-CCDD-4882-80D4-CD9F90A8293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pic>
        <p:nvPicPr>
          <p:cNvPr id="2014455255" name="Picture 2063006321"/>
          <p:cNvPicPr>
            <a:picLocks xmlns:a="http://schemas.openxmlformats.org/drawingml/2006/main" noChangeAspect="1"/>
          </p:cNvPicPr>
          <p:nvPr/>
        </p:nvPicPr>
        <p:blipFill rotWithShape="1">
          <a:blip xmlns:r="http://schemas.openxmlformats.org/officeDocument/2006/relationships" xmlns:a="http://schemas.openxmlformats.org/drawingml/2006/main" r:embed="Rb02c27e555f24a74"/>
          <a:stretch xmlns:a="http://schemas.openxmlformats.org/drawingml/2006/main"/>
        </p:blipFill>
        <p:spPr>
          <a:xfrm xmlns:a="http://schemas.openxmlformats.org/drawingml/2006/main">
            <a:off x="1965935" y="1409700"/>
            <a:ext cx="8260129" cy="4648200"/>
          </a:xfrm>
          <a:prstGeom xmlns:a="http://schemas.openxmlformats.org/drawingml/2006/main" prst="rect">
            <a:avLst/>
          </a:prstGeom>
        </p:spPr>
      </p:pic>
    </p:spTree>
    <p:extLst>
      <p:ext uri="{BB962C8B-B14F-4D97-AF65-F5344CB8AC3E}">
        <p14:creationId xmlns:p14="http://schemas.microsoft.com/office/powerpoint/2010/main" val="1230445708"/>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6606813" name="Rectangle 445605593">
            <a:extLst xmlns:a="http://schemas.openxmlformats.org/drawingml/2006/main">
              <a:ext uri="{FF2B5EF4-FFF2-40B4-BE49-F238E27FC236}">
                <a16:creationId xmlns:a16="http://schemas.microsoft.com/office/drawing/2014/main" id="{25862EA1-78CC-4A4A-8A0C-6D298020186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077204248" name="Rectangle 1282020853">
            <a:extLst xmlns:a="http://schemas.openxmlformats.org/drawingml/2006/main">
              <a:ext uri="{FF2B5EF4-FFF2-40B4-BE49-F238E27FC236}">
                <a16:creationId xmlns:a16="http://schemas.microsoft.com/office/drawing/2014/main" id="{D93E2B53-6A86-47BE-AD6D-4082CE96C2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Attention</a:t>
            </a:r>
          </a:p>
        </p:txBody>
      </p:sp>
      <p:sp>
        <p:nvSpPr>
          <p:cNvPr id="797601210" name="Rectangle 1826648595">
            <a:extLst xmlns:a="http://schemas.openxmlformats.org/drawingml/2006/main">
              <a:ext uri="{FF2B5EF4-FFF2-40B4-BE49-F238E27FC236}">
                <a16:creationId xmlns:a16="http://schemas.microsoft.com/office/drawing/2014/main" id="{4C240B35-939F-475A-812A-19DBEBC5AD5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50" b="1">
                <a:solidFill>
                  <a:srgbClr val="0B0F19"/>
                </a:solidFill>
                <a:latin typeface="Calibri"/>
                <a:ea typeface="Calibri"/>
                <a:cs typeface="Calibri"/>
              </a:defRPr>
            </a:pPr>
            <a:r>
              <a:rPr sz="2650" b="1">
                <a:solidFill>
                  <a:srgbClr val="0B0F19"/>
                </a:solidFill>
                <a:latin typeface="Calibri"/>
                <a:ea typeface="Calibri"/>
                <a:cs typeface="Calibri"/>
              </a:rPr>
              <a:t>Attention removes the fixed-vector bottleneck</a:t>
            </a:r>
          </a:p>
        </p:txBody>
      </p:sp>
      <p:sp>
        <p:nvSpPr>
          <p:cNvPr id="1265836413" name="Rectangle 1183250403">
            <a:extLst xmlns:a="http://schemas.openxmlformats.org/drawingml/2006/main">
              <a:ext uri="{FF2B5EF4-FFF2-40B4-BE49-F238E27FC236}">
                <a16:creationId xmlns:a16="http://schemas.microsoft.com/office/drawing/2014/main" id="{180B0422-EB3C-4E8E-A8BF-F8E4ED7A6FC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
        <p:nvSpPr>
          <p:cNvPr id="688434888" name="Rectangle 1906576322">
            <a:extLst xmlns:a="http://schemas.openxmlformats.org/drawingml/2006/main">
              <a:ext uri="{FF2B5EF4-FFF2-40B4-BE49-F238E27FC236}">
                <a16:creationId xmlns:a16="http://schemas.microsoft.com/office/drawing/2014/main" id="{D79C62DE-32CF-4315-AB0D-CCFAC4F3B09E}"/>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Instead of compressing every source token into one vector, each output step can consult the most relevant encoder states.</a:t>
            </a:r>
          </a:p>
        </p:txBody>
      </p:sp>
      <p:sp>
        <p:nvSpPr>
          <p:cNvPr id="2085239140" name="Rectangle: Rounded Corners 713842562">
            <a:extLst xmlns:a="http://schemas.openxmlformats.org/drawingml/2006/main">
              <a:ext uri="{FF2B5EF4-FFF2-40B4-BE49-F238E27FC236}">
                <a16:creationId xmlns:a16="http://schemas.microsoft.com/office/drawing/2014/main" id="{6080C1E0-876B-42B9-820E-22236541527B}"/>
              </a:ext>
            </a:extLst>
          </p:cNvPr>
          <p:cNvSpPr>
            <a:spLocks xmlns:a="http://schemas.openxmlformats.org/drawingml/2006/main" noGrp="1"/>
          </p:cNvSpPr>
          <p:nvPr/>
        </p:nvSpPr>
        <p:spPr>
          <a:xfrm xmlns:a="http://schemas.openxmlformats.org/drawingml/2006/main">
            <a:off x="781050" y="1952625"/>
            <a:ext cx="42862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871176" name="Rectangle 969174601">
            <a:extLst xmlns:a="http://schemas.openxmlformats.org/drawingml/2006/main">
              <a:ext uri="{FF2B5EF4-FFF2-40B4-BE49-F238E27FC236}">
                <a16:creationId xmlns:a16="http://schemas.microsoft.com/office/drawing/2014/main" id="{D5AED0BA-94CF-4AB6-92DC-166C33DDCC58}"/>
              </a:ext>
            </a:extLst>
          </p:cNvPr>
          <p:cNvSpPr>
            <a:spLocks xmlns:a="http://schemas.openxmlformats.org/drawingml/2006/main" noGrp="1"/>
          </p:cNvSpPr>
          <p:nvPr/>
        </p:nvSpPr>
        <p:spPr>
          <a:xfrm xmlns:a="http://schemas.openxmlformats.org/drawingml/2006/main">
            <a:off x="106680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DC2626"/>
                </a:solidFill>
                <a:latin typeface="Calibri"/>
                <a:ea typeface="Calibri"/>
                <a:cs typeface="Calibri"/>
              </a:defRPr>
            </a:pPr>
            <a:r>
              <a:rPr sz="1650" b="1">
                <a:solidFill>
                  <a:srgbClr val="DC2626"/>
                </a:solidFill>
                <a:latin typeface="Calibri"/>
                <a:ea typeface="Calibri"/>
                <a:cs typeface="Calibri"/>
              </a:rPr>
              <a:t>Without attention</a:t>
            </a:r>
          </a:p>
        </p:txBody>
      </p:sp>
      <p:sp>
        <p:nvSpPr>
          <p:cNvPr id="297362009" name="Rectangle: Rounded Corners 269245449">
            <a:extLst xmlns:a="http://schemas.openxmlformats.org/drawingml/2006/main">
              <a:ext uri="{FF2B5EF4-FFF2-40B4-BE49-F238E27FC236}">
                <a16:creationId xmlns:a16="http://schemas.microsoft.com/office/drawing/2014/main" id="{15787F70-6D17-4BCA-B8E0-F2949E896B9B}"/>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285436" name="Rectangle 93602511">
            <a:extLst xmlns:a="http://schemas.openxmlformats.org/drawingml/2006/main">
              <a:ext uri="{FF2B5EF4-FFF2-40B4-BE49-F238E27FC236}">
                <a16:creationId xmlns:a16="http://schemas.microsoft.com/office/drawing/2014/main" id="{F89FE844-6B48-4A21-B36E-C33148C9F5A6}"/>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486682151" name="Rectangle: Rounded Corners 1881943617">
            <a:extLst xmlns:a="http://schemas.openxmlformats.org/drawingml/2006/main">
              <a:ext uri="{FF2B5EF4-FFF2-40B4-BE49-F238E27FC236}">
                <a16:creationId xmlns:a16="http://schemas.microsoft.com/office/drawing/2014/main" id="{4A15CFDA-0818-445E-900A-301CC9404DDB}"/>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9156565" name="Rectangle 1377672319">
            <a:extLst xmlns:a="http://schemas.openxmlformats.org/drawingml/2006/main">
              <a:ext uri="{FF2B5EF4-FFF2-40B4-BE49-F238E27FC236}">
                <a16:creationId xmlns:a16="http://schemas.microsoft.com/office/drawing/2014/main" id="{9FCC4D4B-29C7-40DE-B1BD-3746CC1762D6}"/>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217695367" name="Rectangle: Rounded Corners 1000571147">
            <a:extLst xmlns:a="http://schemas.openxmlformats.org/drawingml/2006/main">
              <a:ext uri="{FF2B5EF4-FFF2-40B4-BE49-F238E27FC236}">
                <a16:creationId xmlns:a16="http://schemas.microsoft.com/office/drawing/2014/main" id="{BF106221-AFB9-498C-9F4D-674F0B5AC2D0}"/>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0433739" name="Rectangle 234262454">
            <a:extLst xmlns:a="http://schemas.openxmlformats.org/drawingml/2006/main">
              <a:ext uri="{FF2B5EF4-FFF2-40B4-BE49-F238E27FC236}">
                <a16:creationId xmlns:a16="http://schemas.microsoft.com/office/drawing/2014/main" id="{9DD441E4-9738-49E5-AD55-3198BA669C5F}"/>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973578186" name="Rectangle: Rounded Corners 1325909977">
            <a:extLst xmlns:a="http://schemas.openxmlformats.org/drawingml/2006/main">
              <a:ext uri="{FF2B5EF4-FFF2-40B4-BE49-F238E27FC236}">
                <a16:creationId xmlns:a16="http://schemas.microsoft.com/office/drawing/2014/main" id="{875BAE63-809F-46E1-939F-6BE742DF4A31}"/>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3146813" name="Rectangle 1945518172">
            <a:extLst xmlns:a="http://schemas.openxmlformats.org/drawingml/2006/main">
              <a:ext uri="{FF2B5EF4-FFF2-40B4-BE49-F238E27FC236}">
                <a16:creationId xmlns:a16="http://schemas.microsoft.com/office/drawing/2014/main" id="{F6F9E082-C482-4FF7-BF0B-68279445870F}"/>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778579359" name="Rectangle 1121480322">
            <a:extLst xmlns:a="http://schemas.openxmlformats.org/drawingml/2006/main">
              <a:ext uri="{FF2B5EF4-FFF2-40B4-BE49-F238E27FC236}">
                <a16:creationId xmlns:a16="http://schemas.microsoft.com/office/drawing/2014/main" id="{2DBE1C8B-0C3D-48C6-A529-8C6B8BFD4C6F}"/>
              </a:ext>
            </a:extLst>
          </p:cNvPr>
          <p:cNvSpPr>
            <a:spLocks xmlns:a="http://schemas.openxmlformats.org/drawingml/2006/main" noGrp="1"/>
          </p:cNvSpPr>
          <p:nvPr/>
        </p:nvSpPr>
        <p:spPr>
          <a:xfrm xmlns:a="http://schemas.openxmlformats.org/drawingml/2006/main">
            <a:off x="2724150" y="34861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00" b="1">
                <a:solidFill>
                  <a:srgbClr val="667085"/>
                </a:solidFill>
                <a:latin typeface="Calibri"/>
                <a:ea typeface="Calibri"/>
                <a:cs typeface="Calibri"/>
              </a:defRPr>
            </a:pPr>
            <a:r>
              <a:rPr sz="2200" b="1">
                <a:solidFill>
                  <a:srgbClr val="667085"/>
                </a:solidFill>
                <a:latin typeface="Calibri"/>
                <a:ea typeface="Calibri"/>
                <a:cs typeface="Calibri"/>
              </a:rPr>
              <a:t>→</a:t>
            </a:r>
          </a:p>
        </p:txBody>
      </p:sp>
      <p:sp>
        <p:nvSpPr>
          <p:cNvPr id="1448434868" name="Rectangle: Rounded Corners 1570394485">
            <a:extLst xmlns:a="http://schemas.openxmlformats.org/drawingml/2006/main">
              <a:ext uri="{FF2B5EF4-FFF2-40B4-BE49-F238E27FC236}">
                <a16:creationId xmlns:a16="http://schemas.microsoft.com/office/drawing/2014/main" id="{E283BC1B-8AF2-4244-9B11-513FC63913AE}"/>
              </a:ext>
            </a:extLst>
          </p:cNvPr>
          <p:cNvSpPr>
            <a:spLocks xmlns:a="http://schemas.openxmlformats.org/drawingml/2006/main" noGrp="1"/>
          </p:cNvSpPr>
          <p:nvPr/>
        </p:nvSpPr>
        <p:spPr>
          <a:xfrm xmlns:a="http://schemas.openxmlformats.org/drawingml/2006/main">
            <a:off x="1943100" y="4010025"/>
            <a:ext cx="1943100" cy="438149"/>
          </a:xfrm>
          <a:prstGeom xmlns:a="http://schemas.openxmlformats.org/drawingml/2006/main" prst="roundRect">
            <a:avLst>
              <a:gd name="adj" fmla="val 26087"/>
            </a:avLst>
          </a:prstGeom>
          <a:solidFill xmlns:a="http://schemas.openxmlformats.org/drawingml/2006/main">
            <a:srgbClr val="FEE2E2"/>
          </a:solidFill>
          <a:ln xmlns:a="http://schemas.openxmlformats.org/drawingml/2006/main" w="9525">
            <a:solidFill>
              <a:srgbClr val="DC262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572621" name="Rectangle 1928509982">
            <a:extLst xmlns:a="http://schemas.openxmlformats.org/drawingml/2006/main">
              <a:ext uri="{FF2B5EF4-FFF2-40B4-BE49-F238E27FC236}">
                <a16:creationId xmlns:a16="http://schemas.microsoft.com/office/drawing/2014/main" id="{70B0EDB1-43C2-4689-93BC-A66CCCF94458}"/>
              </a:ext>
            </a:extLst>
          </p:cNvPr>
          <p:cNvSpPr>
            <a:spLocks xmlns:a="http://schemas.openxmlformats.org/drawingml/2006/main" noGrp="1"/>
          </p:cNvSpPr>
          <p:nvPr/>
        </p:nvSpPr>
        <p:spPr>
          <a:xfrm xmlns:a="http://schemas.openxmlformats.org/drawingml/2006/main">
            <a:off x="1943100" y="4010025"/>
            <a:ext cx="1943100" cy="4381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1">
                <a:solidFill>
                  <a:srgbClr val="DC2626"/>
                </a:solidFill>
                <a:latin typeface="Calibri"/>
                <a:ea typeface="Calibri"/>
                <a:cs typeface="Calibri"/>
              </a:defRPr>
            </a:pPr>
            <a:r>
              <a:rPr sz="1300" b="1">
                <a:solidFill>
                  <a:srgbClr val="DC2626"/>
                </a:solidFill>
                <a:latin typeface="Calibri"/>
                <a:ea typeface="Calibri"/>
                <a:cs typeface="Calibri"/>
              </a:rPr>
              <a:t>one fixed context vector</a:t>
            </a:r>
          </a:p>
        </p:txBody>
      </p:sp>
      <p:sp>
        <p:nvSpPr>
          <p:cNvPr id="1276677320" name="Rectangle: Rounded Corners 1756776668">
            <a:extLst xmlns:a="http://schemas.openxmlformats.org/drawingml/2006/main">
              <a:ext uri="{FF2B5EF4-FFF2-40B4-BE49-F238E27FC236}">
                <a16:creationId xmlns:a16="http://schemas.microsoft.com/office/drawing/2014/main" id="{62952548-704C-4270-999C-8848770DB0EC}"/>
              </a:ext>
            </a:extLst>
          </p:cNvPr>
          <p:cNvSpPr>
            <a:spLocks xmlns:a="http://schemas.openxmlformats.org/drawingml/2006/main" noGrp="1"/>
          </p:cNvSpPr>
          <p:nvPr/>
        </p:nvSpPr>
        <p:spPr>
          <a:xfrm xmlns:a="http://schemas.openxmlformats.org/drawingml/2006/main">
            <a:off x="5562600" y="1952625"/>
            <a:ext cx="53530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8619002" name="Rectangle 1928182547">
            <a:extLst xmlns:a="http://schemas.openxmlformats.org/drawingml/2006/main">
              <a:ext uri="{FF2B5EF4-FFF2-40B4-BE49-F238E27FC236}">
                <a16:creationId xmlns:a16="http://schemas.microsoft.com/office/drawing/2014/main" id="{E19AE166-7896-4E61-9D56-B9253D892663}"/>
              </a:ext>
            </a:extLst>
          </p:cNvPr>
          <p:cNvSpPr>
            <a:spLocks xmlns:a="http://schemas.openxmlformats.org/drawingml/2006/main" noGrp="1"/>
          </p:cNvSpPr>
          <p:nvPr/>
        </p:nvSpPr>
        <p:spPr>
          <a:xfrm xmlns:a="http://schemas.openxmlformats.org/drawingml/2006/main">
            <a:off x="584835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2563EB"/>
                </a:solidFill>
                <a:latin typeface="Calibri"/>
                <a:ea typeface="Calibri"/>
                <a:cs typeface="Calibri"/>
              </a:defRPr>
            </a:pPr>
            <a:r>
              <a:rPr sz="1650" b="1">
                <a:solidFill>
                  <a:srgbClr val="2563EB"/>
                </a:solidFill>
                <a:latin typeface="Calibri"/>
                <a:ea typeface="Calibri"/>
                <a:cs typeface="Calibri"/>
              </a:rPr>
              <a:t>With attention</a:t>
            </a:r>
          </a:p>
        </p:txBody>
      </p:sp>
      <p:sp>
        <p:nvSpPr>
          <p:cNvPr id="189571846" name="Rectangle: Rounded Corners 1064166989">
            <a:extLst xmlns:a="http://schemas.openxmlformats.org/drawingml/2006/main">
              <a:ext uri="{FF2B5EF4-FFF2-40B4-BE49-F238E27FC236}">
                <a16:creationId xmlns:a16="http://schemas.microsoft.com/office/drawing/2014/main" id="{69F72DE6-D155-481F-895A-D66E21016193}"/>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8581184" name="Rectangle 935771941">
            <a:extLst xmlns:a="http://schemas.openxmlformats.org/drawingml/2006/main">
              <a:ext uri="{FF2B5EF4-FFF2-40B4-BE49-F238E27FC236}">
                <a16:creationId xmlns:a16="http://schemas.microsoft.com/office/drawing/2014/main" id="{B43EE46C-9ACA-4071-9702-C3B37090E340}"/>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557155157" name="Rectangle: Rounded Corners 1450770126">
            <a:extLst xmlns:a="http://schemas.openxmlformats.org/drawingml/2006/main">
              <a:ext uri="{FF2B5EF4-FFF2-40B4-BE49-F238E27FC236}">
                <a16:creationId xmlns:a16="http://schemas.microsoft.com/office/drawing/2014/main" id="{F4A0F1A1-248E-4FFE-9228-3E94F8C0FCEB}"/>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oundRect">
            <a:avLst>
              <a:gd name="adj" fmla="val 28571"/>
            </a:avLst>
          </a:prstGeom>
          <a:solidFill xmlns:a="http://schemas.openxmlformats.org/drawingml/2006/main">
            <a:srgbClr val="EFF6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595549" name="Rectangle 1657162875">
            <a:extLst xmlns:a="http://schemas.openxmlformats.org/drawingml/2006/main">
              <a:ext uri="{FF2B5EF4-FFF2-40B4-BE49-F238E27FC236}">
                <a16:creationId xmlns:a16="http://schemas.microsoft.com/office/drawing/2014/main" id="{E00D25D6-885A-4160-9861-DBC539BC4FA8}"/>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2124506752" name="Rectangle: Rounded Corners 1853229096">
            <a:extLst xmlns:a="http://schemas.openxmlformats.org/drawingml/2006/main">
              <a:ext uri="{FF2B5EF4-FFF2-40B4-BE49-F238E27FC236}">
                <a16:creationId xmlns:a16="http://schemas.microsoft.com/office/drawing/2014/main" id="{68E64411-38BB-4072-8ED0-9AA0ABAE76E6}"/>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2295680" name="Rectangle 1466949096">
            <a:extLst xmlns:a="http://schemas.openxmlformats.org/drawingml/2006/main">
              <a:ext uri="{FF2B5EF4-FFF2-40B4-BE49-F238E27FC236}">
                <a16:creationId xmlns:a16="http://schemas.microsoft.com/office/drawing/2014/main" id="{C2AEA2A4-4B65-4A73-8BF4-388D4159D341}"/>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2005361956" name="Rectangle: Rounded Corners 138396104">
            <a:extLst xmlns:a="http://schemas.openxmlformats.org/drawingml/2006/main">
              <a:ext uri="{FF2B5EF4-FFF2-40B4-BE49-F238E27FC236}">
                <a16:creationId xmlns:a16="http://schemas.microsoft.com/office/drawing/2014/main" id="{73B84DE3-6FBF-416C-AF63-2E73DC3EAD64}"/>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6886457" name="Rectangle 227167135">
            <a:extLst xmlns:a="http://schemas.openxmlformats.org/drawingml/2006/main">
              <a:ext uri="{FF2B5EF4-FFF2-40B4-BE49-F238E27FC236}">
                <a16:creationId xmlns:a16="http://schemas.microsoft.com/office/drawing/2014/main" id="{1CE0F676-686C-4167-92F7-5622B0D13C0C}"/>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379732135" name="Rectangle 1303371462">
            <a:extLst xmlns:a="http://schemas.openxmlformats.org/drawingml/2006/main">
              <a:ext uri="{FF2B5EF4-FFF2-40B4-BE49-F238E27FC236}">
                <a16:creationId xmlns:a16="http://schemas.microsoft.com/office/drawing/2014/main" id="{B1B8AB2C-754F-45F9-8F72-3EC43F387652}"/>
              </a:ext>
            </a:extLst>
          </p:cNvPr>
          <p:cNvSpPr>
            <a:spLocks xmlns:a="http://schemas.openxmlformats.org/drawingml/2006/main" noGrp="1"/>
          </p:cNvSpPr>
          <p:nvPr/>
        </p:nvSpPr>
        <p:spPr>
          <a:xfrm xmlns:a="http://schemas.openxmlformats.org/drawingml/2006/main">
            <a:off x="9134475" y="272415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output word</a:t>
            </a:r>
          </a:p>
        </p:txBody>
      </p:sp>
      <p:sp>
        <p:nvSpPr>
          <p:cNvPr id="1770583365" name="Rectangle: Rounded Corners 303264546">
            <a:extLst xmlns:a="http://schemas.openxmlformats.org/drawingml/2006/main">
              <a:ext uri="{FF2B5EF4-FFF2-40B4-BE49-F238E27FC236}">
                <a16:creationId xmlns:a16="http://schemas.microsoft.com/office/drawing/2014/main" id="{D4C2D9CA-4CF7-4289-9192-EAB384DD8E4A}"/>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oundRect">
            <a:avLst>
              <a:gd name="adj" fmla="val 25000"/>
            </a:avLst>
          </a:prstGeom>
          <a:solidFill xmlns:a="http://schemas.openxmlformats.org/drawingml/2006/main">
            <a:srgbClr val="DBEAFE"/>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1187529" name="Rectangle 133050032">
            <a:extLst xmlns:a="http://schemas.openxmlformats.org/drawingml/2006/main">
              <a:ext uri="{FF2B5EF4-FFF2-40B4-BE49-F238E27FC236}">
                <a16:creationId xmlns:a16="http://schemas.microsoft.com/office/drawing/2014/main" id="{AE01C0ED-FBE3-43D9-995C-B7FF1BCEEB94}"/>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it</a:t>
            </a:r>
          </a:p>
        </p:txBody>
      </p:sp>
      <p:sp>
        <p:nvSpPr>
          <p:cNvPr id="1239728158" name="Straight Connector 1878246070">
            <a:extLst xmlns:a="http://schemas.openxmlformats.org/drawingml/2006/main">
              <a:ext uri="{FF2B5EF4-FFF2-40B4-BE49-F238E27FC236}">
                <a16:creationId xmlns:a16="http://schemas.microsoft.com/office/drawing/2014/main" id="{66A3BC3F-A615-437C-BE02-A72A048DB0CE}"/>
              </a:ext>
            </a:extLst>
          </p:cNvPr>
          <p:cNvSpPr>
            <a:spLocks xmlns:a="http://schemas.openxmlformats.org/drawingml/2006/main" noGrp="1"/>
          </p:cNvSpPr>
          <p:nvPr/>
        </p:nvSpPr>
        <p:spPr>
          <a:xfrm xmlns:a="http://schemas.openxmlformats.org/drawingml/2006/main">
            <a:off x="6734175" y="2981325"/>
            <a:ext cx="2867025" cy="142875"/>
          </a:xfrm>
          <a:prstGeom xmlns:a="http://schemas.openxmlformats.org/drawingml/2006/main" prst="line">
            <a:avLst/>
          </a:prstGeom>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7048787" name="Straight Connector 966688595">
            <a:extLst xmlns:a="http://schemas.openxmlformats.org/drawingml/2006/main">
              <a:ext uri="{FF2B5EF4-FFF2-40B4-BE49-F238E27FC236}">
                <a16:creationId xmlns:a16="http://schemas.microsoft.com/office/drawing/2014/main" id="{606F4529-B132-4952-9F58-2C6103384E71}"/>
              </a:ext>
            </a:extLst>
          </p:cNvPr>
          <p:cNvSpPr>
            <a:spLocks xmlns:a="http://schemas.openxmlformats.org/drawingml/2006/main" noGrp="1"/>
          </p:cNvSpPr>
          <p:nvPr/>
        </p:nvSpPr>
        <p:spPr>
          <a:xfrm xmlns:a="http://schemas.openxmlformats.org/drawingml/2006/main">
            <a:off x="8220075" y="2981325"/>
            <a:ext cx="1381125" cy="142875"/>
          </a:xfrm>
          <a:prstGeom xmlns:a="http://schemas.openxmlformats.org/drawingml/2006/main" prst="line">
            <a:avLst/>
          </a:prstGeom>
          <a:ln xmlns:a="http://schemas.openxmlformats.org/drawingml/2006/main" w="19050">
            <a:solidFill>
              <a:srgbClr val="93C5F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9750774" name="Rectangle 92084208">
            <a:extLst xmlns:a="http://schemas.openxmlformats.org/drawingml/2006/main">
              <a:ext uri="{FF2B5EF4-FFF2-40B4-BE49-F238E27FC236}">
                <a16:creationId xmlns:a16="http://schemas.microsoft.com/office/drawing/2014/main" id="{13EDEED2-2E01-423C-AE5D-62A6EDBB1FA0}"/>
              </a:ext>
            </a:extLst>
          </p:cNvPr>
          <p:cNvSpPr>
            <a:spLocks xmlns:a="http://schemas.openxmlformats.org/drawingml/2006/main" noGrp="1"/>
          </p:cNvSpPr>
          <p:nvPr/>
        </p:nvSpPr>
        <p:spPr>
          <a:xfrm xmlns:a="http://schemas.openxmlformats.org/drawingml/2006/main">
            <a:off x="6276975" y="40195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focus more on relevant tokens</a:t>
            </a:r>
          </a:p>
        </p:txBody>
      </p:sp>
      <p:sp>
        <p:nvSpPr>
          <p:cNvPr id="373861961" name="Rectangle 1719821599">
            <a:extLst xmlns:a="http://schemas.openxmlformats.org/drawingml/2006/main">
              <a:ext uri="{FF2B5EF4-FFF2-40B4-BE49-F238E27FC236}">
                <a16:creationId xmlns:a16="http://schemas.microsoft.com/office/drawing/2014/main" id="{3A2862BD-F88B-49EA-8308-21E4C29416F6}"/>
              </a:ext>
            </a:extLst>
          </p:cNvPr>
          <p:cNvSpPr>
            <a:spLocks xmlns:a="http://schemas.openxmlformats.org/drawingml/2006/main" noGrp="1"/>
          </p:cNvSpPr>
          <p:nvPr/>
        </p:nvSpPr>
        <p:spPr>
          <a:xfrm xmlns:a="http://schemas.openxmlformats.org/drawingml/2006/main">
            <a:off x="1143000" y="540067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This is the bridge from seq2seq to the attention mechanism (Q, K, V).</a:t>
            </a:r>
          </a:p>
        </p:txBody>
      </p:sp>
    </p:spTree>
    <p:extLst>
      <p:ext uri="{BB962C8B-B14F-4D97-AF65-F5344CB8AC3E}">
        <p14:creationId xmlns:p14="http://schemas.microsoft.com/office/powerpoint/2010/main" val="1024978358"/>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1381330" name="Rectangle 935271156">
            <a:extLst xmlns:a="http://schemas.openxmlformats.org/drawingml/2006/main">
              <a:ext uri="{FF2B5EF4-FFF2-40B4-BE49-F238E27FC236}">
                <a16:creationId xmlns:a16="http://schemas.microsoft.com/office/drawing/2014/main" id="{34BBDF03-A0FF-4CBA-A3DC-EB597B45D8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633830767" name="Rectangle 251777344">
            <a:extLst xmlns:a="http://schemas.openxmlformats.org/drawingml/2006/main">
              <a:ext uri="{FF2B5EF4-FFF2-40B4-BE49-F238E27FC236}">
                <a16:creationId xmlns:a16="http://schemas.microsoft.com/office/drawing/2014/main" id="{37E6895B-5439-469B-BD0D-AF171DC8ADC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2115780595" name="Rectangle: Rounded Corners 1456392341">
            <a:extLst xmlns:a="http://schemas.openxmlformats.org/drawingml/2006/main">
              <a:ext uri="{FF2B5EF4-FFF2-40B4-BE49-F238E27FC236}">
                <a16:creationId xmlns:a16="http://schemas.microsoft.com/office/drawing/2014/main" id="{855B7542-05C5-479F-A9E5-2A7FDE219DE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4702712" name="Rectangle: Rounded Corners 1987074982">
            <a:extLst xmlns:a="http://schemas.openxmlformats.org/drawingml/2006/main">
              <a:ext uri="{FF2B5EF4-FFF2-40B4-BE49-F238E27FC236}">
                <a16:creationId xmlns:a16="http://schemas.microsoft.com/office/drawing/2014/main" id="{E7760C17-5C8A-4AFC-9F79-3E7F6340AC26}"/>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19770" name="Rectangle 1286956634">
            <a:extLst xmlns:a="http://schemas.openxmlformats.org/drawingml/2006/main">
              <a:ext uri="{FF2B5EF4-FFF2-40B4-BE49-F238E27FC236}">
                <a16:creationId xmlns:a16="http://schemas.microsoft.com/office/drawing/2014/main" id="{8AEEBFEC-D867-4BE1-B337-DBAB934BAF8C}"/>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543843185" name="Rectangle 399762638">
            <a:extLst xmlns:a="http://schemas.openxmlformats.org/drawingml/2006/main">
              <a:ext uri="{FF2B5EF4-FFF2-40B4-BE49-F238E27FC236}">
                <a16:creationId xmlns:a16="http://schemas.microsoft.com/office/drawing/2014/main" id="{476193A4-4832-4A8A-A022-3179060EFBB7}"/>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2085013145" name="Rectangle 1233632033">
            <a:extLst xmlns:a="http://schemas.openxmlformats.org/drawingml/2006/main">
              <a:ext uri="{FF2B5EF4-FFF2-40B4-BE49-F238E27FC236}">
                <a16:creationId xmlns:a16="http://schemas.microsoft.com/office/drawing/2014/main" id="{A97F53AB-B05C-49BE-A5E4-406B1CC5542D}"/>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30057438" name="Rectangle 987778106">
            <a:extLst xmlns:a="http://schemas.openxmlformats.org/drawingml/2006/main">
              <a:ext uri="{FF2B5EF4-FFF2-40B4-BE49-F238E27FC236}">
                <a16:creationId xmlns:a16="http://schemas.microsoft.com/office/drawing/2014/main" id="{58623623-0911-4180-B72F-47E141D39732}"/>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960344652" name="Rectangle 1495975732">
            <a:extLst xmlns:a="http://schemas.openxmlformats.org/drawingml/2006/main">
              <a:ext uri="{FF2B5EF4-FFF2-40B4-BE49-F238E27FC236}">
                <a16:creationId xmlns:a16="http://schemas.microsoft.com/office/drawing/2014/main" id="{E3363B39-DEC9-418F-94BF-B7AF54B28A1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pic>
        <p:nvPicPr>
          <p:cNvPr id="211578060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9eec5ccef8074118"/>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250429564"/>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2049032" name="Rectangle 935271156">
            <a:extLst xmlns:a="http://schemas.openxmlformats.org/drawingml/2006/main">
              <a:ext uri="{FF2B5EF4-FFF2-40B4-BE49-F238E27FC236}">
                <a16:creationId xmlns:a16="http://schemas.microsoft.com/office/drawing/2014/main" id="{0F1E20CB-B6A7-4CEA-B8EB-872A3243F2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296800737" name="Rectangle 251777344">
            <a:extLst xmlns:a="http://schemas.openxmlformats.org/drawingml/2006/main">
              <a:ext uri="{FF2B5EF4-FFF2-40B4-BE49-F238E27FC236}">
                <a16:creationId xmlns:a16="http://schemas.microsoft.com/office/drawing/2014/main" id="{BA1740BB-CAE2-42F5-AB04-8F5674250F3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Tokenizer</a:t>
            </a:r>
          </a:p>
        </p:txBody>
      </p:sp>
      <p:sp>
        <p:nvSpPr>
          <p:cNvPr id="1479920622" name="Rectangle 1495975732">
            <a:extLst xmlns:a="http://schemas.openxmlformats.org/drawingml/2006/main">
              <a:ext uri="{FF2B5EF4-FFF2-40B4-BE49-F238E27FC236}">
                <a16:creationId xmlns:a16="http://schemas.microsoft.com/office/drawing/2014/main" id="{0D786E0C-0D0F-4032-AE09-CBD4420292D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
        <p:nvSpPr>
          <p:cNvPr id="1092398402" name="Rectangle 1073258181">
            <a:extLst xmlns:a="http://schemas.openxmlformats.org/drawingml/2006/main">
              <a:ext uri="{FF2B5EF4-FFF2-40B4-BE49-F238E27FC236}">
                <a16:creationId xmlns:a16="http://schemas.microsoft.com/office/drawing/2014/main" id="{C9D1A1B6-57F2-44F9-908B-3B1C79A3A4E4}"/>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Split text into tokens and map each token to an integer ID.</a:t>
            </a:r>
          </a:p>
        </p:txBody>
      </p:sp>
      <p:sp>
        <p:nvSpPr>
          <p:cNvPr id="1542442248" name="Rectangle: Rounded Corners 26212804">
            <a:extLst xmlns:a="http://schemas.openxmlformats.org/drawingml/2006/main">
              <a:ext uri="{FF2B5EF4-FFF2-40B4-BE49-F238E27FC236}">
                <a16:creationId xmlns:a16="http://schemas.microsoft.com/office/drawing/2014/main" id="{D0D9FDC4-29D7-4D0C-B3F3-51989AE7BD02}"/>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9469087" name="Rectangle 212794744">
            <a:extLst xmlns:a="http://schemas.openxmlformats.org/drawingml/2006/main">
              <a:ext uri="{FF2B5EF4-FFF2-40B4-BE49-F238E27FC236}">
                <a16:creationId xmlns:a16="http://schemas.microsoft.com/office/drawing/2014/main" id="{26B88924-BC6D-4BDF-8164-ADD421579FD6}"/>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Text  →  tokens  →  token IDs</a:t>
            </a:r>
          </a:p>
        </p:txBody>
      </p:sp>
      <p:sp>
        <p:nvSpPr>
          <p:cNvPr id="2047918547" name="Rectangle 1461007704">
            <a:extLst xmlns:a="http://schemas.openxmlformats.org/drawingml/2006/main">
              <a:ext uri="{FF2B5EF4-FFF2-40B4-BE49-F238E27FC236}">
                <a16:creationId xmlns:a16="http://schemas.microsoft.com/office/drawing/2014/main" id="{E4381976-FF87-4E29-9837-C67CD6151D26}"/>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1 of 9</a:t>
            </a:r>
          </a:p>
        </p:txBody>
      </p:sp>
      <p:sp>
        <p:nvSpPr>
          <p:cNvPr id="1109664730" name="Rectangle: Rounded Corners 279736926">
            <a:extLst xmlns:a="http://schemas.openxmlformats.org/drawingml/2006/main">
              <a:ext uri="{FF2B5EF4-FFF2-40B4-BE49-F238E27FC236}">
                <a16:creationId xmlns:a16="http://schemas.microsoft.com/office/drawing/2014/main" id="{F948CD2E-EC7D-4C6E-9F3C-EB6B97240143}"/>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364997" name="Rectangle 1115151553">
            <a:extLst xmlns:a="http://schemas.openxmlformats.org/drawingml/2006/main">
              <a:ext uri="{FF2B5EF4-FFF2-40B4-BE49-F238E27FC236}">
                <a16:creationId xmlns:a16="http://schemas.microsoft.com/office/drawing/2014/main" id="{DB326B77-4373-4853-A9CF-54219D724009}"/>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Tokenizer</a:t>
            </a:r>
          </a:p>
        </p:txBody>
      </p:sp>
      <p:sp>
        <p:nvSpPr>
          <p:cNvPr id="2044104727" name="Straight Connector 1619670975">
            <a:extLst xmlns:a="http://schemas.openxmlformats.org/drawingml/2006/main">
              <a:ext uri="{FF2B5EF4-FFF2-40B4-BE49-F238E27FC236}">
                <a16:creationId xmlns:a16="http://schemas.microsoft.com/office/drawing/2014/main" id="{7F771F94-40BF-4DAE-942A-BF1EF5D3FDB2}"/>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9302348" name="Rectangle: Rounded Corners 1743333566">
            <a:extLst xmlns:a="http://schemas.openxmlformats.org/drawingml/2006/main">
              <a:ext uri="{FF2B5EF4-FFF2-40B4-BE49-F238E27FC236}">
                <a16:creationId xmlns:a16="http://schemas.microsoft.com/office/drawing/2014/main" id="{9AEC6328-4773-43F9-9716-FAD28399F431}"/>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321827" name="Rectangle 1257660027">
            <a:extLst xmlns:a="http://schemas.openxmlformats.org/drawingml/2006/main">
              <a:ext uri="{FF2B5EF4-FFF2-40B4-BE49-F238E27FC236}">
                <a16:creationId xmlns:a16="http://schemas.microsoft.com/office/drawing/2014/main" id="{8A635E41-2C86-4D3D-8BDD-98945AEAD36D}"/>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533483290" name="Straight Connector 145208638">
            <a:extLst xmlns:a="http://schemas.openxmlformats.org/drawingml/2006/main">
              <a:ext uri="{FF2B5EF4-FFF2-40B4-BE49-F238E27FC236}">
                <a16:creationId xmlns:a16="http://schemas.microsoft.com/office/drawing/2014/main" id="{098E100E-A076-4498-9D2D-40BD7A7A6F10}"/>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6223103" name="Rectangle: Rounded Corners 1609950337">
            <a:extLst xmlns:a="http://schemas.openxmlformats.org/drawingml/2006/main">
              <a:ext uri="{FF2B5EF4-FFF2-40B4-BE49-F238E27FC236}">
                <a16:creationId xmlns:a16="http://schemas.microsoft.com/office/drawing/2014/main" id="{B91B1B29-354E-491C-8454-7349C37475D9}"/>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6707571" name="Rectangle 443182338">
            <a:extLst xmlns:a="http://schemas.openxmlformats.org/drawingml/2006/main">
              <a:ext uri="{FF2B5EF4-FFF2-40B4-BE49-F238E27FC236}">
                <a16:creationId xmlns:a16="http://schemas.microsoft.com/office/drawing/2014/main" id="{9E662FA7-74FC-4B13-9ADF-56A16B87E3D9}"/>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348373404" name="Straight Connector 785359653">
            <a:extLst xmlns:a="http://schemas.openxmlformats.org/drawingml/2006/main">
              <a:ext uri="{FF2B5EF4-FFF2-40B4-BE49-F238E27FC236}">
                <a16:creationId xmlns:a16="http://schemas.microsoft.com/office/drawing/2014/main" id="{F5BC24B7-6C70-42BE-ADE3-7445E611F7E4}"/>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9372839" name="Rectangle: Rounded Corners 855638666">
            <a:extLst xmlns:a="http://schemas.openxmlformats.org/drawingml/2006/main">
              <a:ext uri="{FF2B5EF4-FFF2-40B4-BE49-F238E27FC236}">
                <a16:creationId xmlns:a16="http://schemas.microsoft.com/office/drawing/2014/main" id="{B7FC3A16-6FB4-42AB-9AC0-CBAFCA6A0809}"/>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5313627" name="Rectangle 940954365">
            <a:extLst xmlns:a="http://schemas.openxmlformats.org/drawingml/2006/main">
              <a:ext uri="{FF2B5EF4-FFF2-40B4-BE49-F238E27FC236}">
                <a16:creationId xmlns:a16="http://schemas.microsoft.com/office/drawing/2014/main" id="{166017FF-FDDE-4F8C-AD52-1B7DE12A98EC}"/>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755176660" name="Straight Connector 693332806">
            <a:extLst xmlns:a="http://schemas.openxmlformats.org/drawingml/2006/main">
              <a:ext uri="{FF2B5EF4-FFF2-40B4-BE49-F238E27FC236}">
                <a16:creationId xmlns:a16="http://schemas.microsoft.com/office/drawing/2014/main" id="{D6860E21-357E-4B06-9E53-8554B7F4D714}"/>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1658514" name="Rectangle: Rounded Corners 1926968986">
            <a:extLst xmlns:a="http://schemas.openxmlformats.org/drawingml/2006/main">
              <a:ext uri="{FF2B5EF4-FFF2-40B4-BE49-F238E27FC236}">
                <a16:creationId xmlns:a16="http://schemas.microsoft.com/office/drawing/2014/main" id="{6861487B-506E-4CFF-A855-6F3CA382ED59}"/>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1489253" name="Rectangle 1151762913">
            <a:extLst xmlns:a="http://schemas.openxmlformats.org/drawingml/2006/main">
              <a:ext uri="{FF2B5EF4-FFF2-40B4-BE49-F238E27FC236}">
                <a16:creationId xmlns:a16="http://schemas.microsoft.com/office/drawing/2014/main" id="{C749B8A4-BFF8-48E4-A32B-A8DCA31E2ED2}"/>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109586272" name="Straight Connector 365425087">
            <a:extLst xmlns:a="http://schemas.openxmlformats.org/drawingml/2006/main">
              <a:ext uri="{FF2B5EF4-FFF2-40B4-BE49-F238E27FC236}">
                <a16:creationId xmlns:a16="http://schemas.microsoft.com/office/drawing/2014/main" id="{7D77DC2E-7204-4FE3-AE8E-F8FD40C86549}"/>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6716099" name="Rectangle: Rounded Corners 245865221">
            <a:extLst xmlns:a="http://schemas.openxmlformats.org/drawingml/2006/main">
              <a:ext uri="{FF2B5EF4-FFF2-40B4-BE49-F238E27FC236}">
                <a16:creationId xmlns:a16="http://schemas.microsoft.com/office/drawing/2014/main" id="{23C9926F-4620-415F-AD9A-DD56998B0310}"/>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5591724" name="Rectangle 1416834568">
            <a:extLst xmlns:a="http://schemas.openxmlformats.org/drawingml/2006/main">
              <a:ext uri="{FF2B5EF4-FFF2-40B4-BE49-F238E27FC236}">
                <a16:creationId xmlns:a16="http://schemas.microsoft.com/office/drawing/2014/main" id="{5C648DAD-8041-434C-92CC-B371B8F60E2B}"/>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672349047" name="Straight Connector 275380547">
            <a:extLst xmlns:a="http://schemas.openxmlformats.org/drawingml/2006/main">
              <a:ext uri="{FF2B5EF4-FFF2-40B4-BE49-F238E27FC236}">
                <a16:creationId xmlns:a16="http://schemas.microsoft.com/office/drawing/2014/main" id="{9F2F81CA-002E-48B7-9C1B-5A21B2A8CF46}"/>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172061" name="Rectangle: Rounded Corners 2080764040">
            <a:extLst xmlns:a="http://schemas.openxmlformats.org/drawingml/2006/main">
              <a:ext uri="{FF2B5EF4-FFF2-40B4-BE49-F238E27FC236}">
                <a16:creationId xmlns:a16="http://schemas.microsoft.com/office/drawing/2014/main" id="{64ECFAF8-D65F-46D8-9A1B-B5AD7A274DC4}"/>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265594" name="Rectangle 403501063">
            <a:extLst xmlns:a="http://schemas.openxmlformats.org/drawingml/2006/main">
              <a:ext uri="{FF2B5EF4-FFF2-40B4-BE49-F238E27FC236}">
                <a16:creationId xmlns:a16="http://schemas.microsoft.com/office/drawing/2014/main" id="{7C36F232-A998-4D3D-871F-66908468147A}"/>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501597907" name="Straight Connector 1060762689">
            <a:extLst xmlns:a="http://schemas.openxmlformats.org/drawingml/2006/main">
              <a:ext uri="{FF2B5EF4-FFF2-40B4-BE49-F238E27FC236}">
                <a16:creationId xmlns:a16="http://schemas.microsoft.com/office/drawing/2014/main" id="{A36F5781-DC28-450E-B737-DFBD4D1D352F}"/>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3576679" name="Rectangle: Rounded Corners 727588092">
            <a:extLst xmlns:a="http://schemas.openxmlformats.org/drawingml/2006/main">
              <a:ext uri="{FF2B5EF4-FFF2-40B4-BE49-F238E27FC236}">
                <a16:creationId xmlns:a16="http://schemas.microsoft.com/office/drawing/2014/main" id="{40283ED3-B31D-46EF-8401-5CDEB38D8EAA}"/>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3335242" name="Rectangle 1735481052">
            <a:extLst xmlns:a="http://schemas.openxmlformats.org/drawingml/2006/main">
              <a:ext uri="{FF2B5EF4-FFF2-40B4-BE49-F238E27FC236}">
                <a16:creationId xmlns:a16="http://schemas.microsoft.com/office/drawing/2014/main" id="{D97687E3-37E0-4815-B1C3-43493121CAD9}"/>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126231749" name="Straight Connector 1664930942">
            <a:extLst xmlns:a="http://schemas.openxmlformats.org/drawingml/2006/main">
              <a:ext uri="{FF2B5EF4-FFF2-40B4-BE49-F238E27FC236}">
                <a16:creationId xmlns:a16="http://schemas.microsoft.com/office/drawing/2014/main" id="{58CC7EC4-8965-4E6C-B520-4D7E73FB9966}"/>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4990868" name="Rectangle: Rounded Corners 248230012">
            <a:extLst xmlns:a="http://schemas.openxmlformats.org/drawingml/2006/main">
              <a:ext uri="{FF2B5EF4-FFF2-40B4-BE49-F238E27FC236}">
                <a16:creationId xmlns:a16="http://schemas.microsoft.com/office/drawing/2014/main" id="{8E681330-73D5-4FA7-9630-DDD6E261BBEE}"/>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3857179" name="Rectangle 1582970705">
            <a:extLst xmlns:a="http://schemas.openxmlformats.org/drawingml/2006/main">
              <a:ext uri="{FF2B5EF4-FFF2-40B4-BE49-F238E27FC236}">
                <a16:creationId xmlns:a16="http://schemas.microsoft.com/office/drawing/2014/main" id="{343993FC-5F4C-49BA-A097-84863495C4CF}"/>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724972669" name="Rectangle 2078376782">
            <a:extLst xmlns:a="http://schemas.openxmlformats.org/drawingml/2006/main">
              <a:ext uri="{FF2B5EF4-FFF2-40B4-BE49-F238E27FC236}">
                <a16:creationId xmlns:a16="http://schemas.microsoft.com/office/drawing/2014/main" id="{B964224D-8B03-46A4-AD0E-DE0C320B5E3A}"/>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867539504"/>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5476363" name="Rectangle 935271156">
            <a:extLst xmlns:a="http://schemas.openxmlformats.org/drawingml/2006/main">
              <a:ext uri="{FF2B5EF4-FFF2-40B4-BE49-F238E27FC236}">
                <a16:creationId xmlns:a16="http://schemas.microsoft.com/office/drawing/2014/main" id="{15DA729C-EA3D-4C6E-A106-2F2296A5532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992800878" name="Rectangle 251777344">
            <a:extLst xmlns:a="http://schemas.openxmlformats.org/drawingml/2006/main">
              <a:ext uri="{FF2B5EF4-FFF2-40B4-BE49-F238E27FC236}">
                <a16:creationId xmlns:a16="http://schemas.microsoft.com/office/drawing/2014/main" id="{40FF40EE-7C4F-4D91-9CD1-E83993AC2A6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Embedding</a:t>
            </a:r>
          </a:p>
        </p:txBody>
      </p:sp>
      <p:sp>
        <p:nvSpPr>
          <p:cNvPr id="89491951" name="Rectangle 1495975732">
            <a:extLst xmlns:a="http://schemas.openxmlformats.org/drawingml/2006/main">
              <a:ext uri="{FF2B5EF4-FFF2-40B4-BE49-F238E27FC236}">
                <a16:creationId xmlns:a16="http://schemas.microsoft.com/office/drawing/2014/main" id="{2011B094-D46A-424B-945C-8A225F2011F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sp>
        <p:nvSpPr>
          <p:cNvPr id="163612891" name="Rectangle 1430704302">
            <a:extLst xmlns:a="http://schemas.openxmlformats.org/drawingml/2006/main">
              <a:ext uri="{FF2B5EF4-FFF2-40B4-BE49-F238E27FC236}">
                <a16:creationId xmlns:a16="http://schemas.microsoft.com/office/drawing/2014/main" id="{A6B9991F-FEAC-418E-B6FB-09C41FBF09F5}"/>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Turn each token ID into a learned dense vector.</a:t>
            </a:r>
          </a:p>
        </p:txBody>
      </p:sp>
      <p:sp>
        <p:nvSpPr>
          <p:cNvPr id="414908562" name="Rectangle: Rounded Corners 1012559160">
            <a:extLst xmlns:a="http://schemas.openxmlformats.org/drawingml/2006/main">
              <a:ext uri="{FF2B5EF4-FFF2-40B4-BE49-F238E27FC236}">
                <a16:creationId xmlns:a16="http://schemas.microsoft.com/office/drawing/2014/main" id="{2C6ADACB-ABD3-45B6-80C5-A0B2061398A6}"/>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705393" name="Rectangle 1158417423">
            <a:extLst xmlns:a="http://schemas.openxmlformats.org/drawingml/2006/main">
              <a:ext uri="{FF2B5EF4-FFF2-40B4-BE49-F238E27FC236}">
                <a16:creationId xmlns:a16="http://schemas.microsoft.com/office/drawing/2014/main" id="{C36857E9-5AA9-4B32-8E42-B41EB00AEF9A}"/>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token ID  →  embedding vector</a:t>
            </a:r>
          </a:p>
        </p:txBody>
      </p:sp>
      <p:sp>
        <p:nvSpPr>
          <p:cNvPr id="1540007498" name="Rectangle 427464004">
            <a:extLst xmlns:a="http://schemas.openxmlformats.org/drawingml/2006/main">
              <a:ext uri="{FF2B5EF4-FFF2-40B4-BE49-F238E27FC236}">
                <a16:creationId xmlns:a16="http://schemas.microsoft.com/office/drawing/2014/main" id="{2EDD7A2C-B311-4FBD-A556-C1C8BF80C331}"/>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2 of 9</a:t>
            </a:r>
          </a:p>
        </p:txBody>
      </p:sp>
      <p:sp>
        <p:nvSpPr>
          <p:cNvPr id="1392493118" name="Rectangle: Rounded Corners 215861248">
            <a:extLst xmlns:a="http://schemas.openxmlformats.org/drawingml/2006/main">
              <a:ext uri="{FF2B5EF4-FFF2-40B4-BE49-F238E27FC236}">
                <a16:creationId xmlns:a16="http://schemas.microsoft.com/office/drawing/2014/main" id="{9B8761A8-0978-41B7-B257-335E1B838BEC}"/>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6163595" name="Rectangle 749351607">
            <a:extLst xmlns:a="http://schemas.openxmlformats.org/drawingml/2006/main">
              <a:ext uri="{FF2B5EF4-FFF2-40B4-BE49-F238E27FC236}">
                <a16:creationId xmlns:a16="http://schemas.microsoft.com/office/drawing/2014/main" id="{4E80DC03-99BC-4C5D-941A-F6EEAA8A93A8}"/>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944942306" name="Straight Connector 1927723798">
            <a:extLst xmlns:a="http://schemas.openxmlformats.org/drawingml/2006/main">
              <a:ext uri="{FF2B5EF4-FFF2-40B4-BE49-F238E27FC236}">
                <a16:creationId xmlns:a16="http://schemas.microsoft.com/office/drawing/2014/main" id="{7F32268E-1D86-4684-AE26-EB5CF797AE67}"/>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8793586" name="Rectangle: Rounded Corners 329236221">
            <a:extLst xmlns:a="http://schemas.openxmlformats.org/drawingml/2006/main">
              <a:ext uri="{FF2B5EF4-FFF2-40B4-BE49-F238E27FC236}">
                <a16:creationId xmlns:a16="http://schemas.microsoft.com/office/drawing/2014/main" id="{0A79E649-9496-4C9D-A27E-65E3B6F7CCC0}"/>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3790393" name="Rectangle 2041621471">
            <a:extLst xmlns:a="http://schemas.openxmlformats.org/drawingml/2006/main">
              <a:ext uri="{FF2B5EF4-FFF2-40B4-BE49-F238E27FC236}">
                <a16:creationId xmlns:a16="http://schemas.microsoft.com/office/drawing/2014/main" id="{E39CD88F-D490-482A-B770-122D3A966708}"/>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Embedding</a:t>
            </a:r>
          </a:p>
        </p:txBody>
      </p:sp>
      <p:sp>
        <p:nvSpPr>
          <p:cNvPr id="216923707" name="Straight Connector 1239363628">
            <a:extLst xmlns:a="http://schemas.openxmlformats.org/drawingml/2006/main">
              <a:ext uri="{FF2B5EF4-FFF2-40B4-BE49-F238E27FC236}">
                <a16:creationId xmlns:a16="http://schemas.microsoft.com/office/drawing/2014/main" id="{D97D4D89-B1F3-4A34-970B-994BF5BEE79E}"/>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439965" name="Rectangle: Rounded Corners 1808606350">
            <a:extLst xmlns:a="http://schemas.openxmlformats.org/drawingml/2006/main">
              <a:ext uri="{FF2B5EF4-FFF2-40B4-BE49-F238E27FC236}">
                <a16:creationId xmlns:a16="http://schemas.microsoft.com/office/drawing/2014/main" id="{A0E5B89F-9B5E-4733-B6CD-4854693830D9}"/>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6682144" name="Rectangle 1449320913">
            <a:extLst xmlns:a="http://schemas.openxmlformats.org/drawingml/2006/main">
              <a:ext uri="{FF2B5EF4-FFF2-40B4-BE49-F238E27FC236}">
                <a16:creationId xmlns:a16="http://schemas.microsoft.com/office/drawing/2014/main" id="{FD476EF7-A0A3-447B-B410-4F13D2DF9F34}"/>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619802473" name="Straight Connector 372799236">
            <a:extLst xmlns:a="http://schemas.openxmlformats.org/drawingml/2006/main">
              <a:ext uri="{FF2B5EF4-FFF2-40B4-BE49-F238E27FC236}">
                <a16:creationId xmlns:a16="http://schemas.microsoft.com/office/drawing/2014/main" id="{D11CA9A3-9F74-4C3F-A17D-11A34F3808FF}"/>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9543797" name="Rectangle: Rounded Corners 39541051">
            <a:extLst xmlns:a="http://schemas.openxmlformats.org/drawingml/2006/main">
              <a:ext uri="{FF2B5EF4-FFF2-40B4-BE49-F238E27FC236}">
                <a16:creationId xmlns:a16="http://schemas.microsoft.com/office/drawing/2014/main" id="{041B8305-2C94-4C1C-8C59-C49A9E27B0F2}"/>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0372628" name="Rectangle 308467906">
            <a:extLst xmlns:a="http://schemas.openxmlformats.org/drawingml/2006/main">
              <a:ext uri="{FF2B5EF4-FFF2-40B4-BE49-F238E27FC236}">
                <a16:creationId xmlns:a16="http://schemas.microsoft.com/office/drawing/2014/main" id="{3EB16873-2F55-49D3-9260-492B7A9EE0D0}"/>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844133108" name="Straight Connector 473089442">
            <a:extLst xmlns:a="http://schemas.openxmlformats.org/drawingml/2006/main">
              <a:ext uri="{FF2B5EF4-FFF2-40B4-BE49-F238E27FC236}">
                <a16:creationId xmlns:a16="http://schemas.microsoft.com/office/drawing/2014/main" id="{F55D245A-E3FB-4FAE-9BF8-01CD86390793}"/>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981477" name="Rectangle: Rounded Corners 505397229">
            <a:extLst xmlns:a="http://schemas.openxmlformats.org/drawingml/2006/main">
              <a:ext uri="{FF2B5EF4-FFF2-40B4-BE49-F238E27FC236}">
                <a16:creationId xmlns:a16="http://schemas.microsoft.com/office/drawing/2014/main" id="{C3CDD8BB-EEAF-4650-822A-F085D2872D6D}"/>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3730409" name="Rectangle 1950580429">
            <a:extLst xmlns:a="http://schemas.openxmlformats.org/drawingml/2006/main">
              <a:ext uri="{FF2B5EF4-FFF2-40B4-BE49-F238E27FC236}">
                <a16:creationId xmlns:a16="http://schemas.microsoft.com/office/drawing/2014/main" id="{ACA2DB39-7CF1-4A9B-B83D-5DC3334C5E3D}"/>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570311381" name="Straight Connector 1353970452">
            <a:extLst xmlns:a="http://schemas.openxmlformats.org/drawingml/2006/main">
              <a:ext uri="{FF2B5EF4-FFF2-40B4-BE49-F238E27FC236}">
                <a16:creationId xmlns:a16="http://schemas.microsoft.com/office/drawing/2014/main" id="{842B733D-3C3B-49DA-8071-368F84FBC0FF}"/>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3830112" name="Rectangle: Rounded Corners 406273477">
            <a:extLst xmlns:a="http://schemas.openxmlformats.org/drawingml/2006/main">
              <a:ext uri="{FF2B5EF4-FFF2-40B4-BE49-F238E27FC236}">
                <a16:creationId xmlns:a16="http://schemas.microsoft.com/office/drawing/2014/main" id="{0D56800E-CB5D-4D60-A94C-3B23177E8955}"/>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4043098" name="Rectangle 186207925">
            <a:extLst xmlns:a="http://schemas.openxmlformats.org/drawingml/2006/main">
              <a:ext uri="{FF2B5EF4-FFF2-40B4-BE49-F238E27FC236}">
                <a16:creationId xmlns:a16="http://schemas.microsoft.com/office/drawing/2014/main" id="{BB2CFCF2-98A1-4FDC-9A68-30DD6C17B886}"/>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721547938" name="Straight Connector 458049314">
            <a:extLst xmlns:a="http://schemas.openxmlformats.org/drawingml/2006/main">
              <a:ext uri="{FF2B5EF4-FFF2-40B4-BE49-F238E27FC236}">
                <a16:creationId xmlns:a16="http://schemas.microsoft.com/office/drawing/2014/main" id="{7F609C60-90CA-4DA8-B592-2B55678F3B47}"/>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8867387" name="Rectangle: Rounded Corners 1206745481">
            <a:extLst xmlns:a="http://schemas.openxmlformats.org/drawingml/2006/main">
              <a:ext uri="{FF2B5EF4-FFF2-40B4-BE49-F238E27FC236}">
                <a16:creationId xmlns:a16="http://schemas.microsoft.com/office/drawing/2014/main" id="{9CBA974F-E635-4750-AC1D-ECE53B1E21CB}"/>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5082546" name="Rectangle 1993735714">
            <a:extLst xmlns:a="http://schemas.openxmlformats.org/drawingml/2006/main">
              <a:ext uri="{FF2B5EF4-FFF2-40B4-BE49-F238E27FC236}">
                <a16:creationId xmlns:a16="http://schemas.microsoft.com/office/drawing/2014/main" id="{6E2331AE-EA57-4A11-8D80-AD3ABAF58D2B}"/>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845433929" name="Straight Connector 547570178">
            <a:extLst xmlns:a="http://schemas.openxmlformats.org/drawingml/2006/main">
              <a:ext uri="{FF2B5EF4-FFF2-40B4-BE49-F238E27FC236}">
                <a16:creationId xmlns:a16="http://schemas.microsoft.com/office/drawing/2014/main" id="{CD52FB97-D08E-4E06-8D78-22A9F83D3284}"/>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1080105" name="Rectangle: Rounded Corners 1868051656">
            <a:extLst xmlns:a="http://schemas.openxmlformats.org/drawingml/2006/main">
              <a:ext uri="{FF2B5EF4-FFF2-40B4-BE49-F238E27FC236}">
                <a16:creationId xmlns:a16="http://schemas.microsoft.com/office/drawing/2014/main" id="{774447E5-FB71-4ED6-982C-070A4F203876}"/>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0063788" name="Rectangle 383507330">
            <a:extLst xmlns:a="http://schemas.openxmlformats.org/drawingml/2006/main">
              <a:ext uri="{FF2B5EF4-FFF2-40B4-BE49-F238E27FC236}">
                <a16:creationId xmlns:a16="http://schemas.microsoft.com/office/drawing/2014/main" id="{12830FE2-9480-49F7-9ED6-6FFF865E6177}"/>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595509382" name="Straight Connector 1197472556">
            <a:extLst xmlns:a="http://schemas.openxmlformats.org/drawingml/2006/main">
              <a:ext uri="{FF2B5EF4-FFF2-40B4-BE49-F238E27FC236}">
                <a16:creationId xmlns:a16="http://schemas.microsoft.com/office/drawing/2014/main" id="{82499654-7DC4-4154-A41B-DA6CB90E33F0}"/>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8257489" name="Rectangle: Rounded Corners 632538634">
            <a:extLst xmlns:a="http://schemas.openxmlformats.org/drawingml/2006/main">
              <a:ext uri="{FF2B5EF4-FFF2-40B4-BE49-F238E27FC236}">
                <a16:creationId xmlns:a16="http://schemas.microsoft.com/office/drawing/2014/main" id="{FE80D443-5A77-42CF-97C9-E7F6D89F23DA}"/>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0941642" name="Rectangle 1016229026">
            <a:extLst xmlns:a="http://schemas.openxmlformats.org/drawingml/2006/main">
              <a:ext uri="{FF2B5EF4-FFF2-40B4-BE49-F238E27FC236}">
                <a16:creationId xmlns:a16="http://schemas.microsoft.com/office/drawing/2014/main" id="{FF45F5C1-479A-49E5-AF33-3CB9D4915823}"/>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875777272" name="Rectangle 982950088">
            <a:extLst xmlns:a="http://schemas.openxmlformats.org/drawingml/2006/main">
              <a:ext uri="{FF2B5EF4-FFF2-40B4-BE49-F238E27FC236}">
                <a16:creationId xmlns:a16="http://schemas.microsoft.com/office/drawing/2014/main" id="{344F7374-F6E9-4A6D-B0D7-52D3B23C8FD0}"/>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627031433"/>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40845213" name="Rectangle 935271156">
            <a:extLst xmlns:a="http://schemas.openxmlformats.org/drawingml/2006/main">
              <a:ext uri="{FF2B5EF4-FFF2-40B4-BE49-F238E27FC236}">
                <a16:creationId xmlns:a16="http://schemas.microsoft.com/office/drawing/2014/main" id="{83DE179A-65FF-4568-A34A-679B8B67ECA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1794879530" name="Rectangle 251777344">
            <a:extLst xmlns:a="http://schemas.openxmlformats.org/drawingml/2006/main">
              <a:ext uri="{FF2B5EF4-FFF2-40B4-BE49-F238E27FC236}">
                <a16:creationId xmlns:a16="http://schemas.microsoft.com/office/drawing/2014/main" id="{3EBFDBA7-D6D3-4446-AEE5-3A46DFA32F5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Positional encoding</a:t>
            </a:r>
          </a:p>
        </p:txBody>
      </p:sp>
      <p:sp>
        <p:nvSpPr>
          <p:cNvPr id="2007549596" name="Rectangle 1495975732">
            <a:extLst xmlns:a="http://schemas.openxmlformats.org/drawingml/2006/main">
              <a:ext uri="{FF2B5EF4-FFF2-40B4-BE49-F238E27FC236}">
                <a16:creationId xmlns:a16="http://schemas.microsoft.com/office/drawing/2014/main" id="{E3DE4979-4375-40CF-AE82-77A0A75086E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sp>
        <p:nvSpPr>
          <p:cNvPr id="1202386648" name="Rectangle 958108388">
            <a:extLst xmlns:a="http://schemas.openxmlformats.org/drawingml/2006/main">
              <a:ext uri="{FF2B5EF4-FFF2-40B4-BE49-F238E27FC236}">
                <a16:creationId xmlns:a16="http://schemas.microsoft.com/office/drawing/2014/main" id="{4F3F79D3-68F8-493E-AEE0-6A8A6E24D88F}"/>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Add position information so the model can distinguish word order.</a:t>
            </a:r>
          </a:p>
        </p:txBody>
      </p:sp>
      <p:sp>
        <p:nvSpPr>
          <p:cNvPr id="1180905644" name="Rectangle: Rounded Corners 223341809">
            <a:extLst xmlns:a="http://schemas.openxmlformats.org/drawingml/2006/main">
              <a:ext uri="{FF2B5EF4-FFF2-40B4-BE49-F238E27FC236}">
                <a16:creationId xmlns:a16="http://schemas.microsoft.com/office/drawing/2014/main" id="{D0CF0733-6944-4069-B455-C5284C39BA20}"/>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5030996" name="Rectangle 1189281663">
            <a:extLst xmlns:a="http://schemas.openxmlformats.org/drawingml/2006/main">
              <a:ext uri="{FF2B5EF4-FFF2-40B4-BE49-F238E27FC236}">
                <a16:creationId xmlns:a16="http://schemas.microsoft.com/office/drawing/2014/main" id="{C7602F30-8ED1-4C1E-9AB7-15FA3F5E13F3}"/>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token embedding  +  position signal</a:t>
            </a:r>
          </a:p>
        </p:txBody>
      </p:sp>
      <p:sp>
        <p:nvSpPr>
          <p:cNvPr id="1531021293" name="Rectangle 67193432">
            <a:extLst xmlns:a="http://schemas.openxmlformats.org/drawingml/2006/main">
              <a:ext uri="{FF2B5EF4-FFF2-40B4-BE49-F238E27FC236}">
                <a16:creationId xmlns:a16="http://schemas.microsoft.com/office/drawing/2014/main" id="{817D1E2F-DE8E-4F65-A235-0765FABA6D54}"/>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3 of 9</a:t>
            </a:r>
          </a:p>
        </p:txBody>
      </p:sp>
      <p:sp>
        <p:nvSpPr>
          <p:cNvPr id="317263558" name="Rectangle: Rounded Corners 15823732">
            <a:extLst xmlns:a="http://schemas.openxmlformats.org/drawingml/2006/main">
              <a:ext uri="{FF2B5EF4-FFF2-40B4-BE49-F238E27FC236}">
                <a16:creationId xmlns:a16="http://schemas.microsoft.com/office/drawing/2014/main" id="{7FE938AF-4314-48CB-9B8A-52570BD42EE7}"/>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4483829" name="Rectangle 1855104785">
            <a:extLst xmlns:a="http://schemas.openxmlformats.org/drawingml/2006/main">
              <a:ext uri="{FF2B5EF4-FFF2-40B4-BE49-F238E27FC236}">
                <a16:creationId xmlns:a16="http://schemas.microsoft.com/office/drawing/2014/main" id="{5FCF99CA-3943-47FF-952E-54EE2926A1C5}"/>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819936992" name="Straight Connector 525634098">
            <a:extLst xmlns:a="http://schemas.openxmlformats.org/drawingml/2006/main">
              <a:ext uri="{FF2B5EF4-FFF2-40B4-BE49-F238E27FC236}">
                <a16:creationId xmlns:a16="http://schemas.microsoft.com/office/drawing/2014/main" id="{7A231CF1-1392-41A2-B793-07329AAF67C8}"/>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5317822" name="Rectangle: Rounded Corners 674286044">
            <a:extLst xmlns:a="http://schemas.openxmlformats.org/drawingml/2006/main">
              <a:ext uri="{FF2B5EF4-FFF2-40B4-BE49-F238E27FC236}">
                <a16:creationId xmlns:a16="http://schemas.microsoft.com/office/drawing/2014/main" id="{05C8B7D4-2922-4E70-B396-5F700D49B8BF}"/>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4863394" name="Rectangle 468437566">
            <a:extLst xmlns:a="http://schemas.openxmlformats.org/drawingml/2006/main">
              <a:ext uri="{FF2B5EF4-FFF2-40B4-BE49-F238E27FC236}">
                <a16:creationId xmlns:a16="http://schemas.microsoft.com/office/drawing/2014/main" id="{8E49B0C4-DBEC-4C1F-9B63-67AF7122B55B}"/>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881303582" name="Straight Connector 1426500242">
            <a:extLst xmlns:a="http://schemas.openxmlformats.org/drawingml/2006/main">
              <a:ext uri="{FF2B5EF4-FFF2-40B4-BE49-F238E27FC236}">
                <a16:creationId xmlns:a16="http://schemas.microsoft.com/office/drawing/2014/main" id="{BF49E7FA-D479-4FD9-8B79-8A40053D4C6D}"/>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6002369" name="Rectangle: Rounded Corners 1367709388">
            <a:extLst xmlns:a="http://schemas.openxmlformats.org/drawingml/2006/main">
              <a:ext uri="{FF2B5EF4-FFF2-40B4-BE49-F238E27FC236}">
                <a16:creationId xmlns:a16="http://schemas.microsoft.com/office/drawing/2014/main" id="{AC7C10E1-501C-46FB-9C21-6E3A99082B91}"/>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356830" name="Rectangle 234797796">
            <a:extLst xmlns:a="http://schemas.openxmlformats.org/drawingml/2006/main">
              <a:ext uri="{FF2B5EF4-FFF2-40B4-BE49-F238E27FC236}">
                <a16:creationId xmlns:a16="http://schemas.microsoft.com/office/drawing/2014/main" id="{62B04FA4-DFDD-488E-8888-F04A44F12D55}"/>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Positional encoding</a:t>
            </a:r>
          </a:p>
        </p:txBody>
      </p:sp>
      <p:sp>
        <p:nvSpPr>
          <p:cNvPr id="439759244" name="Straight Connector 1500557142">
            <a:extLst xmlns:a="http://schemas.openxmlformats.org/drawingml/2006/main">
              <a:ext uri="{FF2B5EF4-FFF2-40B4-BE49-F238E27FC236}">
                <a16:creationId xmlns:a16="http://schemas.microsoft.com/office/drawing/2014/main" id="{98118A15-9302-45A5-87F7-0A7566FECF72}"/>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9989972" name="Rectangle: Rounded Corners 1502394842">
            <a:extLst xmlns:a="http://schemas.openxmlformats.org/drawingml/2006/main">
              <a:ext uri="{FF2B5EF4-FFF2-40B4-BE49-F238E27FC236}">
                <a16:creationId xmlns:a16="http://schemas.microsoft.com/office/drawing/2014/main" id="{D6EA4826-AFB6-4D5B-96E0-FD6CE422BD79}"/>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198059" name="Rectangle 1333887880">
            <a:extLst xmlns:a="http://schemas.openxmlformats.org/drawingml/2006/main">
              <a:ext uri="{FF2B5EF4-FFF2-40B4-BE49-F238E27FC236}">
                <a16:creationId xmlns:a16="http://schemas.microsoft.com/office/drawing/2014/main" id="{42EEF1C8-0B07-4FA7-8CA8-8AA8D913AB0C}"/>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310048534" name="Straight Connector 799654873">
            <a:extLst xmlns:a="http://schemas.openxmlformats.org/drawingml/2006/main">
              <a:ext uri="{FF2B5EF4-FFF2-40B4-BE49-F238E27FC236}">
                <a16:creationId xmlns:a16="http://schemas.microsoft.com/office/drawing/2014/main" id="{DDC14761-B6E5-498E-ACD4-F249420ABD75}"/>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1481359" name="Rectangle: Rounded Corners 657808798">
            <a:extLst xmlns:a="http://schemas.openxmlformats.org/drawingml/2006/main">
              <a:ext uri="{FF2B5EF4-FFF2-40B4-BE49-F238E27FC236}">
                <a16:creationId xmlns:a16="http://schemas.microsoft.com/office/drawing/2014/main" id="{1F2C5917-95F5-45F3-97A7-FBB0B9E358B8}"/>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845567" name="Rectangle 241828910">
            <a:extLst xmlns:a="http://schemas.openxmlformats.org/drawingml/2006/main">
              <a:ext uri="{FF2B5EF4-FFF2-40B4-BE49-F238E27FC236}">
                <a16:creationId xmlns:a16="http://schemas.microsoft.com/office/drawing/2014/main" id="{3316CA7A-50CA-4BB3-ACF9-A92A5D68A418}"/>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722400571" name="Straight Connector 1949861611">
            <a:extLst xmlns:a="http://schemas.openxmlformats.org/drawingml/2006/main">
              <a:ext uri="{FF2B5EF4-FFF2-40B4-BE49-F238E27FC236}">
                <a16:creationId xmlns:a16="http://schemas.microsoft.com/office/drawing/2014/main" id="{A7F35A3C-59D4-4567-A37D-38DC724A3FB0}"/>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280403" name="Rectangle: Rounded Corners 375602484">
            <a:extLst xmlns:a="http://schemas.openxmlformats.org/drawingml/2006/main">
              <a:ext uri="{FF2B5EF4-FFF2-40B4-BE49-F238E27FC236}">
                <a16:creationId xmlns:a16="http://schemas.microsoft.com/office/drawing/2014/main" id="{DC932A8D-867A-4D83-B2CB-81AD5BCD9F88}"/>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3121707" name="Rectangle 1465330688">
            <a:extLst xmlns:a="http://schemas.openxmlformats.org/drawingml/2006/main">
              <a:ext uri="{FF2B5EF4-FFF2-40B4-BE49-F238E27FC236}">
                <a16:creationId xmlns:a16="http://schemas.microsoft.com/office/drawing/2014/main" id="{D1E303B5-AF8F-4247-B029-6286D8706331}"/>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781253872" name="Straight Connector 1424137737">
            <a:extLst xmlns:a="http://schemas.openxmlformats.org/drawingml/2006/main">
              <a:ext uri="{FF2B5EF4-FFF2-40B4-BE49-F238E27FC236}">
                <a16:creationId xmlns:a16="http://schemas.microsoft.com/office/drawing/2014/main" id="{BEF8D588-4E6C-46FE-BBA0-D5DA12924C60}"/>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3967095" name="Rectangle: Rounded Corners 636703503">
            <a:extLst xmlns:a="http://schemas.openxmlformats.org/drawingml/2006/main">
              <a:ext uri="{FF2B5EF4-FFF2-40B4-BE49-F238E27FC236}">
                <a16:creationId xmlns:a16="http://schemas.microsoft.com/office/drawing/2014/main" id="{D7C20BD5-6C9F-44D3-9C77-5A6D6D7ADBE5}"/>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2598323" name="Rectangle 1674599597">
            <a:extLst xmlns:a="http://schemas.openxmlformats.org/drawingml/2006/main">
              <a:ext uri="{FF2B5EF4-FFF2-40B4-BE49-F238E27FC236}">
                <a16:creationId xmlns:a16="http://schemas.microsoft.com/office/drawing/2014/main" id="{E93C9D25-ACE7-49AE-B0DC-7E6233E94217}"/>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164911684" name="Straight Connector 587719898">
            <a:extLst xmlns:a="http://schemas.openxmlformats.org/drawingml/2006/main">
              <a:ext uri="{FF2B5EF4-FFF2-40B4-BE49-F238E27FC236}">
                <a16:creationId xmlns:a16="http://schemas.microsoft.com/office/drawing/2014/main" id="{17737D47-E731-45CB-98CC-AB2B4FE25C29}"/>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216277" name="Rectangle: Rounded Corners 457359032">
            <a:extLst xmlns:a="http://schemas.openxmlformats.org/drawingml/2006/main">
              <a:ext uri="{FF2B5EF4-FFF2-40B4-BE49-F238E27FC236}">
                <a16:creationId xmlns:a16="http://schemas.microsoft.com/office/drawing/2014/main" id="{B5BD03E8-2AFE-4DF4-8135-6215874A17A3}"/>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320500" name="Rectangle 498635459">
            <a:extLst xmlns:a="http://schemas.openxmlformats.org/drawingml/2006/main">
              <a:ext uri="{FF2B5EF4-FFF2-40B4-BE49-F238E27FC236}">
                <a16:creationId xmlns:a16="http://schemas.microsoft.com/office/drawing/2014/main" id="{F2A16CBA-27AD-4BFA-A1A7-3409F553F135}"/>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45692956" name="Straight Connector 1869277450">
            <a:extLst xmlns:a="http://schemas.openxmlformats.org/drawingml/2006/main">
              <a:ext uri="{FF2B5EF4-FFF2-40B4-BE49-F238E27FC236}">
                <a16:creationId xmlns:a16="http://schemas.microsoft.com/office/drawing/2014/main" id="{2552F277-1B8E-4077-B320-9FC81C1692F2}"/>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895624" name="Rectangle: Rounded Corners 208888040">
            <a:extLst xmlns:a="http://schemas.openxmlformats.org/drawingml/2006/main">
              <a:ext uri="{FF2B5EF4-FFF2-40B4-BE49-F238E27FC236}">
                <a16:creationId xmlns:a16="http://schemas.microsoft.com/office/drawing/2014/main" id="{13B0219F-1CF6-481B-8326-4373A597EC25}"/>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859354" name="Rectangle 67936322">
            <a:extLst xmlns:a="http://schemas.openxmlformats.org/drawingml/2006/main">
              <a:ext uri="{FF2B5EF4-FFF2-40B4-BE49-F238E27FC236}">
                <a16:creationId xmlns:a16="http://schemas.microsoft.com/office/drawing/2014/main" id="{BCE232CD-E881-43BB-A594-7DA4BD489408}"/>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828345261" name="Rectangle 1356855877">
            <a:extLst xmlns:a="http://schemas.openxmlformats.org/drawingml/2006/main">
              <a:ext uri="{FF2B5EF4-FFF2-40B4-BE49-F238E27FC236}">
                <a16:creationId xmlns:a16="http://schemas.microsoft.com/office/drawing/2014/main" id="{1295BBCF-D084-4CAD-A8A6-C9380BF7857F}"/>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357993013"/>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7939800" name="Rectangle 935271156">
            <a:extLst xmlns:a="http://schemas.openxmlformats.org/drawingml/2006/main">
              <a:ext uri="{FF2B5EF4-FFF2-40B4-BE49-F238E27FC236}">
                <a16:creationId xmlns:a16="http://schemas.microsoft.com/office/drawing/2014/main" id="{706334F0-D4D0-4FEE-BDBB-923F0B46F5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384399444" name="Rectangle 251777344">
            <a:extLst xmlns:a="http://schemas.openxmlformats.org/drawingml/2006/main">
              <a:ext uri="{FF2B5EF4-FFF2-40B4-BE49-F238E27FC236}">
                <a16:creationId xmlns:a16="http://schemas.microsoft.com/office/drawing/2014/main" id="{4DC37916-A9AA-4444-A670-D2D744FF97B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Self-attention</a:t>
            </a:r>
          </a:p>
        </p:txBody>
      </p:sp>
      <p:sp>
        <p:nvSpPr>
          <p:cNvPr id="1018712231" name="Rectangle 1495975732">
            <a:extLst xmlns:a="http://schemas.openxmlformats.org/drawingml/2006/main">
              <a:ext uri="{FF2B5EF4-FFF2-40B4-BE49-F238E27FC236}">
                <a16:creationId xmlns:a16="http://schemas.microsoft.com/office/drawing/2014/main" id="{0103A6D5-3A72-4A2B-BD39-7A6A250320C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
        <p:nvSpPr>
          <p:cNvPr id="1717968446" name="Rectangle 321697067">
            <a:extLst xmlns:a="http://schemas.openxmlformats.org/drawingml/2006/main">
              <a:ext uri="{FF2B5EF4-FFF2-40B4-BE49-F238E27FC236}">
                <a16:creationId xmlns:a16="http://schemas.microsoft.com/office/drawing/2014/main" id="{1FCD639F-28EA-477F-9F65-76509AF17855}"/>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Let every input token weigh the other input tokens for context.</a:t>
            </a:r>
          </a:p>
        </p:txBody>
      </p:sp>
      <p:sp>
        <p:nvSpPr>
          <p:cNvPr id="1950823808" name="Rectangle: Rounded Corners 1349570965">
            <a:extLst xmlns:a="http://schemas.openxmlformats.org/drawingml/2006/main">
              <a:ext uri="{FF2B5EF4-FFF2-40B4-BE49-F238E27FC236}">
                <a16:creationId xmlns:a16="http://schemas.microsoft.com/office/drawing/2014/main" id="{0516BB3D-F490-490F-901A-245A21D13D93}"/>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687896" name="Rectangle 812796276">
            <a:extLst xmlns:a="http://schemas.openxmlformats.org/drawingml/2006/main">
              <a:ext uri="{FF2B5EF4-FFF2-40B4-BE49-F238E27FC236}">
                <a16:creationId xmlns:a16="http://schemas.microsoft.com/office/drawing/2014/main" id="{160999D2-30E9-4883-9347-7D69DA06FB6A}"/>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each token  ↔  all input tokens</a:t>
            </a:r>
          </a:p>
        </p:txBody>
      </p:sp>
      <p:sp>
        <p:nvSpPr>
          <p:cNvPr id="721647034" name="Rectangle 1603395576">
            <a:extLst xmlns:a="http://schemas.openxmlformats.org/drawingml/2006/main">
              <a:ext uri="{FF2B5EF4-FFF2-40B4-BE49-F238E27FC236}">
                <a16:creationId xmlns:a16="http://schemas.microsoft.com/office/drawing/2014/main" id="{4914D3BA-797F-43C2-8756-A608E687C9F8}"/>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4 of 9</a:t>
            </a:r>
          </a:p>
        </p:txBody>
      </p:sp>
      <p:sp>
        <p:nvSpPr>
          <p:cNvPr id="555425896" name="Rectangle: Rounded Corners 176541761">
            <a:extLst xmlns:a="http://schemas.openxmlformats.org/drawingml/2006/main">
              <a:ext uri="{FF2B5EF4-FFF2-40B4-BE49-F238E27FC236}">
                <a16:creationId xmlns:a16="http://schemas.microsoft.com/office/drawing/2014/main" id="{7DE30CEB-97D6-4ED0-AD68-7D158F41B9CC}"/>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1807477" name="Rectangle 2141189746">
            <a:extLst xmlns:a="http://schemas.openxmlformats.org/drawingml/2006/main">
              <a:ext uri="{FF2B5EF4-FFF2-40B4-BE49-F238E27FC236}">
                <a16:creationId xmlns:a16="http://schemas.microsoft.com/office/drawing/2014/main" id="{941BB888-AD85-48B8-84E1-28BE70338171}"/>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52340038" name="Straight Connector 600780342">
            <a:extLst xmlns:a="http://schemas.openxmlformats.org/drawingml/2006/main">
              <a:ext uri="{FF2B5EF4-FFF2-40B4-BE49-F238E27FC236}">
                <a16:creationId xmlns:a16="http://schemas.microsoft.com/office/drawing/2014/main" id="{9A504F0F-6A51-4657-B68B-F346F0709652}"/>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8315085" name="Rectangle: Rounded Corners 192673418">
            <a:extLst xmlns:a="http://schemas.openxmlformats.org/drawingml/2006/main">
              <a:ext uri="{FF2B5EF4-FFF2-40B4-BE49-F238E27FC236}">
                <a16:creationId xmlns:a16="http://schemas.microsoft.com/office/drawing/2014/main" id="{2958A791-3020-455D-B704-D651FE999A9D}"/>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9647675" name="Rectangle 1357410290">
            <a:extLst xmlns:a="http://schemas.openxmlformats.org/drawingml/2006/main">
              <a:ext uri="{FF2B5EF4-FFF2-40B4-BE49-F238E27FC236}">
                <a16:creationId xmlns:a16="http://schemas.microsoft.com/office/drawing/2014/main" id="{BDB0046F-F8C3-49F1-B7A5-C26221ADED2F}"/>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178948240" name="Straight Connector 2115912948">
            <a:extLst xmlns:a="http://schemas.openxmlformats.org/drawingml/2006/main">
              <a:ext uri="{FF2B5EF4-FFF2-40B4-BE49-F238E27FC236}">
                <a16:creationId xmlns:a16="http://schemas.microsoft.com/office/drawing/2014/main" id="{5EF72F75-D3B7-4B81-AAEC-DFC8D7128875}"/>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574484" name="Rectangle: Rounded Corners 1669837260">
            <a:extLst xmlns:a="http://schemas.openxmlformats.org/drawingml/2006/main">
              <a:ext uri="{FF2B5EF4-FFF2-40B4-BE49-F238E27FC236}">
                <a16:creationId xmlns:a16="http://schemas.microsoft.com/office/drawing/2014/main" id="{31CD3236-6645-4125-A65C-1F6E75536958}"/>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6533848" name="Rectangle 559641250">
            <a:extLst xmlns:a="http://schemas.openxmlformats.org/drawingml/2006/main">
              <a:ext uri="{FF2B5EF4-FFF2-40B4-BE49-F238E27FC236}">
                <a16:creationId xmlns:a16="http://schemas.microsoft.com/office/drawing/2014/main" id="{76E65A26-D5B8-465B-86A3-0A4BC5C66F45}"/>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695556682" name="Straight Connector 618109235">
            <a:extLst xmlns:a="http://schemas.openxmlformats.org/drawingml/2006/main">
              <a:ext uri="{FF2B5EF4-FFF2-40B4-BE49-F238E27FC236}">
                <a16:creationId xmlns:a16="http://schemas.microsoft.com/office/drawing/2014/main" id="{302BBCFB-6A4F-4071-B829-006FCF7FEDB6}"/>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4833127" name="Rectangle: Rounded Corners 1448512622">
            <a:extLst xmlns:a="http://schemas.openxmlformats.org/drawingml/2006/main">
              <a:ext uri="{FF2B5EF4-FFF2-40B4-BE49-F238E27FC236}">
                <a16:creationId xmlns:a16="http://schemas.microsoft.com/office/drawing/2014/main" id="{CA4D7393-8E03-474D-8F7F-3D6C75412520}"/>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2477134" name="Rectangle 1449560420">
            <a:extLst xmlns:a="http://schemas.openxmlformats.org/drawingml/2006/main">
              <a:ext uri="{FF2B5EF4-FFF2-40B4-BE49-F238E27FC236}">
                <a16:creationId xmlns:a16="http://schemas.microsoft.com/office/drawing/2014/main" id="{65AAC5E8-9E86-4708-A30C-65B1EF488878}"/>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Self-attention</a:t>
            </a:r>
          </a:p>
        </p:txBody>
      </p:sp>
      <p:sp>
        <p:nvSpPr>
          <p:cNvPr id="734806467" name="Straight Connector 611044704">
            <a:extLst xmlns:a="http://schemas.openxmlformats.org/drawingml/2006/main">
              <a:ext uri="{FF2B5EF4-FFF2-40B4-BE49-F238E27FC236}">
                <a16:creationId xmlns:a16="http://schemas.microsoft.com/office/drawing/2014/main" id="{FB28CF73-EAF4-4EE4-BE70-FAB253ADEA11}"/>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3916655" name="Rectangle: Rounded Corners 1801361334">
            <a:extLst xmlns:a="http://schemas.openxmlformats.org/drawingml/2006/main">
              <a:ext uri="{FF2B5EF4-FFF2-40B4-BE49-F238E27FC236}">
                <a16:creationId xmlns:a16="http://schemas.microsoft.com/office/drawing/2014/main" id="{9211EE11-E398-4AE0-943B-9260111E7685}"/>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9453527" name="Rectangle 455852882">
            <a:extLst xmlns:a="http://schemas.openxmlformats.org/drawingml/2006/main">
              <a:ext uri="{FF2B5EF4-FFF2-40B4-BE49-F238E27FC236}">
                <a16:creationId xmlns:a16="http://schemas.microsoft.com/office/drawing/2014/main" id="{6D20132C-ECAE-451A-86E8-5E823E2835B1}"/>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86878094" name="Straight Connector 2062227753">
            <a:extLst xmlns:a="http://schemas.openxmlformats.org/drawingml/2006/main">
              <a:ext uri="{FF2B5EF4-FFF2-40B4-BE49-F238E27FC236}">
                <a16:creationId xmlns:a16="http://schemas.microsoft.com/office/drawing/2014/main" id="{E30B9A00-D16C-4DAE-9E8A-6C892C1130DE}"/>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4459342" name="Rectangle: Rounded Corners 1885577813">
            <a:extLst xmlns:a="http://schemas.openxmlformats.org/drawingml/2006/main">
              <a:ext uri="{FF2B5EF4-FFF2-40B4-BE49-F238E27FC236}">
                <a16:creationId xmlns:a16="http://schemas.microsoft.com/office/drawing/2014/main" id="{3C1660BD-56F4-42B4-A929-1FF419F39008}"/>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934808" name="Rectangle 698636031">
            <a:extLst xmlns:a="http://schemas.openxmlformats.org/drawingml/2006/main">
              <a:ext uri="{FF2B5EF4-FFF2-40B4-BE49-F238E27FC236}">
                <a16:creationId xmlns:a16="http://schemas.microsoft.com/office/drawing/2014/main" id="{227AC1DD-F587-40F7-AE2B-5C3E64C91564}"/>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673757605" name="Straight Connector 352979733">
            <a:extLst xmlns:a="http://schemas.openxmlformats.org/drawingml/2006/main">
              <a:ext uri="{FF2B5EF4-FFF2-40B4-BE49-F238E27FC236}">
                <a16:creationId xmlns:a16="http://schemas.microsoft.com/office/drawing/2014/main" id="{824F7C51-3B99-499F-A5D6-E601A07BBA1A}"/>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5836303" name="Rectangle: Rounded Corners 1336102285">
            <a:extLst xmlns:a="http://schemas.openxmlformats.org/drawingml/2006/main">
              <a:ext uri="{FF2B5EF4-FFF2-40B4-BE49-F238E27FC236}">
                <a16:creationId xmlns:a16="http://schemas.microsoft.com/office/drawing/2014/main" id="{816F681F-632A-41FD-97C3-F8FD2481B9D4}"/>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6051821" name="Rectangle 1385054654">
            <a:extLst xmlns:a="http://schemas.openxmlformats.org/drawingml/2006/main">
              <a:ext uri="{FF2B5EF4-FFF2-40B4-BE49-F238E27FC236}">
                <a16:creationId xmlns:a16="http://schemas.microsoft.com/office/drawing/2014/main" id="{62B06C04-A397-4785-8393-461539673CFD}"/>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793214323" name="Straight Connector 1371789296">
            <a:extLst xmlns:a="http://schemas.openxmlformats.org/drawingml/2006/main">
              <a:ext uri="{FF2B5EF4-FFF2-40B4-BE49-F238E27FC236}">
                <a16:creationId xmlns:a16="http://schemas.microsoft.com/office/drawing/2014/main" id="{D7907D82-E811-49BE-B259-55BE3834A2F0}"/>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815257" name="Rectangle: Rounded Corners 511992750">
            <a:extLst xmlns:a="http://schemas.openxmlformats.org/drawingml/2006/main">
              <a:ext uri="{FF2B5EF4-FFF2-40B4-BE49-F238E27FC236}">
                <a16:creationId xmlns:a16="http://schemas.microsoft.com/office/drawing/2014/main" id="{4E3168A8-C8E8-4F65-A9FC-06A551BE58E1}"/>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157530" name="Rectangle 867618512">
            <a:extLst xmlns:a="http://schemas.openxmlformats.org/drawingml/2006/main">
              <a:ext uri="{FF2B5EF4-FFF2-40B4-BE49-F238E27FC236}">
                <a16:creationId xmlns:a16="http://schemas.microsoft.com/office/drawing/2014/main" id="{FDE9B163-30AC-4E1C-B6CC-D1878988AC84}"/>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80780212" name="Straight Connector 176145285">
            <a:extLst xmlns:a="http://schemas.openxmlformats.org/drawingml/2006/main">
              <a:ext uri="{FF2B5EF4-FFF2-40B4-BE49-F238E27FC236}">
                <a16:creationId xmlns:a16="http://schemas.microsoft.com/office/drawing/2014/main" id="{2B69AAF2-01A6-434A-93CA-8BE3F92E594D}"/>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988556" name="Rectangle: Rounded Corners 938876559">
            <a:extLst xmlns:a="http://schemas.openxmlformats.org/drawingml/2006/main">
              <a:ext uri="{FF2B5EF4-FFF2-40B4-BE49-F238E27FC236}">
                <a16:creationId xmlns:a16="http://schemas.microsoft.com/office/drawing/2014/main" id="{749AB895-4617-4954-8FBC-83F9FAFCC06F}"/>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5739897" name="Rectangle 335637445">
            <a:extLst xmlns:a="http://schemas.openxmlformats.org/drawingml/2006/main">
              <a:ext uri="{FF2B5EF4-FFF2-40B4-BE49-F238E27FC236}">
                <a16:creationId xmlns:a16="http://schemas.microsoft.com/office/drawing/2014/main" id="{345640BC-B769-426A-9014-26B9D1052C68}"/>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795338102" name="Rectangle 1549188428">
            <a:extLst xmlns:a="http://schemas.openxmlformats.org/drawingml/2006/main">
              <a:ext uri="{FF2B5EF4-FFF2-40B4-BE49-F238E27FC236}">
                <a16:creationId xmlns:a16="http://schemas.microsoft.com/office/drawing/2014/main" id="{0C0AEAC7-AF70-4454-AB6B-ABBE2CBA400A}"/>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200236643"/>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92651167" name="Rectangle 935271156">
            <a:extLst xmlns:a="http://schemas.openxmlformats.org/drawingml/2006/main">
              <a:ext uri="{FF2B5EF4-FFF2-40B4-BE49-F238E27FC236}">
                <a16:creationId xmlns:a16="http://schemas.microsoft.com/office/drawing/2014/main" id="{87B405DD-E369-473F-BF8C-2F69E33E219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1164508085" name="Rectangle 251777344">
            <a:extLst xmlns:a="http://schemas.openxmlformats.org/drawingml/2006/main">
              <a:ext uri="{FF2B5EF4-FFF2-40B4-BE49-F238E27FC236}">
                <a16:creationId xmlns:a16="http://schemas.microsoft.com/office/drawing/2014/main" id="{79646B39-106C-4FFF-BCB3-37301587AC0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Attention head</a:t>
            </a:r>
          </a:p>
        </p:txBody>
      </p:sp>
      <p:sp>
        <p:nvSpPr>
          <p:cNvPr id="1229975856" name="Rectangle 1495975732">
            <a:extLst xmlns:a="http://schemas.openxmlformats.org/drawingml/2006/main">
              <a:ext uri="{FF2B5EF4-FFF2-40B4-BE49-F238E27FC236}">
                <a16:creationId xmlns:a16="http://schemas.microsoft.com/office/drawing/2014/main" id="{5315CF9E-3050-442B-B525-AFF6EAB7B21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
        <p:nvSpPr>
          <p:cNvPr id="494427089" name="Rectangle 1796615841">
            <a:extLst xmlns:a="http://schemas.openxmlformats.org/drawingml/2006/main">
              <a:ext uri="{FF2B5EF4-FFF2-40B4-BE49-F238E27FC236}">
                <a16:creationId xmlns:a16="http://schemas.microsoft.com/office/drawing/2014/main" id="{5099C2F7-AE3C-4E78-B5C7-8A6E1E680D7D}"/>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One attention head learns one kind of token-to-token relationship.</a:t>
            </a:r>
          </a:p>
        </p:txBody>
      </p:sp>
      <p:sp>
        <p:nvSpPr>
          <p:cNvPr id="1276159288" name="Rectangle: Rounded Corners 2124759827">
            <a:extLst xmlns:a="http://schemas.openxmlformats.org/drawingml/2006/main">
              <a:ext uri="{FF2B5EF4-FFF2-40B4-BE49-F238E27FC236}">
                <a16:creationId xmlns:a16="http://schemas.microsoft.com/office/drawing/2014/main" id="{B292E676-F032-4F2B-BAB8-9770A880F239}"/>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8401100" name="Rectangle 1142861110">
            <a:extLst xmlns:a="http://schemas.openxmlformats.org/drawingml/2006/main">
              <a:ext uri="{FF2B5EF4-FFF2-40B4-BE49-F238E27FC236}">
                <a16:creationId xmlns:a16="http://schemas.microsoft.com/office/drawing/2014/main" id="{3AB60DBF-4E27-4650-B426-027455F7E416}"/>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one learned perspective</a:t>
            </a:r>
          </a:p>
        </p:txBody>
      </p:sp>
      <p:sp>
        <p:nvSpPr>
          <p:cNvPr id="582039119" name="Rectangle 880775109">
            <a:extLst xmlns:a="http://schemas.openxmlformats.org/drawingml/2006/main">
              <a:ext uri="{FF2B5EF4-FFF2-40B4-BE49-F238E27FC236}">
                <a16:creationId xmlns:a16="http://schemas.microsoft.com/office/drawing/2014/main" id="{252EBDDE-99E5-4AB8-B255-91CF9FFA176A}"/>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5 of 9</a:t>
            </a:r>
          </a:p>
        </p:txBody>
      </p:sp>
      <p:sp>
        <p:nvSpPr>
          <p:cNvPr id="1317673371" name="Rectangle: Rounded Corners 1212521509">
            <a:extLst xmlns:a="http://schemas.openxmlformats.org/drawingml/2006/main">
              <a:ext uri="{FF2B5EF4-FFF2-40B4-BE49-F238E27FC236}">
                <a16:creationId xmlns:a16="http://schemas.microsoft.com/office/drawing/2014/main" id="{7EAC000A-5B8A-4D26-AE44-8CBD0154582F}"/>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2561873" name="Rectangle 403994550">
            <a:extLst xmlns:a="http://schemas.openxmlformats.org/drawingml/2006/main">
              <a:ext uri="{FF2B5EF4-FFF2-40B4-BE49-F238E27FC236}">
                <a16:creationId xmlns:a16="http://schemas.microsoft.com/office/drawing/2014/main" id="{CD9B567A-FD45-4BA2-B075-A6EF1B73E067}"/>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76032124" name="Straight Connector 1082776073">
            <a:extLst xmlns:a="http://schemas.openxmlformats.org/drawingml/2006/main">
              <a:ext uri="{FF2B5EF4-FFF2-40B4-BE49-F238E27FC236}">
                <a16:creationId xmlns:a16="http://schemas.microsoft.com/office/drawing/2014/main" id="{CF934989-265A-4E57-B484-3566518F7AF7}"/>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1404583" name="Rectangle: Rounded Corners 889310825">
            <a:extLst xmlns:a="http://schemas.openxmlformats.org/drawingml/2006/main">
              <a:ext uri="{FF2B5EF4-FFF2-40B4-BE49-F238E27FC236}">
                <a16:creationId xmlns:a16="http://schemas.microsoft.com/office/drawing/2014/main" id="{47F8BE06-EDED-4F8F-92CE-4F1F1D8C2301}"/>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1230683" name="Rectangle 848291847">
            <a:extLst xmlns:a="http://schemas.openxmlformats.org/drawingml/2006/main">
              <a:ext uri="{FF2B5EF4-FFF2-40B4-BE49-F238E27FC236}">
                <a16:creationId xmlns:a16="http://schemas.microsoft.com/office/drawing/2014/main" id="{2A278A1F-6B5D-4CD3-AEC7-F752DC55CBE4}"/>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738434151" name="Straight Connector 1627926123">
            <a:extLst xmlns:a="http://schemas.openxmlformats.org/drawingml/2006/main">
              <a:ext uri="{FF2B5EF4-FFF2-40B4-BE49-F238E27FC236}">
                <a16:creationId xmlns:a16="http://schemas.microsoft.com/office/drawing/2014/main" id="{6F58CD14-F1D1-4033-8BA0-049B0843F7AE}"/>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941619" name="Rectangle: Rounded Corners 1192935410">
            <a:extLst xmlns:a="http://schemas.openxmlformats.org/drawingml/2006/main">
              <a:ext uri="{FF2B5EF4-FFF2-40B4-BE49-F238E27FC236}">
                <a16:creationId xmlns:a16="http://schemas.microsoft.com/office/drawing/2014/main" id="{C221BB39-FE27-44CA-8C32-3FC5C423D1EB}"/>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9094540" name="Rectangle 376230541">
            <a:extLst xmlns:a="http://schemas.openxmlformats.org/drawingml/2006/main">
              <a:ext uri="{FF2B5EF4-FFF2-40B4-BE49-F238E27FC236}">
                <a16:creationId xmlns:a16="http://schemas.microsoft.com/office/drawing/2014/main" id="{C5931321-4C6B-474C-8644-5D0B411F4E61}"/>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846975573" name="Straight Connector 407523360">
            <a:extLst xmlns:a="http://schemas.openxmlformats.org/drawingml/2006/main">
              <a:ext uri="{FF2B5EF4-FFF2-40B4-BE49-F238E27FC236}">
                <a16:creationId xmlns:a16="http://schemas.microsoft.com/office/drawing/2014/main" id="{FFC4ECD1-65AE-4885-B08D-901A1D72785B}"/>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489061" name="Rectangle: Rounded Corners 139870702">
            <a:extLst xmlns:a="http://schemas.openxmlformats.org/drawingml/2006/main">
              <a:ext uri="{FF2B5EF4-FFF2-40B4-BE49-F238E27FC236}">
                <a16:creationId xmlns:a16="http://schemas.microsoft.com/office/drawing/2014/main" id="{CEBDB23D-8C35-4E96-9420-8DF92E0BA429}"/>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1084939" name="Rectangle 1588099186">
            <a:extLst xmlns:a="http://schemas.openxmlformats.org/drawingml/2006/main">
              <a:ext uri="{FF2B5EF4-FFF2-40B4-BE49-F238E27FC236}">
                <a16:creationId xmlns:a16="http://schemas.microsoft.com/office/drawing/2014/main" id="{74465A73-EF52-4A55-825E-78FCA6ECF344}"/>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919899925" name="Straight Connector 1722433847">
            <a:extLst xmlns:a="http://schemas.openxmlformats.org/drawingml/2006/main">
              <a:ext uri="{FF2B5EF4-FFF2-40B4-BE49-F238E27FC236}">
                <a16:creationId xmlns:a16="http://schemas.microsoft.com/office/drawing/2014/main" id="{F845F557-45C0-48E7-A7AC-6CE407ABDDFD}"/>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1603998" name="Rectangle: Rounded Corners 1802370230">
            <a:extLst xmlns:a="http://schemas.openxmlformats.org/drawingml/2006/main">
              <a:ext uri="{FF2B5EF4-FFF2-40B4-BE49-F238E27FC236}">
                <a16:creationId xmlns:a16="http://schemas.microsoft.com/office/drawing/2014/main" id="{6B57D3A6-5771-46BC-B3AC-48247971BA3E}"/>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4980398" name="Rectangle 1371086357">
            <a:extLst xmlns:a="http://schemas.openxmlformats.org/drawingml/2006/main">
              <a:ext uri="{FF2B5EF4-FFF2-40B4-BE49-F238E27FC236}">
                <a16:creationId xmlns:a16="http://schemas.microsoft.com/office/drawing/2014/main" id="{80F0DCC4-25C9-4FA7-993D-7D2E57A2B1FF}"/>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Attention head</a:t>
            </a:r>
          </a:p>
        </p:txBody>
      </p:sp>
      <p:sp>
        <p:nvSpPr>
          <p:cNvPr id="1235640540" name="Straight Connector 1897884152">
            <a:extLst xmlns:a="http://schemas.openxmlformats.org/drawingml/2006/main">
              <a:ext uri="{FF2B5EF4-FFF2-40B4-BE49-F238E27FC236}">
                <a16:creationId xmlns:a16="http://schemas.microsoft.com/office/drawing/2014/main" id="{EE4F7F12-9E54-4BF0-AEE3-1D8946A81AC8}"/>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1917534" name="Rectangle: Rounded Corners 1387834287">
            <a:extLst xmlns:a="http://schemas.openxmlformats.org/drawingml/2006/main">
              <a:ext uri="{FF2B5EF4-FFF2-40B4-BE49-F238E27FC236}">
                <a16:creationId xmlns:a16="http://schemas.microsoft.com/office/drawing/2014/main" id="{74A5D812-282A-4A7D-885A-E65FBC048FD1}"/>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2993736" name="Rectangle 165609480">
            <a:extLst xmlns:a="http://schemas.openxmlformats.org/drawingml/2006/main">
              <a:ext uri="{FF2B5EF4-FFF2-40B4-BE49-F238E27FC236}">
                <a16:creationId xmlns:a16="http://schemas.microsoft.com/office/drawing/2014/main" id="{42E9A2D5-16B1-4FA8-87B1-4895D3D18B74}"/>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844298006" name="Straight Connector 452092562">
            <a:extLst xmlns:a="http://schemas.openxmlformats.org/drawingml/2006/main">
              <a:ext uri="{FF2B5EF4-FFF2-40B4-BE49-F238E27FC236}">
                <a16:creationId xmlns:a16="http://schemas.microsoft.com/office/drawing/2014/main" id="{B5E9C525-BD20-4CBF-91E5-12BB88F740CB}"/>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772148" name="Rectangle: Rounded Corners 5361157">
            <a:extLst xmlns:a="http://schemas.openxmlformats.org/drawingml/2006/main">
              <a:ext uri="{FF2B5EF4-FFF2-40B4-BE49-F238E27FC236}">
                <a16:creationId xmlns:a16="http://schemas.microsoft.com/office/drawing/2014/main" id="{B0F38DCE-B90F-491F-960D-E5E3088612B4}"/>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0249181" name="Rectangle 1287749683">
            <a:extLst xmlns:a="http://schemas.openxmlformats.org/drawingml/2006/main">
              <a:ext uri="{FF2B5EF4-FFF2-40B4-BE49-F238E27FC236}">
                <a16:creationId xmlns:a16="http://schemas.microsoft.com/office/drawing/2014/main" id="{7110A4E5-4E45-4556-80F3-A509F08BD786}"/>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811848305" name="Straight Connector 75788939">
            <a:extLst xmlns:a="http://schemas.openxmlformats.org/drawingml/2006/main">
              <a:ext uri="{FF2B5EF4-FFF2-40B4-BE49-F238E27FC236}">
                <a16:creationId xmlns:a16="http://schemas.microsoft.com/office/drawing/2014/main" id="{E18F1241-9ED0-4B12-A397-00F5959FB0C9}"/>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170422" name="Rectangle: Rounded Corners 321816876">
            <a:extLst xmlns:a="http://schemas.openxmlformats.org/drawingml/2006/main">
              <a:ext uri="{FF2B5EF4-FFF2-40B4-BE49-F238E27FC236}">
                <a16:creationId xmlns:a16="http://schemas.microsoft.com/office/drawing/2014/main" id="{B600665F-078A-48A6-8CBC-B37D4FBDEC6C}"/>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7732895" name="Rectangle 418740257">
            <a:extLst xmlns:a="http://schemas.openxmlformats.org/drawingml/2006/main">
              <a:ext uri="{FF2B5EF4-FFF2-40B4-BE49-F238E27FC236}">
                <a16:creationId xmlns:a16="http://schemas.microsoft.com/office/drawing/2014/main" id="{F1122075-22AA-422F-9ACF-A41B9A79501B}"/>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070203019" name="Straight Connector 730717556">
            <a:extLst xmlns:a="http://schemas.openxmlformats.org/drawingml/2006/main">
              <a:ext uri="{FF2B5EF4-FFF2-40B4-BE49-F238E27FC236}">
                <a16:creationId xmlns:a16="http://schemas.microsoft.com/office/drawing/2014/main" id="{C7798272-6A3D-42EC-8B71-5C168AC71843}"/>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5525606" name="Rectangle: Rounded Corners 403779116">
            <a:extLst xmlns:a="http://schemas.openxmlformats.org/drawingml/2006/main">
              <a:ext uri="{FF2B5EF4-FFF2-40B4-BE49-F238E27FC236}">
                <a16:creationId xmlns:a16="http://schemas.microsoft.com/office/drawing/2014/main" id="{4B5C4D34-1E4D-4D9C-91DA-F7F9BD302E96}"/>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3980784" name="Rectangle 944859033">
            <a:extLst xmlns:a="http://schemas.openxmlformats.org/drawingml/2006/main">
              <a:ext uri="{FF2B5EF4-FFF2-40B4-BE49-F238E27FC236}">
                <a16:creationId xmlns:a16="http://schemas.microsoft.com/office/drawing/2014/main" id="{A16E94FB-BCA9-4686-AA5A-06FF4AD7E7AE}"/>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342435507" name="Rectangle 620100845">
            <a:extLst xmlns:a="http://schemas.openxmlformats.org/drawingml/2006/main">
              <a:ext uri="{FF2B5EF4-FFF2-40B4-BE49-F238E27FC236}">
                <a16:creationId xmlns:a16="http://schemas.microsoft.com/office/drawing/2014/main" id="{D851D6FA-735E-4FE8-99DA-39A825E4E157}"/>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604419309"/>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9937031" name="Rectangle 935271156">
            <a:extLst xmlns:a="http://schemas.openxmlformats.org/drawingml/2006/main">
              <a:ext uri="{FF2B5EF4-FFF2-40B4-BE49-F238E27FC236}">
                <a16:creationId xmlns:a16="http://schemas.microsoft.com/office/drawing/2014/main" id="{0EC830B2-995A-4A58-96C8-940F5D73C6C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120694187" name="Rectangle 251777344">
            <a:extLst xmlns:a="http://schemas.openxmlformats.org/drawingml/2006/main">
              <a:ext uri="{FF2B5EF4-FFF2-40B4-BE49-F238E27FC236}">
                <a16:creationId xmlns:a16="http://schemas.microsoft.com/office/drawing/2014/main" id="{49EF2D7A-2EEF-44BE-9EA6-CB72E04F659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Multi-head attention</a:t>
            </a:r>
          </a:p>
        </p:txBody>
      </p:sp>
      <p:sp>
        <p:nvSpPr>
          <p:cNvPr id="1391368291" name="Rectangle 1495975732">
            <a:extLst xmlns:a="http://schemas.openxmlformats.org/drawingml/2006/main">
              <a:ext uri="{FF2B5EF4-FFF2-40B4-BE49-F238E27FC236}">
                <a16:creationId xmlns:a16="http://schemas.microsoft.com/office/drawing/2014/main" id="{EFBE3AE2-22BA-4261-BE5A-61337916B3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
        <p:nvSpPr>
          <p:cNvPr id="1563587225" name="Rectangle 1832370406">
            <a:extLst xmlns:a="http://schemas.openxmlformats.org/drawingml/2006/main">
              <a:ext uri="{FF2B5EF4-FFF2-40B4-BE49-F238E27FC236}">
                <a16:creationId xmlns:a16="http://schemas.microsoft.com/office/drawing/2014/main" id="{7B5930EE-DEE1-4076-829E-E7C22AC817EC}"/>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Several heads learn complementary relationships in parallel.</a:t>
            </a:r>
          </a:p>
        </p:txBody>
      </p:sp>
      <p:sp>
        <p:nvSpPr>
          <p:cNvPr id="245884987" name="Rectangle: Rounded Corners 1297482730">
            <a:extLst xmlns:a="http://schemas.openxmlformats.org/drawingml/2006/main">
              <a:ext uri="{FF2B5EF4-FFF2-40B4-BE49-F238E27FC236}">
                <a16:creationId xmlns:a16="http://schemas.microsoft.com/office/drawing/2014/main" id="{28DE8F28-4441-45CB-8585-1F025473AAE8}"/>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422518" name="Rectangle 1200011164">
            <a:extLst xmlns:a="http://schemas.openxmlformats.org/drawingml/2006/main">
              <a:ext uri="{FF2B5EF4-FFF2-40B4-BE49-F238E27FC236}">
                <a16:creationId xmlns:a16="http://schemas.microsoft.com/office/drawing/2014/main" id="{0AA70AA5-37C5-4BAE-A1BC-4CE34A0DDF6F}"/>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many perspectives  →  combined context</a:t>
            </a:r>
          </a:p>
        </p:txBody>
      </p:sp>
      <p:sp>
        <p:nvSpPr>
          <p:cNvPr id="244663680" name="Rectangle 442300350">
            <a:extLst xmlns:a="http://schemas.openxmlformats.org/drawingml/2006/main">
              <a:ext uri="{FF2B5EF4-FFF2-40B4-BE49-F238E27FC236}">
                <a16:creationId xmlns:a16="http://schemas.microsoft.com/office/drawing/2014/main" id="{B2791CF9-5D5D-406D-A297-4BA7E466B8ED}"/>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6 of 9</a:t>
            </a:r>
          </a:p>
        </p:txBody>
      </p:sp>
      <p:sp>
        <p:nvSpPr>
          <p:cNvPr id="1747110319" name="Rectangle: Rounded Corners 708556130">
            <a:extLst xmlns:a="http://schemas.openxmlformats.org/drawingml/2006/main">
              <a:ext uri="{FF2B5EF4-FFF2-40B4-BE49-F238E27FC236}">
                <a16:creationId xmlns:a16="http://schemas.microsoft.com/office/drawing/2014/main" id="{C0EEA4EB-6324-43B7-A58A-0FC9DF91EEE9}"/>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9666227" name="Rectangle 100423533">
            <a:extLst xmlns:a="http://schemas.openxmlformats.org/drawingml/2006/main">
              <a:ext uri="{FF2B5EF4-FFF2-40B4-BE49-F238E27FC236}">
                <a16:creationId xmlns:a16="http://schemas.microsoft.com/office/drawing/2014/main" id="{196DE817-5531-435E-B2B2-CAEB2F9187B0}"/>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106278674" name="Straight Connector 847957589">
            <a:extLst xmlns:a="http://schemas.openxmlformats.org/drawingml/2006/main">
              <a:ext uri="{FF2B5EF4-FFF2-40B4-BE49-F238E27FC236}">
                <a16:creationId xmlns:a16="http://schemas.microsoft.com/office/drawing/2014/main" id="{62F12053-590E-481F-8EAC-B77B1D0CE0E0}"/>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8735432" name="Rectangle: Rounded Corners 1044367556">
            <a:extLst xmlns:a="http://schemas.openxmlformats.org/drawingml/2006/main">
              <a:ext uri="{FF2B5EF4-FFF2-40B4-BE49-F238E27FC236}">
                <a16:creationId xmlns:a16="http://schemas.microsoft.com/office/drawing/2014/main" id="{1CEEBA58-0B46-43E8-9CD6-6267477DBBE8}"/>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6996756" name="Rectangle 1043684599">
            <a:extLst xmlns:a="http://schemas.openxmlformats.org/drawingml/2006/main">
              <a:ext uri="{FF2B5EF4-FFF2-40B4-BE49-F238E27FC236}">
                <a16:creationId xmlns:a16="http://schemas.microsoft.com/office/drawing/2014/main" id="{D97DC1CD-F3EC-4D48-9845-EFA10DECF860}"/>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853410610" name="Straight Connector 1339640358">
            <a:extLst xmlns:a="http://schemas.openxmlformats.org/drawingml/2006/main">
              <a:ext uri="{FF2B5EF4-FFF2-40B4-BE49-F238E27FC236}">
                <a16:creationId xmlns:a16="http://schemas.microsoft.com/office/drawing/2014/main" id="{24DBC891-02BD-489F-B423-DE1130561524}"/>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2775336" name="Rectangle: Rounded Corners 1174751442">
            <a:extLst xmlns:a="http://schemas.openxmlformats.org/drawingml/2006/main">
              <a:ext uri="{FF2B5EF4-FFF2-40B4-BE49-F238E27FC236}">
                <a16:creationId xmlns:a16="http://schemas.microsoft.com/office/drawing/2014/main" id="{71A5C50C-177A-4061-B7FE-23BCC6BC00E7}"/>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31596" name="Rectangle 590160820">
            <a:extLst xmlns:a="http://schemas.openxmlformats.org/drawingml/2006/main">
              <a:ext uri="{FF2B5EF4-FFF2-40B4-BE49-F238E27FC236}">
                <a16:creationId xmlns:a16="http://schemas.microsoft.com/office/drawing/2014/main" id="{EBA9D19F-40C0-486D-A746-251FA7646049}"/>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313634786" name="Straight Connector 1896514296">
            <a:extLst xmlns:a="http://schemas.openxmlformats.org/drawingml/2006/main">
              <a:ext uri="{FF2B5EF4-FFF2-40B4-BE49-F238E27FC236}">
                <a16:creationId xmlns:a16="http://schemas.microsoft.com/office/drawing/2014/main" id="{D7C127D6-B11E-4B91-B2A5-432F8C91C518}"/>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6788443" name="Rectangle: Rounded Corners 1251191564">
            <a:extLst xmlns:a="http://schemas.openxmlformats.org/drawingml/2006/main">
              <a:ext uri="{FF2B5EF4-FFF2-40B4-BE49-F238E27FC236}">
                <a16:creationId xmlns:a16="http://schemas.microsoft.com/office/drawing/2014/main" id="{4E6F8807-9C17-48A7-8337-FE702F041AD2}"/>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1106089" name="Rectangle 314015275">
            <a:extLst xmlns:a="http://schemas.openxmlformats.org/drawingml/2006/main">
              <a:ext uri="{FF2B5EF4-FFF2-40B4-BE49-F238E27FC236}">
                <a16:creationId xmlns:a16="http://schemas.microsoft.com/office/drawing/2014/main" id="{A1830B04-D66C-490C-8CFE-94D13973A40A}"/>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828748039" name="Straight Connector 1716038944">
            <a:extLst xmlns:a="http://schemas.openxmlformats.org/drawingml/2006/main">
              <a:ext uri="{FF2B5EF4-FFF2-40B4-BE49-F238E27FC236}">
                <a16:creationId xmlns:a16="http://schemas.microsoft.com/office/drawing/2014/main" id="{AD9A1C02-FA6E-4943-9A13-B5D0BE98C07B}"/>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5698786" name="Rectangle: Rounded Corners 82172497">
            <a:extLst xmlns:a="http://schemas.openxmlformats.org/drawingml/2006/main">
              <a:ext uri="{FF2B5EF4-FFF2-40B4-BE49-F238E27FC236}">
                <a16:creationId xmlns:a16="http://schemas.microsoft.com/office/drawing/2014/main" id="{244F64BD-FD9B-4B39-A259-81E8A5B9C058}"/>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3220093" name="Rectangle 1567356553">
            <a:extLst xmlns:a="http://schemas.openxmlformats.org/drawingml/2006/main">
              <a:ext uri="{FF2B5EF4-FFF2-40B4-BE49-F238E27FC236}">
                <a16:creationId xmlns:a16="http://schemas.microsoft.com/office/drawing/2014/main" id="{D9E5DB29-7A88-4BCA-98D7-19AA838F4210}"/>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338669618" name="Straight Connector 1438817859">
            <a:extLst xmlns:a="http://schemas.openxmlformats.org/drawingml/2006/main">
              <a:ext uri="{FF2B5EF4-FFF2-40B4-BE49-F238E27FC236}">
                <a16:creationId xmlns:a16="http://schemas.microsoft.com/office/drawing/2014/main" id="{6F05EAC5-F947-4298-A63B-7F6635B9E1F6}"/>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7376550" name="Rectangle: Rounded Corners 311964682">
            <a:extLst xmlns:a="http://schemas.openxmlformats.org/drawingml/2006/main">
              <a:ext uri="{FF2B5EF4-FFF2-40B4-BE49-F238E27FC236}">
                <a16:creationId xmlns:a16="http://schemas.microsoft.com/office/drawing/2014/main" id="{26DA5975-02EE-4B92-93FA-11C199548FCD}"/>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994827" name="Rectangle 1398509589">
            <a:extLst xmlns:a="http://schemas.openxmlformats.org/drawingml/2006/main">
              <a:ext uri="{FF2B5EF4-FFF2-40B4-BE49-F238E27FC236}">
                <a16:creationId xmlns:a16="http://schemas.microsoft.com/office/drawing/2014/main" id="{5AAB5164-7601-41BC-A2AC-4D2D7873B9FD}"/>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Multi-head attention</a:t>
            </a:r>
          </a:p>
        </p:txBody>
      </p:sp>
      <p:sp>
        <p:nvSpPr>
          <p:cNvPr id="808631853" name="Straight Connector 172637880">
            <a:extLst xmlns:a="http://schemas.openxmlformats.org/drawingml/2006/main">
              <a:ext uri="{FF2B5EF4-FFF2-40B4-BE49-F238E27FC236}">
                <a16:creationId xmlns:a16="http://schemas.microsoft.com/office/drawing/2014/main" id="{85C35DC9-AF5D-40DA-A6CE-8DBD9B10CDAB}"/>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382143" name="Rectangle: Rounded Corners 664865695">
            <a:extLst xmlns:a="http://schemas.openxmlformats.org/drawingml/2006/main">
              <a:ext uri="{FF2B5EF4-FFF2-40B4-BE49-F238E27FC236}">
                <a16:creationId xmlns:a16="http://schemas.microsoft.com/office/drawing/2014/main" id="{945A4A44-2BE6-4FC7-BBCD-43EEFE5CAFA5}"/>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1826843" name="Rectangle 643263200">
            <a:extLst xmlns:a="http://schemas.openxmlformats.org/drawingml/2006/main">
              <a:ext uri="{FF2B5EF4-FFF2-40B4-BE49-F238E27FC236}">
                <a16:creationId xmlns:a16="http://schemas.microsoft.com/office/drawing/2014/main" id="{DDDA76A5-FB0A-45D0-8B34-E523E31209AF}"/>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732179822" name="Straight Connector 124461839">
            <a:extLst xmlns:a="http://schemas.openxmlformats.org/drawingml/2006/main">
              <a:ext uri="{FF2B5EF4-FFF2-40B4-BE49-F238E27FC236}">
                <a16:creationId xmlns:a16="http://schemas.microsoft.com/office/drawing/2014/main" id="{90898E8D-F5D9-42B6-9CD0-C87722402F31}"/>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238399" name="Rectangle: Rounded Corners 1388074794">
            <a:extLst xmlns:a="http://schemas.openxmlformats.org/drawingml/2006/main">
              <a:ext uri="{FF2B5EF4-FFF2-40B4-BE49-F238E27FC236}">
                <a16:creationId xmlns:a16="http://schemas.microsoft.com/office/drawing/2014/main" id="{8943B0C4-D76E-43BF-BAD6-32A4E3ED70F0}"/>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1073435" name="Rectangle 1019969479">
            <a:extLst xmlns:a="http://schemas.openxmlformats.org/drawingml/2006/main">
              <a:ext uri="{FF2B5EF4-FFF2-40B4-BE49-F238E27FC236}">
                <a16:creationId xmlns:a16="http://schemas.microsoft.com/office/drawing/2014/main" id="{E05FFCC2-D879-4FD2-BE4B-7B4AD9939CF8}"/>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872342277" name="Straight Connector 626513158">
            <a:extLst xmlns:a="http://schemas.openxmlformats.org/drawingml/2006/main">
              <a:ext uri="{FF2B5EF4-FFF2-40B4-BE49-F238E27FC236}">
                <a16:creationId xmlns:a16="http://schemas.microsoft.com/office/drawing/2014/main" id="{75945CD0-F566-4892-ADA0-BD1D8F95C3BF}"/>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454328" name="Rectangle: Rounded Corners 1348387769">
            <a:extLst xmlns:a="http://schemas.openxmlformats.org/drawingml/2006/main">
              <a:ext uri="{FF2B5EF4-FFF2-40B4-BE49-F238E27FC236}">
                <a16:creationId xmlns:a16="http://schemas.microsoft.com/office/drawing/2014/main" id="{41CE1ACE-6370-4E08-81C8-73554BC2F240}"/>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597206" name="Rectangle 1272774206">
            <a:extLst xmlns:a="http://schemas.openxmlformats.org/drawingml/2006/main">
              <a:ext uri="{FF2B5EF4-FFF2-40B4-BE49-F238E27FC236}">
                <a16:creationId xmlns:a16="http://schemas.microsoft.com/office/drawing/2014/main" id="{5857D9C7-C272-47FC-87B4-27CFC282B14C}"/>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314676321" name="Rectangle 578171324">
            <a:extLst xmlns:a="http://schemas.openxmlformats.org/drawingml/2006/main">
              <a:ext uri="{FF2B5EF4-FFF2-40B4-BE49-F238E27FC236}">
                <a16:creationId xmlns:a16="http://schemas.microsoft.com/office/drawing/2014/main" id="{84549EE8-C8A2-4ED7-856D-2BC4F8E66EA7}"/>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046866619"/>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8439440" name="Rectangle 935271156">
            <a:extLst xmlns:a="http://schemas.openxmlformats.org/drawingml/2006/main">
              <a:ext uri="{FF2B5EF4-FFF2-40B4-BE49-F238E27FC236}">
                <a16:creationId xmlns:a16="http://schemas.microsoft.com/office/drawing/2014/main" id="{C4237A9D-B775-4233-B3AE-D3A6A236841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263353687" name="Rectangle 251777344">
            <a:extLst xmlns:a="http://schemas.openxmlformats.org/drawingml/2006/main">
              <a:ext uri="{FF2B5EF4-FFF2-40B4-BE49-F238E27FC236}">
                <a16:creationId xmlns:a16="http://schemas.microsoft.com/office/drawing/2014/main" id="{2972173C-3972-4A80-990E-EF9559D5EB0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Encoder block</a:t>
            </a:r>
          </a:p>
        </p:txBody>
      </p:sp>
      <p:sp>
        <p:nvSpPr>
          <p:cNvPr id="1245485336" name="Rectangle 1495975732">
            <a:extLst xmlns:a="http://schemas.openxmlformats.org/drawingml/2006/main">
              <a:ext uri="{FF2B5EF4-FFF2-40B4-BE49-F238E27FC236}">
                <a16:creationId xmlns:a16="http://schemas.microsoft.com/office/drawing/2014/main" id="{27857FF1-EA2D-4759-9170-FCE4D0EED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
        <p:nvSpPr>
          <p:cNvPr id="824740812" name="Rectangle 1424745271">
            <a:extLst xmlns:a="http://schemas.openxmlformats.org/drawingml/2006/main">
              <a:ext uri="{FF2B5EF4-FFF2-40B4-BE49-F238E27FC236}">
                <a16:creationId xmlns:a16="http://schemas.microsoft.com/office/drawing/2014/main" id="{AAFCD9BA-534C-47F3-8222-4F67926767CD}"/>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Repeat self-attention and a feed-forward network to refine representations.</a:t>
            </a:r>
          </a:p>
        </p:txBody>
      </p:sp>
      <p:sp>
        <p:nvSpPr>
          <p:cNvPr id="1767319676" name="Rectangle: Rounded Corners 27431758">
            <a:extLst xmlns:a="http://schemas.openxmlformats.org/drawingml/2006/main">
              <a:ext uri="{FF2B5EF4-FFF2-40B4-BE49-F238E27FC236}">
                <a16:creationId xmlns:a16="http://schemas.microsoft.com/office/drawing/2014/main" id="{1DE4E298-6AC6-4C78-B492-25847892A7AE}"/>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1586668" name="Rectangle 491309082">
            <a:extLst xmlns:a="http://schemas.openxmlformats.org/drawingml/2006/main">
              <a:ext uri="{FF2B5EF4-FFF2-40B4-BE49-F238E27FC236}">
                <a16:creationId xmlns:a16="http://schemas.microsoft.com/office/drawing/2014/main" id="{9C06D6EE-8C89-462A-9B34-CC9FEEDC6EED}"/>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self-attention  +  feed-forward</a:t>
            </a:r>
          </a:p>
        </p:txBody>
      </p:sp>
      <p:sp>
        <p:nvSpPr>
          <p:cNvPr id="1767004130" name="Rectangle 1243841631">
            <a:extLst xmlns:a="http://schemas.openxmlformats.org/drawingml/2006/main">
              <a:ext uri="{FF2B5EF4-FFF2-40B4-BE49-F238E27FC236}">
                <a16:creationId xmlns:a16="http://schemas.microsoft.com/office/drawing/2014/main" id="{45C19CA2-CE45-485B-9A23-A4BD884A98E5}"/>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7 of 9</a:t>
            </a:r>
          </a:p>
        </p:txBody>
      </p:sp>
      <p:sp>
        <p:nvSpPr>
          <p:cNvPr id="1931017033" name="Rectangle: Rounded Corners 87767121">
            <a:extLst xmlns:a="http://schemas.openxmlformats.org/drawingml/2006/main">
              <a:ext uri="{FF2B5EF4-FFF2-40B4-BE49-F238E27FC236}">
                <a16:creationId xmlns:a16="http://schemas.microsoft.com/office/drawing/2014/main" id="{6463FB09-157A-4742-9724-7246ADE287FC}"/>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7340456" name="Rectangle 297848100">
            <a:extLst xmlns:a="http://schemas.openxmlformats.org/drawingml/2006/main">
              <a:ext uri="{FF2B5EF4-FFF2-40B4-BE49-F238E27FC236}">
                <a16:creationId xmlns:a16="http://schemas.microsoft.com/office/drawing/2014/main" id="{19D6AE0B-BCE0-41C4-9E5F-D5DE7A9CC1B3}"/>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46894515" name="Straight Connector 517415219">
            <a:extLst xmlns:a="http://schemas.openxmlformats.org/drawingml/2006/main">
              <a:ext uri="{FF2B5EF4-FFF2-40B4-BE49-F238E27FC236}">
                <a16:creationId xmlns:a16="http://schemas.microsoft.com/office/drawing/2014/main" id="{79D46017-6D9A-4186-8E82-8A4DAD0B38EE}"/>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2649215" name="Rectangle: Rounded Corners 1999558657">
            <a:extLst xmlns:a="http://schemas.openxmlformats.org/drawingml/2006/main">
              <a:ext uri="{FF2B5EF4-FFF2-40B4-BE49-F238E27FC236}">
                <a16:creationId xmlns:a16="http://schemas.microsoft.com/office/drawing/2014/main" id="{4A86603B-4319-4295-B715-C6963FC24213}"/>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1630123" name="Rectangle 1628592006">
            <a:extLst xmlns:a="http://schemas.openxmlformats.org/drawingml/2006/main">
              <a:ext uri="{FF2B5EF4-FFF2-40B4-BE49-F238E27FC236}">
                <a16:creationId xmlns:a16="http://schemas.microsoft.com/office/drawing/2014/main" id="{5CE88F03-C8F0-4EB0-8737-DD691879AE28}"/>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63648171" name="Straight Connector 1626366937">
            <a:extLst xmlns:a="http://schemas.openxmlformats.org/drawingml/2006/main">
              <a:ext uri="{FF2B5EF4-FFF2-40B4-BE49-F238E27FC236}">
                <a16:creationId xmlns:a16="http://schemas.microsoft.com/office/drawing/2014/main" id="{BA33245C-9F7E-4959-A20A-57792722F11E}"/>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7654510" name="Rectangle: Rounded Corners 1349263431">
            <a:extLst xmlns:a="http://schemas.openxmlformats.org/drawingml/2006/main">
              <a:ext uri="{FF2B5EF4-FFF2-40B4-BE49-F238E27FC236}">
                <a16:creationId xmlns:a16="http://schemas.microsoft.com/office/drawing/2014/main" id="{AA9964F4-F505-4039-8733-8B5752ADF995}"/>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1103318" name="Rectangle 1489678665">
            <a:extLst xmlns:a="http://schemas.openxmlformats.org/drawingml/2006/main">
              <a:ext uri="{FF2B5EF4-FFF2-40B4-BE49-F238E27FC236}">
                <a16:creationId xmlns:a16="http://schemas.microsoft.com/office/drawing/2014/main" id="{0AF51743-103F-42C3-AB28-365FEB560807}"/>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754917999" name="Straight Connector 1117391912">
            <a:extLst xmlns:a="http://schemas.openxmlformats.org/drawingml/2006/main">
              <a:ext uri="{FF2B5EF4-FFF2-40B4-BE49-F238E27FC236}">
                <a16:creationId xmlns:a16="http://schemas.microsoft.com/office/drawing/2014/main" id="{C23FFCC0-EA7F-4236-9FD7-0B2667C78A6A}"/>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4048648" name="Rectangle: Rounded Corners 2030421428">
            <a:extLst xmlns:a="http://schemas.openxmlformats.org/drawingml/2006/main">
              <a:ext uri="{FF2B5EF4-FFF2-40B4-BE49-F238E27FC236}">
                <a16:creationId xmlns:a16="http://schemas.microsoft.com/office/drawing/2014/main" id="{DD0AD0C4-A5DD-4F0B-90C2-D0F4867124E8}"/>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2537566" name="Rectangle 1153048196">
            <a:extLst xmlns:a="http://schemas.openxmlformats.org/drawingml/2006/main">
              <a:ext uri="{FF2B5EF4-FFF2-40B4-BE49-F238E27FC236}">
                <a16:creationId xmlns:a16="http://schemas.microsoft.com/office/drawing/2014/main" id="{9F205789-8344-4777-BC02-2443A9283016}"/>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567328801" name="Straight Connector 185798312">
            <a:extLst xmlns:a="http://schemas.openxmlformats.org/drawingml/2006/main">
              <a:ext uri="{FF2B5EF4-FFF2-40B4-BE49-F238E27FC236}">
                <a16:creationId xmlns:a16="http://schemas.microsoft.com/office/drawing/2014/main" id="{9E6DE5D9-A9A7-4F01-B4A0-6067B2D3B383}"/>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5616369" name="Rectangle: Rounded Corners 1576514479">
            <a:extLst xmlns:a="http://schemas.openxmlformats.org/drawingml/2006/main">
              <a:ext uri="{FF2B5EF4-FFF2-40B4-BE49-F238E27FC236}">
                <a16:creationId xmlns:a16="http://schemas.microsoft.com/office/drawing/2014/main" id="{06850031-155B-4D65-AD49-79BF67202908}"/>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00549" name="Rectangle 2016774187">
            <a:extLst xmlns:a="http://schemas.openxmlformats.org/drawingml/2006/main">
              <a:ext uri="{FF2B5EF4-FFF2-40B4-BE49-F238E27FC236}">
                <a16:creationId xmlns:a16="http://schemas.microsoft.com/office/drawing/2014/main" id="{64CCA718-7762-49FD-9A7A-991A5BA196C5}"/>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639627080" name="Straight Connector 1984365111">
            <a:extLst xmlns:a="http://schemas.openxmlformats.org/drawingml/2006/main">
              <a:ext uri="{FF2B5EF4-FFF2-40B4-BE49-F238E27FC236}">
                <a16:creationId xmlns:a16="http://schemas.microsoft.com/office/drawing/2014/main" id="{C4BE5E0B-B25D-4B92-80A0-A822FDBA6B09}"/>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586825" name="Rectangle: Rounded Corners 869054346">
            <a:extLst xmlns:a="http://schemas.openxmlformats.org/drawingml/2006/main">
              <a:ext uri="{FF2B5EF4-FFF2-40B4-BE49-F238E27FC236}">
                <a16:creationId xmlns:a16="http://schemas.microsoft.com/office/drawing/2014/main" id="{AAFB1A71-A511-42DF-9FA2-84C1C74D5EE0}"/>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9477252" name="Rectangle 189843631">
            <a:extLst xmlns:a="http://schemas.openxmlformats.org/drawingml/2006/main">
              <a:ext uri="{FF2B5EF4-FFF2-40B4-BE49-F238E27FC236}">
                <a16:creationId xmlns:a16="http://schemas.microsoft.com/office/drawing/2014/main" id="{9982287B-C874-48B9-BCB9-8330C4D313C7}"/>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21356379" name="Straight Connector 2029725028">
            <a:extLst xmlns:a="http://schemas.openxmlformats.org/drawingml/2006/main">
              <a:ext uri="{FF2B5EF4-FFF2-40B4-BE49-F238E27FC236}">
                <a16:creationId xmlns:a16="http://schemas.microsoft.com/office/drawing/2014/main" id="{6E7C7052-0E3C-4B4D-A56D-8ACF1DC34FC2}"/>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0455538" name="Rectangle: Rounded Corners 396229294">
            <a:extLst xmlns:a="http://schemas.openxmlformats.org/drawingml/2006/main">
              <a:ext uri="{FF2B5EF4-FFF2-40B4-BE49-F238E27FC236}">
                <a16:creationId xmlns:a16="http://schemas.microsoft.com/office/drawing/2014/main" id="{754DD513-FE61-4E77-9FB7-4BB123B200CC}"/>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1192873" name="Rectangle 1914684955">
            <a:extLst xmlns:a="http://schemas.openxmlformats.org/drawingml/2006/main">
              <a:ext uri="{FF2B5EF4-FFF2-40B4-BE49-F238E27FC236}">
                <a16:creationId xmlns:a16="http://schemas.microsoft.com/office/drawing/2014/main" id="{21538867-7ACD-44F5-85AA-B1AB6CA968B2}"/>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Encoder block</a:t>
            </a:r>
          </a:p>
        </p:txBody>
      </p:sp>
      <p:sp>
        <p:nvSpPr>
          <p:cNvPr id="380404088" name="Straight Connector 875512187">
            <a:extLst xmlns:a="http://schemas.openxmlformats.org/drawingml/2006/main">
              <a:ext uri="{FF2B5EF4-FFF2-40B4-BE49-F238E27FC236}">
                <a16:creationId xmlns:a16="http://schemas.microsoft.com/office/drawing/2014/main" id="{A6FD07DF-D49F-46D8-B92A-125BD9C66728}"/>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9010010" name="Rectangle: Rounded Corners 1677424928">
            <a:extLst xmlns:a="http://schemas.openxmlformats.org/drawingml/2006/main">
              <a:ext uri="{FF2B5EF4-FFF2-40B4-BE49-F238E27FC236}">
                <a16:creationId xmlns:a16="http://schemas.microsoft.com/office/drawing/2014/main" id="{F3ACC9DD-459B-4DE2-B0FD-03ED9E7D830D}"/>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0851029" name="Rectangle 1176625682">
            <a:extLst xmlns:a="http://schemas.openxmlformats.org/drawingml/2006/main">
              <a:ext uri="{FF2B5EF4-FFF2-40B4-BE49-F238E27FC236}">
                <a16:creationId xmlns:a16="http://schemas.microsoft.com/office/drawing/2014/main" id="{A33F6082-0FC8-4B22-850C-2B34A7FE3E5F}"/>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655651911" name="Straight Connector 842723330">
            <a:extLst xmlns:a="http://schemas.openxmlformats.org/drawingml/2006/main">
              <a:ext uri="{FF2B5EF4-FFF2-40B4-BE49-F238E27FC236}">
                <a16:creationId xmlns:a16="http://schemas.microsoft.com/office/drawing/2014/main" id="{8B6576BB-FE70-494A-AF0D-7A7979D291F5}"/>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4667698" name="Rectangle: Rounded Corners 1153467284">
            <a:extLst xmlns:a="http://schemas.openxmlformats.org/drawingml/2006/main">
              <a:ext uri="{FF2B5EF4-FFF2-40B4-BE49-F238E27FC236}">
                <a16:creationId xmlns:a16="http://schemas.microsoft.com/office/drawing/2014/main" id="{F3753C74-1DC8-492E-8E11-2B5D3911FC7B}"/>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5796187" name="Rectangle 811084731">
            <a:extLst xmlns:a="http://schemas.openxmlformats.org/drawingml/2006/main">
              <a:ext uri="{FF2B5EF4-FFF2-40B4-BE49-F238E27FC236}">
                <a16:creationId xmlns:a16="http://schemas.microsoft.com/office/drawing/2014/main" id="{2B1CFFC1-4640-4007-BA44-0046D3541F49}"/>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52690702" name="Rectangle 1770185301">
            <a:extLst xmlns:a="http://schemas.openxmlformats.org/drawingml/2006/main">
              <a:ext uri="{FF2B5EF4-FFF2-40B4-BE49-F238E27FC236}">
                <a16:creationId xmlns:a16="http://schemas.microsoft.com/office/drawing/2014/main" id="{9017A11F-B973-454F-8671-AD197C1A5C44}"/>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274697236"/>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3160953" name="Rectangle 935271156">
            <a:extLst xmlns:a="http://schemas.openxmlformats.org/drawingml/2006/main">
              <a:ext uri="{FF2B5EF4-FFF2-40B4-BE49-F238E27FC236}">
                <a16:creationId xmlns:a16="http://schemas.microsoft.com/office/drawing/2014/main" id="{1F2E0DEB-432B-4E72-81C1-ED4511425A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Decoder</a:t>
            </a:r>
          </a:p>
        </p:txBody>
      </p:sp>
      <p:sp>
        <p:nvSpPr>
          <p:cNvPr id="546167567" name="Rectangle 251777344">
            <a:extLst xmlns:a="http://schemas.openxmlformats.org/drawingml/2006/main">
              <a:ext uri="{FF2B5EF4-FFF2-40B4-BE49-F238E27FC236}">
                <a16:creationId xmlns:a16="http://schemas.microsoft.com/office/drawing/2014/main" id="{41637542-A552-4D16-A677-CB3A4F33522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Decoder block</a:t>
            </a:r>
          </a:p>
        </p:txBody>
      </p:sp>
      <p:sp>
        <p:nvSpPr>
          <p:cNvPr id="920901686" name="Rectangle 1495975732">
            <a:extLst xmlns:a="http://schemas.openxmlformats.org/drawingml/2006/main">
              <a:ext uri="{FF2B5EF4-FFF2-40B4-BE49-F238E27FC236}">
                <a16:creationId xmlns:a16="http://schemas.microsoft.com/office/drawing/2014/main" id="{1C3E57FD-99CD-427D-AB7A-DA9EC64DD6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
        <p:nvSpPr>
          <p:cNvPr id="915532846" name="Rectangle 1880099824">
            <a:extLst xmlns:a="http://schemas.openxmlformats.org/drawingml/2006/main">
              <a:ext uri="{FF2B5EF4-FFF2-40B4-BE49-F238E27FC236}">
                <a16:creationId xmlns:a16="http://schemas.microsoft.com/office/drawing/2014/main" id="{4130303E-EFF9-4A5A-BC65-5CD187DA338C}"/>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Use masked self-attention, cross-attention, and feed-forward layers to generate.</a:t>
            </a:r>
          </a:p>
        </p:txBody>
      </p:sp>
      <p:sp>
        <p:nvSpPr>
          <p:cNvPr id="1573402937" name="Rectangle: Rounded Corners 1687046557">
            <a:extLst xmlns:a="http://schemas.openxmlformats.org/drawingml/2006/main">
              <a:ext uri="{FF2B5EF4-FFF2-40B4-BE49-F238E27FC236}">
                <a16:creationId xmlns:a16="http://schemas.microsoft.com/office/drawing/2014/main" id="{E298613B-BB6D-47F7-A6FC-732BB95667B1}"/>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026023" name="Rectangle 1700787281">
            <a:extLst xmlns:a="http://schemas.openxmlformats.org/drawingml/2006/main">
              <a:ext uri="{FF2B5EF4-FFF2-40B4-BE49-F238E27FC236}">
                <a16:creationId xmlns:a16="http://schemas.microsoft.com/office/drawing/2014/main" id="{8A8CA13E-260B-43D8-B271-4AF84078ABA7}"/>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D97706"/>
                </a:solidFill>
                <a:latin typeface="Calibri"/>
                <a:ea typeface="Calibri"/>
                <a:cs typeface="Calibri"/>
              </a:defRPr>
            </a:pPr>
            <a:r>
              <a:rPr sz="2350" b="1">
                <a:solidFill>
                  <a:srgbClr val="D97706"/>
                </a:solidFill>
                <a:latin typeface="Calibri"/>
                <a:ea typeface="Calibri"/>
                <a:cs typeface="Calibri"/>
              </a:rPr>
              <a:t>past outputs + encoder context</a:t>
            </a:r>
          </a:p>
        </p:txBody>
      </p:sp>
      <p:sp>
        <p:nvSpPr>
          <p:cNvPr id="26270336" name="Rectangle 1455969292">
            <a:extLst xmlns:a="http://schemas.openxmlformats.org/drawingml/2006/main">
              <a:ext uri="{FF2B5EF4-FFF2-40B4-BE49-F238E27FC236}">
                <a16:creationId xmlns:a16="http://schemas.microsoft.com/office/drawing/2014/main" id="{86EB438C-B59E-49AD-9927-044E90DFCAAF}"/>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8 of 9</a:t>
            </a:r>
          </a:p>
        </p:txBody>
      </p:sp>
      <p:sp>
        <p:nvSpPr>
          <p:cNvPr id="584876497" name="Rectangle: Rounded Corners 648015228">
            <a:extLst xmlns:a="http://schemas.openxmlformats.org/drawingml/2006/main">
              <a:ext uri="{FF2B5EF4-FFF2-40B4-BE49-F238E27FC236}">
                <a16:creationId xmlns:a16="http://schemas.microsoft.com/office/drawing/2014/main" id="{881A6BAE-EE47-4E0F-9781-378AEF1C391B}"/>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4586249" name="Rectangle 1798625459">
            <a:extLst xmlns:a="http://schemas.openxmlformats.org/drawingml/2006/main">
              <a:ext uri="{FF2B5EF4-FFF2-40B4-BE49-F238E27FC236}">
                <a16:creationId xmlns:a16="http://schemas.microsoft.com/office/drawing/2014/main" id="{57BF2F1D-1C50-4F52-AB40-D2622185C962}"/>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600267681" name="Straight Connector 85389353">
            <a:extLst xmlns:a="http://schemas.openxmlformats.org/drawingml/2006/main">
              <a:ext uri="{FF2B5EF4-FFF2-40B4-BE49-F238E27FC236}">
                <a16:creationId xmlns:a16="http://schemas.microsoft.com/office/drawing/2014/main" id="{F7CF18EC-6FFD-400A-94E6-866F3B41377E}"/>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1348367" name="Rectangle: Rounded Corners 361100454">
            <a:extLst xmlns:a="http://schemas.openxmlformats.org/drawingml/2006/main">
              <a:ext uri="{FF2B5EF4-FFF2-40B4-BE49-F238E27FC236}">
                <a16:creationId xmlns:a16="http://schemas.microsoft.com/office/drawing/2014/main" id="{0BF0C375-249B-4503-A1D4-0A20B68DEE63}"/>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5764264" name="Rectangle 789123921">
            <a:extLst xmlns:a="http://schemas.openxmlformats.org/drawingml/2006/main">
              <a:ext uri="{FF2B5EF4-FFF2-40B4-BE49-F238E27FC236}">
                <a16:creationId xmlns:a16="http://schemas.microsoft.com/office/drawing/2014/main" id="{0350F2CF-9305-4548-9405-6C26A44C884A}"/>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43402284" name="Straight Connector 2015909228">
            <a:extLst xmlns:a="http://schemas.openxmlformats.org/drawingml/2006/main">
              <a:ext uri="{FF2B5EF4-FFF2-40B4-BE49-F238E27FC236}">
                <a16:creationId xmlns:a16="http://schemas.microsoft.com/office/drawing/2014/main" id="{AB2C3F46-9EB0-4B7D-8931-5B4A10B2031C}"/>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0667835" name="Rectangle: Rounded Corners 142575113">
            <a:extLst xmlns:a="http://schemas.openxmlformats.org/drawingml/2006/main">
              <a:ext uri="{FF2B5EF4-FFF2-40B4-BE49-F238E27FC236}">
                <a16:creationId xmlns:a16="http://schemas.microsoft.com/office/drawing/2014/main" id="{B3AED675-4A15-473D-BAA2-0825D7050194}"/>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6401260" name="Rectangle 1004461929">
            <a:extLst xmlns:a="http://schemas.openxmlformats.org/drawingml/2006/main">
              <a:ext uri="{FF2B5EF4-FFF2-40B4-BE49-F238E27FC236}">
                <a16:creationId xmlns:a16="http://schemas.microsoft.com/office/drawing/2014/main" id="{2E11C0EE-C02D-4750-BF36-865AAE8EF23A}"/>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558284513" name="Straight Connector 1465333174">
            <a:extLst xmlns:a="http://schemas.openxmlformats.org/drawingml/2006/main">
              <a:ext uri="{FF2B5EF4-FFF2-40B4-BE49-F238E27FC236}">
                <a16:creationId xmlns:a16="http://schemas.microsoft.com/office/drawing/2014/main" id="{ECE25159-2A27-4C58-8859-4728FFF23D9C}"/>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3482239" name="Rectangle: Rounded Corners 1389563848">
            <a:extLst xmlns:a="http://schemas.openxmlformats.org/drawingml/2006/main">
              <a:ext uri="{FF2B5EF4-FFF2-40B4-BE49-F238E27FC236}">
                <a16:creationId xmlns:a16="http://schemas.microsoft.com/office/drawing/2014/main" id="{B19258F7-7349-40E4-AF7C-E7C957EF21D5}"/>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2712413" name="Rectangle 2146563265">
            <a:extLst xmlns:a="http://schemas.openxmlformats.org/drawingml/2006/main">
              <a:ext uri="{FF2B5EF4-FFF2-40B4-BE49-F238E27FC236}">
                <a16:creationId xmlns:a16="http://schemas.microsoft.com/office/drawing/2014/main" id="{7C2883BB-6FF7-46C7-A06B-9EF61FE98FC3}"/>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685471497" name="Straight Connector 1742930671">
            <a:extLst xmlns:a="http://schemas.openxmlformats.org/drawingml/2006/main">
              <a:ext uri="{FF2B5EF4-FFF2-40B4-BE49-F238E27FC236}">
                <a16:creationId xmlns:a16="http://schemas.microsoft.com/office/drawing/2014/main" id="{6D8355F5-BCFE-486B-877B-277A80C7BFE5}"/>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0865199" name="Rectangle: Rounded Corners 1443619556">
            <a:extLst xmlns:a="http://schemas.openxmlformats.org/drawingml/2006/main">
              <a:ext uri="{FF2B5EF4-FFF2-40B4-BE49-F238E27FC236}">
                <a16:creationId xmlns:a16="http://schemas.microsoft.com/office/drawing/2014/main" id="{51942BF9-38A7-4A5C-97E4-95E5A981277A}"/>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6771927" name="Rectangle 1172166202">
            <a:extLst xmlns:a="http://schemas.openxmlformats.org/drawingml/2006/main">
              <a:ext uri="{FF2B5EF4-FFF2-40B4-BE49-F238E27FC236}">
                <a16:creationId xmlns:a16="http://schemas.microsoft.com/office/drawing/2014/main" id="{F3EEBB44-E3B9-4C3D-B2EF-A261E1BFBED8}"/>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915383061" name="Straight Connector 47922108">
            <a:extLst xmlns:a="http://schemas.openxmlformats.org/drawingml/2006/main">
              <a:ext uri="{FF2B5EF4-FFF2-40B4-BE49-F238E27FC236}">
                <a16:creationId xmlns:a16="http://schemas.microsoft.com/office/drawing/2014/main" id="{E2A72438-40F1-453F-8E27-81CC60F93483}"/>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9765645" name="Rectangle: Rounded Corners 1140412520">
            <a:extLst xmlns:a="http://schemas.openxmlformats.org/drawingml/2006/main">
              <a:ext uri="{FF2B5EF4-FFF2-40B4-BE49-F238E27FC236}">
                <a16:creationId xmlns:a16="http://schemas.microsoft.com/office/drawing/2014/main" id="{1BBBF5D4-79A5-40EC-8696-4384435676BE}"/>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149528" name="Rectangle 1661576086">
            <a:extLst xmlns:a="http://schemas.openxmlformats.org/drawingml/2006/main">
              <a:ext uri="{FF2B5EF4-FFF2-40B4-BE49-F238E27FC236}">
                <a16:creationId xmlns:a16="http://schemas.microsoft.com/office/drawing/2014/main" id="{0DDA17D9-4B3C-41CE-9A07-31E33D8C6C41}"/>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131811281" name="Straight Connector 1991870028">
            <a:extLst xmlns:a="http://schemas.openxmlformats.org/drawingml/2006/main">
              <a:ext uri="{FF2B5EF4-FFF2-40B4-BE49-F238E27FC236}">
                <a16:creationId xmlns:a16="http://schemas.microsoft.com/office/drawing/2014/main" id="{4DF2376C-D309-4C58-8176-F53D902C6CC4}"/>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9894630" name="Rectangle: Rounded Corners 756682">
            <a:extLst xmlns:a="http://schemas.openxmlformats.org/drawingml/2006/main">
              <a:ext uri="{FF2B5EF4-FFF2-40B4-BE49-F238E27FC236}">
                <a16:creationId xmlns:a16="http://schemas.microsoft.com/office/drawing/2014/main" id="{30EFD367-4866-4D3E-9D3C-5C3CAADD0B0A}"/>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773215" name="Rectangle 1360266164">
            <a:extLst xmlns:a="http://schemas.openxmlformats.org/drawingml/2006/main">
              <a:ext uri="{FF2B5EF4-FFF2-40B4-BE49-F238E27FC236}">
                <a16:creationId xmlns:a16="http://schemas.microsoft.com/office/drawing/2014/main" id="{39C380BC-868E-4CB9-A50D-B7D0515813B6}"/>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738364184" name="Straight Connector 1466953926">
            <a:extLst xmlns:a="http://schemas.openxmlformats.org/drawingml/2006/main">
              <a:ext uri="{FF2B5EF4-FFF2-40B4-BE49-F238E27FC236}">
                <a16:creationId xmlns:a16="http://schemas.microsoft.com/office/drawing/2014/main" id="{92A4A090-E6ED-40EF-981C-F4064CB3101F}"/>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4687765" name="Rectangle: Rounded Corners 188622404">
            <a:extLst xmlns:a="http://schemas.openxmlformats.org/drawingml/2006/main">
              <a:ext uri="{FF2B5EF4-FFF2-40B4-BE49-F238E27FC236}">
                <a16:creationId xmlns:a16="http://schemas.microsoft.com/office/drawing/2014/main" id="{18B96BDF-445E-40B6-AA0E-C55669B751F0}"/>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1231773" name="Rectangle 358130833">
            <a:extLst xmlns:a="http://schemas.openxmlformats.org/drawingml/2006/main">
              <a:ext uri="{FF2B5EF4-FFF2-40B4-BE49-F238E27FC236}">
                <a16:creationId xmlns:a16="http://schemas.microsoft.com/office/drawing/2014/main" id="{CD82BFA6-78F3-4534-9121-3C6F5AC5B4D8}"/>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Decoder block</a:t>
            </a:r>
          </a:p>
        </p:txBody>
      </p:sp>
      <p:sp>
        <p:nvSpPr>
          <p:cNvPr id="1151320469" name="Straight Connector 1064198225">
            <a:extLst xmlns:a="http://schemas.openxmlformats.org/drawingml/2006/main">
              <a:ext uri="{FF2B5EF4-FFF2-40B4-BE49-F238E27FC236}">
                <a16:creationId xmlns:a16="http://schemas.microsoft.com/office/drawing/2014/main" id="{85F767E4-3BB3-42D7-8164-8780F2200A7B}"/>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0023842" name="Rectangle: Rounded Corners 1706007458">
            <a:extLst xmlns:a="http://schemas.openxmlformats.org/drawingml/2006/main">
              <a:ext uri="{FF2B5EF4-FFF2-40B4-BE49-F238E27FC236}">
                <a16:creationId xmlns:a16="http://schemas.microsoft.com/office/drawing/2014/main" id="{9B57E77A-3340-48D5-86EB-5E051F0758AF}"/>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7833233" name="Rectangle 535018738">
            <a:extLst xmlns:a="http://schemas.openxmlformats.org/drawingml/2006/main">
              <a:ext uri="{FF2B5EF4-FFF2-40B4-BE49-F238E27FC236}">
                <a16:creationId xmlns:a16="http://schemas.microsoft.com/office/drawing/2014/main" id="{6B7C70D8-88E3-49F0-AEA5-1C12873AD392}"/>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72055486" name="Rectangle 531362830">
            <a:extLst xmlns:a="http://schemas.openxmlformats.org/drawingml/2006/main">
              <a:ext uri="{FF2B5EF4-FFF2-40B4-BE49-F238E27FC236}">
                <a16:creationId xmlns:a16="http://schemas.microsoft.com/office/drawing/2014/main" id="{29329C68-5D9B-4A49-B13C-99F5AF09CFB1}"/>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Decoder component</a:t>
            </a:r>
          </a:p>
        </p:txBody>
      </p:sp>
    </p:spTree>
    <p:extLst>
      <p:ext uri="{BB962C8B-B14F-4D97-AF65-F5344CB8AC3E}">
        <p14:creationId xmlns:p14="http://schemas.microsoft.com/office/powerpoint/2010/main" val="605549844"/>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43548911" name="Rectangle 935271156">
            <a:extLst xmlns:a="http://schemas.openxmlformats.org/drawingml/2006/main">
              <a:ext uri="{FF2B5EF4-FFF2-40B4-BE49-F238E27FC236}">
                <a16:creationId xmlns:a16="http://schemas.microsoft.com/office/drawing/2014/main" id="{C45FDE34-F636-4D43-88C9-A4D89465D7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Output</a:t>
            </a:r>
          </a:p>
        </p:txBody>
      </p:sp>
      <p:sp>
        <p:nvSpPr>
          <p:cNvPr id="1570570729" name="Rectangle 251777344">
            <a:extLst xmlns:a="http://schemas.openxmlformats.org/drawingml/2006/main">
              <a:ext uri="{FF2B5EF4-FFF2-40B4-BE49-F238E27FC236}">
                <a16:creationId xmlns:a16="http://schemas.microsoft.com/office/drawing/2014/main" id="{68099B24-B6D4-4A8C-830F-26350E56F22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Language-model head</a:t>
            </a:r>
          </a:p>
        </p:txBody>
      </p:sp>
      <p:sp>
        <p:nvSpPr>
          <p:cNvPr id="1702863240" name="Rectangle 1495975732">
            <a:extLst xmlns:a="http://schemas.openxmlformats.org/drawingml/2006/main">
              <a:ext uri="{FF2B5EF4-FFF2-40B4-BE49-F238E27FC236}">
                <a16:creationId xmlns:a16="http://schemas.microsoft.com/office/drawing/2014/main" id="{34DD543C-5439-4DCB-ABD0-30C9D1F173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
        <p:nvSpPr>
          <p:cNvPr id="99737626" name="Rectangle 2053569446">
            <a:extLst xmlns:a="http://schemas.openxmlformats.org/drawingml/2006/main">
              <a:ext uri="{FF2B5EF4-FFF2-40B4-BE49-F238E27FC236}">
                <a16:creationId xmlns:a16="http://schemas.microsoft.com/office/drawing/2014/main" id="{154ABFE5-2968-4F93-922E-5BC541128961}"/>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Convert the final decoder state into probabilities for the next token.</a:t>
            </a:r>
          </a:p>
        </p:txBody>
      </p:sp>
      <p:sp>
        <p:nvSpPr>
          <p:cNvPr id="1574607439" name="Rectangle: Rounded Corners 2093550814">
            <a:extLst xmlns:a="http://schemas.openxmlformats.org/drawingml/2006/main">
              <a:ext uri="{FF2B5EF4-FFF2-40B4-BE49-F238E27FC236}">
                <a16:creationId xmlns:a16="http://schemas.microsoft.com/office/drawing/2014/main" id="{D546EFE0-C31D-4B20-8901-F2D57F660126}"/>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3927740" name="Rectangle 1093967430">
            <a:extLst xmlns:a="http://schemas.openxmlformats.org/drawingml/2006/main">
              <a:ext uri="{FF2B5EF4-FFF2-40B4-BE49-F238E27FC236}">
                <a16:creationId xmlns:a16="http://schemas.microsoft.com/office/drawing/2014/main" id="{CC8E902B-2535-4870-91CD-CC7EF35F4721}"/>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D97706"/>
                </a:solidFill>
                <a:latin typeface="Calibri"/>
                <a:ea typeface="Calibri"/>
                <a:cs typeface="Calibri"/>
              </a:defRPr>
            </a:pPr>
            <a:r>
              <a:rPr sz="2350" b="1">
                <a:solidFill>
                  <a:srgbClr val="D97706"/>
                </a:solidFill>
                <a:latin typeface="Calibri"/>
                <a:ea typeface="Calibri"/>
                <a:cs typeface="Calibri"/>
              </a:rPr>
              <a:t>linear layer  →  softmax  →  next token</a:t>
            </a:r>
          </a:p>
        </p:txBody>
      </p:sp>
      <p:sp>
        <p:nvSpPr>
          <p:cNvPr id="997942045" name="Rectangle 135366073">
            <a:extLst xmlns:a="http://schemas.openxmlformats.org/drawingml/2006/main">
              <a:ext uri="{FF2B5EF4-FFF2-40B4-BE49-F238E27FC236}">
                <a16:creationId xmlns:a16="http://schemas.microsoft.com/office/drawing/2014/main" id="{2BC01E06-60C6-44A9-A111-EB7EEF6ADCC5}"/>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9 of 9</a:t>
            </a:r>
          </a:p>
        </p:txBody>
      </p:sp>
      <p:sp>
        <p:nvSpPr>
          <p:cNvPr id="1321442362" name="Rectangle: Rounded Corners 1039537940">
            <a:extLst xmlns:a="http://schemas.openxmlformats.org/drawingml/2006/main">
              <a:ext uri="{FF2B5EF4-FFF2-40B4-BE49-F238E27FC236}">
                <a16:creationId xmlns:a16="http://schemas.microsoft.com/office/drawing/2014/main" id="{9EF40B11-10EA-4E01-9E69-C00FDE44F33E}"/>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825581" name="Rectangle 1828131138">
            <a:extLst xmlns:a="http://schemas.openxmlformats.org/drawingml/2006/main">
              <a:ext uri="{FF2B5EF4-FFF2-40B4-BE49-F238E27FC236}">
                <a16:creationId xmlns:a16="http://schemas.microsoft.com/office/drawing/2014/main" id="{ABCA7967-8F8A-4629-AD13-04A26F614D07}"/>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80764986" name="Straight Connector 1845023768">
            <a:extLst xmlns:a="http://schemas.openxmlformats.org/drawingml/2006/main">
              <a:ext uri="{FF2B5EF4-FFF2-40B4-BE49-F238E27FC236}">
                <a16:creationId xmlns:a16="http://schemas.microsoft.com/office/drawing/2014/main" id="{C9038103-21DA-4626-A271-6BC9BAE47917}"/>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3955598" name="Rectangle: Rounded Corners 1303166908">
            <a:extLst xmlns:a="http://schemas.openxmlformats.org/drawingml/2006/main">
              <a:ext uri="{FF2B5EF4-FFF2-40B4-BE49-F238E27FC236}">
                <a16:creationId xmlns:a16="http://schemas.microsoft.com/office/drawing/2014/main" id="{E482A498-7852-467E-9954-67D067483D17}"/>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0949858" name="Rectangle 724551332">
            <a:extLst xmlns:a="http://schemas.openxmlformats.org/drawingml/2006/main">
              <a:ext uri="{FF2B5EF4-FFF2-40B4-BE49-F238E27FC236}">
                <a16:creationId xmlns:a16="http://schemas.microsoft.com/office/drawing/2014/main" id="{C9576789-8BDE-413B-BAC3-C11A611CB18D}"/>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398135919" name="Straight Connector 197604630">
            <a:extLst xmlns:a="http://schemas.openxmlformats.org/drawingml/2006/main">
              <a:ext uri="{FF2B5EF4-FFF2-40B4-BE49-F238E27FC236}">
                <a16:creationId xmlns:a16="http://schemas.microsoft.com/office/drawing/2014/main" id="{C7DF716C-E6A3-49EF-A106-50F69251A222}"/>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3157149" name="Rectangle: Rounded Corners 1670026602">
            <a:extLst xmlns:a="http://schemas.openxmlformats.org/drawingml/2006/main">
              <a:ext uri="{FF2B5EF4-FFF2-40B4-BE49-F238E27FC236}">
                <a16:creationId xmlns:a16="http://schemas.microsoft.com/office/drawing/2014/main" id="{4EAA7910-FC16-4A5C-B03D-9530FAE75FF1}"/>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516498" name="Rectangle 76571170">
            <a:extLst xmlns:a="http://schemas.openxmlformats.org/drawingml/2006/main">
              <a:ext uri="{FF2B5EF4-FFF2-40B4-BE49-F238E27FC236}">
                <a16:creationId xmlns:a16="http://schemas.microsoft.com/office/drawing/2014/main" id="{48788954-82CE-4C55-A091-A9DAA3BA09C3}"/>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504371980" name="Straight Connector 81515368">
            <a:extLst xmlns:a="http://schemas.openxmlformats.org/drawingml/2006/main">
              <a:ext uri="{FF2B5EF4-FFF2-40B4-BE49-F238E27FC236}">
                <a16:creationId xmlns:a16="http://schemas.microsoft.com/office/drawing/2014/main" id="{22A5AB91-72D7-4656-A239-D293101A497B}"/>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927556" name="Rectangle: Rounded Corners 1561005203">
            <a:extLst xmlns:a="http://schemas.openxmlformats.org/drawingml/2006/main">
              <a:ext uri="{FF2B5EF4-FFF2-40B4-BE49-F238E27FC236}">
                <a16:creationId xmlns:a16="http://schemas.microsoft.com/office/drawing/2014/main" id="{A87904E7-49BB-4059-AE25-A22A2BDC4E69}"/>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5614134" name="Rectangle 508218615">
            <a:extLst xmlns:a="http://schemas.openxmlformats.org/drawingml/2006/main">
              <a:ext uri="{FF2B5EF4-FFF2-40B4-BE49-F238E27FC236}">
                <a16:creationId xmlns:a16="http://schemas.microsoft.com/office/drawing/2014/main" id="{5E85DCA0-D7A1-4B7B-B3A7-66F84277D3BC}"/>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476260472" name="Straight Connector 674230048">
            <a:extLst xmlns:a="http://schemas.openxmlformats.org/drawingml/2006/main">
              <a:ext uri="{FF2B5EF4-FFF2-40B4-BE49-F238E27FC236}">
                <a16:creationId xmlns:a16="http://schemas.microsoft.com/office/drawing/2014/main" id="{1CB240CC-4F02-4736-BAD8-9F2025FF3E73}"/>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864076" name="Rectangle: Rounded Corners 955373584">
            <a:extLst xmlns:a="http://schemas.openxmlformats.org/drawingml/2006/main">
              <a:ext uri="{FF2B5EF4-FFF2-40B4-BE49-F238E27FC236}">
                <a16:creationId xmlns:a16="http://schemas.microsoft.com/office/drawing/2014/main" id="{D45A4CCD-AB53-4EE0-962D-CA13664C0170}"/>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1706443" name="Rectangle 554375255">
            <a:extLst xmlns:a="http://schemas.openxmlformats.org/drawingml/2006/main">
              <a:ext uri="{FF2B5EF4-FFF2-40B4-BE49-F238E27FC236}">
                <a16:creationId xmlns:a16="http://schemas.microsoft.com/office/drawing/2014/main" id="{74F04CA1-ABD8-494B-B55E-C035F1BEECFE}"/>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137773126" name="Straight Connector 1938108988">
            <a:extLst xmlns:a="http://schemas.openxmlformats.org/drawingml/2006/main">
              <a:ext uri="{FF2B5EF4-FFF2-40B4-BE49-F238E27FC236}">
                <a16:creationId xmlns:a16="http://schemas.microsoft.com/office/drawing/2014/main" id="{B9590EF7-1CC0-4D4A-8915-F8EAC74A30C8}"/>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9547465" name="Rectangle: Rounded Corners 159381263">
            <a:extLst xmlns:a="http://schemas.openxmlformats.org/drawingml/2006/main">
              <a:ext uri="{FF2B5EF4-FFF2-40B4-BE49-F238E27FC236}">
                <a16:creationId xmlns:a16="http://schemas.microsoft.com/office/drawing/2014/main" id="{863F3F0E-6D61-40AB-AF34-D3BB82CA11A6}"/>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3301843" name="Rectangle 128972315">
            <a:extLst xmlns:a="http://schemas.openxmlformats.org/drawingml/2006/main">
              <a:ext uri="{FF2B5EF4-FFF2-40B4-BE49-F238E27FC236}">
                <a16:creationId xmlns:a16="http://schemas.microsoft.com/office/drawing/2014/main" id="{1795270E-16B8-4F3F-AEE7-5C57CBAE587A}"/>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128868579" name="Straight Connector 1402802111">
            <a:extLst xmlns:a="http://schemas.openxmlformats.org/drawingml/2006/main">
              <a:ext uri="{FF2B5EF4-FFF2-40B4-BE49-F238E27FC236}">
                <a16:creationId xmlns:a16="http://schemas.microsoft.com/office/drawing/2014/main" id="{6B6BB857-9508-4D09-81FA-49BD5C5D16D6}"/>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7564978" name="Rectangle: Rounded Corners 800324750">
            <a:extLst xmlns:a="http://schemas.openxmlformats.org/drawingml/2006/main">
              <a:ext uri="{FF2B5EF4-FFF2-40B4-BE49-F238E27FC236}">
                <a16:creationId xmlns:a16="http://schemas.microsoft.com/office/drawing/2014/main" id="{AB9731F7-6B75-486E-800F-22022CE21C22}"/>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059597" name="Rectangle 333634537">
            <a:extLst xmlns:a="http://schemas.openxmlformats.org/drawingml/2006/main">
              <a:ext uri="{FF2B5EF4-FFF2-40B4-BE49-F238E27FC236}">
                <a16:creationId xmlns:a16="http://schemas.microsoft.com/office/drawing/2014/main" id="{7651A46E-DF2E-4DE5-B00F-6E4DB9D25F08}"/>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057330480" name="Straight Connector 1541871373">
            <a:extLst xmlns:a="http://schemas.openxmlformats.org/drawingml/2006/main">
              <a:ext uri="{FF2B5EF4-FFF2-40B4-BE49-F238E27FC236}">
                <a16:creationId xmlns:a16="http://schemas.microsoft.com/office/drawing/2014/main" id="{F6D6C0C5-BB10-4831-B10D-D98163E7AB92}"/>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2533504" name="Rectangle: Rounded Corners 1829725634">
            <a:extLst xmlns:a="http://schemas.openxmlformats.org/drawingml/2006/main">
              <a:ext uri="{FF2B5EF4-FFF2-40B4-BE49-F238E27FC236}">
                <a16:creationId xmlns:a16="http://schemas.microsoft.com/office/drawing/2014/main" id="{B8127B60-1FBF-4E7C-8DEF-44F3FE849117}"/>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311893" name="Rectangle 908787350">
            <a:extLst xmlns:a="http://schemas.openxmlformats.org/drawingml/2006/main">
              <a:ext uri="{FF2B5EF4-FFF2-40B4-BE49-F238E27FC236}">
                <a16:creationId xmlns:a16="http://schemas.microsoft.com/office/drawing/2014/main" id="{E20CB98F-6CCC-4543-B523-0980F3133754}"/>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980918437" name="Straight Connector 372489361">
            <a:extLst xmlns:a="http://schemas.openxmlformats.org/drawingml/2006/main">
              <a:ext uri="{FF2B5EF4-FFF2-40B4-BE49-F238E27FC236}">
                <a16:creationId xmlns:a16="http://schemas.microsoft.com/office/drawing/2014/main" id="{2943E0C6-CC80-4805-A10C-A09DD4DD7964}"/>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4573339" name="Rectangle: Rounded Corners 2057956785">
            <a:extLst xmlns:a="http://schemas.openxmlformats.org/drawingml/2006/main">
              <a:ext uri="{FF2B5EF4-FFF2-40B4-BE49-F238E27FC236}">
                <a16:creationId xmlns:a16="http://schemas.microsoft.com/office/drawing/2014/main" id="{6D4C9E13-DF9C-4BC7-99CE-B12C381A5B17}"/>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419806" name="Rectangle 2028567005">
            <a:extLst xmlns:a="http://schemas.openxmlformats.org/drawingml/2006/main">
              <a:ext uri="{FF2B5EF4-FFF2-40B4-BE49-F238E27FC236}">
                <a16:creationId xmlns:a16="http://schemas.microsoft.com/office/drawing/2014/main" id="{9A763939-0415-4D20-923D-F555355B3687}"/>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Language-model head</a:t>
            </a:r>
          </a:p>
        </p:txBody>
      </p:sp>
      <p:sp>
        <p:nvSpPr>
          <p:cNvPr id="380628936" name="Rectangle 1835411306">
            <a:extLst xmlns:a="http://schemas.openxmlformats.org/drawingml/2006/main">
              <a:ext uri="{FF2B5EF4-FFF2-40B4-BE49-F238E27FC236}">
                <a16:creationId xmlns:a16="http://schemas.microsoft.com/office/drawing/2014/main" id="{0C1D8031-B727-406B-AD41-E03ADB4DFEBB}"/>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Output component</a:t>
            </a:r>
          </a:p>
        </p:txBody>
      </p:sp>
    </p:spTree>
    <p:extLst>
      <p:ext uri="{BB962C8B-B14F-4D97-AF65-F5344CB8AC3E}">
        <p14:creationId xmlns:p14="http://schemas.microsoft.com/office/powerpoint/2010/main" val="1042640148"/>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6569364" name="Rectangle 596912551">
            <a:extLst xmlns:a="http://schemas.openxmlformats.org/drawingml/2006/main">
              <a:ext uri="{FF2B5EF4-FFF2-40B4-BE49-F238E27FC236}">
                <a16:creationId xmlns:a16="http://schemas.microsoft.com/office/drawing/2014/main" id="{EF0C034D-E665-40B5-86CC-B5C38A2BFA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10018992" name="Rectangle 290873250">
            <a:extLst xmlns:a="http://schemas.openxmlformats.org/drawingml/2006/main">
              <a:ext uri="{FF2B5EF4-FFF2-40B4-BE49-F238E27FC236}">
                <a16:creationId xmlns:a16="http://schemas.microsoft.com/office/drawing/2014/main" id="{E06F2AF3-5BEE-4ABB-9607-997D89652CD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1068585640" name="Rectangle: Rounded Corners 81270832">
            <a:extLst xmlns:a="http://schemas.openxmlformats.org/drawingml/2006/main">
              <a:ext uri="{FF2B5EF4-FFF2-40B4-BE49-F238E27FC236}">
                <a16:creationId xmlns:a16="http://schemas.microsoft.com/office/drawing/2014/main" id="{668BCBF7-8AFD-445E-953A-0A9A3B6C818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3347082" name="Rectangle: Rounded Corners 1587413913">
            <a:extLst xmlns:a="http://schemas.openxmlformats.org/drawingml/2006/main">
              <a:ext uri="{FF2B5EF4-FFF2-40B4-BE49-F238E27FC236}">
                <a16:creationId xmlns:a16="http://schemas.microsoft.com/office/drawing/2014/main" id="{5B57E5F2-634C-4B24-9EC5-2E4DAB3A8840}"/>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39218472" name="Rectangle: Rounded Corners 493815563">
            <a:extLst xmlns:a="http://schemas.openxmlformats.org/drawingml/2006/main">
              <a:ext uri="{FF2B5EF4-FFF2-40B4-BE49-F238E27FC236}">
                <a16:creationId xmlns:a16="http://schemas.microsoft.com/office/drawing/2014/main" id="{079C70AF-62AE-4435-A9E1-46F839C031AF}"/>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3989863" name="Rectangle: Rounded Corners 770580154">
            <a:extLst xmlns:a="http://schemas.openxmlformats.org/drawingml/2006/main">
              <a:ext uri="{FF2B5EF4-FFF2-40B4-BE49-F238E27FC236}">
                <a16:creationId xmlns:a16="http://schemas.microsoft.com/office/drawing/2014/main" id="{2D27C354-1859-4EA8-BB0E-75146D6275A8}"/>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316710794" name="Arrow: Right 719400496">
            <a:extLst xmlns:a="http://schemas.openxmlformats.org/drawingml/2006/main">
              <a:ext uri="{FF2B5EF4-FFF2-40B4-BE49-F238E27FC236}">
                <a16:creationId xmlns:a16="http://schemas.microsoft.com/office/drawing/2014/main" id="{A9426CE7-FF83-41C1-BEE8-A02A4737243A}"/>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5646185" name="Rectangle: Rounded Corners 1479447591">
            <a:extLst xmlns:a="http://schemas.openxmlformats.org/drawingml/2006/main">
              <a:ext uri="{FF2B5EF4-FFF2-40B4-BE49-F238E27FC236}">
                <a16:creationId xmlns:a16="http://schemas.microsoft.com/office/drawing/2014/main" id="{843EC4A9-C5D5-452E-AB87-36D9EA8A6FD9}"/>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505239703" name="Rectangle: Rounded Corners 2028005840">
            <a:extLst xmlns:a="http://schemas.openxmlformats.org/drawingml/2006/main">
              <a:ext uri="{FF2B5EF4-FFF2-40B4-BE49-F238E27FC236}">
                <a16:creationId xmlns:a16="http://schemas.microsoft.com/office/drawing/2014/main" id="{79373B3C-3450-4B73-95B8-46559B024BAE}"/>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207031053" name="Rectangle: Rounded Corners 1882830141">
            <a:extLst xmlns:a="http://schemas.openxmlformats.org/drawingml/2006/main">
              <a:ext uri="{FF2B5EF4-FFF2-40B4-BE49-F238E27FC236}">
                <a16:creationId xmlns:a16="http://schemas.microsoft.com/office/drawing/2014/main" id="{34E0E7C4-38FA-4456-80B3-342721AE81D1}"/>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581921599" name="Rectangle: Rounded Corners 60243026">
            <a:extLst xmlns:a="http://schemas.openxmlformats.org/drawingml/2006/main">
              <a:ext uri="{FF2B5EF4-FFF2-40B4-BE49-F238E27FC236}">
                <a16:creationId xmlns:a16="http://schemas.microsoft.com/office/drawing/2014/main" id="{3FD17A02-20D1-4ED4-9A2F-DCDE3EDB685B}"/>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83451845" name="Rectangle: Rounded Corners 1134928050">
            <a:extLst xmlns:a="http://schemas.openxmlformats.org/drawingml/2006/main">
              <a:ext uri="{FF2B5EF4-FFF2-40B4-BE49-F238E27FC236}">
                <a16:creationId xmlns:a16="http://schemas.microsoft.com/office/drawing/2014/main" id="{A2E51ED2-75A6-48A8-AC29-29CC4AEE274A}"/>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69250192" name="Rectangle 1354337603">
            <a:extLst xmlns:a="http://schemas.openxmlformats.org/drawingml/2006/main">
              <a:ext uri="{FF2B5EF4-FFF2-40B4-BE49-F238E27FC236}">
                <a16:creationId xmlns:a16="http://schemas.microsoft.com/office/drawing/2014/main" id="{E9D677C7-11EB-4901-A14B-961ABF0F3F9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25310973" name="Rectangle 564634627">
            <a:extLst xmlns:a="http://schemas.openxmlformats.org/drawingml/2006/main">
              <a:ext uri="{FF2B5EF4-FFF2-40B4-BE49-F238E27FC236}">
                <a16:creationId xmlns:a16="http://schemas.microsoft.com/office/drawing/2014/main" id="{A6D01F42-021D-4FC8-83C1-5FB053BDD1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1167005630"/>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870518" name="Rectangle 804913496">
            <a:extLst xmlns:a="http://schemas.openxmlformats.org/drawingml/2006/main">
              <a:ext uri="{FF2B5EF4-FFF2-40B4-BE49-F238E27FC236}">
                <a16:creationId xmlns:a16="http://schemas.microsoft.com/office/drawing/2014/main" id="{B6B7A38A-8173-4278-9946-1EA837FF7D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532504383" name="Rectangle 977578111">
            <a:extLst xmlns:a="http://schemas.openxmlformats.org/drawingml/2006/main">
              <a:ext uri="{FF2B5EF4-FFF2-40B4-BE49-F238E27FC236}">
                <a16:creationId xmlns:a16="http://schemas.microsoft.com/office/drawing/2014/main" id="{D61A056E-D869-4CBA-AD60-8D9F188AD5A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849859298" name="Rectangle: Rounded Corners 1169649151">
            <a:extLst xmlns:a="http://schemas.openxmlformats.org/drawingml/2006/main">
              <a:ext uri="{FF2B5EF4-FFF2-40B4-BE49-F238E27FC236}">
                <a16:creationId xmlns:a16="http://schemas.microsoft.com/office/drawing/2014/main" id="{4082E9BC-0366-4CD5-B7B2-E07D84CCE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3806152" name="Straight Connector 2011469827">
            <a:extLst xmlns:a="http://schemas.openxmlformats.org/drawingml/2006/main">
              <a:ext uri="{FF2B5EF4-FFF2-40B4-BE49-F238E27FC236}">
                <a16:creationId xmlns:a16="http://schemas.microsoft.com/office/drawing/2014/main" id="{12E7A737-0BFF-40E1-A6D0-8343CB6A0A52}"/>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7705476" name="Straight Connector 181034433">
            <a:extLst xmlns:a="http://schemas.openxmlformats.org/drawingml/2006/main">
              <a:ext uri="{FF2B5EF4-FFF2-40B4-BE49-F238E27FC236}">
                <a16:creationId xmlns:a16="http://schemas.microsoft.com/office/drawing/2014/main" id="{31ADCE9B-DB1D-457A-BC2F-5400261EFC4C}"/>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9758085" name="Oval 1553006746">
            <a:extLst xmlns:a="http://schemas.openxmlformats.org/drawingml/2006/main">
              <a:ext uri="{FF2B5EF4-FFF2-40B4-BE49-F238E27FC236}">
                <a16:creationId xmlns:a16="http://schemas.microsoft.com/office/drawing/2014/main" id="{523B3053-5D92-4B05-8A75-5A05F9874CE1}"/>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5193331" name="Rectangle 1709600281">
            <a:extLst xmlns:a="http://schemas.openxmlformats.org/drawingml/2006/main">
              <a:ext uri="{FF2B5EF4-FFF2-40B4-BE49-F238E27FC236}">
                <a16:creationId xmlns:a16="http://schemas.microsoft.com/office/drawing/2014/main" id="{528B9745-1D68-4316-94DC-08A3DF3E38F2}"/>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1892342326" name="Oval 21898783">
            <a:extLst xmlns:a="http://schemas.openxmlformats.org/drawingml/2006/main">
              <a:ext uri="{FF2B5EF4-FFF2-40B4-BE49-F238E27FC236}">
                <a16:creationId xmlns:a16="http://schemas.microsoft.com/office/drawing/2014/main" id="{BB336694-BE64-4D6C-A19C-9B7D992D6A31}"/>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747980" name="Rectangle 948343370">
            <a:extLst xmlns:a="http://schemas.openxmlformats.org/drawingml/2006/main">
              <a:ext uri="{FF2B5EF4-FFF2-40B4-BE49-F238E27FC236}">
                <a16:creationId xmlns:a16="http://schemas.microsoft.com/office/drawing/2014/main" id="{B792B960-A4D5-4EF5-9235-A9E2E7E92503}"/>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311973374" name="Oval 2041526387">
            <a:extLst xmlns:a="http://schemas.openxmlformats.org/drawingml/2006/main">
              <a:ext uri="{FF2B5EF4-FFF2-40B4-BE49-F238E27FC236}">
                <a16:creationId xmlns:a16="http://schemas.microsoft.com/office/drawing/2014/main" id="{6C14E13C-D9F8-456D-904F-58323A64DBEB}"/>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56837" name="Rectangle 1876813262">
            <a:extLst xmlns:a="http://schemas.openxmlformats.org/drawingml/2006/main">
              <a:ext uri="{FF2B5EF4-FFF2-40B4-BE49-F238E27FC236}">
                <a16:creationId xmlns:a16="http://schemas.microsoft.com/office/drawing/2014/main" id="{9D7B60AC-5688-464C-A10F-4574E7EDCEE4}"/>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852973099" name="Oval 1942427474">
            <a:extLst xmlns:a="http://schemas.openxmlformats.org/drawingml/2006/main">
              <a:ext uri="{FF2B5EF4-FFF2-40B4-BE49-F238E27FC236}">
                <a16:creationId xmlns:a16="http://schemas.microsoft.com/office/drawing/2014/main" id="{50674C97-ECB2-46DD-BF5B-62477323E246}"/>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89367" name="Rectangle 888296365">
            <a:extLst xmlns:a="http://schemas.openxmlformats.org/drawingml/2006/main">
              <a:ext uri="{FF2B5EF4-FFF2-40B4-BE49-F238E27FC236}">
                <a16:creationId xmlns:a16="http://schemas.microsoft.com/office/drawing/2014/main" id="{94B39D09-BD39-499A-9259-691728011E0B}"/>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428727915" name="Oval 358440105">
            <a:extLst xmlns:a="http://schemas.openxmlformats.org/drawingml/2006/main">
              <a:ext uri="{FF2B5EF4-FFF2-40B4-BE49-F238E27FC236}">
                <a16:creationId xmlns:a16="http://schemas.microsoft.com/office/drawing/2014/main" id="{7318B2D2-EC5B-49B6-969A-38D2ACF0CE28}"/>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7627183" name="Rectangle 1076600515">
            <a:extLst xmlns:a="http://schemas.openxmlformats.org/drawingml/2006/main">
              <a:ext uri="{FF2B5EF4-FFF2-40B4-BE49-F238E27FC236}">
                <a16:creationId xmlns:a16="http://schemas.microsoft.com/office/drawing/2014/main" id="{762D17CB-B88A-41F2-A242-D0C5360FBEE9}"/>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308796940" name="Oval 1935212152">
            <a:extLst xmlns:a="http://schemas.openxmlformats.org/drawingml/2006/main">
              <a:ext uri="{FF2B5EF4-FFF2-40B4-BE49-F238E27FC236}">
                <a16:creationId xmlns:a16="http://schemas.microsoft.com/office/drawing/2014/main" id="{D4BBD032-1B4E-4791-B408-C25E4A30900B}"/>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657481" name="Rectangle 40298214">
            <a:extLst xmlns:a="http://schemas.openxmlformats.org/drawingml/2006/main">
              <a:ext uri="{FF2B5EF4-FFF2-40B4-BE49-F238E27FC236}">
                <a16:creationId xmlns:a16="http://schemas.microsoft.com/office/drawing/2014/main" id="{B2C396F2-8DBE-4FD5-AE29-37A28A02323D}"/>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231365383" name="Oval 1096938976">
            <a:extLst xmlns:a="http://schemas.openxmlformats.org/drawingml/2006/main">
              <a:ext uri="{FF2B5EF4-FFF2-40B4-BE49-F238E27FC236}">
                <a16:creationId xmlns:a16="http://schemas.microsoft.com/office/drawing/2014/main" id="{7D5E65A4-6A81-4DB1-83D3-61A31793975E}"/>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4208698" name="Rectangle 251020529">
            <a:extLst xmlns:a="http://schemas.openxmlformats.org/drawingml/2006/main">
              <a:ext uri="{FF2B5EF4-FFF2-40B4-BE49-F238E27FC236}">
                <a16:creationId xmlns:a16="http://schemas.microsoft.com/office/drawing/2014/main" id="{05B9F0A9-5DC9-4C65-B49E-255EFBBDAC8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64339259" name="Rectangle 1844580113">
            <a:extLst xmlns:a="http://schemas.openxmlformats.org/drawingml/2006/main">
              <a:ext uri="{FF2B5EF4-FFF2-40B4-BE49-F238E27FC236}">
                <a16:creationId xmlns:a16="http://schemas.microsoft.com/office/drawing/2014/main" id="{0E247A8B-FF36-4427-B1A8-88ED577F80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66761456"/>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60160094" name="Rectangle 316490786">
            <a:extLst xmlns:a="http://schemas.openxmlformats.org/drawingml/2006/main">
              <a:ext uri="{FF2B5EF4-FFF2-40B4-BE49-F238E27FC236}">
                <a16:creationId xmlns:a16="http://schemas.microsoft.com/office/drawing/2014/main" id="{5C1F7071-54D8-4CA2-8BF9-0EBC490D7D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457181478" name="Rectangle 1088829960">
            <a:extLst xmlns:a="http://schemas.openxmlformats.org/drawingml/2006/main">
              <a:ext uri="{FF2B5EF4-FFF2-40B4-BE49-F238E27FC236}">
                <a16:creationId xmlns:a16="http://schemas.microsoft.com/office/drawing/2014/main" id="{D5D39DC3-ED91-4758-93E1-C08B8BDCC1A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761424530" name="Rectangle: Rounded Corners 1185614033">
            <a:extLst xmlns:a="http://schemas.openxmlformats.org/drawingml/2006/main">
              <a:ext uri="{FF2B5EF4-FFF2-40B4-BE49-F238E27FC236}">
                <a16:creationId xmlns:a16="http://schemas.microsoft.com/office/drawing/2014/main" id="{18901BEB-F776-48DF-BC0D-60C3016CBD2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8068149" name="Rectangle: Rounded Corners 1637263549">
            <a:extLst xmlns:a="http://schemas.openxmlformats.org/drawingml/2006/main">
              <a:ext uri="{FF2B5EF4-FFF2-40B4-BE49-F238E27FC236}">
                <a16:creationId xmlns:a16="http://schemas.microsoft.com/office/drawing/2014/main" id="{70932535-5862-4E00-A5F7-0B5AFE8F24A2}"/>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20542194" name="Arrow: Right 483904790">
            <a:extLst xmlns:a="http://schemas.openxmlformats.org/drawingml/2006/main">
              <a:ext uri="{FF2B5EF4-FFF2-40B4-BE49-F238E27FC236}">
                <a16:creationId xmlns:a16="http://schemas.microsoft.com/office/drawing/2014/main" id="{BB815DC9-F002-41AC-A98B-7DA176AD610F}"/>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658982460" name="Rectangle: Rounded Corners 112366508">
            <a:extLst xmlns:a="http://schemas.openxmlformats.org/drawingml/2006/main">
              <a:ext uri="{FF2B5EF4-FFF2-40B4-BE49-F238E27FC236}">
                <a16:creationId xmlns:a16="http://schemas.microsoft.com/office/drawing/2014/main" id="{23E0DC0C-F824-4466-88D4-338F5D8F9DC2}"/>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58179834" name="Rectangle: Rounded Corners 1684869887">
            <a:extLst xmlns:a="http://schemas.openxmlformats.org/drawingml/2006/main">
              <a:ext uri="{FF2B5EF4-FFF2-40B4-BE49-F238E27FC236}">
                <a16:creationId xmlns:a16="http://schemas.microsoft.com/office/drawing/2014/main" id="{254848A5-665A-43D8-962F-789F77F2F820}"/>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091076427" name="Arrow: Right 582027638">
            <a:extLst xmlns:a="http://schemas.openxmlformats.org/drawingml/2006/main">
              <a:ext uri="{FF2B5EF4-FFF2-40B4-BE49-F238E27FC236}">
                <a16:creationId xmlns:a16="http://schemas.microsoft.com/office/drawing/2014/main" id="{1CB89463-3C1A-4420-AE99-9130F45A7651}"/>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33379188" name="Rectangle: Rounded Corners 415203980">
            <a:extLst xmlns:a="http://schemas.openxmlformats.org/drawingml/2006/main">
              <a:ext uri="{FF2B5EF4-FFF2-40B4-BE49-F238E27FC236}">
                <a16:creationId xmlns:a16="http://schemas.microsoft.com/office/drawing/2014/main" id="{001B6B13-12A7-4BA6-BD4B-A837E8A98DAE}"/>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582864459" name="Rectangle 1659565154">
            <a:extLst xmlns:a="http://schemas.openxmlformats.org/drawingml/2006/main">
              <a:ext uri="{FF2B5EF4-FFF2-40B4-BE49-F238E27FC236}">
                <a16:creationId xmlns:a16="http://schemas.microsoft.com/office/drawing/2014/main" id="{A238B4BA-5692-403B-B864-F17AB595C2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spTree>
    <p:extLst>
      <p:ext uri="{BB962C8B-B14F-4D97-AF65-F5344CB8AC3E}">
        <p14:creationId xmlns:p14="http://schemas.microsoft.com/office/powerpoint/2010/main" val="1952422499"/>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18529692" name="Rectangle 2031595678">
            <a:extLst xmlns:a="http://schemas.openxmlformats.org/drawingml/2006/main">
              <a:ext uri="{FF2B5EF4-FFF2-40B4-BE49-F238E27FC236}">
                <a16:creationId xmlns:a16="http://schemas.microsoft.com/office/drawing/2014/main" id="{67A6F23D-E34F-40E1-B336-B015CBE8EFE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687443699" name="Rectangle 1958034541">
            <a:extLst xmlns:a="http://schemas.openxmlformats.org/drawingml/2006/main">
              <a:ext uri="{FF2B5EF4-FFF2-40B4-BE49-F238E27FC236}">
                <a16:creationId xmlns:a16="http://schemas.microsoft.com/office/drawing/2014/main" id="{B8EFFF21-F6CF-4858-840E-BD0CFA535E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1437102879" name="Rectangle: Rounded Corners 856291304">
            <a:extLst xmlns:a="http://schemas.openxmlformats.org/drawingml/2006/main">
              <a:ext uri="{FF2B5EF4-FFF2-40B4-BE49-F238E27FC236}">
                <a16:creationId xmlns:a16="http://schemas.microsoft.com/office/drawing/2014/main" id="{89AD3617-059D-404F-80D2-825D21866A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060817" name="Oval 915562435">
            <a:extLst xmlns:a="http://schemas.openxmlformats.org/drawingml/2006/main">
              <a:ext uri="{FF2B5EF4-FFF2-40B4-BE49-F238E27FC236}">
                <a16:creationId xmlns:a16="http://schemas.microsoft.com/office/drawing/2014/main" id="{ACFF99DD-B67B-479D-AE09-35DDC59B4B71}"/>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28728471" name="Oval 2063706273">
            <a:extLst xmlns:a="http://schemas.openxmlformats.org/drawingml/2006/main">
              <a:ext uri="{FF2B5EF4-FFF2-40B4-BE49-F238E27FC236}">
                <a16:creationId xmlns:a16="http://schemas.microsoft.com/office/drawing/2014/main" id="{14DA9BFD-712A-482E-BC35-6B2BC8EF638A}"/>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15149275" name="Oval 1843251255">
            <a:extLst xmlns:a="http://schemas.openxmlformats.org/drawingml/2006/main">
              <a:ext uri="{FF2B5EF4-FFF2-40B4-BE49-F238E27FC236}">
                <a16:creationId xmlns:a16="http://schemas.microsoft.com/office/drawing/2014/main" id="{9E2FC4DE-8BA1-4F8D-BBD1-8C1B81657002}"/>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349255641" name="Arrow: Right 1047507270">
            <a:extLst xmlns:a="http://schemas.openxmlformats.org/drawingml/2006/main">
              <a:ext uri="{FF2B5EF4-FFF2-40B4-BE49-F238E27FC236}">
                <a16:creationId xmlns:a16="http://schemas.microsoft.com/office/drawing/2014/main" id="{98F5209F-818F-444C-8FC3-31CC940EBE3B}"/>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546244931" name="Arrow: Right 416431706">
            <a:extLst xmlns:a="http://schemas.openxmlformats.org/drawingml/2006/main">
              <a:ext uri="{FF2B5EF4-FFF2-40B4-BE49-F238E27FC236}">
                <a16:creationId xmlns:a16="http://schemas.microsoft.com/office/drawing/2014/main" id="{8D0A522C-23E7-4759-B3F3-182DF4687B2B}"/>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886873815" name="Rectangle: Rounded Corners 685887359">
            <a:extLst xmlns:a="http://schemas.openxmlformats.org/drawingml/2006/main">
              <a:ext uri="{FF2B5EF4-FFF2-40B4-BE49-F238E27FC236}">
                <a16:creationId xmlns:a16="http://schemas.microsoft.com/office/drawing/2014/main" id="{65274305-2615-4B49-90F8-CFEC41277E79}"/>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415974002" name="Rectangle 1087270730">
            <a:extLst xmlns:a="http://schemas.openxmlformats.org/drawingml/2006/main">
              <a:ext uri="{FF2B5EF4-FFF2-40B4-BE49-F238E27FC236}">
                <a16:creationId xmlns:a16="http://schemas.microsoft.com/office/drawing/2014/main" id="{BCE3DB0B-1DE9-4306-8A1A-19D3256CB62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1449099075"/>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7865283" name="Rectangle 274056230">
            <a:extLst xmlns:a="http://schemas.openxmlformats.org/drawingml/2006/main">
              <a:ext uri="{FF2B5EF4-FFF2-40B4-BE49-F238E27FC236}">
                <a16:creationId xmlns:a16="http://schemas.microsoft.com/office/drawing/2014/main" id="{DEA721E4-0FB0-48DB-AA2E-388DB6285A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825181505" name="Rectangle 2069842662">
            <a:extLst xmlns:a="http://schemas.openxmlformats.org/drawingml/2006/main">
              <a:ext uri="{FF2B5EF4-FFF2-40B4-BE49-F238E27FC236}">
                <a16:creationId xmlns:a16="http://schemas.microsoft.com/office/drawing/2014/main" id="{3D8FE04E-1835-4619-8198-2D675512842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470341237" name="Rectangle: Rounded Corners 1012080298">
            <a:extLst xmlns:a="http://schemas.openxmlformats.org/drawingml/2006/main">
              <a:ext uri="{FF2B5EF4-FFF2-40B4-BE49-F238E27FC236}">
                <a16:creationId xmlns:a16="http://schemas.microsoft.com/office/drawing/2014/main" id="{C06C2AF0-AF1F-41E3-B6FB-002AA2D85BC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6790682" name="Rectangle: Rounded Corners 268010825">
            <a:extLst xmlns:a="http://schemas.openxmlformats.org/drawingml/2006/main">
              <a:ext uri="{FF2B5EF4-FFF2-40B4-BE49-F238E27FC236}">
                <a16:creationId xmlns:a16="http://schemas.microsoft.com/office/drawing/2014/main" id="{B24F5244-FE57-4CF4-90ED-14AED2A002D7}"/>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799037920" name="Rectangle 859411994">
            <a:extLst xmlns:a="http://schemas.openxmlformats.org/drawingml/2006/main">
              <a:ext uri="{FF2B5EF4-FFF2-40B4-BE49-F238E27FC236}">
                <a16:creationId xmlns:a16="http://schemas.microsoft.com/office/drawing/2014/main" id="{8D32207F-3ED2-4B28-BAEA-9DDDE7745308}"/>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957497616" name="Rectangle: Rounded Corners 462313761">
            <a:extLst xmlns:a="http://schemas.openxmlformats.org/drawingml/2006/main">
              <a:ext uri="{FF2B5EF4-FFF2-40B4-BE49-F238E27FC236}">
                <a16:creationId xmlns:a16="http://schemas.microsoft.com/office/drawing/2014/main" id="{4DA4F4EC-0301-465D-AD24-F593740DAFF4}"/>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588087696" name="Rectangle 256178726">
            <a:extLst xmlns:a="http://schemas.openxmlformats.org/drawingml/2006/main">
              <a:ext uri="{FF2B5EF4-FFF2-40B4-BE49-F238E27FC236}">
                <a16:creationId xmlns:a16="http://schemas.microsoft.com/office/drawing/2014/main" id="{BCB34A10-3BAD-40BD-B333-AFC5259E2BC2}"/>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2006093278" name="Rectangle: Rounded Corners 570514558">
            <a:extLst xmlns:a="http://schemas.openxmlformats.org/drawingml/2006/main">
              <a:ext uri="{FF2B5EF4-FFF2-40B4-BE49-F238E27FC236}">
                <a16:creationId xmlns:a16="http://schemas.microsoft.com/office/drawing/2014/main" id="{D61BD616-F49A-4610-93C6-59CD5220D70D}"/>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6227017" name="Rectangle: Rounded Corners 1825339525">
            <a:extLst xmlns:a="http://schemas.openxmlformats.org/drawingml/2006/main">
              <a:ext uri="{FF2B5EF4-FFF2-40B4-BE49-F238E27FC236}">
                <a16:creationId xmlns:a16="http://schemas.microsoft.com/office/drawing/2014/main" id="{4594940D-EF92-402E-98B5-9D0C897DE49B}"/>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8681066" name="Rectangle: Rounded Corners 1330424870">
            <a:extLst xmlns:a="http://schemas.openxmlformats.org/drawingml/2006/main">
              <a:ext uri="{FF2B5EF4-FFF2-40B4-BE49-F238E27FC236}">
                <a16:creationId xmlns:a16="http://schemas.microsoft.com/office/drawing/2014/main" id="{6190037A-D0BE-48C7-932A-2DA4DCB64B3E}"/>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4111600" name="Rectangle: Rounded Corners 1894137061">
            <a:extLst xmlns:a="http://schemas.openxmlformats.org/drawingml/2006/main">
              <a:ext uri="{FF2B5EF4-FFF2-40B4-BE49-F238E27FC236}">
                <a16:creationId xmlns:a16="http://schemas.microsoft.com/office/drawing/2014/main" id="{7B788411-610F-405D-9AFD-26E711D42F67}"/>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384472" name="Rectangle: Rounded Corners 402898928">
            <a:extLst xmlns:a="http://schemas.openxmlformats.org/drawingml/2006/main">
              <a:ext uri="{FF2B5EF4-FFF2-40B4-BE49-F238E27FC236}">
                <a16:creationId xmlns:a16="http://schemas.microsoft.com/office/drawing/2014/main" id="{FFEA58F7-C883-4226-A237-DB423A31B40C}"/>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0815137" name="Rectangle 1777770755">
            <a:extLst xmlns:a="http://schemas.openxmlformats.org/drawingml/2006/main">
              <a:ext uri="{FF2B5EF4-FFF2-40B4-BE49-F238E27FC236}">
                <a16:creationId xmlns:a16="http://schemas.microsoft.com/office/drawing/2014/main" id="{9C3F77BB-3C0A-49F7-9D83-4D423E6A7846}"/>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635350215" name="Rectangle 664374673">
            <a:extLst xmlns:a="http://schemas.openxmlformats.org/drawingml/2006/main">
              <a:ext uri="{FF2B5EF4-FFF2-40B4-BE49-F238E27FC236}">
                <a16:creationId xmlns:a16="http://schemas.microsoft.com/office/drawing/2014/main" id="{6FAAC157-CD4E-43AC-88FF-919FAAA2446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
        <p:nvSpPr>
          <p:cNvPr id="49507534" name="qk-score-formula">
            <a:extLst xmlns:a="http://schemas.openxmlformats.org/drawingml/2006/main">
              <a:ext uri="{FF2B5EF4-FFF2-40B4-BE49-F238E27FC236}">
                <a16:creationId xmlns:a16="http://schemas.microsoft.com/office/drawing/2014/main" id="{A3CF2811-D272-4532-B33D-4C84409B6A32}"/>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2064355607" name="dot-product-explanation">
            <a:extLst xmlns:a="http://schemas.openxmlformats.org/drawingml/2006/main">
              <a:ext uri="{FF2B5EF4-FFF2-40B4-BE49-F238E27FC236}">
                <a16:creationId xmlns:a16="http://schemas.microsoft.com/office/drawing/2014/main" id="{75814D67-B86B-4F22-A44A-35A291F12F74}"/>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36431680"/>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5189413" name="Rectangle 1701338696">
            <a:extLst xmlns:a="http://schemas.openxmlformats.org/drawingml/2006/main">
              <a:ext uri="{FF2B5EF4-FFF2-40B4-BE49-F238E27FC236}">
                <a16:creationId xmlns:a16="http://schemas.microsoft.com/office/drawing/2014/main" id="{4376B1CE-9AD6-4D4A-99D9-EEC9EEEA0BF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64310542" name="Rectangle 1786653114">
            <a:extLst xmlns:a="http://schemas.openxmlformats.org/drawingml/2006/main">
              <a:ext uri="{FF2B5EF4-FFF2-40B4-BE49-F238E27FC236}">
                <a16:creationId xmlns:a16="http://schemas.microsoft.com/office/drawing/2014/main" id="{6EAD377F-1AFD-46A6-9FFA-B8752C5F269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851358018" name="Rectangle: Rounded Corners 464705818">
            <a:extLst xmlns:a="http://schemas.openxmlformats.org/drawingml/2006/main">
              <a:ext uri="{FF2B5EF4-FFF2-40B4-BE49-F238E27FC236}">
                <a16:creationId xmlns:a16="http://schemas.microsoft.com/office/drawing/2014/main" id="{6FE240EF-5247-4F09-941C-5550B489DE3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384133" name="Rectangle: Rounded Corners 1141548239">
            <a:extLst xmlns:a="http://schemas.openxmlformats.org/drawingml/2006/main">
              <a:ext uri="{FF2B5EF4-FFF2-40B4-BE49-F238E27FC236}">
                <a16:creationId xmlns:a16="http://schemas.microsoft.com/office/drawing/2014/main" id="{A346A836-5988-461A-9132-5BCFBE6B50D2}"/>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8998179" name="Rectangle: Rounded Corners 498832919">
            <a:extLst xmlns:a="http://schemas.openxmlformats.org/drawingml/2006/main">
              <a:ext uri="{FF2B5EF4-FFF2-40B4-BE49-F238E27FC236}">
                <a16:creationId xmlns:a16="http://schemas.microsoft.com/office/drawing/2014/main" id="{32B18E96-F614-4900-9690-E25C51989387}"/>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3817974" name="Rectangle: Rounded Corners 1769908897">
            <a:extLst xmlns:a="http://schemas.openxmlformats.org/drawingml/2006/main">
              <a:ext uri="{FF2B5EF4-FFF2-40B4-BE49-F238E27FC236}">
                <a16:creationId xmlns:a16="http://schemas.microsoft.com/office/drawing/2014/main" id="{5810C298-06EC-414E-AD3B-62ECF65F879D}"/>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9871676" name="Rectangle: Rounded Corners 1914348486">
            <a:extLst xmlns:a="http://schemas.openxmlformats.org/drawingml/2006/main">
              <a:ext uri="{FF2B5EF4-FFF2-40B4-BE49-F238E27FC236}">
                <a16:creationId xmlns:a16="http://schemas.microsoft.com/office/drawing/2014/main" id="{ACA5B3C1-2285-4A71-AACD-B07F6497AAA2}"/>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7678611" name="Rectangle: Rounded Corners 1678518739">
            <a:extLst xmlns:a="http://schemas.openxmlformats.org/drawingml/2006/main">
              <a:ext uri="{FF2B5EF4-FFF2-40B4-BE49-F238E27FC236}">
                <a16:creationId xmlns:a16="http://schemas.microsoft.com/office/drawing/2014/main" id="{EB3DCE9D-5B08-43E9-80A0-D78853DA4B11}"/>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1230766" name="Arrow: Right 2119966246">
            <a:extLst xmlns:a="http://schemas.openxmlformats.org/drawingml/2006/main">
              <a:ext uri="{FF2B5EF4-FFF2-40B4-BE49-F238E27FC236}">
                <a16:creationId xmlns:a16="http://schemas.microsoft.com/office/drawing/2014/main" id="{3B128B7F-9D95-477F-8C98-5ADB33C2701F}"/>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1339717995" name="Rectangle: Rounded Corners 211572738">
            <a:extLst xmlns:a="http://schemas.openxmlformats.org/drawingml/2006/main">
              <a:ext uri="{FF2B5EF4-FFF2-40B4-BE49-F238E27FC236}">
                <a16:creationId xmlns:a16="http://schemas.microsoft.com/office/drawing/2014/main" id="{AE8F2639-EC8A-4793-9D0B-6C6CB11BB447}"/>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11909" name="Rectangle: Rounded Corners 1030269239">
            <a:extLst xmlns:a="http://schemas.openxmlformats.org/drawingml/2006/main">
              <a:ext uri="{FF2B5EF4-FFF2-40B4-BE49-F238E27FC236}">
                <a16:creationId xmlns:a16="http://schemas.microsoft.com/office/drawing/2014/main" id="{C512D577-907F-4CEB-9C66-0BF8F277E851}"/>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171142" name="Rectangle: Rounded Corners 642494706">
            <a:extLst xmlns:a="http://schemas.openxmlformats.org/drawingml/2006/main">
              <a:ext uri="{FF2B5EF4-FFF2-40B4-BE49-F238E27FC236}">
                <a16:creationId xmlns:a16="http://schemas.microsoft.com/office/drawing/2014/main" id="{3428D675-A794-4C41-9EB0-802FC4FD4FF2}"/>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9025576" name="Rectangle: Rounded Corners 1203968868">
            <a:extLst xmlns:a="http://schemas.openxmlformats.org/drawingml/2006/main">
              <a:ext uri="{FF2B5EF4-FFF2-40B4-BE49-F238E27FC236}">
                <a16:creationId xmlns:a16="http://schemas.microsoft.com/office/drawing/2014/main" id="{6E285020-F556-41CB-A650-1786D710E105}"/>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5258881" name="Rectangle: Rounded Corners 666818066">
            <a:extLst xmlns:a="http://schemas.openxmlformats.org/drawingml/2006/main">
              <a:ext uri="{FF2B5EF4-FFF2-40B4-BE49-F238E27FC236}">
                <a16:creationId xmlns:a16="http://schemas.microsoft.com/office/drawing/2014/main" id="{27055C87-683B-4E9F-9223-2E35F9622E8E}"/>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8403429" name="Rectangle 1940968764">
            <a:extLst xmlns:a="http://schemas.openxmlformats.org/drawingml/2006/main">
              <a:ext uri="{FF2B5EF4-FFF2-40B4-BE49-F238E27FC236}">
                <a16:creationId xmlns:a16="http://schemas.microsoft.com/office/drawing/2014/main" id="{9F169826-0DCB-4477-86D0-E5A8A22E31A8}"/>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259104931" name="Rectangle 1848061419">
            <a:extLst xmlns:a="http://schemas.openxmlformats.org/drawingml/2006/main">
              <a:ext uri="{FF2B5EF4-FFF2-40B4-BE49-F238E27FC236}">
                <a16:creationId xmlns:a16="http://schemas.microsoft.com/office/drawing/2014/main" id="{F851A037-F6FE-4F2A-87B3-EB74A1AE1215}"/>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1805108329" name="Rectangle 2016234214">
            <a:extLst xmlns:a="http://schemas.openxmlformats.org/drawingml/2006/main">
              <a:ext uri="{FF2B5EF4-FFF2-40B4-BE49-F238E27FC236}">
                <a16:creationId xmlns:a16="http://schemas.microsoft.com/office/drawing/2014/main" id="{5D38DF46-D208-4A7A-AFD1-EE477CAEBE4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
        <p:nvSpPr>
          <p:cNvPr id="540504257" name="scaled-dot-product-attention-formula">
            <a:extLst xmlns:a="http://schemas.openxmlformats.org/drawingml/2006/main">
              <a:ext uri="{FF2B5EF4-FFF2-40B4-BE49-F238E27FC236}">
                <a16:creationId xmlns:a16="http://schemas.microsoft.com/office/drawing/2014/main" id="{0609535E-6A6D-45ED-B2BE-2F2898FF3358}"/>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946378586" name="scaling-explanation">
            <a:extLst xmlns:a="http://schemas.openxmlformats.org/drawingml/2006/main">
              <a:ext uri="{FF2B5EF4-FFF2-40B4-BE49-F238E27FC236}">
                <a16:creationId xmlns:a16="http://schemas.microsoft.com/office/drawing/2014/main" id="{A625FD54-9371-4260-8FF7-39144F5A8A70}"/>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665329639"/>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5988896" name="Rectangle 667720717">
            <a:extLst xmlns:a="http://schemas.openxmlformats.org/drawingml/2006/main">
              <a:ext uri="{FF2B5EF4-FFF2-40B4-BE49-F238E27FC236}">
                <a16:creationId xmlns:a16="http://schemas.microsoft.com/office/drawing/2014/main" id="{A5CB40DA-D03F-4F02-91A1-E6ED2B571AC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842750826" name="Rectangle 1521779778">
            <a:extLst xmlns:a="http://schemas.openxmlformats.org/drawingml/2006/main">
              <a:ext uri="{FF2B5EF4-FFF2-40B4-BE49-F238E27FC236}">
                <a16:creationId xmlns:a16="http://schemas.microsoft.com/office/drawing/2014/main" id="{CE699539-BB4A-48EE-B67D-B73CE0CB500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589429643" name="Rectangle: Rounded Corners 832807897">
            <a:extLst xmlns:a="http://schemas.openxmlformats.org/drawingml/2006/main">
              <a:ext uri="{FF2B5EF4-FFF2-40B4-BE49-F238E27FC236}">
                <a16:creationId xmlns:a16="http://schemas.microsoft.com/office/drawing/2014/main" id="{800D63B8-CFB8-40A5-AA62-AAD747C6238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776508" name="Rectangle: Rounded Corners 1099418884">
            <a:extLst xmlns:a="http://schemas.openxmlformats.org/drawingml/2006/main">
              <a:ext uri="{FF2B5EF4-FFF2-40B4-BE49-F238E27FC236}">
                <a16:creationId xmlns:a16="http://schemas.microsoft.com/office/drawing/2014/main" id="{E0367FC0-2CED-4D72-BDA4-8FFD63A6B25F}"/>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400866870" name="Rectangle 605842497">
            <a:extLst xmlns:a="http://schemas.openxmlformats.org/drawingml/2006/main">
              <a:ext uri="{FF2B5EF4-FFF2-40B4-BE49-F238E27FC236}">
                <a16:creationId xmlns:a16="http://schemas.microsoft.com/office/drawing/2014/main" id="{BF549E1C-62AC-4A1F-8E4C-D79D07C46400}"/>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378080219" name="Rectangle: Rounded Corners 1810780251">
            <a:extLst xmlns:a="http://schemas.openxmlformats.org/drawingml/2006/main">
              <a:ext uri="{FF2B5EF4-FFF2-40B4-BE49-F238E27FC236}">
                <a16:creationId xmlns:a16="http://schemas.microsoft.com/office/drawing/2014/main" id="{331D835C-D31F-4AF2-BA34-28581705E8F8}"/>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305655075" name="Rectangle 1903860279">
            <a:extLst xmlns:a="http://schemas.openxmlformats.org/drawingml/2006/main">
              <a:ext uri="{FF2B5EF4-FFF2-40B4-BE49-F238E27FC236}">
                <a16:creationId xmlns:a16="http://schemas.microsoft.com/office/drawing/2014/main" id="{A9E6B5DB-FC03-4D0F-8C71-D4E05F397808}"/>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61030653" name="Rectangle: Rounded Corners 453837605">
            <a:extLst xmlns:a="http://schemas.openxmlformats.org/drawingml/2006/main">
              <a:ext uri="{FF2B5EF4-FFF2-40B4-BE49-F238E27FC236}">
                <a16:creationId xmlns:a16="http://schemas.microsoft.com/office/drawing/2014/main" id="{8ACF959E-033F-4989-89EF-062490EA3997}"/>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213236231" name="Rectangle 1961512127">
            <a:extLst xmlns:a="http://schemas.openxmlformats.org/drawingml/2006/main">
              <a:ext uri="{FF2B5EF4-FFF2-40B4-BE49-F238E27FC236}">
                <a16:creationId xmlns:a16="http://schemas.microsoft.com/office/drawing/2014/main" id="{481B9D6A-D8F7-46AD-A9B3-49C3A3FF049E}"/>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783437427" name="Rectangle: Rounded Corners 866508350">
            <a:extLst xmlns:a="http://schemas.openxmlformats.org/drawingml/2006/main">
              <a:ext uri="{FF2B5EF4-FFF2-40B4-BE49-F238E27FC236}">
                <a16:creationId xmlns:a16="http://schemas.microsoft.com/office/drawing/2014/main" id="{7936402D-D021-4417-9BEB-065153A3F3E6}"/>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556162892" name="Rectangle 1031075147">
            <a:extLst xmlns:a="http://schemas.openxmlformats.org/drawingml/2006/main">
              <a:ext uri="{FF2B5EF4-FFF2-40B4-BE49-F238E27FC236}">
                <a16:creationId xmlns:a16="http://schemas.microsoft.com/office/drawing/2014/main" id="{4BC00FC5-F0C5-493E-B89E-F3C28AE83079}"/>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713491280" name="Arrow: Right 691035972">
            <a:extLst xmlns:a="http://schemas.openxmlformats.org/drawingml/2006/main">
              <a:ext uri="{FF2B5EF4-FFF2-40B4-BE49-F238E27FC236}">
                <a16:creationId xmlns:a16="http://schemas.microsoft.com/office/drawing/2014/main" id="{9803CB6E-A484-440E-BE57-6792EF31AD84}"/>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627299618" name="Rectangle: Rounded Corners 997542731">
            <a:extLst xmlns:a="http://schemas.openxmlformats.org/drawingml/2006/main">
              <a:ext uri="{FF2B5EF4-FFF2-40B4-BE49-F238E27FC236}">
                <a16:creationId xmlns:a16="http://schemas.microsoft.com/office/drawing/2014/main" id="{1A324B91-6698-4989-AF8A-CA981C355A43}"/>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371326802" name="Rectangle 1562003282">
            <a:extLst xmlns:a="http://schemas.openxmlformats.org/drawingml/2006/main">
              <a:ext uri="{FF2B5EF4-FFF2-40B4-BE49-F238E27FC236}">
                <a16:creationId xmlns:a16="http://schemas.microsoft.com/office/drawing/2014/main" id="{D64E0A23-E4EE-4A33-A82E-64F2155A57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1147161795"/>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2593492" name="Rectangle 836461681">
            <a:extLst xmlns:a="http://schemas.openxmlformats.org/drawingml/2006/main">
              <a:ext uri="{FF2B5EF4-FFF2-40B4-BE49-F238E27FC236}">
                <a16:creationId xmlns:a16="http://schemas.microsoft.com/office/drawing/2014/main" id="{FFC2F221-29E5-4054-A0A2-3DD95770B3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713492341" name="Rectangle 1767099124">
            <a:extLst xmlns:a="http://schemas.openxmlformats.org/drawingml/2006/main">
              <a:ext uri="{FF2B5EF4-FFF2-40B4-BE49-F238E27FC236}">
                <a16:creationId xmlns:a16="http://schemas.microsoft.com/office/drawing/2014/main" id="{978E4E00-522A-402A-86C9-3B27D4EC3B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86964975" name="Rectangle: Rounded Corners 658275056">
            <a:extLst xmlns:a="http://schemas.openxmlformats.org/drawingml/2006/main">
              <a:ext uri="{FF2B5EF4-FFF2-40B4-BE49-F238E27FC236}">
                <a16:creationId xmlns:a16="http://schemas.microsoft.com/office/drawing/2014/main" id="{2E683072-C4A5-4E15-9D6C-27A45BCBA29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0806230" name="Oval 1632534857">
            <a:extLst xmlns:a="http://schemas.openxmlformats.org/drawingml/2006/main">
              <a:ext uri="{FF2B5EF4-FFF2-40B4-BE49-F238E27FC236}">
                <a16:creationId xmlns:a16="http://schemas.microsoft.com/office/drawing/2014/main" id="{1BBD064D-B175-4147-8E0F-17CF1B941AB9}"/>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944539788" name="Oval 1413970628">
            <a:extLst xmlns:a="http://schemas.openxmlformats.org/drawingml/2006/main">
              <a:ext uri="{FF2B5EF4-FFF2-40B4-BE49-F238E27FC236}">
                <a16:creationId xmlns:a16="http://schemas.microsoft.com/office/drawing/2014/main" id="{7FE4E6A3-027F-4E4F-81B8-A0B4BA5BA07B}"/>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877727845" name="Oval 1148745044">
            <a:extLst xmlns:a="http://schemas.openxmlformats.org/drawingml/2006/main">
              <a:ext uri="{FF2B5EF4-FFF2-40B4-BE49-F238E27FC236}">
                <a16:creationId xmlns:a16="http://schemas.microsoft.com/office/drawing/2014/main" id="{F9C51D66-86B5-4984-9226-EEF2AA7A206C}"/>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640111812" name="Oval 1579502936">
            <a:extLst xmlns:a="http://schemas.openxmlformats.org/drawingml/2006/main">
              <a:ext uri="{FF2B5EF4-FFF2-40B4-BE49-F238E27FC236}">
                <a16:creationId xmlns:a16="http://schemas.microsoft.com/office/drawing/2014/main" id="{A32D1382-85CD-4B20-8874-FEB2394E26C3}"/>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080712696" name="Oval 638914901">
            <a:extLst xmlns:a="http://schemas.openxmlformats.org/drawingml/2006/main">
              <a:ext uri="{FF2B5EF4-FFF2-40B4-BE49-F238E27FC236}">
                <a16:creationId xmlns:a16="http://schemas.microsoft.com/office/drawing/2014/main" id="{9F2E2498-0BF6-4A49-9035-48B0534548FD}"/>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95089636" name="Oval 1524084679">
            <a:extLst xmlns:a="http://schemas.openxmlformats.org/drawingml/2006/main">
              <a:ext uri="{FF2B5EF4-FFF2-40B4-BE49-F238E27FC236}">
                <a16:creationId xmlns:a16="http://schemas.microsoft.com/office/drawing/2014/main" id="{1A33C34C-667E-434A-B0FD-76F81721EB43}"/>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05562897" name="Oval 1617060268">
            <a:extLst xmlns:a="http://schemas.openxmlformats.org/drawingml/2006/main">
              <a:ext uri="{FF2B5EF4-FFF2-40B4-BE49-F238E27FC236}">
                <a16:creationId xmlns:a16="http://schemas.microsoft.com/office/drawing/2014/main" id="{B64A18CE-9710-4640-BD95-355A9AC8B4A0}"/>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390258988" name="Oval 1577893088">
            <a:extLst xmlns:a="http://schemas.openxmlformats.org/drawingml/2006/main">
              <a:ext uri="{FF2B5EF4-FFF2-40B4-BE49-F238E27FC236}">
                <a16:creationId xmlns:a16="http://schemas.microsoft.com/office/drawing/2014/main" id="{0D61F5F4-97E2-46C5-B4A7-20A7B59704DC}"/>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04145354" name="Oval 1071333543">
            <a:extLst xmlns:a="http://schemas.openxmlformats.org/drawingml/2006/main">
              <a:ext uri="{FF2B5EF4-FFF2-40B4-BE49-F238E27FC236}">
                <a16:creationId xmlns:a16="http://schemas.microsoft.com/office/drawing/2014/main" id="{984705AF-9610-49DB-8E62-97D51ADCBCFF}"/>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267382451" name="Oval 399974577">
            <a:extLst xmlns:a="http://schemas.openxmlformats.org/drawingml/2006/main">
              <a:ext uri="{FF2B5EF4-FFF2-40B4-BE49-F238E27FC236}">
                <a16:creationId xmlns:a16="http://schemas.microsoft.com/office/drawing/2014/main" id="{8C366657-5434-4B8C-ADC3-114F7BEDF706}"/>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504837965" name="Oval 1223483228">
            <a:extLst xmlns:a="http://schemas.openxmlformats.org/drawingml/2006/main">
              <a:ext uri="{FF2B5EF4-FFF2-40B4-BE49-F238E27FC236}">
                <a16:creationId xmlns:a16="http://schemas.microsoft.com/office/drawing/2014/main" id="{E39C8FE7-9A6F-4579-A503-B60B7D6B90C6}"/>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370658820" name="Oval 494721319">
            <a:extLst xmlns:a="http://schemas.openxmlformats.org/drawingml/2006/main">
              <a:ext uri="{FF2B5EF4-FFF2-40B4-BE49-F238E27FC236}">
                <a16:creationId xmlns:a16="http://schemas.microsoft.com/office/drawing/2014/main" id="{20358419-466A-463D-AD4A-1C87022A62BF}"/>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573452922" name="Straight Connector 484203624">
            <a:extLst xmlns:a="http://schemas.openxmlformats.org/drawingml/2006/main">
              <a:ext uri="{FF2B5EF4-FFF2-40B4-BE49-F238E27FC236}">
                <a16:creationId xmlns:a16="http://schemas.microsoft.com/office/drawing/2014/main" id="{D2725AEE-102F-4FDD-AEAD-18B3913D9B2F}"/>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3604839" name="Straight Connector 390803704">
            <a:extLst xmlns:a="http://schemas.openxmlformats.org/drawingml/2006/main">
              <a:ext uri="{FF2B5EF4-FFF2-40B4-BE49-F238E27FC236}">
                <a16:creationId xmlns:a16="http://schemas.microsoft.com/office/drawing/2014/main" id="{A51503B9-B3B5-4449-B28D-9525857EA539}"/>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4562909" name="Straight Connector 1483356268">
            <a:extLst xmlns:a="http://schemas.openxmlformats.org/drawingml/2006/main">
              <a:ext uri="{FF2B5EF4-FFF2-40B4-BE49-F238E27FC236}">
                <a16:creationId xmlns:a16="http://schemas.microsoft.com/office/drawing/2014/main" id="{E4457B74-0F8A-4213-B5F9-045DE3BCAE0A}"/>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5910943" name="Straight Connector 491113418">
            <a:extLst xmlns:a="http://schemas.openxmlformats.org/drawingml/2006/main">
              <a:ext uri="{FF2B5EF4-FFF2-40B4-BE49-F238E27FC236}">
                <a16:creationId xmlns:a16="http://schemas.microsoft.com/office/drawing/2014/main" id="{E086B6B8-7208-4A1A-B3BE-7A45154A2C17}"/>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5575763" name="Straight Connector 1895177637">
            <a:extLst xmlns:a="http://schemas.openxmlformats.org/drawingml/2006/main">
              <a:ext uri="{FF2B5EF4-FFF2-40B4-BE49-F238E27FC236}">
                <a16:creationId xmlns:a16="http://schemas.microsoft.com/office/drawing/2014/main" id="{27338833-B5BE-4BCB-8E9C-5294A2D221FA}"/>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5153033" name="Straight Connector 1498279708">
            <a:extLst xmlns:a="http://schemas.openxmlformats.org/drawingml/2006/main">
              <a:ext uri="{FF2B5EF4-FFF2-40B4-BE49-F238E27FC236}">
                <a16:creationId xmlns:a16="http://schemas.microsoft.com/office/drawing/2014/main" id="{FFEC3A0B-A7D0-4980-92F0-1AE287E11D42}"/>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9187283" name="Straight Connector 139583842">
            <a:extLst xmlns:a="http://schemas.openxmlformats.org/drawingml/2006/main">
              <a:ext uri="{FF2B5EF4-FFF2-40B4-BE49-F238E27FC236}">
                <a16:creationId xmlns:a16="http://schemas.microsoft.com/office/drawing/2014/main" id="{983A12DF-FDDF-4A04-9F4E-ED72B6118552}"/>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33636" name="Straight Connector 810730709">
            <a:extLst xmlns:a="http://schemas.openxmlformats.org/drawingml/2006/main">
              <a:ext uri="{FF2B5EF4-FFF2-40B4-BE49-F238E27FC236}">
                <a16:creationId xmlns:a16="http://schemas.microsoft.com/office/drawing/2014/main" id="{1F0CC0C8-1FFB-4815-B3DC-176AC71B53A1}"/>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516017" name="Straight Connector 521066155">
            <a:extLst xmlns:a="http://schemas.openxmlformats.org/drawingml/2006/main">
              <a:ext uri="{FF2B5EF4-FFF2-40B4-BE49-F238E27FC236}">
                <a16:creationId xmlns:a16="http://schemas.microsoft.com/office/drawing/2014/main" id="{BF51A451-8754-4579-8F25-3AE002897252}"/>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8709145" name="Straight Connector 316407275">
            <a:extLst xmlns:a="http://schemas.openxmlformats.org/drawingml/2006/main">
              <a:ext uri="{FF2B5EF4-FFF2-40B4-BE49-F238E27FC236}">
                <a16:creationId xmlns:a16="http://schemas.microsoft.com/office/drawing/2014/main" id="{3F49EAA1-AE80-4F72-8707-B1539A4E9559}"/>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383492" name="Straight Connector 218150276">
            <a:extLst xmlns:a="http://schemas.openxmlformats.org/drawingml/2006/main">
              <a:ext uri="{FF2B5EF4-FFF2-40B4-BE49-F238E27FC236}">
                <a16:creationId xmlns:a16="http://schemas.microsoft.com/office/drawing/2014/main" id="{19209553-A9B8-4453-9234-82CB73511864}"/>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78389" name="Straight Connector 499927860">
            <a:extLst xmlns:a="http://schemas.openxmlformats.org/drawingml/2006/main">
              <a:ext uri="{FF2B5EF4-FFF2-40B4-BE49-F238E27FC236}">
                <a16:creationId xmlns:a16="http://schemas.microsoft.com/office/drawing/2014/main" id="{D8B46F50-69C9-413F-AB2C-B6347AEC97E5}"/>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2732159" name="Straight Connector 1350622295">
            <a:extLst xmlns:a="http://schemas.openxmlformats.org/drawingml/2006/main">
              <a:ext uri="{FF2B5EF4-FFF2-40B4-BE49-F238E27FC236}">
                <a16:creationId xmlns:a16="http://schemas.microsoft.com/office/drawing/2014/main" id="{B27965B6-9DAC-408E-822F-4F936BB945D2}"/>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9734482" name="Straight Connector 45691064">
            <a:extLst xmlns:a="http://schemas.openxmlformats.org/drawingml/2006/main">
              <a:ext uri="{FF2B5EF4-FFF2-40B4-BE49-F238E27FC236}">
                <a16:creationId xmlns:a16="http://schemas.microsoft.com/office/drawing/2014/main" id="{66F2EFE3-8661-4CDC-A7B3-7AE25E28779A}"/>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7710300" name="Straight Connector 1145050028">
            <a:extLst xmlns:a="http://schemas.openxmlformats.org/drawingml/2006/main">
              <a:ext uri="{FF2B5EF4-FFF2-40B4-BE49-F238E27FC236}">
                <a16:creationId xmlns:a16="http://schemas.microsoft.com/office/drawing/2014/main" id="{93BE51EA-E4D2-4445-BCFB-CD77ECEF5E57}"/>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4345473" name="Straight Connector 969983034">
            <a:extLst xmlns:a="http://schemas.openxmlformats.org/drawingml/2006/main">
              <a:ext uri="{FF2B5EF4-FFF2-40B4-BE49-F238E27FC236}">
                <a16:creationId xmlns:a16="http://schemas.microsoft.com/office/drawing/2014/main" id="{80B2EFB6-EE50-4943-BD81-CC605754AE8C}"/>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570887" name="Straight Connector 452016390">
            <a:extLst xmlns:a="http://schemas.openxmlformats.org/drawingml/2006/main">
              <a:ext uri="{FF2B5EF4-FFF2-40B4-BE49-F238E27FC236}">
                <a16:creationId xmlns:a16="http://schemas.microsoft.com/office/drawing/2014/main" id="{3556BF25-1A0F-48B6-99F3-C2237A4F630A}"/>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6680304" name="Straight Connector 1200418004">
            <a:extLst xmlns:a="http://schemas.openxmlformats.org/drawingml/2006/main">
              <a:ext uri="{FF2B5EF4-FFF2-40B4-BE49-F238E27FC236}">
                <a16:creationId xmlns:a16="http://schemas.microsoft.com/office/drawing/2014/main" id="{D435F6EC-04FF-407F-865A-7B4366500954}"/>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415921" name="Straight Connector 1516866411">
            <a:extLst xmlns:a="http://schemas.openxmlformats.org/drawingml/2006/main">
              <a:ext uri="{FF2B5EF4-FFF2-40B4-BE49-F238E27FC236}">
                <a16:creationId xmlns:a16="http://schemas.microsoft.com/office/drawing/2014/main" id="{66CC1748-247A-4E48-A0D0-3D57E594580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304620" name="Straight Connector 251999135">
            <a:extLst xmlns:a="http://schemas.openxmlformats.org/drawingml/2006/main">
              <a:ext uri="{FF2B5EF4-FFF2-40B4-BE49-F238E27FC236}">
                <a16:creationId xmlns:a16="http://schemas.microsoft.com/office/drawing/2014/main" id="{63382CD8-8A7A-48E6-BBA9-61BB650273A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341427" name="Straight Connector 86571184">
            <a:extLst xmlns:a="http://schemas.openxmlformats.org/drawingml/2006/main">
              <a:ext uri="{FF2B5EF4-FFF2-40B4-BE49-F238E27FC236}">
                <a16:creationId xmlns:a16="http://schemas.microsoft.com/office/drawing/2014/main" id="{8E271718-DFA6-4DC1-889C-9633517DA15A}"/>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4685744" name="Straight Connector 602661193">
            <a:extLst xmlns:a="http://schemas.openxmlformats.org/drawingml/2006/main">
              <a:ext uri="{FF2B5EF4-FFF2-40B4-BE49-F238E27FC236}">
                <a16:creationId xmlns:a16="http://schemas.microsoft.com/office/drawing/2014/main" id="{45671253-8D14-4E8E-ACD5-4039E30D7638}"/>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2941358" name="Straight Connector 2078817605">
            <a:extLst xmlns:a="http://schemas.openxmlformats.org/drawingml/2006/main">
              <a:ext uri="{FF2B5EF4-FFF2-40B4-BE49-F238E27FC236}">
                <a16:creationId xmlns:a16="http://schemas.microsoft.com/office/drawing/2014/main" id="{C815AFD4-41E0-49B0-BA68-FD7B452D6C97}"/>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0235134" name="Straight Connector 37467791">
            <a:extLst xmlns:a="http://schemas.openxmlformats.org/drawingml/2006/main">
              <a:ext uri="{FF2B5EF4-FFF2-40B4-BE49-F238E27FC236}">
                <a16:creationId xmlns:a16="http://schemas.microsoft.com/office/drawing/2014/main" id="{8A2B5D21-1297-44E8-8884-D4D133ECE6A3}"/>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8354554" name="Rectangle 118172492">
            <a:extLst xmlns:a="http://schemas.openxmlformats.org/drawingml/2006/main">
              <a:ext uri="{FF2B5EF4-FFF2-40B4-BE49-F238E27FC236}">
                <a16:creationId xmlns:a16="http://schemas.microsoft.com/office/drawing/2014/main" id="{89AD06BD-B524-43D0-AA85-579D18AAAB0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spTree>
    <p:extLst>
      <p:ext uri="{BB962C8B-B14F-4D97-AF65-F5344CB8AC3E}">
        <p14:creationId xmlns:p14="http://schemas.microsoft.com/office/powerpoint/2010/main" val="1422767213"/>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2021829" name="Rectangle 1367258729">
            <a:extLst xmlns:a="http://schemas.openxmlformats.org/drawingml/2006/main">
              <a:ext uri="{FF2B5EF4-FFF2-40B4-BE49-F238E27FC236}">
                <a16:creationId xmlns:a16="http://schemas.microsoft.com/office/drawing/2014/main" id="{F531CD84-8EFC-486C-BA3A-7E6965F7CE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8481717" name="Rectangle 1284678877">
            <a:extLst xmlns:a="http://schemas.openxmlformats.org/drawingml/2006/main">
              <a:ext uri="{FF2B5EF4-FFF2-40B4-BE49-F238E27FC236}">
                <a16:creationId xmlns:a16="http://schemas.microsoft.com/office/drawing/2014/main" id="{2D8CD180-5AC9-4FAA-9A63-5556ADBA0E4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354955035" name="Rectangle: Rounded Corners 800864107">
            <a:extLst xmlns:a="http://schemas.openxmlformats.org/drawingml/2006/main">
              <a:ext uri="{FF2B5EF4-FFF2-40B4-BE49-F238E27FC236}">
                <a16:creationId xmlns:a16="http://schemas.microsoft.com/office/drawing/2014/main" id="{24F9BE45-206F-4170-A480-FD08CE5D4C2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1911592" name="Oval 233773315">
            <a:extLst xmlns:a="http://schemas.openxmlformats.org/drawingml/2006/main">
              <a:ext uri="{FF2B5EF4-FFF2-40B4-BE49-F238E27FC236}">
                <a16:creationId xmlns:a16="http://schemas.microsoft.com/office/drawing/2014/main" id="{2539813A-BE4A-4394-96F6-4BE8524DC873}"/>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8972255" name="Straight Connector 1564947674">
            <a:extLst xmlns:a="http://schemas.openxmlformats.org/drawingml/2006/main">
              <a:ext uri="{FF2B5EF4-FFF2-40B4-BE49-F238E27FC236}">
                <a16:creationId xmlns:a16="http://schemas.microsoft.com/office/drawing/2014/main" id="{CFEC3BBA-688C-4651-A0E4-E86DE00A5C55}"/>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4391185" name="Straight Connector 995560161">
            <a:extLst xmlns:a="http://schemas.openxmlformats.org/drawingml/2006/main">
              <a:ext uri="{FF2B5EF4-FFF2-40B4-BE49-F238E27FC236}">
                <a16:creationId xmlns:a16="http://schemas.microsoft.com/office/drawing/2014/main" id="{A36BC93F-CEBF-46EC-B25B-C1E7843A9133}"/>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9343264" name="Rectangle 1698038425">
            <a:extLst xmlns:a="http://schemas.openxmlformats.org/drawingml/2006/main">
              <a:ext uri="{FF2B5EF4-FFF2-40B4-BE49-F238E27FC236}">
                <a16:creationId xmlns:a16="http://schemas.microsoft.com/office/drawing/2014/main" id="{1CA2762C-8B0A-4D0D-BF86-2FB3F3549B2F}"/>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60725515" name="Oval 79558485">
            <a:extLst xmlns:a="http://schemas.openxmlformats.org/drawingml/2006/main">
              <a:ext uri="{FF2B5EF4-FFF2-40B4-BE49-F238E27FC236}">
                <a16:creationId xmlns:a16="http://schemas.microsoft.com/office/drawing/2014/main" id="{308401B0-EC80-4D43-9559-8D6A42EEE9AA}"/>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3947135" name="Straight Connector 1609830998">
            <a:extLst xmlns:a="http://schemas.openxmlformats.org/drawingml/2006/main">
              <a:ext uri="{FF2B5EF4-FFF2-40B4-BE49-F238E27FC236}">
                <a16:creationId xmlns:a16="http://schemas.microsoft.com/office/drawing/2014/main" id="{54D4F070-112C-4520-B355-81B4EEB6DE84}"/>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035239" name="Straight Connector 1713490366">
            <a:extLst xmlns:a="http://schemas.openxmlformats.org/drawingml/2006/main">
              <a:ext uri="{FF2B5EF4-FFF2-40B4-BE49-F238E27FC236}">
                <a16:creationId xmlns:a16="http://schemas.microsoft.com/office/drawing/2014/main" id="{3FA47E32-1E20-4DF6-90DB-CC7675C59406}"/>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4140148" name="Rectangle 1540777176">
            <a:extLst xmlns:a="http://schemas.openxmlformats.org/drawingml/2006/main">
              <a:ext uri="{FF2B5EF4-FFF2-40B4-BE49-F238E27FC236}">
                <a16:creationId xmlns:a16="http://schemas.microsoft.com/office/drawing/2014/main" id="{9C54702A-1747-467B-9AFE-6445D7FCF0B4}"/>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618144755" name="Oval 1805008483">
            <a:extLst xmlns:a="http://schemas.openxmlformats.org/drawingml/2006/main">
              <a:ext uri="{FF2B5EF4-FFF2-40B4-BE49-F238E27FC236}">
                <a16:creationId xmlns:a16="http://schemas.microsoft.com/office/drawing/2014/main" id="{A8014EA2-4F83-46A4-9354-5CC26C50BA6D}"/>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2126855" name="Straight Connector 1911549704">
            <a:extLst xmlns:a="http://schemas.openxmlformats.org/drawingml/2006/main">
              <a:ext uri="{FF2B5EF4-FFF2-40B4-BE49-F238E27FC236}">
                <a16:creationId xmlns:a16="http://schemas.microsoft.com/office/drawing/2014/main" id="{E0365A4D-DEDD-44AA-9B01-BB47D1A04CA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495588" name="Straight Connector 1791936671">
            <a:extLst xmlns:a="http://schemas.openxmlformats.org/drawingml/2006/main">
              <a:ext uri="{FF2B5EF4-FFF2-40B4-BE49-F238E27FC236}">
                <a16:creationId xmlns:a16="http://schemas.microsoft.com/office/drawing/2014/main" id="{C31830F1-2B7A-4C5B-8F85-E4DFE8931C4C}"/>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9619589" name="Rectangle 109414286">
            <a:extLst xmlns:a="http://schemas.openxmlformats.org/drawingml/2006/main">
              <a:ext uri="{FF2B5EF4-FFF2-40B4-BE49-F238E27FC236}">
                <a16:creationId xmlns:a16="http://schemas.microsoft.com/office/drawing/2014/main" id="{DAC35406-478A-4925-A4DC-1F566CF5DE78}"/>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1086837016" name="Oval 446622830">
            <a:extLst xmlns:a="http://schemas.openxmlformats.org/drawingml/2006/main">
              <a:ext uri="{FF2B5EF4-FFF2-40B4-BE49-F238E27FC236}">
                <a16:creationId xmlns:a16="http://schemas.microsoft.com/office/drawing/2014/main" id="{C8365DF0-92F4-4B0A-800B-58026F324C54}"/>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2172312" name="Straight Connector 858706386">
            <a:extLst xmlns:a="http://schemas.openxmlformats.org/drawingml/2006/main">
              <a:ext uri="{FF2B5EF4-FFF2-40B4-BE49-F238E27FC236}">
                <a16:creationId xmlns:a16="http://schemas.microsoft.com/office/drawing/2014/main" id="{A1A8F9A3-0E15-4931-85F0-C4ABFE4B2A78}"/>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8542920" name="Straight Connector 1428863682">
            <a:extLst xmlns:a="http://schemas.openxmlformats.org/drawingml/2006/main">
              <a:ext uri="{FF2B5EF4-FFF2-40B4-BE49-F238E27FC236}">
                <a16:creationId xmlns:a16="http://schemas.microsoft.com/office/drawing/2014/main" id="{262CBAB4-D8AB-4286-9D4A-05C9E4997859}"/>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7620362" name="Rectangle 1133392472">
            <a:extLst xmlns:a="http://schemas.openxmlformats.org/drawingml/2006/main">
              <a:ext uri="{FF2B5EF4-FFF2-40B4-BE49-F238E27FC236}">
                <a16:creationId xmlns:a16="http://schemas.microsoft.com/office/drawing/2014/main" id="{570B5EE2-3291-4BA8-9B05-9E47F6D8EBF4}"/>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034236118" name="Rectangle 438456562">
            <a:extLst xmlns:a="http://schemas.openxmlformats.org/drawingml/2006/main">
              <a:ext uri="{FF2B5EF4-FFF2-40B4-BE49-F238E27FC236}">
                <a16:creationId xmlns:a16="http://schemas.microsoft.com/office/drawing/2014/main" id="{84041D10-AD9D-431D-862E-8A36475F9BA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1745096176"/>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9032492" name="Rectangle 1411052237">
            <a:extLst xmlns:a="http://schemas.openxmlformats.org/drawingml/2006/main">
              <a:ext uri="{FF2B5EF4-FFF2-40B4-BE49-F238E27FC236}">
                <a16:creationId xmlns:a16="http://schemas.microsoft.com/office/drawing/2014/main" id="{FD46AB51-7E95-445D-9FC2-17FACBE0B08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266229788" name="Rectangle 106512870">
            <a:extLst xmlns:a="http://schemas.openxmlformats.org/drawingml/2006/main">
              <a:ext uri="{FF2B5EF4-FFF2-40B4-BE49-F238E27FC236}">
                <a16:creationId xmlns:a16="http://schemas.microsoft.com/office/drawing/2014/main" id="{45D28A10-560B-4BBB-B970-73E2B85A3B6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229282622" name="Rectangle: Rounded Corners 87118212">
            <a:extLst xmlns:a="http://schemas.openxmlformats.org/drawingml/2006/main">
              <a:ext uri="{FF2B5EF4-FFF2-40B4-BE49-F238E27FC236}">
                <a16:creationId xmlns:a16="http://schemas.microsoft.com/office/drawing/2014/main" id="{12CFAA7B-930B-4334-B805-DA40E27CCD7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0421571" name="Rectangle: Rounded Corners 437710827">
            <a:extLst xmlns:a="http://schemas.openxmlformats.org/drawingml/2006/main">
              <a:ext uri="{FF2B5EF4-FFF2-40B4-BE49-F238E27FC236}">
                <a16:creationId xmlns:a16="http://schemas.microsoft.com/office/drawing/2014/main" id="{2C584ECA-A7ED-4571-8272-554EF44B6DC0}"/>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570459564" name="Rectangle 1111010882">
            <a:extLst xmlns:a="http://schemas.openxmlformats.org/drawingml/2006/main">
              <a:ext uri="{FF2B5EF4-FFF2-40B4-BE49-F238E27FC236}">
                <a16:creationId xmlns:a16="http://schemas.microsoft.com/office/drawing/2014/main" id="{091BEB4B-4378-4BE7-B4A7-49A9A73A34CB}"/>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45334410" name="Rectangle: Rounded Corners 1831606846">
            <a:extLst xmlns:a="http://schemas.openxmlformats.org/drawingml/2006/main">
              <a:ext uri="{FF2B5EF4-FFF2-40B4-BE49-F238E27FC236}">
                <a16:creationId xmlns:a16="http://schemas.microsoft.com/office/drawing/2014/main" id="{8AC29E9D-8139-431B-834F-3C90EF4C0752}"/>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303040157" name="Rectangle 1646324530">
            <a:extLst xmlns:a="http://schemas.openxmlformats.org/drawingml/2006/main">
              <a:ext uri="{FF2B5EF4-FFF2-40B4-BE49-F238E27FC236}">
                <a16:creationId xmlns:a16="http://schemas.microsoft.com/office/drawing/2014/main" id="{E44BA569-4122-45EC-81DC-FE421F8741B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215695500" name="Rectangle: Rounded Corners 1489327302">
            <a:extLst xmlns:a="http://schemas.openxmlformats.org/drawingml/2006/main">
              <a:ext uri="{FF2B5EF4-FFF2-40B4-BE49-F238E27FC236}">
                <a16:creationId xmlns:a16="http://schemas.microsoft.com/office/drawing/2014/main" id="{5FECD38A-4E2E-4974-A07B-D148D3EB5607}"/>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635415220" name="Rectangle 1229374656">
            <a:extLst xmlns:a="http://schemas.openxmlformats.org/drawingml/2006/main">
              <a:ext uri="{FF2B5EF4-FFF2-40B4-BE49-F238E27FC236}">
                <a16:creationId xmlns:a16="http://schemas.microsoft.com/office/drawing/2014/main" id="{32026BC8-4716-4696-9E30-30FBAB69275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1917400476"/>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13889736" name="Rectangle 1844228020">
            <a:extLst xmlns:a="http://schemas.openxmlformats.org/drawingml/2006/main">
              <a:ext uri="{FF2B5EF4-FFF2-40B4-BE49-F238E27FC236}">
                <a16:creationId xmlns:a16="http://schemas.microsoft.com/office/drawing/2014/main" id="{19EAAD90-237D-4097-9095-8A337DF1D09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1100402987" name="Rectangle 619868867">
            <a:extLst xmlns:a="http://schemas.openxmlformats.org/drawingml/2006/main">
              <a:ext uri="{FF2B5EF4-FFF2-40B4-BE49-F238E27FC236}">
                <a16:creationId xmlns:a16="http://schemas.microsoft.com/office/drawing/2014/main" id="{E3CB7FCD-32B2-4312-83C3-3DDD348D641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854994030" name="Rectangle: Rounded Corners 1987948612">
            <a:extLst xmlns:a="http://schemas.openxmlformats.org/drawingml/2006/main">
              <a:ext uri="{FF2B5EF4-FFF2-40B4-BE49-F238E27FC236}">
                <a16:creationId xmlns:a16="http://schemas.microsoft.com/office/drawing/2014/main" id="{9A153B7D-791B-4C28-B62B-F6F40585639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094654" name="Rectangle: Rounded Corners 1704183002">
            <a:extLst xmlns:a="http://schemas.openxmlformats.org/drawingml/2006/main">
              <a:ext uri="{FF2B5EF4-FFF2-40B4-BE49-F238E27FC236}">
                <a16:creationId xmlns:a16="http://schemas.microsoft.com/office/drawing/2014/main" id="{5B59F3CE-26D2-4FB2-92AF-C616CDB0769E}"/>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469997849" name="Rectangle: Rounded Corners 2064136095">
            <a:extLst xmlns:a="http://schemas.openxmlformats.org/drawingml/2006/main">
              <a:ext uri="{FF2B5EF4-FFF2-40B4-BE49-F238E27FC236}">
                <a16:creationId xmlns:a16="http://schemas.microsoft.com/office/drawing/2014/main" id="{550360B8-8810-4EE0-8267-8E02ACA252AC}"/>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423530157" name="Rectangle: Rounded Corners 1859104578">
            <a:extLst xmlns:a="http://schemas.openxmlformats.org/drawingml/2006/main">
              <a:ext uri="{FF2B5EF4-FFF2-40B4-BE49-F238E27FC236}">
                <a16:creationId xmlns:a16="http://schemas.microsoft.com/office/drawing/2014/main" id="{1F3236F9-B820-4C67-B332-8112DDE9C131}"/>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389936131" name="Rectangle: Rounded Corners 1016569497">
            <a:extLst xmlns:a="http://schemas.openxmlformats.org/drawingml/2006/main">
              <a:ext uri="{FF2B5EF4-FFF2-40B4-BE49-F238E27FC236}">
                <a16:creationId xmlns:a16="http://schemas.microsoft.com/office/drawing/2014/main" id="{8F43DC9E-19EF-402D-8D3E-09BF79103098}"/>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738934677" name="Straight Connector 94601081">
            <a:extLst xmlns:a="http://schemas.openxmlformats.org/drawingml/2006/main">
              <a:ext uri="{FF2B5EF4-FFF2-40B4-BE49-F238E27FC236}">
                <a16:creationId xmlns:a16="http://schemas.microsoft.com/office/drawing/2014/main" id="{53D3BCCF-A751-4B8A-811A-9D567CEB911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4114" name="Straight Connector 1000744926">
            <a:extLst xmlns:a="http://schemas.openxmlformats.org/drawingml/2006/main">
              <a:ext uri="{FF2B5EF4-FFF2-40B4-BE49-F238E27FC236}">
                <a16:creationId xmlns:a16="http://schemas.microsoft.com/office/drawing/2014/main" id="{F40FCA56-91A1-4DEF-A702-A5664B797B78}"/>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7515929" name="Straight Connector 781772780">
            <a:extLst xmlns:a="http://schemas.openxmlformats.org/drawingml/2006/main">
              <a:ext uri="{FF2B5EF4-FFF2-40B4-BE49-F238E27FC236}">
                <a16:creationId xmlns:a16="http://schemas.microsoft.com/office/drawing/2014/main" id="{225421DE-379F-45B6-A2B9-AD0DB2458316}"/>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6375609" name="Rectangle 1007733503">
            <a:extLst xmlns:a="http://schemas.openxmlformats.org/drawingml/2006/main">
              <a:ext uri="{FF2B5EF4-FFF2-40B4-BE49-F238E27FC236}">
                <a16:creationId xmlns:a16="http://schemas.microsoft.com/office/drawing/2014/main" id="{3AF5ECE1-E565-47E5-88CF-8D01A32A2B60}"/>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909833851" name="Rectangle 1520419495">
            <a:extLst xmlns:a="http://schemas.openxmlformats.org/drawingml/2006/main">
              <a:ext uri="{FF2B5EF4-FFF2-40B4-BE49-F238E27FC236}">
                <a16:creationId xmlns:a16="http://schemas.microsoft.com/office/drawing/2014/main" id="{2B006A13-0470-46BB-8181-BE98903C86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303622416"/>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43546830" name="Rectangle 1860349465">
            <a:extLst xmlns:a="http://schemas.openxmlformats.org/drawingml/2006/main">
              <a:ext uri="{FF2B5EF4-FFF2-40B4-BE49-F238E27FC236}">
                <a16:creationId xmlns:a16="http://schemas.microsoft.com/office/drawing/2014/main" id="{5C200D55-4AF7-4A2B-9543-3A8EFC0E5CB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236474719" name="Rectangle 1379853287">
            <a:extLst xmlns:a="http://schemas.openxmlformats.org/drawingml/2006/main">
              <a:ext uri="{FF2B5EF4-FFF2-40B4-BE49-F238E27FC236}">
                <a16:creationId xmlns:a16="http://schemas.microsoft.com/office/drawing/2014/main" id="{F440F36D-3E41-429C-BC82-DB4998728F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133027842" name="Rectangle: Rounded Corners 1919655130">
            <a:extLst xmlns:a="http://schemas.openxmlformats.org/drawingml/2006/main">
              <a:ext uri="{FF2B5EF4-FFF2-40B4-BE49-F238E27FC236}">
                <a16:creationId xmlns:a16="http://schemas.microsoft.com/office/drawing/2014/main" id="{ABDC1F71-3CB6-4A9D-BB53-D01E8A910E8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0099858" name="Rectangle: Rounded Corners 1257118693">
            <a:extLst xmlns:a="http://schemas.openxmlformats.org/drawingml/2006/main">
              <a:ext uri="{FF2B5EF4-FFF2-40B4-BE49-F238E27FC236}">
                <a16:creationId xmlns:a16="http://schemas.microsoft.com/office/drawing/2014/main" id="{F2565B62-6553-409C-805B-8FC5E61E209B}"/>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2126389341" name="Rectangle: Rounded Corners 139886069">
            <a:extLst xmlns:a="http://schemas.openxmlformats.org/drawingml/2006/main">
              <a:ext uri="{FF2B5EF4-FFF2-40B4-BE49-F238E27FC236}">
                <a16:creationId xmlns:a16="http://schemas.microsoft.com/office/drawing/2014/main" id="{7723D1F7-83B4-41CE-B12D-2CD90FA984AE}"/>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068094302" name="Rectangle: Rounded Corners 1995249494">
            <a:extLst xmlns:a="http://schemas.openxmlformats.org/drawingml/2006/main">
              <a:ext uri="{FF2B5EF4-FFF2-40B4-BE49-F238E27FC236}">
                <a16:creationId xmlns:a16="http://schemas.microsoft.com/office/drawing/2014/main" id="{76306880-05DB-4331-922D-F10C21260E1D}"/>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1329128576" name="Rectangle: Rounded Corners 486029296">
            <a:extLst xmlns:a="http://schemas.openxmlformats.org/drawingml/2006/main">
              <a:ext uri="{FF2B5EF4-FFF2-40B4-BE49-F238E27FC236}">
                <a16:creationId xmlns:a16="http://schemas.microsoft.com/office/drawing/2014/main" id="{9963AD0E-39B4-407A-A013-F53365270697}"/>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636398517" name="Rectangle: Rounded Corners 2009773558">
            <a:extLst xmlns:a="http://schemas.openxmlformats.org/drawingml/2006/main">
              <a:ext uri="{FF2B5EF4-FFF2-40B4-BE49-F238E27FC236}">
                <a16:creationId xmlns:a16="http://schemas.microsoft.com/office/drawing/2014/main" id="{652B8ABF-9084-4F38-B14F-D91F1355ADED}"/>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749264152" name="Rectangle: Rounded Corners 607891528">
            <a:extLst xmlns:a="http://schemas.openxmlformats.org/drawingml/2006/main">
              <a:ext uri="{FF2B5EF4-FFF2-40B4-BE49-F238E27FC236}">
                <a16:creationId xmlns:a16="http://schemas.microsoft.com/office/drawing/2014/main" id="{C9DCA5CD-1A53-485F-8ACB-DD7F982C5D6F}"/>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283547004" name="Rectangle: Rounded Corners 1953501824">
            <a:extLst xmlns:a="http://schemas.openxmlformats.org/drawingml/2006/main">
              <a:ext uri="{FF2B5EF4-FFF2-40B4-BE49-F238E27FC236}">
                <a16:creationId xmlns:a16="http://schemas.microsoft.com/office/drawing/2014/main" id="{09AA0CD6-6FA5-4843-8C3E-A31C11B17971}"/>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630906586" name="Arrow: Right 237891345">
            <a:extLst xmlns:a="http://schemas.openxmlformats.org/drawingml/2006/main">
              <a:ext uri="{FF2B5EF4-FFF2-40B4-BE49-F238E27FC236}">
                <a16:creationId xmlns:a16="http://schemas.microsoft.com/office/drawing/2014/main" id="{9D406D3A-A951-496B-AD2A-65CC8D8634B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8842959" name="Rectangle 567787381">
            <a:extLst xmlns:a="http://schemas.openxmlformats.org/drawingml/2006/main">
              <a:ext uri="{FF2B5EF4-FFF2-40B4-BE49-F238E27FC236}">
                <a16:creationId xmlns:a16="http://schemas.microsoft.com/office/drawing/2014/main" id="{5D98715F-3A23-4C0F-8294-E5598C6E87BB}"/>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288330155" name="Rectangle 1811573039">
            <a:extLst xmlns:a="http://schemas.openxmlformats.org/drawingml/2006/main">
              <a:ext uri="{FF2B5EF4-FFF2-40B4-BE49-F238E27FC236}">
                <a16:creationId xmlns:a16="http://schemas.microsoft.com/office/drawing/2014/main" id="{CD9FCAC9-EE24-4013-AFEA-DC92131C09C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Tree>
    <p:extLst>
      <p:ext uri="{BB962C8B-B14F-4D97-AF65-F5344CB8AC3E}">
        <p14:creationId xmlns:p14="http://schemas.microsoft.com/office/powerpoint/2010/main" val="131463118"/>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2926179" name="Rectangle 698847192">
            <a:extLst xmlns:a="http://schemas.openxmlformats.org/drawingml/2006/main">
              <a:ext uri="{FF2B5EF4-FFF2-40B4-BE49-F238E27FC236}">
                <a16:creationId xmlns:a16="http://schemas.microsoft.com/office/drawing/2014/main" id="{23EFBA7A-F3C5-4574-8437-78E01D2AE88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23508019" name="Rectangle 892173066">
            <a:extLst xmlns:a="http://schemas.openxmlformats.org/drawingml/2006/main">
              <a:ext uri="{FF2B5EF4-FFF2-40B4-BE49-F238E27FC236}">
                <a16:creationId xmlns:a16="http://schemas.microsoft.com/office/drawing/2014/main" id="{AD819C13-9E44-490C-8BB8-524188B36B0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106363610" name="Rectangle: Rounded Corners 634225882">
            <a:extLst xmlns:a="http://schemas.openxmlformats.org/drawingml/2006/main">
              <a:ext uri="{FF2B5EF4-FFF2-40B4-BE49-F238E27FC236}">
                <a16:creationId xmlns:a16="http://schemas.microsoft.com/office/drawing/2014/main" id="{0234888F-65B8-4466-8631-B51AB19D7D9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6103416" name="Rectangle: Rounded Corners 2010502302">
            <a:extLst xmlns:a="http://schemas.openxmlformats.org/drawingml/2006/main">
              <a:ext uri="{FF2B5EF4-FFF2-40B4-BE49-F238E27FC236}">
                <a16:creationId xmlns:a16="http://schemas.microsoft.com/office/drawing/2014/main" id="{67C10ACA-4841-4753-90DD-689736D3A6BC}"/>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6601253" name="Rectangle: Rounded Corners 1366762973">
            <a:extLst xmlns:a="http://schemas.openxmlformats.org/drawingml/2006/main">
              <a:ext uri="{FF2B5EF4-FFF2-40B4-BE49-F238E27FC236}">
                <a16:creationId xmlns:a16="http://schemas.microsoft.com/office/drawing/2014/main" id="{A96825E3-6C4D-4E18-8E8B-3E1BAD781C17}"/>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8867272" name="Rectangle: Rounded Corners 1460632181">
            <a:extLst xmlns:a="http://schemas.openxmlformats.org/drawingml/2006/main">
              <a:ext uri="{FF2B5EF4-FFF2-40B4-BE49-F238E27FC236}">
                <a16:creationId xmlns:a16="http://schemas.microsoft.com/office/drawing/2014/main" id="{5D5AAAD1-D7ED-4240-A950-FA2E3FA22C4D}"/>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9278483" name="Rectangle: Rounded Corners 1175856486">
            <a:extLst xmlns:a="http://schemas.openxmlformats.org/drawingml/2006/main">
              <a:ext uri="{FF2B5EF4-FFF2-40B4-BE49-F238E27FC236}">
                <a16:creationId xmlns:a16="http://schemas.microsoft.com/office/drawing/2014/main" id="{B05E7878-0841-4DC9-A9CD-95CF137460F3}"/>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2460875" name="Rectangle: Rounded Corners 2061757066">
            <a:extLst xmlns:a="http://schemas.openxmlformats.org/drawingml/2006/main">
              <a:ext uri="{FF2B5EF4-FFF2-40B4-BE49-F238E27FC236}">
                <a16:creationId xmlns:a16="http://schemas.microsoft.com/office/drawing/2014/main" id="{C6E3F83E-E74E-438C-89F1-0A5B4C2D63BA}"/>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536117" name="Rectangle: Rounded Corners 1169118889">
            <a:extLst xmlns:a="http://schemas.openxmlformats.org/drawingml/2006/main">
              <a:ext uri="{FF2B5EF4-FFF2-40B4-BE49-F238E27FC236}">
                <a16:creationId xmlns:a16="http://schemas.microsoft.com/office/drawing/2014/main" id="{3A66A795-97D6-4912-B0A0-DF4543F0D856}"/>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0050362" name="Rectangle: Rounded Corners 238188300">
            <a:extLst xmlns:a="http://schemas.openxmlformats.org/drawingml/2006/main">
              <a:ext uri="{FF2B5EF4-FFF2-40B4-BE49-F238E27FC236}">
                <a16:creationId xmlns:a16="http://schemas.microsoft.com/office/drawing/2014/main" id="{FBD2118A-680C-48E1-9E44-344AD456E206}"/>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9336488" name="Rectangle: Rounded Corners 2049301056">
            <a:extLst xmlns:a="http://schemas.openxmlformats.org/drawingml/2006/main">
              <a:ext uri="{FF2B5EF4-FFF2-40B4-BE49-F238E27FC236}">
                <a16:creationId xmlns:a16="http://schemas.microsoft.com/office/drawing/2014/main" id="{BC462B15-15B5-4C78-BFEF-E907444A62F0}"/>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9633349" name="Rectangle: Rounded Corners 1282082344">
            <a:extLst xmlns:a="http://schemas.openxmlformats.org/drawingml/2006/main">
              <a:ext uri="{FF2B5EF4-FFF2-40B4-BE49-F238E27FC236}">
                <a16:creationId xmlns:a16="http://schemas.microsoft.com/office/drawing/2014/main" id="{1A1D8D98-4008-464D-BE66-32CA0C60C6DA}"/>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3764304" name="Rectangle: Rounded Corners 1172922271">
            <a:extLst xmlns:a="http://schemas.openxmlformats.org/drawingml/2006/main">
              <a:ext uri="{FF2B5EF4-FFF2-40B4-BE49-F238E27FC236}">
                <a16:creationId xmlns:a16="http://schemas.microsoft.com/office/drawing/2014/main" id="{1986D49D-EEBE-414B-93D0-C2FC84DA99C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4606209" name="Rectangle: Rounded Corners 603029256">
            <a:extLst xmlns:a="http://schemas.openxmlformats.org/drawingml/2006/main">
              <a:ext uri="{FF2B5EF4-FFF2-40B4-BE49-F238E27FC236}">
                <a16:creationId xmlns:a16="http://schemas.microsoft.com/office/drawing/2014/main" id="{B1D2F229-3D3F-44C5-8FF5-C02FA87C7C95}"/>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2387783" name="Rectangle: Rounded Corners 1879817439">
            <a:extLst xmlns:a="http://schemas.openxmlformats.org/drawingml/2006/main">
              <a:ext uri="{FF2B5EF4-FFF2-40B4-BE49-F238E27FC236}">
                <a16:creationId xmlns:a16="http://schemas.microsoft.com/office/drawing/2014/main" id="{3C0C2443-48EA-43BC-808D-73CB5017F7B3}"/>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4485165" name="Rectangle: Rounded Corners 875542064">
            <a:extLst xmlns:a="http://schemas.openxmlformats.org/drawingml/2006/main">
              <a:ext uri="{FF2B5EF4-FFF2-40B4-BE49-F238E27FC236}">
                <a16:creationId xmlns:a16="http://schemas.microsoft.com/office/drawing/2014/main" id="{2FB757A5-E2A4-4022-9252-207FB2E7511B}"/>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6953488" name="Rectangle: Rounded Corners 51908471">
            <a:extLst xmlns:a="http://schemas.openxmlformats.org/drawingml/2006/main">
              <a:ext uri="{FF2B5EF4-FFF2-40B4-BE49-F238E27FC236}">
                <a16:creationId xmlns:a16="http://schemas.microsoft.com/office/drawing/2014/main" id="{4C72D285-C605-4157-B4CB-67F021D89358}"/>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6056704" name="Rectangle: Rounded Corners 1689509712">
            <a:extLst xmlns:a="http://schemas.openxmlformats.org/drawingml/2006/main">
              <a:ext uri="{FF2B5EF4-FFF2-40B4-BE49-F238E27FC236}">
                <a16:creationId xmlns:a16="http://schemas.microsoft.com/office/drawing/2014/main" id="{A58B16F3-38FD-465E-BDB0-BEEBCBF5B0E3}"/>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0662986" name="Rectangle: Rounded Corners 791720529">
            <a:extLst xmlns:a="http://schemas.openxmlformats.org/drawingml/2006/main">
              <a:ext uri="{FF2B5EF4-FFF2-40B4-BE49-F238E27FC236}">
                <a16:creationId xmlns:a16="http://schemas.microsoft.com/office/drawing/2014/main" id="{18EDF515-AD35-4990-87E5-FBD77D63E3D3}"/>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090643" name="Rectangle: Rounded Corners 105367441">
            <a:extLst xmlns:a="http://schemas.openxmlformats.org/drawingml/2006/main">
              <a:ext uri="{FF2B5EF4-FFF2-40B4-BE49-F238E27FC236}">
                <a16:creationId xmlns:a16="http://schemas.microsoft.com/office/drawing/2014/main" id="{070CA4F8-1599-4991-9062-2F3774B8AB8C}"/>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6176285" name="Rectangle: Rounded Corners 1563215529">
            <a:extLst xmlns:a="http://schemas.openxmlformats.org/drawingml/2006/main">
              <a:ext uri="{FF2B5EF4-FFF2-40B4-BE49-F238E27FC236}">
                <a16:creationId xmlns:a16="http://schemas.microsoft.com/office/drawing/2014/main" id="{01A95875-0475-45D7-9A56-C4B2F4A3DEEC}"/>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128583" name="Rectangle: Rounded Corners 315081294">
            <a:extLst xmlns:a="http://schemas.openxmlformats.org/drawingml/2006/main">
              <a:ext uri="{FF2B5EF4-FFF2-40B4-BE49-F238E27FC236}">
                <a16:creationId xmlns:a16="http://schemas.microsoft.com/office/drawing/2014/main" id="{C9A22BD1-B80B-411B-BEB9-B955C0C3031B}"/>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4928704" name="Rectangle: Rounded Corners 248452190">
            <a:extLst xmlns:a="http://schemas.openxmlformats.org/drawingml/2006/main">
              <a:ext uri="{FF2B5EF4-FFF2-40B4-BE49-F238E27FC236}">
                <a16:creationId xmlns:a16="http://schemas.microsoft.com/office/drawing/2014/main" id="{449A6200-A0D1-42EC-8455-B9DE3B9BDF45}"/>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431125" name="Rectangle: Rounded Corners 1671279799">
            <a:extLst xmlns:a="http://schemas.openxmlformats.org/drawingml/2006/main">
              <a:ext uri="{FF2B5EF4-FFF2-40B4-BE49-F238E27FC236}">
                <a16:creationId xmlns:a16="http://schemas.microsoft.com/office/drawing/2014/main" id="{CF9AC96A-C7DA-44F2-8413-4ABB898AC706}"/>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113551" name="Rectangle: Rounded Corners 1239843558">
            <a:extLst xmlns:a="http://schemas.openxmlformats.org/drawingml/2006/main">
              <a:ext uri="{FF2B5EF4-FFF2-40B4-BE49-F238E27FC236}">
                <a16:creationId xmlns:a16="http://schemas.microsoft.com/office/drawing/2014/main" id="{A9264958-BCC6-495C-A012-54C75CF5DE3C}"/>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4642752" name="Rectangle: Rounded Corners 1474960510">
            <a:extLst xmlns:a="http://schemas.openxmlformats.org/drawingml/2006/main">
              <a:ext uri="{FF2B5EF4-FFF2-40B4-BE49-F238E27FC236}">
                <a16:creationId xmlns:a16="http://schemas.microsoft.com/office/drawing/2014/main" id="{BE11E52E-885A-4F48-8117-196437F2AB43}"/>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2965626" name="Rectangle: Rounded Corners 1705162463">
            <a:extLst xmlns:a="http://schemas.openxmlformats.org/drawingml/2006/main">
              <a:ext uri="{FF2B5EF4-FFF2-40B4-BE49-F238E27FC236}">
                <a16:creationId xmlns:a16="http://schemas.microsoft.com/office/drawing/2014/main" id="{59A85DB9-4ECE-4F7B-9A21-962464C2DE9C}"/>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446132" name="Rectangle: Rounded Corners 7576924">
            <a:extLst xmlns:a="http://schemas.openxmlformats.org/drawingml/2006/main">
              <a:ext uri="{FF2B5EF4-FFF2-40B4-BE49-F238E27FC236}">
                <a16:creationId xmlns:a16="http://schemas.microsoft.com/office/drawing/2014/main" id="{CAF2A66F-D6EF-47BA-8795-0460A68DF44A}"/>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2202397" name="Rectangle: Rounded Corners 426996610">
            <a:extLst xmlns:a="http://schemas.openxmlformats.org/drawingml/2006/main">
              <a:ext uri="{FF2B5EF4-FFF2-40B4-BE49-F238E27FC236}">
                <a16:creationId xmlns:a16="http://schemas.microsoft.com/office/drawing/2014/main" id="{8F00628A-C3EB-46FB-9E7A-4EE814BF979D}"/>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7474516" name="Rectangle: Rounded Corners 4937970">
            <a:extLst xmlns:a="http://schemas.openxmlformats.org/drawingml/2006/main">
              <a:ext uri="{FF2B5EF4-FFF2-40B4-BE49-F238E27FC236}">
                <a16:creationId xmlns:a16="http://schemas.microsoft.com/office/drawing/2014/main" id="{B6A28CC9-AB79-4FE3-8CB5-59D359A6264F}"/>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603859" name="Rectangle: Rounded Corners 318411884">
            <a:extLst xmlns:a="http://schemas.openxmlformats.org/drawingml/2006/main">
              <a:ext uri="{FF2B5EF4-FFF2-40B4-BE49-F238E27FC236}">
                <a16:creationId xmlns:a16="http://schemas.microsoft.com/office/drawing/2014/main" id="{C12F9119-4E0D-420E-B0B3-EDAB1A95D31D}"/>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6080258" name="Rectangle: Rounded Corners 615608590">
            <a:extLst xmlns:a="http://schemas.openxmlformats.org/drawingml/2006/main">
              <a:ext uri="{FF2B5EF4-FFF2-40B4-BE49-F238E27FC236}">
                <a16:creationId xmlns:a16="http://schemas.microsoft.com/office/drawing/2014/main" id="{7D280D8F-B616-4FA8-9C48-C5564F7B9415}"/>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9155345" name="Rectangle: Rounded Corners 1731456271">
            <a:extLst xmlns:a="http://schemas.openxmlformats.org/drawingml/2006/main">
              <a:ext uri="{FF2B5EF4-FFF2-40B4-BE49-F238E27FC236}">
                <a16:creationId xmlns:a16="http://schemas.microsoft.com/office/drawing/2014/main" id="{70162E2D-0EBF-4C6F-8D51-A8E5655698AE}"/>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8587947" name="Rectangle: Rounded Corners 484935539">
            <a:extLst xmlns:a="http://schemas.openxmlformats.org/drawingml/2006/main">
              <a:ext uri="{FF2B5EF4-FFF2-40B4-BE49-F238E27FC236}">
                <a16:creationId xmlns:a16="http://schemas.microsoft.com/office/drawing/2014/main" id="{E2093B09-324A-40EE-BCE6-4340853BEA77}"/>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5697545" name="Rectangle: Rounded Corners 1134420310">
            <a:extLst xmlns:a="http://schemas.openxmlformats.org/drawingml/2006/main">
              <a:ext uri="{FF2B5EF4-FFF2-40B4-BE49-F238E27FC236}">
                <a16:creationId xmlns:a16="http://schemas.microsoft.com/office/drawing/2014/main" id="{49B15A40-113B-4BB1-87F5-1D1446C3D695}"/>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6550964" name="Rectangle: Rounded Corners 1355285829">
            <a:extLst xmlns:a="http://schemas.openxmlformats.org/drawingml/2006/main">
              <a:ext uri="{FF2B5EF4-FFF2-40B4-BE49-F238E27FC236}">
                <a16:creationId xmlns:a16="http://schemas.microsoft.com/office/drawing/2014/main" id="{690B3DF5-1FD2-4302-BCFC-15B6A373B06F}"/>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4760615" name="Rectangle: Rounded Corners 1945716100">
            <a:extLst xmlns:a="http://schemas.openxmlformats.org/drawingml/2006/main">
              <a:ext uri="{FF2B5EF4-FFF2-40B4-BE49-F238E27FC236}">
                <a16:creationId xmlns:a16="http://schemas.microsoft.com/office/drawing/2014/main" id="{64F32538-2421-4085-9CB1-B08A1C9D6370}"/>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298852" name="Rectangle: Rounded Corners 903673204">
            <a:extLst xmlns:a="http://schemas.openxmlformats.org/drawingml/2006/main">
              <a:ext uri="{FF2B5EF4-FFF2-40B4-BE49-F238E27FC236}">
                <a16:creationId xmlns:a16="http://schemas.microsoft.com/office/drawing/2014/main" id="{992395AC-69F0-4F77-B70A-17FBA7794BEE}"/>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2400656" name="Rectangle: Rounded Corners 41920753">
            <a:extLst xmlns:a="http://schemas.openxmlformats.org/drawingml/2006/main">
              <a:ext uri="{FF2B5EF4-FFF2-40B4-BE49-F238E27FC236}">
                <a16:creationId xmlns:a16="http://schemas.microsoft.com/office/drawing/2014/main" id="{53FFEB71-3761-4E94-9A67-AD45BD02F6E3}"/>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95751" name="Rectangle 1090731607">
            <a:extLst xmlns:a="http://schemas.openxmlformats.org/drawingml/2006/main">
              <a:ext uri="{FF2B5EF4-FFF2-40B4-BE49-F238E27FC236}">
                <a16:creationId xmlns:a16="http://schemas.microsoft.com/office/drawing/2014/main" id="{43B810CB-2A3C-4A1E-BBFB-607CD26DDE74}"/>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39316195" name="Rectangle 1864567656">
            <a:extLst xmlns:a="http://schemas.openxmlformats.org/drawingml/2006/main">
              <a:ext uri="{FF2B5EF4-FFF2-40B4-BE49-F238E27FC236}">
                <a16:creationId xmlns:a16="http://schemas.microsoft.com/office/drawing/2014/main" id="{B20FFADB-7D7E-453E-AC1F-11DBAFB4FE3A}"/>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368533476" name="Rectangle 353583897">
            <a:extLst xmlns:a="http://schemas.openxmlformats.org/drawingml/2006/main">
              <a:ext uri="{FF2B5EF4-FFF2-40B4-BE49-F238E27FC236}">
                <a16:creationId xmlns:a16="http://schemas.microsoft.com/office/drawing/2014/main" id="{C3E7015F-30B3-49EA-A0E0-D93A424B78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2061476829"/>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61577658" name="Rectangle 352308475">
            <a:extLst xmlns:a="http://schemas.openxmlformats.org/drawingml/2006/main">
              <a:ext uri="{FF2B5EF4-FFF2-40B4-BE49-F238E27FC236}">
                <a16:creationId xmlns:a16="http://schemas.microsoft.com/office/drawing/2014/main" id="{4D950755-35E2-4F3F-9C32-D83F982DCBB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1969013361" name="Rectangle 890164865">
            <a:extLst xmlns:a="http://schemas.openxmlformats.org/drawingml/2006/main">
              <a:ext uri="{FF2B5EF4-FFF2-40B4-BE49-F238E27FC236}">
                <a16:creationId xmlns:a16="http://schemas.microsoft.com/office/drawing/2014/main" id="{32E0F5E7-C437-4328-B045-074997E3782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339447923" name="Rectangle: Rounded Corners 1302761572">
            <a:extLst xmlns:a="http://schemas.openxmlformats.org/drawingml/2006/main">
              <a:ext uri="{FF2B5EF4-FFF2-40B4-BE49-F238E27FC236}">
                <a16:creationId xmlns:a16="http://schemas.microsoft.com/office/drawing/2014/main" id="{21F87C5D-3414-4AA6-BBFC-E3C25319FA5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5616796" name="Rectangle: Rounded Corners 2031370086">
            <a:extLst xmlns:a="http://schemas.openxmlformats.org/drawingml/2006/main">
              <a:ext uri="{FF2B5EF4-FFF2-40B4-BE49-F238E27FC236}">
                <a16:creationId xmlns:a16="http://schemas.microsoft.com/office/drawing/2014/main" id="{24996CB9-7E50-45FA-8653-D2BC4D74C330}"/>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12924798" name="Rectangle 1726456331">
            <a:extLst xmlns:a="http://schemas.openxmlformats.org/drawingml/2006/main">
              <a:ext uri="{FF2B5EF4-FFF2-40B4-BE49-F238E27FC236}">
                <a16:creationId xmlns:a16="http://schemas.microsoft.com/office/drawing/2014/main" id="{2D4D2C85-CFF8-45FD-AA07-F7229C857ED7}"/>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2045098216" name="Rectangle: Rounded Corners 412394112">
            <a:extLst xmlns:a="http://schemas.openxmlformats.org/drawingml/2006/main">
              <a:ext uri="{FF2B5EF4-FFF2-40B4-BE49-F238E27FC236}">
                <a16:creationId xmlns:a16="http://schemas.microsoft.com/office/drawing/2014/main" id="{6200E678-3A86-4019-B233-C9539B15D43C}"/>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002339513" name="Rectangle 225213445">
            <a:extLst xmlns:a="http://schemas.openxmlformats.org/drawingml/2006/main">
              <a:ext uri="{FF2B5EF4-FFF2-40B4-BE49-F238E27FC236}">
                <a16:creationId xmlns:a16="http://schemas.microsoft.com/office/drawing/2014/main" id="{F07F4625-EAB7-4A61-BF10-7BC7EC68186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spTree>
    <p:extLst>
      <p:ext uri="{BB962C8B-B14F-4D97-AF65-F5344CB8AC3E}">
        <p14:creationId xmlns:p14="http://schemas.microsoft.com/office/powerpoint/2010/main" val="341110994"/>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6116331" name="Rectangle 935271156">
            <a:extLst xmlns:a="http://schemas.openxmlformats.org/drawingml/2006/main">
              <a:ext uri="{FF2B5EF4-FFF2-40B4-BE49-F238E27FC236}">
                <a16:creationId xmlns:a16="http://schemas.microsoft.com/office/drawing/2014/main" id="{350C208C-9B4B-47E6-9F1B-18D8ADAA4FB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56452877" name="Rectangle 251777344">
            <a:extLst xmlns:a="http://schemas.openxmlformats.org/drawingml/2006/main">
              <a:ext uri="{FF2B5EF4-FFF2-40B4-BE49-F238E27FC236}">
                <a16:creationId xmlns:a16="http://schemas.microsoft.com/office/drawing/2014/main" id="{21E7BABF-ED75-44C0-B91D-D36C311711D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606892938" name="Rectangle: Rounded Corners 1456392341">
            <a:extLst xmlns:a="http://schemas.openxmlformats.org/drawingml/2006/main">
              <a:ext uri="{FF2B5EF4-FFF2-40B4-BE49-F238E27FC236}">
                <a16:creationId xmlns:a16="http://schemas.microsoft.com/office/drawing/2014/main" id="{C5E42F88-2206-4E92-B766-9EA0A39ECB4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0067453" name="Rectangle: Rounded Corners 1987074982">
            <a:extLst xmlns:a="http://schemas.openxmlformats.org/drawingml/2006/main">
              <a:ext uri="{FF2B5EF4-FFF2-40B4-BE49-F238E27FC236}">
                <a16:creationId xmlns:a16="http://schemas.microsoft.com/office/drawing/2014/main" id="{4C629195-BE70-43CA-BC5C-0CBC54810F72}"/>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227592" name="Rectangle 1286956634">
            <a:extLst xmlns:a="http://schemas.openxmlformats.org/drawingml/2006/main">
              <a:ext uri="{FF2B5EF4-FFF2-40B4-BE49-F238E27FC236}">
                <a16:creationId xmlns:a16="http://schemas.microsoft.com/office/drawing/2014/main" id="{72239547-8D28-4E34-9933-AADF745431F8}"/>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709051719" name="Rectangle 399762638">
            <a:extLst xmlns:a="http://schemas.openxmlformats.org/drawingml/2006/main">
              <a:ext uri="{FF2B5EF4-FFF2-40B4-BE49-F238E27FC236}">
                <a16:creationId xmlns:a16="http://schemas.microsoft.com/office/drawing/2014/main" id="{693497A5-C38D-40E5-93C4-232326CE891D}"/>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42204916" name="Rectangle 1233632033">
            <a:extLst xmlns:a="http://schemas.openxmlformats.org/drawingml/2006/main">
              <a:ext uri="{FF2B5EF4-FFF2-40B4-BE49-F238E27FC236}">
                <a16:creationId xmlns:a16="http://schemas.microsoft.com/office/drawing/2014/main" id="{21178DBA-5DC2-4FA8-A313-C4BA03329F4B}"/>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08518253" name="Rectangle 987778106">
            <a:extLst xmlns:a="http://schemas.openxmlformats.org/drawingml/2006/main">
              <a:ext uri="{FF2B5EF4-FFF2-40B4-BE49-F238E27FC236}">
                <a16:creationId xmlns:a16="http://schemas.microsoft.com/office/drawing/2014/main" id="{29C262FB-250B-469B-A854-B56AE60FDF75}"/>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989272077" name="Rectangle 1495975732">
            <a:extLst xmlns:a="http://schemas.openxmlformats.org/drawingml/2006/main">
              <a:ext uri="{FF2B5EF4-FFF2-40B4-BE49-F238E27FC236}">
                <a16:creationId xmlns:a16="http://schemas.microsoft.com/office/drawing/2014/main" id="{0752B994-A744-4248-8411-25511010BAB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pic>
        <p:nvPicPr>
          <p:cNvPr id="1606892949"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c4187819b65a4c77"/>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488801511"/>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5405063" name="Rectangle 1548456798">
            <a:extLst xmlns:a="http://schemas.openxmlformats.org/drawingml/2006/main">
              <a:ext uri="{FF2B5EF4-FFF2-40B4-BE49-F238E27FC236}">
                <a16:creationId xmlns:a16="http://schemas.microsoft.com/office/drawing/2014/main" id="{CB038B7E-32B9-4981-AF99-49DD3277F62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97747462" name="Rectangle 1277068294">
            <a:extLst xmlns:a="http://schemas.openxmlformats.org/drawingml/2006/main">
              <a:ext uri="{FF2B5EF4-FFF2-40B4-BE49-F238E27FC236}">
                <a16:creationId xmlns:a16="http://schemas.microsoft.com/office/drawing/2014/main" id="{0CD89439-635F-43DF-A4D6-3265FF50AC6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49351347" name="Rectangle: Rounded Corners 700677848">
            <a:extLst xmlns:a="http://schemas.openxmlformats.org/drawingml/2006/main">
              <a:ext uri="{FF2B5EF4-FFF2-40B4-BE49-F238E27FC236}">
                <a16:creationId xmlns:a16="http://schemas.microsoft.com/office/drawing/2014/main" id="{3202C7AE-0F9E-4ECE-A569-65716B5A243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732247" name="Rectangle: Rounded Corners 614717420">
            <a:extLst xmlns:a="http://schemas.openxmlformats.org/drawingml/2006/main">
              <a:ext uri="{FF2B5EF4-FFF2-40B4-BE49-F238E27FC236}">
                <a16:creationId xmlns:a16="http://schemas.microsoft.com/office/drawing/2014/main" id="{E0F4DFED-D323-4FC6-9285-ABDB24CA7EF7}"/>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208667448" name="Rectangle: Rounded Corners 1854427874">
            <a:extLst xmlns:a="http://schemas.openxmlformats.org/drawingml/2006/main">
              <a:ext uri="{FF2B5EF4-FFF2-40B4-BE49-F238E27FC236}">
                <a16:creationId xmlns:a16="http://schemas.microsoft.com/office/drawing/2014/main" id="{9F532FA5-C21A-486E-AFAB-6F8D6C37F18C}"/>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785225229" name="Rectangle: Rounded Corners 1506494527">
            <a:extLst xmlns:a="http://schemas.openxmlformats.org/drawingml/2006/main">
              <a:ext uri="{FF2B5EF4-FFF2-40B4-BE49-F238E27FC236}">
                <a16:creationId xmlns:a16="http://schemas.microsoft.com/office/drawing/2014/main" id="{1C746DD9-E11F-4672-9915-F1AECB568DC6}"/>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9267478" name="Rectangle: Rounded Corners 310583424">
            <a:extLst xmlns:a="http://schemas.openxmlformats.org/drawingml/2006/main">
              <a:ext uri="{FF2B5EF4-FFF2-40B4-BE49-F238E27FC236}">
                <a16:creationId xmlns:a16="http://schemas.microsoft.com/office/drawing/2014/main" id="{CDB0ACBA-10D2-4354-830F-DA836026223C}"/>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1492858832" name="Rectangle: Rounded Corners 701546865">
            <a:extLst xmlns:a="http://schemas.openxmlformats.org/drawingml/2006/main">
              <a:ext uri="{FF2B5EF4-FFF2-40B4-BE49-F238E27FC236}">
                <a16:creationId xmlns:a16="http://schemas.microsoft.com/office/drawing/2014/main" id="{6F3C2709-241B-42A1-9484-B34D833AE353}"/>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246900235" name="Arrow: Right 622048333">
            <a:extLst xmlns:a="http://schemas.openxmlformats.org/drawingml/2006/main">
              <a:ext uri="{FF2B5EF4-FFF2-40B4-BE49-F238E27FC236}">
                <a16:creationId xmlns:a16="http://schemas.microsoft.com/office/drawing/2014/main" id="{9A4C30B4-5C2F-4BF5-AC5A-29193309FAD8}"/>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8093064" name="Arrow: Right 476163819">
            <a:extLst xmlns:a="http://schemas.openxmlformats.org/drawingml/2006/main">
              <a:ext uri="{FF2B5EF4-FFF2-40B4-BE49-F238E27FC236}">
                <a16:creationId xmlns:a16="http://schemas.microsoft.com/office/drawing/2014/main" id="{ADFF7A24-A7CC-4852-8C32-A8140C1BCF58}"/>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2465708" name="Rectangle: Rounded Corners 1396234520">
            <a:extLst xmlns:a="http://schemas.openxmlformats.org/drawingml/2006/main">
              <a:ext uri="{FF2B5EF4-FFF2-40B4-BE49-F238E27FC236}">
                <a16:creationId xmlns:a16="http://schemas.microsoft.com/office/drawing/2014/main" id="{98053346-8E80-4F49-B1A1-FFFDA45CE17F}"/>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829860588" name="Rectangle 1921889684">
            <a:extLst xmlns:a="http://schemas.openxmlformats.org/drawingml/2006/main">
              <a:ext uri="{FF2B5EF4-FFF2-40B4-BE49-F238E27FC236}">
                <a16:creationId xmlns:a16="http://schemas.microsoft.com/office/drawing/2014/main" id="{1870F820-5153-4849-B0DB-D217DFEE2A7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Tree>
    <p:extLst>
      <p:ext uri="{BB962C8B-B14F-4D97-AF65-F5344CB8AC3E}">
        <p14:creationId xmlns:p14="http://schemas.microsoft.com/office/powerpoint/2010/main" val="1236367488"/>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3324288" name="Rectangle 7713821">
            <a:extLst xmlns:a="http://schemas.openxmlformats.org/drawingml/2006/main">
              <a:ext uri="{FF2B5EF4-FFF2-40B4-BE49-F238E27FC236}">
                <a16:creationId xmlns:a16="http://schemas.microsoft.com/office/drawing/2014/main" id="{9172BF4A-46DB-4B41-8752-FFCCB6925F1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559300754" name="Rectangle 1381388514">
            <a:extLst xmlns:a="http://schemas.openxmlformats.org/drawingml/2006/main">
              <a:ext uri="{FF2B5EF4-FFF2-40B4-BE49-F238E27FC236}">
                <a16:creationId xmlns:a16="http://schemas.microsoft.com/office/drawing/2014/main" id="{10F9454B-39DD-4FEA-B18F-CA0A1C34D7F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934191494" name="Rectangle: Rounded Corners 661849784">
            <a:extLst xmlns:a="http://schemas.openxmlformats.org/drawingml/2006/main">
              <a:ext uri="{FF2B5EF4-FFF2-40B4-BE49-F238E27FC236}">
                <a16:creationId xmlns:a16="http://schemas.microsoft.com/office/drawing/2014/main" id="{D40F2845-270D-4C7F-9245-E9D0F378800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460884" name="Rectangle: Rounded Corners 1954931325">
            <a:extLst xmlns:a="http://schemas.openxmlformats.org/drawingml/2006/main">
              <a:ext uri="{FF2B5EF4-FFF2-40B4-BE49-F238E27FC236}">
                <a16:creationId xmlns:a16="http://schemas.microsoft.com/office/drawing/2014/main" id="{D67E724C-97F1-4063-A987-195C29A197C7}"/>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341788589" name="Rectangle: Rounded Corners 1479007971">
            <a:extLst xmlns:a="http://schemas.openxmlformats.org/drawingml/2006/main">
              <a:ext uri="{FF2B5EF4-FFF2-40B4-BE49-F238E27FC236}">
                <a16:creationId xmlns:a16="http://schemas.microsoft.com/office/drawing/2014/main" id="{C1DE0EDC-81B3-477B-8BF3-92CB3074A198}"/>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747139244" name="Rectangle: Rounded Corners 337911440">
            <a:extLst xmlns:a="http://schemas.openxmlformats.org/drawingml/2006/main">
              <a:ext uri="{FF2B5EF4-FFF2-40B4-BE49-F238E27FC236}">
                <a16:creationId xmlns:a16="http://schemas.microsoft.com/office/drawing/2014/main" id="{6946CCCC-54D2-46DB-9C88-55683FCFD924}"/>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608358326" name="Rectangle: Rounded Corners 812565267">
            <a:extLst xmlns:a="http://schemas.openxmlformats.org/drawingml/2006/main">
              <a:ext uri="{FF2B5EF4-FFF2-40B4-BE49-F238E27FC236}">
                <a16:creationId xmlns:a16="http://schemas.microsoft.com/office/drawing/2014/main" id="{E77D4561-DAEF-4064-B9E0-0650DEB5DA74}"/>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1100905768" name="Rectangle: Rounded Corners 210839016">
            <a:extLst xmlns:a="http://schemas.openxmlformats.org/drawingml/2006/main">
              <a:ext uri="{FF2B5EF4-FFF2-40B4-BE49-F238E27FC236}">
                <a16:creationId xmlns:a16="http://schemas.microsoft.com/office/drawing/2014/main" id="{6936428A-1F44-43DB-B902-395E0DB3320E}"/>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205427796" name="Arrow: Right 923890290">
            <a:extLst xmlns:a="http://schemas.openxmlformats.org/drawingml/2006/main">
              <a:ext uri="{FF2B5EF4-FFF2-40B4-BE49-F238E27FC236}">
                <a16:creationId xmlns:a16="http://schemas.microsoft.com/office/drawing/2014/main" id="{60C542B8-EDFE-4680-B1A2-5B423D28E366}"/>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512912" name="Rectangle: Rounded Corners 549922296">
            <a:extLst xmlns:a="http://schemas.openxmlformats.org/drawingml/2006/main">
              <a:ext uri="{FF2B5EF4-FFF2-40B4-BE49-F238E27FC236}">
                <a16:creationId xmlns:a16="http://schemas.microsoft.com/office/drawing/2014/main" id="{BE25B92E-7B83-4EE3-8379-D202E098E8CB}"/>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1715645203" name="Rectangle 313069816">
            <a:extLst xmlns:a="http://schemas.openxmlformats.org/drawingml/2006/main">
              <a:ext uri="{FF2B5EF4-FFF2-40B4-BE49-F238E27FC236}">
                <a16:creationId xmlns:a16="http://schemas.microsoft.com/office/drawing/2014/main" id="{A0F6A16A-7AB0-41E5-8D6C-6696E3C0EB44}"/>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765258762" name="Rectangle 181180573">
            <a:extLst xmlns:a="http://schemas.openxmlformats.org/drawingml/2006/main">
              <a:ext uri="{FF2B5EF4-FFF2-40B4-BE49-F238E27FC236}">
                <a16:creationId xmlns:a16="http://schemas.microsoft.com/office/drawing/2014/main" id="{941DD964-F629-4706-96D6-F893C85A17F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952770264"/>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15145671" name="Rectangle 106407163">
            <a:extLst xmlns:a="http://schemas.openxmlformats.org/drawingml/2006/main">
              <a:ext uri="{FF2B5EF4-FFF2-40B4-BE49-F238E27FC236}">
                <a16:creationId xmlns:a16="http://schemas.microsoft.com/office/drawing/2014/main" id="{3FD2795B-CB67-49C5-86DF-4B695310741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922235276" name="Rectangle 440135367">
            <a:extLst xmlns:a="http://schemas.openxmlformats.org/drawingml/2006/main">
              <a:ext uri="{FF2B5EF4-FFF2-40B4-BE49-F238E27FC236}">
                <a16:creationId xmlns:a16="http://schemas.microsoft.com/office/drawing/2014/main" id="{D5FD3DED-7E29-49FF-940A-25F02671F7E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368794908" name="Rectangle: Rounded Corners 989138248">
            <a:extLst xmlns:a="http://schemas.openxmlformats.org/drawingml/2006/main">
              <a:ext uri="{FF2B5EF4-FFF2-40B4-BE49-F238E27FC236}">
                <a16:creationId xmlns:a16="http://schemas.microsoft.com/office/drawing/2014/main" id="{E63A44A1-8B81-4B94-BFD3-8DC5FAB0D77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509917" name="Rectangle: Rounded Corners 1616044445">
            <a:extLst xmlns:a="http://schemas.openxmlformats.org/drawingml/2006/main">
              <a:ext uri="{FF2B5EF4-FFF2-40B4-BE49-F238E27FC236}">
                <a16:creationId xmlns:a16="http://schemas.microsoft.com/office/drawing/2014/main" id="{33E046BA-EE86-42CC-B479-941BDFA1BA19}"/>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496815800" name="Arrow: Right 594282241">
            <a:extLst xmlns:a="http://schemas.openxmlformats.org/drawingml/2006/main">
              <a:ext uri="{FF2B5EF4-FFF2-40B4-BE49-F238E27FC236}">
                <a16:creationId xmlns:a16="http://schemas.microsoft.com/office/drawing/2014/main" id="{14B1AB10-85FC-4E4B-AF57-C5BEF6DF74E0}"/>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605063570" name="Rectangle: Rounded Corners 733975538">
            <a:extLst xmlns:a="http://schemas.openxmlformats.org/drawingml/2006/main">
              <a:ext uri="{FF2B5EF4-FFF2-40B4-BE49-F238E27FC236}">
                <a16:creationId xmlns:a16="http://schemas.microsoft.com/office/drawing/2014/main" id="{895BF0EB-9C53-44B3-B28B-A8B6C3B8ACA7}"/>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620875955" name="Arrow: Right 826463740">
            <a:extLst xmlns:a="http://schemas.openxmlformats.org/drawingml/2006/main">
              <a:ext uri="{FF2B5EF4-FFF2-40B4-BE49-F238E27FC236}">
                <a16:creationId xmlns:a16="http://schemas.microsoft.com/office/drawing/2014/main" id="{880E1C0C-329E-43D8-A9B0-02C600C5921B}"/>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926060402" name="Rectangle: Rounded Corners 1611946980">
            <a:extLst xmlns:a="http://schemas.openxmlformats.org/drawingml/2006/main">
              <a:ext uri="{FF2B5EF4-FFF2-40B4-BE49-F238E27FC236}">
                <a16:creationId xmlns:a16="http://schemas.microsoft.com/office/drawing/2014/main" id="{0CFFB48F-A8C2-497E-92C3-A6B62A570428}"/>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833139582" name="Arrow: Right 1141760594">
            <a:extLst xmlns:a="http://schemas.openxmlformats.org/drawingml/2006/main">
              <a:ext uri="{FF2B5EF4-FFF2-40B4-BE49-F238E27FC236}">
                <a16:creationId xmlns:a16="http://schemas.microsoft.com/office/drawing/2014/main" id="{C2B97DEE-42C4-481E-B1AF-DBB50ADEC3AA}"/>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9425395" name="Oval 546463300">
            <a:extLst xmlns:a="http://schemas.openxmlformats.org/drawingml/2006/main">
              <a:ext uri="{FF2B5EF4-FFF2-40B4-BE49-F238E27FC236}">
                <a16:creationId xmlns:a16="http://schemas.microsoft.com/office/drawing/2014/main" id="{F075A42C-AFC0-4DFB-8DBE-5729B28B59C0}"/>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836894151" name="Rectangle 1547793054">
            <a:extLst xmlns:a="http://schemas.openxmlformats.org/drawingml/2006/main">
              <a:ext uri="{FF2B5EF4-FFF2-40B4-BE49-F238E27FC236}">
                <a16:creationId xmlns:a16="http://schemas.microsoft.com/office/drawing/2014/main" id="{9EA7076B-1617-43D7-BB5D-4413A32231F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1263708019"/>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46124862" name="Rectangle 106407163">
            <a:extLst xmlns:a="http://schemas.openxmlformats.org/drawingml/2006/main">
              <a:ext uri="{FF2B5EF4-FFF2-40B4-BE49-F238E27FC236}">
                <a16:creationId xmlns:a16="http://schemas.microsoft.com/office/drawing/2014/main" id="{733438EE-88DC-4BAB-BD76-B6EF110197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196038102" name="Rectangle 440135367">
            <a:extLst xmlns:a="http://schemas.openxmlformats.org/drawingml/2006/main">
              <a:ext uri="{FF2B5EF4-FFF2-40B4-BE49-F238E27FC236}">
                <a16:creationId xmlns:a16="http://schemas.microsoft.com/office/drawing/2014/main" id="{6719F721-DD03-43E8-87FB-782AF6E7604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2073883779" name="Rectangle: Rounded Corners 989138248">
            <a:extLst xmlns:a="http://schemas.openxmlformats.org/drawingml/2006/main">
              <a:ext uri="{FF2B5EF4-FFF2-40B4-BE49-F238E27FC236}">
                <a16:creationId xmlns:a16="http://schemas.microsoft.com/office/drawing/2014/main" id="{3FB57741-41BF-408A-813D-0E36B49B443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9846815" name="Rectangle 1547793054">
            <a:extLst xmlns:a="http://schemas.openxmlformats.org/drawingml/2006/main">
              <a:ext uri="{FF2B5EF4-FFF2-40B4-BE49-F238E27FC236}">
                <a16:creationId xmlns:a16="http://schemas.microsoft.com/office/drawing/2014/main" id="{7331205D-B78C-49C0-81BF-D2259B754D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sp>
        <p:nvSpPr>
          <p:cNvPr id="31948266" name="model-group-label">
            <a:extLst xmlns:a="http://schemas.openxmlformats.org/drawingml/2006/main">
              <a:ext uri="{FF2B5EF4-FFF2-40B4-BE49-F238E27FC236}">
                <a16:creationId xmlns:a16="http://schemas.microsoft.com/office/drawing/2014/main" id="{6C06BC23-77A1-4A22-9CF3-7BCE709A09AF}"/>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997720157" name="config-component">
            <a:extLst xmlns:a="http://schemas.openxmlformats.org/drawingml/2006/main">
              <a:ext uri="{FF2B5EF4-FFF2-40B4-BE49-F238E27FC236}">
                <a16:creationId xmlns:a16="http://schemas.microsoft.com/office/drawing/2014/main" id="{1D0B2EB1-98A5-4895-BE71-E04F7BFDE2AF}"/>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7293762" name="config-label">
            <a:extLst xmlns:a="http://schemas.openxmlformats.org/drawingml/2006/main">
              <a:ext uri="{FF2B5EF4-FFF2-40B4-BE49-F238E27FC236}">
                <a16:creationId xmlns:a16="http://schemas.microsoft.com/office/drawing/2014/main" id="{95513AA0-EF01-47E5-9C96-A9BBAE4E8F51}"/>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987189608" name="config-title">
            <a:extLst xmlns:a="http://schemas.openxmlformats.org/drawingml/2006/main">
              <a:ext uri="{FF2B5EF4-FFF2-40B4-BE49-F238E27FC236}">
                <a16:creationId xmlns:a16="http://schemas.microsoft.com/office/drawing/2014/main" id="{AB05E88D-D936-498F-ADD1-FA0723D732DE}"/>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1932530224" name="config-detail">
            <a:extLst xmlns:a="http://schemas.openxmlformats.org/drawingml/2006/main">
              <a:ext uri="{FF2B5EF4-FFF2-40B4-BE49-F238E27FC236}">
                <a16:creationId xmlns:a16="http://schemas.microsoft.com/office/drawing/2014/main" id="{029B62CC-5015-4CBD-8A2A-996EE965180F}"/>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694503311" name="model-plus">
            <a:extLst xmlns:a="http://schemas.openxmlformats.org/drawingml/2006/main">
              <a:ext uri="{FF2B5EF4-FFF2-40B4-BE49-F238E27FC236}">
                <a16:creationId xmlns:a16="http://schemas.microsoft.com/office/drawing/2014/main" id="{2892CE51-41C7-42B8-8424-F5B0613E02A8}"/>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083202578" name="checkpoint-component">
            <a:extLst xmlns:a="http://schemas.openxmlformats.org/drawingml/2006/main">
              <a:ext uri="{FF2B5EF4-FFF2-40B4-BE49-F238E27FC236}">
                <a16:creationId xmlns:a16="http://schemas.microsoft.com/office/drawing/2014/main" id="{3ADB0051-A2E3-40F5-BE33-57F9BCDB51ED}"/>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0061777" name="checkpoint-label">
            <a:extLst xmlns:a="http://schemas.openxmlformats.org/drawingml/2006/main">
              <a:ext uri="{FF2B5EF4-FFF2-40B4-BE49-F238E27FC236}">
                <a16:creationId xmlns:a16="http://schemas.microsoft.com/office/drawing/2014/main" id="{505B16BD-204D-4563-A5D6-97CE9247B7DC}"/>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593436093" name="checkpoint-title">
            <a:extLst xmlns:a="http://schemas.openxmlformats.org/drawingml/2006/main">
              <a:ext uri="{FF2B5EF4-FFF2-40B4-BE49-F238E27FC236}">
                <a16:creationId xmlns:a16="http://schemas.microsoft.com/office/drawing/2014/main" id="{B5D9BE35-42E8-4B20-94F9-1EB71DC1E2A9}"/>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896229395" name="checkpoint-detail">
            <a:extLst xmlns:a="http://schemas.openxmlformats.org/drawingml/2006/main">
              <a:ext uri="{FF2B5EF4-FFF2-40B4-BE49-F238E27FC236}">
                <a16:creationId xmlns:a16="http://schemas.microsoft.com/office/drawing/2014/main" id="{3ED6DB50-ADD6-4540-B1C5-D817A8743EA2}"/>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828679190" name="tokenizer-plus">
            <a:extLst xmlns:a="http://schemas.openxmlformats.org/drawingml/2006/main">
              <a:ext uri="{FF2B5EF4-FFF2-40B4-BE49-F238E27FC236}">
                <a16:creationId xmlns:a16="http://schemas.microsoft.com/office/drawing/2014/main" id="{BED5AEFA-1808-49AD-B14B-25679DE9BC5C}"/>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115112126" name="text ↔ ids-component">
            <a:extLst xmlns:a="http://schemas.openxmlformats.org/drawingml/2006/main">
              <a:ext uri="{FF2B5EF4-FFF2-40B4-BE49-F238E27FC236}">
                <a16:creationId xmlns:a16="http://schemas.microsoft.com/office/drawing/2014/main" id="{F2C03569-22D7-4582-A022-40948C7CCB3E}"/>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6130687" name="text ↔ ids-label">
            <a:extLst xmlns:a="http://schemas.openxmlformats.org/drawingml/2006/main">
              <a:ext uri="{FF2B5EF4-FFF2-40B4-BE49-F238E27FC236}">
                <a16:creationId xmlns:a16="http://schemas.microsoft.com/office/drawing/2014/main" id="{F6304D96-4703-4F2D-A802-8A3A2D5EB2B5}"/>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1476305627" name="text ↔ ids-title">
            <a:extLst xmlns:a="http://schemas.openxmlformats.org/drawingml/2006/main">
              <a:ext uri="{FF2B5EF4-FFF2-40B4-BE49-F238E27FC236}">
                <a16:creationId xmlns:a16="http://schemas.microsoft.com/office/drawing/2014/main" id="{2A34E5EE-F889-4F42-B61D-7CCD46DCBED6}"/>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699904551" name="text ↔ ids-detail">
            <a:extLst xmlns:a="http://schemas.openxmlformats.org/drawingml/2006/main">
              <a:ext uri="{FF2B5EF4-FFF2-40B4-BE49-F238E27FC236}">
                <a16:creationId xmlns:a16="http://schemas.microsoft.com/office/drawing/2014/main" id="{EA3D2478-7AC7-494B-A379-C2A30DA3F312}"/>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30876474" name="matching-takeaway">
            <a:extLst xmlns:a="http://schemas.openxmlformats.org/drawingml/2006/main">
              <a:ext uri="{FF2B5EF4-FFF2-40B4-BE49-F238E27FC236}">
                <a16:creationId xmlns:a16="http://schemas.microsoft.com/office/drawing/2014/main" id="{328AF500-DB4D-4080-BDA6-1B4BB7B5BE9F}"/>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324669306"/>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65734595" name="Rectangle 965507380">
            <a:extLst xmlns:a="http://schemas.openxmlformats.org/drawingml/2006/main">
              <a:ext uri="{FF2B5EF4-FFF2-40B4-BE49-F238E27FC236}">
                <a16:creationId xmlns:a16="http://schemas.microsoft.com/office/drawing/2014/main" id="{F4BEDF6C-8726-4EA8-92CD-28DC95BBF61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45241646" name="Rectangle 139921793">
            <a:extLst xmlns:a="http://schemas.openxmlformats.org/drawingml/2006/main">
              <a:ext uri="{FF2B5EF4-FFF2-40B4-BE49-F238E27FC236}">
                <a16:creationId xmlns:a16="http://schemas.microsoft.com/office/drawing/2014/main" id="{4B51CDAB-E7B5-412E-B140-6DFC7FA9E31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00665244" name="Rectangle: Rounded Corners 1511732123">
            <a:extLst xmlns:a="http://schemas.openxmlformats.org/drawingml/2006/main">
              <a:ext uri="{FF2B5EF4-FFF2-40B4-BE49-F238E27FC236}">
                <a16:creationId xmlns:a16="http://schemas.microsoft.com/office/drawing/2014/main" id="{BBF1C04E-0409-4C6D-AB5C-5E310396A9B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804114" name="Rectangle: Rounded Corners 2034787168">
            <a:extLst xmlns:a="http://schemas.openxmlformats.org/drawingml/2006/main">
              <a:ext uri="{FF2B5EF4-FFF2-40B4-BE49-F238E27FC236}">
                <a16:creationId xmlns:a16="http://schemas.microsoft.com/office/drawing/2014/main" id="{5E39DAF7-5A1F-467E-9CE3-BE2E73EFCFDC}"/>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25127303" name="Arrow: Right 1804858146">
            <a:extLst xmlns:a="http://schemas.openxmlformats.org/drawingml/2006/main">
              <a:ext uri="{FF2B5EF4-FFF2-40B4-BE49-F238E27FC236}">
                <a16:creationId xmlns:a16="http://schemas.microsoft.com/office/drawing/2014/main" id="{DDDB865E-F1AB-4BCE-AA8C-2AF99A5A9799}"/>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759298" name="Rectangle: Rounded Corners 2119234794">
            <a:extLst xmlns:a="http://schemas.openxmlformats.org/drawingml/2006/main">
              <a:ext uri="{FF2B5EF4-FFF2-40B4-BE49-F238E27FC236}">
                <a16:creationId xmlns:a16="http://schemas.microsoft.com/office/drawing/2014/main" id="{F4ED79CF-27C8-4FAD-8117-F869AF4D161E}"/>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966429931" name="Arrow: Right 1610655777">
            <a:extLst xmlns:a="http://schemas.openxmlformats.org/drawingml/2006/main">
              <a:ext uri="{FF2B5EF4-FFF2-40B4-BE49-F238E27FC236}">
                <a16:creationId xmlns:a16="http://schemas.microsoft.com/office/drawing/2014/main" id="{A9FD0CB6-37A3-48DA-840B-7FE7ACAA9FBB}"/>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8603531" name="Rectangle: Rounded Corners 67679862">
            <a:extLst xmlns:a="http://schemas.openxmlformats.org/drawingml/2006/main">
              <a:ext uri="{FF2B5EF4-FFF2-40B4-BE49-F238E27FC236}">
                <a16:creationId xmlns:a16="http://schemas.microsoft.com/office/drawing/2014/main" id="{009D33A8-1DFE-420F-96E4-F40DB2B580B8}"/>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257258370" name="Straight Connector 1129615995">
            <a:extLst xmlns:a="http://schemas.openxmlformats.org/drawingml/2006/main">
              <a:ext uri="{FF2B5EF4-FFF2-40B4-BE49-F238E27FC236}">
                <a16:creationId xmlns:a16="http://schemas.microsoft.com/office/drawing/2014/main" id="{31932C5B-40A8-4107-BE3D-8B6ECA21194B}"/>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2265466" name="Rectangle 701260999">
            <a:extLst xmlns:a="http://schemas.openxmlformats.org/drawingml/2006/main">
              <a:ext uri="{FF2B5EF4-FFF2-40B4-BE49-F238E27FC236}">
                <a16:creationId xmlns:a16="http://schemas.microsoft.com/office/drawing/2014/main" id="{66A4FE2F-BF7E-42A5-826C-D9A514FD05BA}"/>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762082642" name="Rectangle 567537238">
            <a:extLst xmlns:a="http://schemas.openxmlformats.org/drawingml/2006/main">
              <a:ext uri="{FF2B5EF4-FFF2-40B4-BE49-F238E27FC236}">
                <a16:creationId xmlns:a16="http://schemas.microsoft.com/office/drawing/2014/main" id="{0C6934B0-F91C-4FCB-A425-D9CCF037027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spTree>
    <p:extLst>
      <p:ext uri="{BB962C8B-B14F-4D97-AF65-F5344CB8AC3E}">
        <p14:creationId xmlns:p14="http://schemas.microsoft.com/office/powerpoint/2010/main" val="2132940020"/>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0182437" name="Rectangle 1814109763">
            <a:extLst xmlns:a="http://schemas.openxmlformats.org/drawingml/2006/main">
              <a:ext uri="{FF2B5EF4-FFF2-40B4-BE49-F238E27FC236}">
                <a16:creationId xmlns:a16="http://schemas.microsoft.com/office/drawing/2014/main" id="{DFAB876C-E284-4B42-812C-FD4AF67B09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978354719" name="Rectangle 2024296005">
            <a:extLst xmlns:a="http://schemas.openxmlformats.org/drawingml/2006/main">
              <a:ext uri="{FF2B5EF4-FFF2-40B4-BE49-F238E27FC236}">
                <a16:creationId xmlns:a16="http://schemas.microsoft.com/office/drawing/2014/main" id="{4F10899D-0423-4EC7-8C11-78195E93F60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2104417794" name="Rectangle: Rounded Corners 520397166">
            <a:extLst xmlns:a="http://schemas.openxmlformats.org/drawingml/2006/main">
              <a:ext uri="{FF2B5EF4-FFF2-40B4-BE49-F238E27FC236}">
                <a16:creationId xmlns:a16="http://schemas.microsoft.com/office/drawing/2014/main" id="{47888D7E-A082-4637-824B-4D3AEF537A0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4951626" name="Rectangle 1861104430">
            <a:extLst xmlns:a="http://schemas.openxmlformats.org/drawingml/2006/main">
              <a:ext uri="{FF2B5EF4-FFF2-40B4-BE49-F238E27FC236}">
                <a16:creationId xmlns:a16="http://schemas.microsoft.com/office/drawing/2014/main" id="{354FEFB6-6A4C-4186-A5BA-2BEBA4461C34}"/>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100056681" name="Rectangle: Rounded Corners 1392389716">
            <a:extLst xmlns:a="http://schemas.openxmlformats.org/drawingml/2006/main">
              <a:ext uri="{FF2B5EF4-FFF2-40B4-BE49-F238E27FC236}">
                <a16:creationId xmlns:a16="http://schemas.microsoft.com/office/drawing/2014/main" id="{E59A6120-7313-407E-B19C-DED118410D5E}"/>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7995805" name="Rectangle: Rounded Corners 304746229">
            <a:extLst xmlns:a="http://schemas.openxmlformats.org/drawingml/2006/main">
              <a:ext uri="{FF2B5EF4-FFF2-40B4-BE49-F238E27FC236}">
                <a16:creationId xmlns:a16="http://schemas.microsoft.com/office/drawing/2014/main" id="{DDD75602-43D5-4D16-A690-293897743178}"/>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0375878" name="Rectangle: Rounded Corners 1222174650">
            <a:extLst xmlns:a="http://schemas.openxmlformats.org/drawingml/2006/main">
              <a:ext uri="{FF2B5EF4-FFF2-40B4-BE49-F238E27FC236}">
                <a16:creationId xmlns:a16="http://schemas.microsoft.com/office/drawing/2014/main" id="{713DBA75-CB5A-4BDD-9C53-8F154F32E8E4}"/>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3615282" name="Rectangle: Rounded Corners 221083532">
            <a:extLst xmlns:a="http://schemas.openxmlformats.org/drawingml/2006/main">
              <a:ext uri="{FF2B5EF4-FFF2-40B4-BE49-F238E27FC236}">
                <a16:creationId xmlns:a16="http://schemas.microsoft.com/office/drawing/2014/main" id="{3E9F9088-135B-49A5-A75B-7A29D7BDEC6D}"/>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393599" name="Rectangle: Rounded Corners 1871169587">
            <a:extLst xmlns:a="http://schemas.openxmlformats.org/drawingml/2006/main">
              <a:ext uri="{FF2B5EF4-FFF2-40B4-BE49-F238E27FC236}">
                <a16:creationId xmlns:a16="http://schemas.microsoft.com/office/drawing/2014/main" id="{EC3BD973-0275-4CD1-8B6A-079B5AF2B037}"/>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1594658" name="Rectangle 1899079274">
            <a:extLst xmlns:a="http://schemas.openxmlformats.org/drawingml/2006/main">
              <a:ext uri="{FF2B5EF4-FFF2-40B4-BE49-F238E27FC236}">
                <a16:creationId xmlns:a16="http://schemas.microsoft.com/office/drawing/2014/main" id="{C3DF77A3-41FD-4DE2-B539-BDB1434F497D}"/>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495881845" name="Rectangle: Rounded Corners 557756631">
            <a:extLst xmlns:a="http://schemas.openxmlformats.org/drawingml/2006/main">
              <a:ext uri="{FF2B5EF4-FFF2-40B4-BE49-F238E27FC236}">
                <a16:creationId xmlns:a16="http://schemas.microsoft.com/office/drawing/2014/main" id="{BCB0345C-33E6-458F-9C7F-A6B58E721DA2}"/>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2454210" name="Rectangle: Rounded Corners 421477788">
            <a:extLst xmlns:a="http://schemas.openxmlformats.org/drawingml/2006/main">
              <a:ext uri="{FF2B5EF4-FFF2-40B4-BE49-F238E27FC236}">
                <a16:creationId xmlns:a16="http://schemas.microsoft.com/office/drawing/2014/main" id="{F3A42AB4-2DFD-4C56-9BC2-4F179E7E8511}"/>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6862969" name="Rectangle: Rounded Corners 358930618">
            <a:extLst xmlns:a="http://schemas.openxmlformats.org/drawingml/2006/main">
              <a:ext uri="{FF2B5EF4-FFF2-40B4-BE49-F238E27FC236}">
                <a16:creationId xmlns:a16="http://schemas.microsoft.com/office/drawing/2014/main" id="{436723B1-5BA8-4F5E-9DD8-B3C830AC48E7}"/>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6316275" name="Rectangle: Rounded Corners 92675593">
            <a:extLst xmlns:a="http://schemas.openxmlformats.org/drawingml/2006/main">
              <a:ext uri="{FF2B5EF4-FFF2-40B4-BE49-F238E27FC236}">
                <a16:creationId xmlns:a16="http://schemas.microsoft.com/office/drawing/2014/main" id="{BD3419CA-0954-4058-8EC9-67BAF4580104}"/>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9957820" name="Rectangle: Rounded Corners 1199041677">
            <a:extLst xmlns:a="http://schemas.openxmlformats.org/drawingml/2006/main">
              <a:ext uri="{FF2B5EF4-FFF2-40B4-BE49-F238E27FC236}">
                <a16:creationId xmlns:a16="http://schemas.microsoft.com/office/drawing/2014/main" id="{B04C0B93-0AE1-4854-95E4-E7BE2111B5E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6194876" name="Rectangle 35073005">
            <a:extLst xmlns:a="http://schemas.openxmlformats.org/drawingml/2006/main">
              <a:ext uri="{FF2B5EF4-FFF2-40B4-BE49-F238E27FC236}">
                <a16:creationId xmlns:a16="http://schemas.microsoft.com/office/drawing/2014/main" id="{572AC369-BF1C-4091-BCD9-38BE9514B1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spTree>
    <p:extLst>
      <p:ext uri="{BB962C8B-B14F-4D97-AF65-F5344CB8AC3E}">
        <p14:creationId xmlns:p14="http://schemas.microsoft.com/office/powerpoint/2010/main" val="883062794"/>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89043052" name="Rectangle 642368024">
            <a:extLst xmlns:a="http://schemas.openxmlformats.org/drawingml/2006/main">
              <a:ext uri="{FF2B5EF4-FFF2-40B4-BE49-F238E27FC236}">
                <a16:creationId xmlns:a16="http://schemas.microsoft.com/office/drawing/2014/main" id="{97549AB5-DD5B-4BC6-BC4F-FC9E22CCA3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32621856" name="Rectangle 1340580572">
            <a:extLst xmlns:a="http://schemas.openxmlformats.org/drawingml/2006/main">
              <a:ext uri="{FF2B5EF4-FFF2-40B4-BE49-F238E27FC236}">
                <a16:creationId xmlns:a16="http://schemas.microsoft.com/office/drawing/2014/main" id="{95848356-593D-4B12-AC43-E5879C26852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334862352" name="Rectangle: Rounded Corners 1167098246">
            <a:extLst xmlns:a="http://schemas.openxmlformats.org/drawingml/2006/main">
              <a:ext uri="{FF2B5EF4-FFF2-40B4-BE49-F238E27FC236}">
                <a16:creationId xmlns:a16="http://schemas.microsoft.com/office/drawing/2014/main" id="{C449B27F-6A92-49F7-843D-97BACB2F6D2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8243200" name="Rectangle: Rounded Corners 391850247">
            <a:extLst xmlns:a="http://schemas.openxmlformats.org/drawingml/2006/main">
              <a:ext uri="{FF2B5EF4-FFF2-40B4-BE49-F238E27FC236}">
                <a16:creationId xmlns:a16="http://schemas.microsoft.com/office/drawing/2014/main" id="{46B99430-E436-4746-A675-3E5EEAF1CBD0}"/>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4834932" name="Rectangle 558602476">
            <a:extLst xmlns:a="http://schemas.openxmlformats.org/drawingml/2006/main">
              <a:ext uri="{FF2B5EF4-FFF2-40B4-BE49-F238E27FC236}">
                <a16:creationId xmlns:a16="http://schemas.microsoft.com/office/drawing/2014/main" id="{06DABF90-9423-45E3-9646-3C9E17A496FC}"/>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362146434" name="Rectangle 908481340">
            <a:extLst xmlns:a="http://schemas.openxmlformats.org/drawingml/2006/main">
              <a:ext uri="{FF2B5EF4-FFF2-40B4-BE49-F238E27FC236}">
                <a16:creationId xmlns:a16="http://schemas.microsoft.com/office/drawing/2014/main" id="{36F38ABB-DABD-405A-B605-B7A195123BB2}"/>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080496818" name="Rectangle 803342785">
            <a:extLst xmlns:a="http://schemas.openxmlformats.org/drawingml/2006/main">
              <a:ext uri="{FF2B5EF4-FFF2-40B4-BE49-F238E27FC236}">
                <a16:creationId xmlns:a16="http://schemas.microsoft.com/office/drawing/2014/main" id="{E443E97F-2EFF-408F-9575-20A924B320AC}"/>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827546001" name="Rectangle: Rounded Corners 1990101030">
            <a:extLst xmlns:a="http://schemas.openxmlformats.org/drawingml/2006/main">
              <a:ext uri="{FF2B5EF4-FFF2-40B4-BE49-F238E27FC236}">
                <a16:creationId xmlns:a16="http://schemas.microsoft.com/office/drawing/2014/main" id="{6B4E3824-701D-4BBF-9727-0E8E1AE8ACC8}"/>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438531" name="Rectangle 1511392786">
            <a:extLst xmlns:a="http://schemas.openxmlformats.org/drawingml/2006/main">
              <a:ext uri="{FF2B5EF4-FFF2-40B4-BE49-F238E27FC236}">
                <a16:creationId xmlns:a16="http://schemas.microsoft.com/office/drawing/2014/main" id="{93448F6E-E04D-45A4-B24A-49695C0A5424}"/>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916953148" name="Rectangle: Rounded Corners 768585734">
            <a:extLst xmlns:a="http://schemas.openxmlformats.org/drawingml/2006/main">
              <a:ext uri="{FF2B5EF4-FFF2-40B4-BE49-F238E27FC236}">
                <a16:creationId xmlns:a16="http://schemas.microsoft.com/office/drawing/2014/main" id="{DA1C3CE2-7CFC-4DC2-9DD1-C9CDD0705067}"/>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071595" name="Rectangle 734996419">
            <a:extLst xmlns:a="http://schemas.openxmlformats.org/drawingml/2006/main">
              <a:ext uri="{FF2B5EF4-FFF2-40B4-BE49-F238E27FC236}">
                <a16:creationId xmlns:a16="http://schemas.microsoft.com/office/drawing/2014/main" id="{C303E5EA-BC44-4CF2-8E51-DBB15156B898}"/>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046666729" name="Rectangle: Rounded Corners 904396018">
            <a:extLst xmlns:a="http://schemas.openxmlformats.org/drawingml/2006/main">
              <a:ext uri="{FF2B5EF4-FFF2-40B4-BE49-F238E27FC236}">
                <a16:creationId xmlns:a16="http://schemas.microsoft.com/office/drawing/2014/main" id="{09B026F8-15B3-46E7-803E-944F40D29183}"/>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6465013" name="Rectangle 1723400869">
            <a:extLst xmlns:a="http://schemas.openxmlformats.org/drawingml/2006/main">
              <a:ext uri="{FF2B5EF4-FFF2-40B4-BE49-F238E27FC236}">
                <a16:creationId xmlns:a16="http://schemas.microsoft.com/office/drawing/2014/main" id="{0FA7D08F-06DB-483A-99BD-B0BBDDDB6C51}"/>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48643747" name="Rectangle: Rounded Corners 1904735606">
            <a:extLst xmlns:a="http://schemas.openxmlformats.org/drawingml/2006/main">
              <a:ext uri="{FF2B5EF4-FFF2-40B4-BE49-F238E27FC236}">
                <a16:creationId xmlns:a16="http://schemas.microsoft.com/office/drawing/2014/main" id="{F33F90A5-5F6D-48FE-A1EB-A79AAC8D70F3}"/>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531889" name="Rectangle 1977779495">
            <a:extLst xmlns:a="http://schemas.openxmlformats.org/drawingml/2006/main">
              <a:ext uri="{FF2B5EF4-FFF2-40B4-BE49-F238E27FC236}">
                <a16:creationId xmlns:a16="http://schemas.microsoft.com/office/drawing/2014/main" id="{EDF1BE58-EE3B-4723-B0DC-D1D6FE6348F6}"/>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629591377" name="Rectangle: Rounded Corners 758909754">
            <a:extLst xmlns:a="http://schemas.openxmlformats.org/drawingml/2006/main">
              <a:ext uri="{FF2B5EF4-FFF2-40B4-BE49-F238E27FC236}">
                <a16:creationId xmlns:a16="http://schemas.microsoft.com/office/drawing/2014/main" id="{36528D2B-CBAE-4607-B748-C7722FF9B727}"/>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3986293" name="Rectangle 1103671468">
            <a:extLst xmlns:a="http://schemas.openxmlformats.org/drawingml/2006/main">
              <a:ext uri="{FF2B5EF4-FFF2-40B4-BE49-F238E27FC236}">
                <a16:creationId xmlns:a16="http://schemas.microsoft.com/office/drawing/2014/main" id="{AACC2FD9-4CBD-49F5-AF87-6F3703FBC2A5}"/>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404041806" name="Rectangle: Rounded Corners 1109785804">
            <a:extLst xmlns:a="http://schemas.openxmlformats.org/drawingml/2006/main">
              <a:ext uri="{FF2B5EF4-FFF2-40B4-BE49-F238E27FC236}">
                <a16:creationId xmlns:a16="http://schemas.microsoft.com/office/drawing/2014/main" id="{3F50B84E-123D-4A39-A33E-1200B7F11D5E}"/>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3508640" name="Rectangle 87535763">
            <a:extLst xmlns:a="http://schemas.openxmlformats.org/drawingml/2006/main">
              <a:ext uri="{FF2B5EF4-FFF2-40B4-BE49-F238E27FC236}">
                <a16:creationId xmlns:a16="http://schemas.microsoft.com/office/drawing/2014/main" id="{65837680-D1B7-4895-8E9E-9C961CF98B85}"/>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628181699" name="Rectangle: Rounded Corners 395524451">
            <a:extLst xmlns:a="http://schemas.openxmlformats.org/drawingml/2006/main">
              <a:ext uri="{FF2B5EF4-FFF2-40B4-BE49-F238E27FC236}">
                <a16:creationId xmlns:a16="http://schemas.microsoft.com/office/drawing/2014/main" id="{ED7DF051-9F82-4CDF-BE0E-42FAF42CDD3A}"/>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5553200" name="Rectangle 752117888">
            <a:extLst xmlns:a="http://schemas.openxmlformats.org/drawingml/2006/main">
              <a:ext uri="{FF2B5EF4-FFF2-40B4-BE49-F238E27FC236}">
                <a16:creationId xmlns:a16="http://schemas.microsoft.com/office/drawing/2014/main" id="{3F30B06C-E698-4D2F-B355-889CFA12902D}"/>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92938820" name="Rectangle: Rounded Corners 1187034514">
            <a:extLst xmlns:a="http://schemas.openxmlformats.org/drawingml/2006/main">
              <a:ext uri="{FF2B5EF4-FFF2-40B4-BE49-F238E27FC236}">
                <a16:creationId xmlns:a16="http://schemas.microsoft.com/office/drawing/2014/main" id="{3DB20CBE-5E4F-4259-B87C-D2E3126333EB}"/>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7189237" name="Rectangle 1239831952">
            <a:extLst xmlns:a="http://schemas.openxmlformats.org/drawingml/2006/main">
              <a:ext uri="{FF2B5EF4-FFF2-40B4-BE49-F238E27FC236}">
                <a16:creationId xmlns:a16="http://schemas.microsoft.com/office/drawing/2014/main" id="{93E5C27F-F6A3-4D99-BD28-E5DE109C477E}"/>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67924397" name="Rectangle: Rounded Corners 1990686703">
            <a:extLst xmlns:a="http://schemas.openxmlformats.org/drawingml/2006/main">
              <a:ext uri="{FF2B5EF4-FFF2-40B4-BE49-F238E27FC236}">
                <a16:creationId xmlns:a16="http://schemas.microsoft.com/office/drawing/2014/main" id="{32F205D8-B073-4D15-96E4-025D3DF6BFA8}"/>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6178558" name="Rectangle 790741738">
            <a:extLst xmlns:a="http://schemas.openxmlformats.org/drawingml/2006/main">
              <a:ext uri="{FF2B5EF4-FFF2-40B4-BE49-F238E27FC236}">
                <a16:creationId xmlns:a16="http://schemas.microsoft.com/office/drawing/2014/main" id="{FC241758-0C6C-4A43-B16F-5AB3B09740C5}"/>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728445978" name="Rectangle 1344716697">
            <a:extLst xmlns:a="http://schemas.openxmlformats.org/drawingml/2006/main">
              <a:ext uri="{FF2B5EF4-FFF2-40B4-BE49-F238E27FC236}">
                <a16:creationId xmlns:a16="http://schemas.microsoft.com/office/drawing/2014/main" id="{A0D74EC9-13C1-4547-A48C-2C5004EB509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414835319" name="Rectangle: Rounded Corners 505587208">
            <a:extLst xmlns:a="http://schemas.openxmlformats.org/drawingml/2006/main">
              <a:ext uri="{FF2B5EF4-FFF2-40B4-BE49-F238E27FC236}">
                <a16:creationId xmlns:a16="http://schemas.microsoft.com/office/drawing/2014/main" id="{395E1CD1-2BEE-4B07-9FAB-451CE5036E6C}"/>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3023011" name="Rectangle 1817540189">
            <a:extLst xmlns:a="http://schemas.openxmlformats.org/drawingml/2006/main">
              <a:ext uri="{FF2B5EF4-FFF2-40B4-BE49-F238E27FC236}">
                <a16:creationId xmlns:a16="http://schemas.microsoft.com/office/drawing/2014/main" id="{F80AE6AE-3C3A-4689-84EC-56FAE90350BB}"/>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78108221" name="Rectangle: Rounded Corners 1412774459">
            <a:extLst xmlns:a="http://schemas.openxmlformats.org/drawingml/2006/main">
              <a:ext uri="{FF2B5EF4-FFF2-40B4-BE49-F238E27FC236}">
                <a16:creationId xmlns:a16="http://schemas.microsoft.com/office/drawing/2014/main" id="{2310E3E8-6C69-4EF4-9CE6-3AA43F137DED}"/>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999575" name="Rectangle 842999192">
            <a:extLst xmlns:a="http://schemas.openxmlformats.org/drawingml/2006/main">
              <a:ext uri="{FF2B5EF4-FFF2-40B4-BE49-F238E27FC236}">
                <a16:creationId xmlns:a16="http://schemas.microsoft.com/office/drawing/2014/main" id="{15AAEC1E-45EF-4926-A8E0-EE3C7A3A68A5}"/>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934433243" name="Rectangle: Rounded Corners 1720875966">
            <a:extLst xmlns:a="http://schemas.openxmlformats.org/drawingml/2006/main">
              <a:ext uri="{FF2B5EF4-FFF2-40B4-BE49-F238E27FC236}">
                <a16:creationId xmlns:a16="http://schemas.microsoft.com/office/drawing/2014/main" id="{562AAE22-72C8-4D9F-8EAC-ACA12E07CB93}"/>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0312583" name="Rectangle 66502239">
            <a:extLst xmlns:a="http://schemas.openxmlformats.org/drawingml/2006/main">
              <a:ext uri="{FF2B5EF4-FFF2-40B4-BE49-F238E27FC236}">
                <a16:creationId xmlns:a16="http://schemas.microsoft.com/office/drawing/2014/main" id="{3FDBC3C3-2993-4C17-ABE6-926EF9581E6A}"/>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1979011560" name="Rectangle: Rounded Corners 2118371450">
            <a:extLst xmlns:a="http://schemas.openxmlformats.org/drawingml/2006/main">
              <a:ext uri="{FF2B5EF4-FFF2-40B4-BE49-F238E27FC236}">
                <a16:creationId xmlns:a16="http://schemas.microsoft.com/office/drawing/2014/main" id="{D1A9505E-1FE0-4954-882F-60FA0ADA844D}"/>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218366" name="Rectangle 1265886563">
            <a:extLst xmlns:a="http://schemas.openxmlformats.org/drawingml/2006/main">
              <a:ext uri="{FF2B5EF4-FFF2-40B4-BE49-F238E27FC236}">
                <a16:creationId xmlns:a16="http://schemas.microsoft.com/office/drawing/2014/main" id="{A4AA0EF5-CEBD-44AF-90D1-6D70475B61F4}"/>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1572193941" name="Rectangle: Rounded Corners 2042608732">
            <a:extLst xmlns:a="http://schemas.openxmlformats.org/drawingml/2006/main">
              <a:ext uri="{FF2B5EF4-FFF2-40B4-BE49-F238E27FC236}">
                <a16:creationId xmlns:a16="http://schemas.microsoft.com/office/drawing/2014/main" id="{C6268581-54A2-4334-9DC9-ADB11F6D665C}"/>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505016" name="Rectangle 661207096">
            <a:extLst xmlns:a="http://schemas.openxmlformats.org/drawingml/2006/main">
              <a:ext uri="{FF2B5EF4-FFF2-40B4-BE49-F238E27FC236}">
                <a16:creationId xmlns:a16="http://schemas.microsoft.com/office/drawing/2014/main" id="{4FD8463E-A1A0-4971-9CC5-37FF77E3ADFC}"/>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415560175" name="Rectangle: Rounded Corners 1098391783">
            <a:extLst xmlns:a="http://schemas.openxmlformats.org/drawingml/2006/main">
              <a:ext uri="{FF2B5EF4-FFF2-40B4-BE49-F238E27FC236}">
                <a16:creationId xmlns:a16="http://schemas.microsoft.com/office/drawing/2014/main" id="{D15E940F-C696-4496-8B58-146C1110CA34}"/>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2223155" name="Rectangle 1867510340">
            <a:extLst xmlns:a="http://schemas.openxmlformats.org/drawingml/2006/main">
              <a:ext uri="{FF2B5EF4-FFF2-40B4-BE49-F238E27FC236}">
                <a16:creationId xmlns:a16="http://schemas.microsoft.com/office/drawing/2014/main" id="{E78F3425-5D4C-44E8-BB1E-FD65CE9C639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1488834888" name="Rectangle 610821016">
            <a:extLst xmlns:a="http://schemas.openxmlformats.org/drawingml/2006/main">
              <a:ext uri="{FF2B5EF4-FFF2-40B4-BE49-F238E27FC236}">
                <a16:creationId xmlns:a16="http://schemas.microsoft.com/office/drawing/2014/main" id="{73877533-6955-46D5-970B-73C5D739CFB8}"/>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337831831" name="Rectangle: Rounded Corners 1846748793">
            <a:extLst xmlns:a="http://schemas.openxmlformats.org/drawingml/2006/main">
              <a:ext uri="{FF2B5EF4-FFF2-40B4-BE49-F238E27FC236}">
                <a16:creationId xmlns:a16="http://schemas.microsoft.com/office/drawing/2014/main" id="{C4A73F4B-D328-41ED-B29B-2A7DE0BA64D2}"/>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918717732" name="Rectangle 569626175">
            <a:extLst xmlns:a="http://schemas.openxmlformats.org/drawingml/2006/main">
              <a:ext uri="{FF2B5EF4-FFF2-40B4-BE49-F238E27FC236}">
                <a16:creationId xmlns:a16="http://schemas.microsoft.com/office/drawing/2014/main" id="{C9B89BE8-EA8B-4749-98B6-9E5536B3D03E}"/>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387581517" name="Rectangle: Rounded Corners 43298065">
            <a:extLst xmlns:a="http://schemas.openxmlformats.org/drawingml/2006/main">
              <a:ext uri="{FF2B5EF4-FFF2-40B4-BE49-F238E27FC236}">
                <a16:creationId xmlns:a16="http://schemas.microsoft.com/office/drawing/2014/main" id="{6A924B09-4F44-4C84-B1EF-AE4A05453C90}"/>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879099790" name="Rectangle 114239354">
            <a:extLst xmlns:a="http://schemas.openxmlformats.org/drawingml/2006/main">
              <a:ext uri="{FF2B5EF4-FFF2-40B4-BE49-F238E27FC236}">
                <a16:creationId xmlns:a16="http://schemas.microsoft.com/office/drawing/2014/main" id="{2C6D27B7-27C4-4135-87D6-9C9FBFC661A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992925877" name="Rectangle: Rounded Corners 1589723464">
            <a:extLst xmlns:a="http://schemas.openxmlformats.org/drawingml/2006/main">
              <a:ext uri="{FF2B5EF4-FFF2-40B4-BE49-F238E27FC236}">
                <a16:creationId xmlns:a16="http://schemas.microsoft.com/office/drawing/2014/main" id="{AA4CD937-8438-4FCF-83FA-5B869D0FC4A3}"/>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58025697" name="Rectangle 127230098">
            <a:extLst xmlns:a="http://schemas.openxmlformats.org/drawingml/2006/main">
              <a:ext uri="{FF2B5EF4-FFF2-40B4-BE49-F238E27FC236}">
                <a16:creationId xmlns:a16="http://schemas.microsoft.com/office/drawing/2014/main" id="{38648B14-AB72-4088-A9DC-62C1E88492B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948801048" name="Rectangle 760303360">
            <a:extLst xmlns:a="http://schemas.openxmlformats.org/drawingml/2006/main">
              <a:ext uri="{FF2B5EF4-FFF2-40B4-BE49-F238E27FC236}">
                <a16:creationId xmlns:a16="http://schemas.microsoft.com/office/drawing/2014/main" id="{E4DBEF13-BE24-4183-A5D9-527C73791E9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63</a:t>
            </a:r>
          </a:p>
        </p:txBody>
      </p:sp>
      <p:pic>
        <p:nvPicPr>
          <p:cNvPr id="2089043100"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2532e618c13044c7">
            <a:extLst>
              <a:ext uri="{96DAC541-7B7A-43D3-8B79-37D633B846F1}">
                <asvg:svgBlip xmlns:asvg="http://schemas.microsoft.com/office/drawing/2016/SVG/main" r:embed="R6b2e4c19e26a40c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15411393"/>
      </p:ext>
    </p:extLst>
  </p:cSld>
</p:sld>
</file>

<file path=ppt/slides/slide6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217676" name="Rectangle 1109576543">
            <a:extLst xmlns:a="http://schemas.openxmlformats.org/drawingml/2006/main">
              <a:ext uri="{FF2B5EF4-FFF2-40B4-BE49-F238E27FC236}">
                <a16:creationId xmlns:a16="http://schemas.microsoft.com/office/drawing/2014/main" id="{E32C5158-B284-4B08-B02F-5D8ED456A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465563913" name="Rectangle 165357682">
            <a:extLst xmlns:a="http://schemas.openxmlformats.org/drawingml/2006/main">
              <a:ext uri="{FF2B5EF4-FFF2-40B4-BE49-F238E27FC236}">
                <a16:creationId xmlns:a16="http://schemas.microsoft.com/office/drawing/2014/main" id="{DABD5CE7-8FC2-420B-88A8-603B34ED70A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431205978" name="Rectangle: Rounded Corners 1373434995">
            <a:extLst xmlns:a="http://schemas.openxmlformats.org/drawingml/2006/main">
              <a:ext uri="{FF2B5EF4-FFF2-40B4-BE49-F238E27FC236}">
                <a16:creationId xmlns:a16="http://schemas.microsoft.com/office/drawing/2014/main" id="{EFA3B66C-5966-4883-B22F-13A87048F6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5562975" name="Straight Connector 247695513">
            <a:extLst xmlns:a="http://schemas.openxmlformats.org/drawingml/2006/main">
              <a:ext uri="{FF2B5EF4-FFF2-40B4-BE49-F238E27FC236}">
                <a16:creationId xmlns:a16="http://schemas.microsoft.com/office/drawing/2014/main" id="{CAD819AF-3B36-4D04-B397-701308FB5B1B}"/>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346921" name="Oval 628746849">
            <a:extLst xmlns:a="http://schemas.openxmlformats.org/drawingml/2006/main">
              <a:ext uri="{FF2B5EF4-FFF2-40B4-BE49-F238E27FC236}">
                <a16:creationId xmlns:a16="http://schemas.microsoft.com/office/drawing/2014/main" id="{1EA106A6-DAAF-4B68-BDA1-0C1493B44018}"/>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744313137" name="Rectangle 1898660202">
            <a:extLst xmlns:a="http://schemas.openxmlformats.org/drawingml/2006/main">
              <a:ext uri="{FF2B5EF4-FFF2-40B4-BE49-F238E27FC236}">
                <a16:creationId xmlns:a16="http://schemas.microsoft.com/office/drawing/2014/main" id="{9A7FE436-BE82-4E0D-8266-A84FE1690195}"/>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562482906" name="Oval 901053968">
            <a:extLst xmlns:a="http://schemas.openxmlformats.org/drawingml/2006/main">
              <a:ext uri="{FF2B5EF4-FFF2-40B4-BE49-F238E27FC236}">
                <a16:creationId xmlns:a16="http://schemas.microsoft.com/office/drawing/2014/main" id="{D722E7B2-139C-42C5-9CCE-DF0BB09A6CE0}"/>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30342748" name="Rectangle 2049675483">
            <a:extLst xmlns:a="http://schemas.openxmlformats.org/drawingml/2006/main">
              <a:ext uri="{FF2B5EF4-FFF2-40B4-BE49-F238E27FC236}">
                <a16:creationId xmlns:a16="http://schemas.microsoft.com/office/drawing/2014/main" id="{34F5DAE3-2256-47EB-A8D1-DB5D5A4126F3}"/>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607997578" name="Oval 80204406">
            <a:extLst xmlns:a="http://schemas.openxmlformats.org/drawingml/2006/main">
              <a:ext uri="{FF2B5EF4-FFF2-40B4-BE49-F238E27FC236}">
                <a16:creationId xmlns:a16="http://schemas.microsoft.com/office/drawing/2014/main" id="{4BD5E394-6CBE-460C-B5B6-60823644155C}"/>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925607713" name="Rectangle 1419699716">
            <a:extLst xmlns:a="http://schemas.openxmlformats.org/drawingml/2006/main">
              <a:ext uri="{FF2B5EF4-FFF2-40B4-BE49-F238E27FC236}">
                <a16:creationId xmlns:a16="http://schemas.microsoft.com/office/drawing/2014/main" id="{EC8E139A-B5AE-4FFF-9869-220B1BB5FF7B}"/>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509017545" name="Oval 1824188964">
            <a:extLst xmlns:a="http://schemas.openxmlformats.org/drawingml/2006/main">
              <a:ext uri="{FF2B5EF4-FFF2-40B4-BE49-F238E27FC236}">
                <a16:creationId xmlns:a16="http://schemas.microsoft.com/office/drawing/2014/main" id="{EA0EBCA7-4883-4A86-BF6E-8346C552F94E}"/>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394814573" name="Rectangle 1161191516">
            <a:extLst xmlns:a="http://schemas.openxmlformats.org/drawingml/2006/main">
              <a:ext uri="{FF2B5EF4-FFF2-40B4-BE49-F238E27FC236}">
                <a16:creationId xmlns:a16="http://schemas.microsoft.com/office/drawing/2014/main" id="{A51DCA4A-01D6-49D2-B561-6A10A7F90AB5}"/>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304702327" name="Oval 506955708">
            <a:extLst xmlns:a="http://schemas.openxmlformats.org/drawingml/2006/main">
              <a:ext uri="{FF2B5EF4-FFF2-40B4-BE49-F238E27FC236}">
                <a16:creationId xmlns:a16="http://schemas.microsoft.com/office/drawing/2014/main" id="{2DC47A0E-4F0D-46DA-B632-08D7FD21A28F}"/>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869214438" name="Rectangle 1606354811">
            <a:extLst xmlns:a="http://schemas.openxmlformats.org/drawingml/2006/main">
              <a:ext uri="{FF2B5EF4-FFF2-40B4-BE49-F238E27FC236}">
                <a16:creationId xmlns:a16="http://schemas.microsoft.com/office/drawing/2014/main" id="{7A7405BB-B484-4EDC-854A-132CC0895283}"/>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2036239671" name="Oval 759270822">
            <a:extLst xmlns:a="http://schemas.openxmlformats.org/drawingml/2006/main">
              <a:ext uri="{FF2B5EF4-FFF2-40B4-BE49-F238E27FC236}">
                <a16:creationId xmlns:a16="http://schemas.microsoft.com/office/drawing/2014/main" id="{570C870F-A329-4A95-BD8F-3FDF4F97EA75}"/>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932745903" name="Rectangle 2044500735">
            <a:extLst xmlns:a="http://schemas.openxmlformats.org/drawingml/2006/main">
              <a:ext uri="{FF2B5EF4-FFF2-40B4-BE49-F238E27FC236}">
                <a16:creationId xmlns:a16="http://schemas.microsoft.com/office/drawing/2014/main" id="{196DF87A-098D-4C07-B1F7-E5DE8BD59394}"/>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580765458" name="Rectangle 421878984">
            <a:extLst xmlns:a="http://schemas.openxmlformats.org/drawingml/2006/main">
              <a:ext uri="{FF2B5EF4-FFF2-40B4-BE49-F238E27FC236}">
                <a16:creationId xmlns:a16="http://schemas.microsoft.com/office/drawing/2014/main" id="{88B3E946-DF46-4E1B-B59A-9558AED14D8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398252625" name="Rectangle 865122751">
            <a:extLst xmlns:a="http://schemas.openxmlformats.org/drawingml/2006/main">
              <a:ext uri="{FF2B5EF4-FFF2-40B4-BE49-F238E27FC236}">
                <a16:creationId xmlns:a16="http://schemas.microsoft.com/office/drawing/2014/main" id="{2ED83307-4E6B-4AFE-B2BB-5C578EEB8F3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64</a:t>
            </a:r>
          </a:p>
        </p:txBody>
      </p:sp>
    </p:spTree>
    <p:extLst>
      <p:ext uri="{BB962C8B-B14F-4D97-AF65-F5344CB8AC3E}">
        <p14:creationId xmlns:p14="http://schemas.microsoft.com/office/powerpoint/2010/main" val="1622371068"/>
      </p:ext>
    </p:extLst>
  </p:cSld>
</p:sld>
</file>

<file path=ppt/slides/slide6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7481098" name="Rectangle 720144411">
            <a:extLst xmlns:a="http://schemas.openxmlformats.org/drawingml/2006/main">
              <a:ext uri="{FF2B5EF4-FFF2-40B4-BE49-F238E27FC236}">
                <a16:creationId xmlns:a16="http://schemas.microsoft.com/office/drawing/2014/main" id="{D4CB3F46-06ED-4320-BAB9-99B8B925671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690059518" name="Rectangle 1225833152">
            <a:extLst xmlns:a="http://schemas.openxmlformats.org/drawingml/2006/main">
              <a:ext uri="{FF2B5EF4-FFF2-40B4-BE49-F238E27FC236}">
                <a16:creationId xmlns:a16="http://schemas.microsoft.com/office/drawing/2014/main" id="{4F9895A3-C3BC-4BD1-BBFD-7D9E4D82D8D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23966021" name="Rectangle: Rounded Corners 259784900">
            <a:extLst xmlns:a="http://schemas.openxmlformats.org/drawingml/2006/main">
              <a:ext uri="{FF2B5EF4-FFF2-40B4-BE49-F238E27FC236}">
                <a16:creationId xmlns:a16="http://schemas.microsoft.com/office/drawing/2014/main" id="{0AB91BE8-9BBA-46E1-93A4-5C3468967FE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128422" name="Rectangle: Rounded Corners 590363604">
            <a:extLst xmlns:a="http://schemas.openxmlformats.org/drawingml/2006/main">
              <a:ext uri="{FF2B5EF4-FFF2-40B4-BE49-F238E27FC236}">
                <a16:creationId xmlns:a16="http://schemas.microsoft.com/office/drawing/2014/main" id="{A758F574-9CDD-4F39-BDC7-EFD1B69A3511}"/>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50988402" name="Rectangle: Rounded Corners 646256513">
            <a:extLst xmlns:a="http://schemas.openxmlformats.org/drawingml/2006/main">
              <a:ext uri="{FF2B5EF4-FFF2-40B4-BE49-F238E27FC236}">
                <a16:creationId xmlns:a16="http://schemas.microsoft.com/office/drawing/2014/main" id="{53F4BECB-3855-4D16-A82E-F13A68D63AAF}"/>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1575484527" name="Rectangle: Rounded Corners 904291872">
            <a:extLst xmlns:a="http://schemas.openxmlformats.org/drawingml/2006/main">
              <a:ext uri="{FF2B5EF4-FFF2-40B4-BE49-F238E27FC236}">
                <a16:creationId xmlns:a16="http://schemas.microsoft.com/office/drawing/2014/main" id="{324CDB5C-337B-4F42-A1A3-0E84EC8FD28B}"/>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2082633885" name="Rectangle: Rounded Corners 1609756684">
            <a:extLst xmlns:a="http://schemas.openxmlformats.org/drawingml/2006/main">
              <a:ext uri="{FF2B5EF4-FFF2-40B4-BE49-F238E27FC236}">
                <a16:creationId xmlns:a16="http://schemas.microsoft.com/office/drawing/2014/main" id="{A9C555F2-B61D-4512-9FE8-BBF04A0E4307}"/>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33294963" name="Rectangle: Rounded Corners 855592258">
            <a:extLst xmlns:a="http://schemas.openxmlformats.org/drawingml/2006/main">
              <a:ext uri="{FF2B5EF4-FFF2-40B4-BE49-F238E27FC236}">
                <a16:creationId xmlns:a16="http://schemas.microsoft.com/office/drawing/2014/main" id="{1A34F94B-0A2F-47E2-B6D3-59C97B7D7158}"/>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748986957" name="Straight Connector 607889825">
            <a:extLst xmlns:a="http://schemas.openxmlformats.org/drawingml/2006/main">
              <a:ext uri="{FF2B5EF4-FFF2-40B4-BE49-F238E27FC236}">
                <a16:creationId xmlns:a16="http://schemas.microsoft.com/office/drawing/2014/main" id="{16AEB980-F8B8-4D3A-8F58-9C69A0376CA2}"/>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1696046" name="Rectangle 1601584250">
            <a:extLst xmlns:a="http://schemas.openxmlformats.org/drawingml/2006/main">
              <a:ext uri="{FF2B5EF4-FFF2-40B4-BE49-F238E27FC236}">
                <a16:creationId xmlns:a16="http://schemas.microsoft.com/office/drawing/2014/main" id="{D06CF1BC-CB67-41CA-8035-9F9F1E8A9E09}"/>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1358912657" name="Rectangle 734795484">
            <a:extLst xmlns:a="http://schemas.openxmlformats.org/drawingml/2006/main">
              <a:ext uri="{FF2B5EF4-FFF2-40B4-BE49-F238E27FC236}">
                <a16:creationId xmlns:a16="http://schemas.microsoft.com/office/drawing/2014/main" id="{CA4B5AA3-7050-4D76-A6B5-33BE432F1FBE}"/>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423609628" name="Rectangle 28239208">
            <a:extLst xmlns:a="http://schemas.openxmlformats.org/drawingml/2006/main">
              <a:ext uri="{FF2B5EF4-FFF2-40B4-BE49-F238E27FC236}">
                <a16:creationId xmlns:a16="http://schemas.microsoft.com/office/drawing/2014/main" id="{EBC9CEAD-D5D8-4B71-AB91-5DA95531C787}"/>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873280703" name="Rectangle 1250386903">
            <a:extLst xmlns:a="http://schemas.openxmlformats.org/drawingml/2006/main">
              <a:ext uri="{FF2B5EF4-FFF2-40B4-BE49-F238E27FC236}">
                <a16:creationId xmlns:a16="http://schemas.microsoft.com/office/drawing/2014/main" id="{1B07AD4A-F46F-4A2C-8B0A-415A5E607A7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65</a:t>
            </a:r>
          </a:p>
        </p:txBody>
      </p:sp>
    </p:spTree>
    <p:extLst>
      <p:ext uri="{BB962C8B-B14F-4D97-AF65-F5344CB8AC3E}">
        <p14:creationId xmlns:p14="http://schemas.microsoft.com/office/powerpoint/2010/main" val="69710492"/>
      </p:ext>
    </p:extLst>
  </p:cSld>
</p:sld>
</file>

<file path=ppt/slides/slide6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8819581" name="Rectangle 1667135521">
            <a:extLst xmlns:a="http://schemas.openxmlformats.org/drawingml/2006/main">
              <a:ext uri="{FF2B5EF4-FFF2-40B4-BE49-F238E27FC236}">
                <a16:creationId xmlns:a16="http://schemas.microsoft.com/office/drawing/2014/main" id="{54CF2AFF-D3E2-421C-9890-BAB1C79E125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843552744" name="Rectangle 753528189">
            <a:extLst xmlns:a="http://schemas.openxmlformats.org/drawingml/2006/main">
              <a:ext uri="{FF2B5EF4-FFF2-40B4-BE49-F238E27FC236}">
                <a16:creationId xmlns:a16="http://schemas.microsoft.com/office/drawing/2014/main" id="{F0FF80EA-A74B-463A-A089-E1D7D6BE29D7}"/>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1917431269" name="Rectangle: Rounded Corners 870951437">
            <a:extLst xmlns:a="http://schemas.openxmlformats.org/drawingml/2006/main">
              <a:ext uri="{FF2B5EF4-FFF2-40B4-BE49-F238E27FC236}">
                <a16:creationId xmlns:a16="http://schemas.microsoft.com/office/drawing/2014/main" id="{3E01E11D-E429-41DF-8D84-71424A0D736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504430" name="Rectangle: Rounded Corners 1803074334">
            <a:extLst xmlns:a="http://schemas.openxmlformats.org/drawingml/2006/main">
              <a:ext uri="{FF2B5EF4-FFF2-40B4-BE49-F238E27FC236}">
                <a16:creationId xmlns:a16="http://schemas.microsoft.com/office/drawing/2014/main" id="{63C5AFC0-B94F-4D3C-8D3F-8B9B6810A298}"/>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050347146" name="Arrow: Right 2018184415">
            <a:extLst xmlns:a="http://schemas.openxmlformats.org/drawingml/2006/main">
              <a:ext uri="{FF2B5EF4-FFF2-40B4-BE49-F238E27FC236}">
                <a16:creationId xmlns:a16="http://schemas.microsoft.com/office/drawing/2014/main" id="{51442F72-6CD3-4EE0-9466-6F892EE7CF68}"/>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6148278" name="Rectangle: Rounded Corners 850855695">
            <a:extLst xmlns:a="http://schemas.openxmlformats.org/drawingml/2006/main">
              <a:ext uri="{FF2B5EF4-FFF2-40B4-BE49-F238E27FC236}">
                <a16:creationId xmlns:a16="http://schemas.microsoft.com/office/drawing/2014/main" id="{0CCD2F65-6C92-42C4-8899-5597B86A250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564227438" name="Arrow: Right 1111035308">
            <a:extLst xmlns:a="http://schemas.openxmlformats.org/drawingml/2006/main">
              <a:ext uri="{FF2B5EF4-FFF2-40B4-BE49-F238E27FC236}">
                <a16:creationId xmlns:a16="http://schemas.microsoft.com/office/drawing/2014/main" id="{0920266F-0505-480F-A672-7CA1D4EE6D91}"/>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3094491" name="Rectangle: Rounded Corners 360549355">
            <a:extLst xmlns:a="http://schemas.openxmlformats.org/drawingml/2006/main">
              <a:ext uri="{FF2B5EF4-FFF2-40B4-BE49-F238E27FC236}">
                <a16:creationId xmlns:a16="http://schemas.microsoft.com/office/drawing/2014/main" id="{88587953-601F-4073-AE7F-F008DDBEFAC1}"/>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1006185" name="Arrow: Right 1294665978">
            <a:extLst xmlns:a="http://schemas.openxmlformats.org/drawingml/2006/main">
              <a:ext uri="{FF2B5EF4-FFF2-40B4-BE49-F238E27FC236}">
                <a16:creationId xmlns:a16="http://schemas.microsoft.com/office/drawing/2014/main" id="{F234CF35-235D-4874-9C21-B0C19007214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0198073" name="Rectangle: Rounded Corners 1581615348">
            <a:extLst xmlns:a="http://schemas.openxmlformats.org/drawingml/2006/main">
              <a:ext uri="{FF2B5EF4-FFF2-40B4-BE49-F238E27FC236}">
                <a16:creationId xmlns:a16="http://schemas.microsoft.com/office/drawing/2014/main" id="{6ABD44AD-C59C-44BF-98EF-69AA63D0BFD0}"/>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006204126" name="Rectangle: Rounded Corners 143885393">
            <a:extLst xmlns:a="http://schemas.openxmlformats.org/drawingml/2006/main">
              <a:ext uri="{FF2B5EF4-FFF2-40B4-BE49-F238E27FC236}">
                <a16:creationId xmlns:a16="http://schemas.microsoft.com/office/drawing/2014/main" id="{BB70B110-4DB4-4FF7-B20F-7E2454938B8B}"/>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1813036071" name="Rectangle 310012483">
            <a:extLst xmlns:a="http://schemas.openxmlformats.org/drawingml/2006/main">
              <a:ext uri="{FF2B5EF4-FFF2-40B4-BE49-F238E27FC236}">
                <a16:creationId xmlns:a16="http://schemas.microsoft.com/office/drawing/2014/main" id="{1A478519-829B-4A7E-A28E-60D07AA7235F}"/>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938338951" name="Rectangle 131870986">
            <a:extLst xmlns:a="http://schemas.openxmlformats.org/drawingml/2006/main">
              <a:ext uri="{FF2B5EF4-FFF2-40B4-BE49-F238E27FC236}">
                <a16:creationId xmlns:a16="http://schemas.microsoft.com/office/drawing/2014/main" id="{DD2C130F-6E47-49E6-BB4C-FF6133866E40}"/>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1628474823" name="Rectangle 2042090532">
            <a:extLst xmlns:a="http://schemas.openxmlformats.org/drawingml/2006/main">
              <a:ext uri="{FF2B5EF4-FFF2-40B4-BE49-F238E27FC236}">
                <a16:creationId xmlns:a16="http://schemas.microsoft.com/office/drawing/2014/main" id="{F693E127-4502-4D81-8FDE-D8D5431BB08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66</a:t>
            </a:r>
          </a:p>
        </p:txBody>
      </p:sp>
    </p:spTree>
    <p:extLst>
      <p:ext uri="{BB962C8B-B14F-4D97-AF65-F5344CB8AC3E}">
        <p14:creationId xmlns:p14="http://schemas.microsoft.com/office/powerpoint/2010/main" val="1355200104"/>
      </p:ext>
    </p:extLst>
  </p:cSld>
</p:sld>
</file>

<file path=ppt/slides/slide6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797490" name="Rectangle 1747625471">
            <a:extLst xmlns:a="http://schemas.openxmlformats.org/drawingml/2006/main">
              <a:ext uri="{FF2B5EF4-FFF2-40B4-BE49-F238E27FC236}">
                <a16:creationId xmlns:a16="http://schemas.microsoft.com/office/drawing/2014/main" id="{28134D15-0A1E-4F0B-985B-8268184F18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753062319" name="Rectangle 1692741899">
            <a:extLst xmlns:a="http://schemas.openxmlformats.org/drawingml/2006/main">
              <a:ext uri="{FF2B5EF4-FFF2-40B4-BE49-F238E27FC236}">
                <a16:creationId xmlns:a16="http://schemas.microsoft.com/office/drawing/2014/main" id="{B6341033-0480-48B3-9499-65A69660E9A1}"/>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456531164" name="Rectangle: Rounded Corners 258575892">
            <a:extLst xmlns:a="http://schemas.openxmlformats.org/drawingml/2006/main">
              <a:ext uri="{FF2B5EF4-FFF2-40B4-BE49-F238E27FC236}">
                <a16:creationId xmlns:a16="http://schemas.microsoft.com/office/drawing/2014/main" id="{6B045B1D-6C8B-4131-9994-A4346E1688B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7463981" name="Rectangle: Rounded Corners 1069258196">
            <a:extLst xmlns:a="http://schemas.openxmlformats.org/drawingml/2006/main">
              <a:ext uri="{FF2B5EF4-FFF2-40B4-BE49-F238E27FC236}">
                <a16:creationId xmlns:a16="http://schemas.microsoft.com/office/drawing/2014/main" id="{A967543D-6CAD-472F-8965-7327DB2ADA7E}"/>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084804629" name="Rectangle: Rounded Corners 1837153769">
            <a:extLst xmlns:a="http://schemas.openxmlformats.org/drawingml/2006/main">
              <a:ext uri="{FF2B5EF4-FFF2-40B4-BE49-F238E27FC236}">
                <a16:creationId xmlns:a16="http://schemas.microsoft.com/office/drawing/2014/main" id="{2FB74F8A-27C4-4D10-900F-A65EC2E45377}"/>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1134617090" name="Rectangle: Rounded Corners 744058578">
            <a:extLst xmlns:a="http://schemas.openxmlformats.org/drawingml/2006/main">
              <a:ext uri="{FF2B5EF4-FFF2-40B4-BE49-F238E27FC236}">
                <a16:creationId xmlns:a16="http://schemas.microsoft.com/office/drawing/2014/main" id="{CF25C560-9891-4B0D-85FD-057162641D78}"/>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310362286" name="Rectangle 1294874812">
            <a:extLst xmlns:a="http://schemas.openxmlformats.org/drawingml/2006/main">
              <a:ext uri="{FF2B5EF4-FFF2-40B4-BE49-F238E27FC236}">
                <a16:creationId xmlns:a16="http://schemas.microsoft.com/office/drawing/2014/main" id="{67676ABF-127A-41F4-B59E-3E340A3B5D8C}"/>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389216636" name="Rectangle 1106276676">
            <a:extLst xmlns:a="http://schemas.openxmlformats.org/drawingml/2006/main">
              <a:ext uri="{FF2B5EF4-FFF2-40B4-BE49-F238E27FC236}">
                <a16:creationId xmlns:a16="http://schemas.microsoft.com/office/drawing/2014/main" id="{6DB42E9C-37A6-4D28-A355-62170A8FE95E}"/>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246339734" name="Rectangle 1479918333">
            <a:extLst xmlns:a="http://schemas.openxmlformats.org/drawingml/2006/main">
              <a:ext uri="{FF2B5EF4-FFF2-40B4-BE49-F238E27FC236}">
                <a16:creationId xmlns:a16="http://schemas.microsoft.com/office/drawing/2014/main" id="{42F0D1A4-D173-4B61-8B80-4391CFE0037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67</a:t>
            </a:r>
          </a:p>
        </p:txBody>
      </p:sp>
      <p:pic>
        <p:nvPicPr>
          <p:cNvPr id="1577463992"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f498d6ad95d44a9d"/>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253997751"/>
      </p:ext>
    </p:extLst>
  </p:cSld>
</p:sld>
</file>

<file path=ppt/slides/slide6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23215175" name="Rectangle 935271156">
            <a:extLst xmlns:a="http://schemas.openxmlformats.org/drawingml/2006/main">
              <a:ext uri="{FF2B5EF4-FFF2-40B4-BE49-F238E27FC236}">
                <a16:creationId xmlns:a16="http://schemas.microsoft.com/office/drawing/2014/main" id="{23F9C9D4-388F-415C-8F37-32466060A64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598188933" name="Rectangle 251777344">
            <a:extLst xmlns:a="http://schemas.openxmlformats.org/drawingml/2006/main">
              <a:ext uri="{FF2B5EF4-FFF2-40B4-BE49-F238E27FC236}">
                <a16:creationId xmlns:a16="http://schemas.microsoft.com/office/drawing/2014/main" id="{D3298D0E-DB5A-4E4A-AE8E-A7D3810057E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421802763" name="Rectangle: Rounded Corners 1456392341">
            <a:extLst xmlns:a="http://schemas.openxmlformats.org/drawingml/2006/main">
              <a:ext uri="{FF2B5EF4-FFF2-40B4-BE49-F238E27FC236}">
                <a16:creationId xmlns:a16="http://schemas.microsoft.com/office/drawing/2014/main" id="{526797F2-013B-4C3A-87AA-DCD69C8355F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2434450" name="Rectangle 1495975732">
            <a:extLst xmlns:a="http://schemas.openxmlformats.org/drawingml/2006/main">
              <a:ext uri="{FF2B5EF4-FFF2-40B4-BE49-F238E27FC236}">
                <a16:creationId xmlns:a16="http://schemas.microsoft.com/office/drawing/2014/main" id="{51F87909-65A3-4589-BE34-B3660AC889F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68</a:t>
            </a:r>
          </a:p>
        </p:txBody>
      </p:sp>
      <p:pic>
        <p:nvPicPr>
          <p:cNvPr id="2104070219"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2bdcaefe96174f33"/>
          <a:srcRect xmlns:a="http://schemas.openxmlformats.org/drawingml/2006/main" l="0" t="15961" r="0" b="15960"/>
          <a:stretch xmlns:a="http://schemas.openxmlformats.org/drawingml/2006/main"/>
        </p:blipFill>
        <p:spPr>
          <a:xfrm xmlns:a="http://schemas.openxmlformats.org/drawingml/2006/main">
            <a:off x="1000125" y="1695450"/>
            <a:ext cx="10191750" cy="3905250"/>
          </a:xfrm>
          <a:prstGeom xmlns:a="http://schemas.openxmlformats.org/drawingml/2006/main" prst="rect">
            <a:avLst/>
          </a:prstGeom>
        </p:spPr>
      </p:pic>
      <p:sp>
        <p:nvSpPr>
          <p:cNvPr id="169255831" name="diffusion-forward-label">
            <a:extLst xmlns:a="http://schemas.openxmlformats.org/drawingml/2006/main">
              <a:ext uri="{FF2B5EF4-FFF2-40B4-BE49-F238E27FC236}">
                <a16:creationId xmlns:a16="http://schemas.microsoft.com/office/drawing/2014/main" id="{49B402D2-C6FD-43BE-A095-20391E363ED3}"/>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104070213" name="diffusion-reverse-label">
            <a:extLst xmlns:a="http://schemas.openxmlformats.org/drawingml/2006/main">
              <a:ext uri="{FF2B5EF4-FFF2-40B4-BE49-F238E27FC236}">
                <a16:creationId xmlns:a16="http://schemas.microsoft.com/office/drawing/2014/main" id="{784D9D07-547A-4EC3-A47B-5EC76BD2E053}"/>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514242178"/>
      </p:ext>
    </p:extLst>
  </p:cSld>
</p:sld>
</file>

<file path=ppt/slides/slide6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3436654" name="Rectangle 550399601">
            <a:extLst xmlns:a="http://schemas.openxmlformats.org/drawingml/2006/main">
              <a:ext uri="{FF2B5EF4-FFF2-40B4-BE49-F238E27FC236}">
                <a16:creationId xmlns:a16="http://schemas.microsoft.com/office/drawing/2014/main" id="{42E972F7-6515-45A7-A212-D15A797194B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1634925376" name="Rectangle 882538346">
            <a:extLst xmlns:a="http://schemas.openxmlformats.org/drawingml/2006/main">
              <a:ext uri="{FF2B5EF4-FFF2-40B4-BE49-F238E27FC236}">
                <a16:creationId xmlns:a16="http://schemas.microsoft.com/office/drawing/2014/main" id="{A9343361-0A11-46FF-B136-9076BFC9247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16802075" name="Rectangle: Rounded Corners 1990867235">
            <a:extLst xmlns:a="http://schemas.openxmlformats.org/drawingml/2006/main">
              <a:ext uri="{FF2B5EF4-FFF2-40B4-BE49-F238E27FC236}">
                <a16:creationId xmlns:a16="http://schemas.microsoft.com/office/drawing/2014/main" id="{E67AA13C-70AA-4C40-A34F-2B1453D6E45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817680" name="Rectangle 9623160">
            <a:extLst xmlns:a="http://schemas.openxmlformats.org/drawingml/2006/main">
              <a:ext uri="{FF2B5EF4-FFF2-40B4-BE49-F238E27FC236}">
                <a16:creationId xmlns:a16="http://schemas.microsoft.com/office/drawing/2014/main" id="{D4329236-5128-4BDA-B99C-C97DA5C8F315}"/>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957445447" name="Rectangle: Rounded Corners 114855872">
            <a:extLst xmlns:a="http://schemas.openxmlformats.org/drawingml/2006/main">
              <a:ext uri="{FF2B5EF4-FFF2-40B4-BE49-F238E27FC236}">
                <a16:creationId xmlns:a16="http://schemas.microsoft.com/office/drawing/2014/main" id="{31B819E9-0691-4EF9-BFEB-3569271F8B8E}"/>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66360215" name="Rectangle: Rounded Corners 734158913">
            <a:extLst xmlns:a="http://schemas.openxmlformats.org/drawingml/2006/main">
              <a:ext uri="{FF2B5EF4-FFF2-40B4-BE49-F238E27FC236}">
                <a16:creationId xmlns:a16="http://schemas.microsoft.com/office/drawing/2014/main" id="{062B7FF7-1B83-4719-A952-DCD09EE49536}"/>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11754511" name="Rectangle: Rounded Corners 1596678256">
            <a:extLst xmlns:a="http://schemas.openxmlformats.org/drawingml/2006/main">
              <a:ext uri="{FF2B5EF4-FFF2-40B4-BE49-F238E27FC236}">
                <a16:creationId xmlns:a16="http://schemas.microsoft.com/office/drawing/2014/main" id="{75F51D24-78FB-4FBE-85E8-82EDA90E4576}"/>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33512906" name="Rectangle: Rounded Corners 2059288131">
            <a:extLst xmlns:a="http://schemas.openxmlformats.org/drawingml/2006/main">
              <a:ext uri="{FF2B5EF4-FFF2-40B4-BE49-F238E27FC236}">
                <a16:creationId xmlns:a16="http://schemas.microsoft.com/office/drawing/2014/main" id="{7706F009-3989-404D-A889-F8E472F06C10}"/>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83720931" name="Rectangle: Rounded Corners 1010991302">
            <a:extLst xmlns:a="http://schemas.openxmlformats.org/drawingml/2006/main">
              <a:ext uri="{FF2B5EF4-FFF2-40B4-BE49-F238E27FC236}">
                <a16:creationId xmlns:a16="http://schemas.microsoft.com/office/drawing/2014/main" id="{34A684F0-29CF-44AA-B3B2-B432E728651A}"/>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51448650" name="Rectangle: Rounded Corners 1730168992">
            <a:extLst xmlns:a="http://schemas.openxmlformats.org/drawingml/2006/main">
              <a:ext uri="{FF2B5EF4-FFF2-40B4-BE49-F238E27FC236}">
                <a16:creationId xmlns:a16="http://schemas.microsoft.com/office/drawing/2014/main" id="{14AF19F8-1C52-4E0A-ACFC-98CA9B6F51FC}"/>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50487945" name="Straight Connector 427538637">
            <a:extLst xmlns:a="http://schemas.openxmlformats.org/drawingml/2006/main">
              <a:ext uri="{FF2B5EF4-FFF2-40B4-BE49-F238E27FC236}">
                <a16:creationId xmlns:a16="http://schemas.microsoft.com/office/drawing/2014/main" id="{954AC091-D9F4-4858-B94B-BABC0BCE56EC}"/>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1512647" name="Rectangle 317775176">
            <a:extLst xmlns:a="http://schemas.openxmlformats.org/drawingml/2006/main">
              <a:ext uri="{FF2B5EF4-FFF2-40B4-BE49-F238E27FC236}">
                <a16:creationId xmlns:a16="http://schemas.microsoft.com/office/drawing/2014/main" id="{9B7D595B-A30C-4C7E-B601-81589CDE89BA}"/>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527463253" name="Rectangle: Rounded Corners 947755655">
            <a:extLst xmlns:a="http://schemas.openxmlformats.org/drawingml/2006/main">
              <a:ext uri="{FF2B5EF4-FFF2-40B4-BE49-F238E27FC236}">
                <a16:creationId xmlns:a16="http://schemas.microsoft.com/office/drawing/2014/main" id="{244F9014-8E53-44B4-B5B6-945C551A9CBC}"/>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8228509" name="Rectangle: Rounded Corners 1310797679">
            <a:extLst xmlns:a="http://schemas.openxmlformats.org/drawingml/2006/main">
              <a:ext uri="{FF2B5EF4-FFF2-40B4-BE49-F238E27FC236}">
                <a16:creationId xmlns:a16="http://schemas.microsoft.com/office/drawing/2014/main" id="{A2372223-64C8-42B3-AB92-70D75003150A}"/>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60535956" name="Rectangle: Rounded Corners 1996140323">
            <a:extLst xmlns:a="http://schemas.openxmlformats.org/drawingml/2006/main">
              <a:ext uri="{FF2B5EF4-FFF2-40B4-BE49-F238E27FC236}">
                <a16:creationId xmlns:a16="http://schemas.microsoft.com/office/drawing/2014/main" id="{A7F94930-45A4-489F-9EB6-2113C293E8A5}"/>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466085495" name="Rectangle: Rounded Corners 242163070">
            <a:extLst xmlns:a="http://schemas.openxmlformats.org/drawingml/2006/main">
              <a:ext uri="{FF2B5EF4-FFF2-40B4-BE49-F238E27FC236}">
                <a16:creationId xmlns:a16="http://schemas.microsoft.com/office/drawing/2014/main" id="{83819E32-5781-4537-8486-2EF8EC17D274}"/>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39271043" name="Rectangle: Rounded Corners 787924439">
            <a:extLst xmlns:a="http://schemas.openxmlformats.org/drawingml/2006/main">
              <a:ext uri="{FF2B5EF4-FFF2-40B4-BE49-F238E27FC236}">
                <a16:creationId xmlns:a16="http://schemas.microsoft.com/office/drawing/2014/main" id="{4E14D597-7669-4A2B-964E-2F5311B127B3}"/>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20146947" name="Rectangle: Rounded Corners 2036973233">
            <a:extLst xmlns:a="http://schemas.openxmlformats.org/drawingml/2006/main">
              <a:ext uri="{FF2B5EF4-FFF2-40B4-BE49-F238E27FC236}">
                <a16:creationId xmlns:a16="http://schemas.microsoft.com/office/drawing/2014/main" id="{4052DC7E-3B0D-4D68-AD5F-26B7B4B8CEE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874336483" name="Straight Connector 2017847098">
            <a:extLst xmlns:a="http://schemas.openxmlformats.org/drawingml/2006/main">
              <a:ext uri="{FF2B5EF4-FFF2-40B4-BE49-F238E27FC236}">
                <a16:creationId xmlns:a16="http://schemas.microsoft.com/office/drawing/2014/main" id="{627E2BCC-17E3-4658-B068-EE72EB2A7622}"/>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2181606" name="Rectangle 420069148">
            <a:extLst xmlns:a="http://schemas.openxmlformats.org/drawingml/2006/main">
              <a:ext uri="{FF2B5EF4-FFF2-40B4-BE49-F238E27FC236}">
                <a16:creationId xmlns:a16="http://schemas.microsoft.com/office/drawing/2014/main" id="{7C04409F-0227-4160-AEEA-F4C9B9E16B81}"/>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231824384" name="Rectangle: Rounded Corners 1532010383">
            <a:extLst xmlns:a="http://schemas.openxmlformats.org/drawingml/2006/main">
              <a:ext uri="{FF2B5EF4-FFF2-40B4-BE49-F238E27FC236}">
                <a16:creationId xmlns:a16="http://schemas.microsoft.com/office/drawing/2014/main" id="{B45DB0A1-B236-4B40-8C9D-93715E4C4731}"/>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198861054" name="Rectangle: Rounded Corners 1983276117">
            <a:extLst xmlns:a="http://schemas.openxmlformats.org/drawingml/2006/main">
              <a:ext uri="{FF2B5EF4-FFF2-40B4-BE49-F238E27FC236}">
                <a16:creationId xmlns:a16="http://schemas.microsoft.com/office/drawing/2014/main" id="{C81A669F-512D-4D63-977E-35A71F53EDEC}"/>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924573370" name="Rectangle: Rounded Corners 1047163946">
            <a:extLst xmlns:a="http://schemas.openxmlformats.org/drawingml/2006/main">
              <a:ext uri="{FF2B5EF4-FFF2-40B4-BE49-F238E27FC236}">
                <a16:creationId xmlns:a16="http://schemas.microsoft.com/office/drawing/2014/main" id="{4F53D083-F631-4C2C-B23F-1FEC7EFC69A3}"/>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86367865" name="Rectangle: Rounded Corners 523171807">
            <a:extLst xmlns:a="http://schemas.openxmlformats.org/drawingml/2006/main">
              <a:ext uri="{FF2B5EF4-FFF2-40B4-BE49-F238E27FC236}">
                <a16:creationId xmlns:a16="http://schemas.microsoft.com/office/drawing/2014/main" id="{96B6B697-CCB4-4B76-B8A5-CB53D5881DF0}"/>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688011616" name="Rectangle: Rounded Corners 752356456">
            <a:extLst xmlns:a="http://schemas.openxmlformats.org/drawingml/2006/main">
              <a:ext uri="{FF2B5EF4-FFF2-40B4-BE49-F238E27FC236}">
                <a16:creationId xmlns:a16="http://schemas.microsoft.com/office/drawing/2014/main" id="{46FD2298-7BB8-4F1F-A79E-B7C8884C06C4}"/>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383838002" name="Rectangle: Rounded Corners 816374805">
            <a:extLst xmlns:a="http://schemas.openxmlformats.org/drawingml/2006/main">
              <a:ext uri="{FF2B5EF4-FFF2-40B4-BE49-F238E27FC236}">
                <a16:creationId xmlns:a16="http://schemas.microsoft.com/office/drawing/2014/main" id="{889D54C0-E580-409D-A4AD-CBB0D310CAD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791878272" name="Straight Connector 1386166301">
            <a:extLst xmlns:a="http://schemas.openxmlformats.org/drawingml/2006/main">
              <a:ext uri="{FF2B5EF4-FFF2-40B4-BE49-F238E27FC236}">
                <a16:creationId xmlns:a16="http://schemas.microsoft.com/office/drawing/2014/main" id="{4730BCA3-6916-4365-96E6-E83E601D3B93}"/>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479976" name="Rectangle 1180679312">
            <a:extLst xmlns:a="http://schemas.openxmlformats.org/drawingml/2006/main">
              <a:ext uri="{FF2B5EF4-FFF2-40B4-BE49-F238E27FC236}">
                <a16:creationId xmlns:a16="http://schemas.microsoft.com/office/drawing/2014/main" id="{AA733098-48B5-44CD-8357-FEC0B2006AA1}"/>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401557387" name="Rectangle: Rounded Corners 1119801345">
            <a:extLst xmlns:a="http://schemas.openxmlformats.org/drawingml/2006/main">
              <a:ext uri="{FF2B5EF4-FFF2-40B4-BE49-F238E27FC236}">
                <a16:creationId xmlns:a16="http://schemas.microsoft.com/office/drawing/2014/main" id="{47E82ADD-CEB3-438C-AF5C-59607734A4EB}"/>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09026014" name="Rectangle: Rounded Corners 563472098">
            <a:extLst xmlns:a="http://schemas.openxmlformats.org/drawingml/2006/main">
              <a:ext uri="{FF2B5EF4-FFF2-40B4-BE49-F238E27FC236}">
                <a16:creationId xmlns:a16="http://schemas.microsoft.com/office/drawing/2014/main" id="{4A37F029-B264-476E-A1B3-DB7CB375BE5E}"/>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127714135" name="Rectangle: Rounded Corners 1869507790">
            <a:extLst xmlns:a="http://schemas.openxmlformats.org/drawingml/2006/main">
              <a:ext uri="{FF2B5EF4-FFF2-40B4-BE49-F238E27FC236}">
                <a16:creationId xmlns:a16="http://schemas.microsoft.com/office/drawing/2014/main" id="{D8CD9013-1F17-4103-8DE4-BE8C09891962}"/>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692187432" name="Rectangle: Rounded Corners 2113559938">
            <a:extLst xmlns:a="http://schemas.openxmlformats.org/drawingml/2006/main">
              <a:ext uri="{FF2B5EF4-FFF2-40B4-BE49-F238E27FC236}">
                <a16:creationId xmlns:a16="http://schemas.microsoft.com/office/drawing/2014/main" id="{FE98DC95-AF16-4AC9-8B69-477BCFA2DF6E}"/>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664996071" name="Rectangle: Rounded Corners 274418513">
            <a:extLst xmlns:a="http://schemas.openxmlformats.org/drawingml/2006/main">
              <a:ext uri="{FF2B5EF4-FFF2-40B4-BE49-F238E27FC236}">
                <a16:creationId xmlns:a16="http://schemas.microsoft.com/office/drawing/2014/main" id="{B8DADE87-C8E7-4EB0-B76E-B4C0160A5191}"/>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0386458" name="Rectangle: Rounded Corners 1941550636">
            <a:extLst xmlns:a="http://schemas.openxmlformats.org/drawingml/2006/main">
              <a:ext uri="{FF2B5EF4-FFF2-40B4-BE49-F238E27FC236}">
                <a16:creationId xmlns:a16="http://schemas.microsoft.com/office/drawing/2014/main" id="{E2B3E00A-9D53-476C-9093-41B0121A5CB4}"/>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210216265" name="Rectangle 1798355039">
            <a:extLst xmlns:a="http://schemas.openxmlformats.org/drawingml/2006/main">
              <a:ext uri="{FF2B5EF4-FFF2-40B4-BE49-F238E27FC236}">
                <a16:creationId xmlns:a16="http://schemas.microsoft.com/office/drawing/2014/main" id="{11340249-999D-4754-8DE5-F3617A142420}"/>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588861362" name="Rectangle 1161886986">
            <a:extLst xmlns:a="http://schemas.openxmlformats.org/drawingml/2006/main">
              <a:ext uri="{FF2B5EF4-FFF2-40B4-BE49-F238E27FC236}">
                <a16:creationId xmlns:a16="http://schemas.microsoft.com/office/drawing/2014/main" id="{E6989679-AF5D-491F-98F2-B896B4514F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69</a:t>
            </a:r>
          </a:p>
        </p:txBody>
      </p:sp>
      <p:sp>
        <p:nvSpPr>
          <p:cNvPr id="1957337183" name="mercury-example-divider">
            <a:extLst xmlns:a="http://schemas.openxmlformats.org/drawingml/2006/main">
              <a:ext uri="{FF2B5EF4-FFF2-40B4-BE49-F238E27FC236}">
                <a16:creationId xmlns:a16="http://schemas.microsoft.com/office/drawing/2014/main" id="{55281771-3586-444F-9E41-FDA2AEFB699B}"/>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8258513" name="mercury-example-label">
            <a:extLst xmlns:a="http://schemas.openxmlformats.org/drawingml/2006/main">
              <a:ext uri="{FF2B5EF4-FFF2-40B4-BE49-F238E27FC236}">
                <a16:creationId xmlns:a16="http://schemas.microsoft.com/office/drawing/2014/main" id="{7C54C932-E2DA-4B7F-9A8B-5197C1238719}"/>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423970931" name="mercury-2-link">
            <a:extLst xmlns:a="http://schemas.openxmlformats.org/drawingml/2006/main">
              <a:ext uri="{FF2B5EF4-FFF2-40B4-BE49-F238E27FC236}">
                <a16:creationId xmlns:a16="http://schemas.microsoft.com/office/drawing/2014/main" id="{6169E10A-7DB1-4C1C-BEAF-E8C46F4DC96E}"/>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0dee7fdfc562455f"/>
              </a:rPr>
              <a:t>Transformer dLLM</a:t>
            </a:r>
          </a:p>
        </p:txBody>
      </p:sp>
      <p:sp>
        <p:nvSpPr>
          <p:cNvPr id="1142289383" name="mercury-example-description">
            <a:extLst xmlns:a="http://schemas.openxmlformats.org/drawingml/2006/main">
              <a:ext uri="{FF2B5EF4-FFF2-40B4-BE49-F238E27FC236}">
                <a16:creationId xmlns:a16="http://schemas.microsoft.com/office/drawing/2014/main" id="{1B275863-3FB4-44B1-806B-E79A296906D0}"/>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382571546" name="mercury-example-contrast">
            <a:extLst xmlns:a="http://schemas.openxmlformats.org/drawingml/2006/main">
              <a:ext uri="{FF2B5EF4-FFF2-40B4-BE49-F238E27FC236}">
                <a16:creationId xmlns:a16="http://schemas.microsoft.com/office/drawing/2014/main" id="{3BA08E32-1CA2-4B58-ACC4-40E91D015459}"/>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099933599"/>
      </p:ext>
    </p:extLst>
  </p:cSld>
</p:sld>
</file>

<file path=ppt/slides/slide7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6102285" name="Rectangle 1487198538">
            <a:extLst xmlns:a="http://schemas.openxmlformats.org/drawingml/2006/main">
              <a:ext uri="{FF2B5EF4-FFF2-40B4-BE49-F238E27FC236}">
                <a16:creationId xmlns:a16="http://schemas.microsoft.com/office/drawing/2014/main" id="{963DC50A-BC38-4F6E-9864-655CEA91BD0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601302715" name="Rectangle 1518038747">
            <a:extLst xmlns:a="http://schemas.openxmlformats.org/drawingml/2006/main">
              <a:ext uri="{FF2B5EF4-FFF2-40B4-BE49-F238E27FC236}">
                <a16:creationId xmlns:a16="http://schemas.microsoft.com/office/drawing/2014/main" id="{B7496520-7587-4090-893D-031354367CE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096378761" name="Rectangle: Rounded Corners 1531743003">
            <a:extLst xmlns:a="http://schemas.openxmlformats.org/drawingml/2006/main">
              <a:ext uri="{FF2B5EF4-FFF2-40B4-BE49-F238E27FC236}">
                <a16:creationId xmlns:a16="http://schemas.microsoft.com/office/drawing/2014/main" id="{3FC1DC6C-281A-4681-8E8A-F055FF76712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988747" name="Rectangle: Rounded Corners 369702881">
            <a:extLst xmlns:a="http://schemas.openxmlformats.org/drawingml/2006/main">
              <a:ext uri="{FF2B5EF4-FFF2-40B4-BE49-F238E27FC236}">
                <a16:creationId xmlns:a16="http://schemas.microsoft.com/office/drawing/2014/main" id="{D31B0208-AA5A-4CBD-9942-5A826B84D6ED}"/>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095895379" name="Rectangle 1197178350">
            <a:extLst xmlns:a="http://schemas.openxmlformats.org/drawingml/2006/main">
              <a:ext uri="{FF2B5EF4-FFF2-40B4-BE49-F238E27FC236}">
                <a16:creationId xmlns:a16="http://schemas.microsoft.com/office/drawing/2014/main" id="{3492395F-063D-4FF2-8865-4EB3535785D9}"/>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719257165" name="Rectangle: Rounded Corners 1914676260">
            <a:extLst xmlns:a="http://schemas.openxmlformats.org/drawingml/2006/main">
              <a:ext uri="{FF2B5EF4-FFF2-40B4-BE49-F238E27FC236}">
                <a16:creationId xmlns:a16="http://schemas.microsoft.com/office/drawing/2014/main" id="{1CE323C1-7306-4F3C-BB6D-F2F4CDDCFCBD}"/>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811502965" name="Rectangle: Rounded Corners 58582831">
            <a:extLst xmlns:a="http://schemas.openxmlformats.org/drawingml/2006/main">
              <a:ext uri="{FF2B5EF4-FFF2-40B4-BE49-F238E27FC236}">
                <a16:creationId xmlns:a16="http://schemas.microsoft.com/office/drawing/2014/main" id="{48E08163-CC75-47A0-895F-237495165153}"/>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18206881" name="Rectangle: Rounded Corners 1580617481">
            <a:extLst xmlns:a="http://schemas.openxmlformats.org/drawingml/2006/main">
              <a:ext uri="{FF2B5EF4-FFF2-40B4-BE49-F238E27FC236}">
                <a16:creationId xmlns:a16="http://schemas.microsoft.com/office/drawing/2014/main" id="{20993775-F2CE-413E-B58A-16D03A037016}"/>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397477054" name="Rectangle: Rounded Corners 1783142644">
            <a:extLst xmlns:a="http://schemas.openxmlformats.org/drawingml/2006/main">
              <a:ext uri="{FF2B5EF4-FFF2-40B4-BE49-F238E27FC236}">
                <a16:creationId xmlns:a16="http://schemas.microsoft.com/office/drawing/2014/main" id="{D7D548E0-3EC2-4133-A171-C335006CCE1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58700981" name="Rectangle 1697788859">
            <a:extLst xmlns:a="http://schemas.openxmlformats.org/drawingml/2006/main">
              <a:ext uri="{FF2B5EF4-FFF2-40B4-BE49-F238E27FC236}">
                <a16:creationId xmlns:a16="http://schemas.microsoft.com/office/drawing/2014/main" id="{2A08ECEF-B160-4EB3-B40E-5CBF8F2429E1}"/>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277715831" name="Rectangle: Rounded Corners 1686198037">
            <a:extLst xmlns:a="http://schemas.openxmlformats.org/drawingml/2006/main">
              <a:ext uri="{FF2B5EF4-FFF2-40B4-BE49-F238E27FC236}">
                <a16:creationId xmlns:a16="http://schemas.microsoft.com/office/drawing/2014/main" id="{F47D44F0-D936-4208-8191-A304CC6AC364}"/>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700169388" name="Rectangle 1556928439">
            <a:extLst xmlns:a="http://schemas.openxmlformats.org/drawingml/2006/main">
              <a:ext uri="{FF2B5EF4-FFF2-40B4-BE49-F238E27FC236}">
                <a16:creationId xmlns:a16="http://schemas.microsoft.com/office/drawing/2014/main" id="{4923B96C-5ACA-4F77-B60B-78E90FD52A56}"/>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2103815175" name="Straight Connector 170693198">
            <a:extLst xmlns:a="http://schemas.openxmlformats.org/drawingml/2006/main">
              <a:ext uri="{FF2B5EF4-FFF2-40B4-BE49-F238E27FC236}">
                <a16:creationId xmlns:a16="http://schemas.microsoft.com/office/drawing/2014/main" id="{6EC7A550-C504-4038-943A-DF200543F87D}"/>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4593330" name="Straight Connector 2021615088">
            <a:extLst xmlns:a="http://schemas.openxmlformats.org/drawingml/2006/main">
              <a:ext uri="{FF2B5EF4-FFF2-40B4-BE49-F238E27FC236}">
                <a16:creationId xmlns:a16="http://schemas.microsoft.com/office/drawing/2014/main" id="{86825C06-2BB8-4B3F-96FE-A1117AFA47AB}"/>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2197931" name="Rectangle 1396476378">
            <a:extLst xmlns:a="http://schemas.openxmlformats.org/drawingml/2006/main">
              <a:ext uri="{FF2B5EF4-FFF2-40B4-BE49-F238E27FC236}">
                <a16:creationId xmlns:a16="http://schemas.microsoft.com/office/drawing/2014/main" id="{C2B67F6B-7495-4D31-B26E-1E6C10088C9C}"/>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378272967" name="Rectangle: Rounded Corners 910307424">
            <a:extLst xmlns:a="http://schemas.openxmlformats.org/drawingml/2006/main">
              <a:ext uri="{FF2B5EF4-FFF2-40B4-BE49-F238E27FC236}">
                <a16:creationId xmlns:a16="http://schemas.microsoft.com/office/drawing/2014/main" id="{68D1CE3F-F253-4ECE-8B02-957A4A65C70F}"/>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61017837" name="Rectangle: Rounded Corners 760188915">
            <a:extLst xmlns:a="http://schemas.openxmlformats.org/drawingml/2006/main">
              <a:ext uri="{FF2B5EF4-FFF2-40B4-BE49-F238E27FC236}">
                <a16:creationId xmlns:a16="http://schemas.microsoft.com/office/drawing/2014/main" id="{1CD5AACF-23F5-4116-9659-2DC8C25DEB70}"/>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299105632" name="Rectangle: Rounded Corners 1604029254">
            <a:extLst xmlns:a="http://schemas.openxmlformats.org/drawingml/2006/main">
              <a:ext uri="{FF2B5EF4-FFF2-40B4-BE49-F238E27FC236}">
                <a16:creationId xmlns:a16="http://schemas.microsoft.com/office/drawing/2014/main" id="{4B9EB5B5-6C26-4EAD-8952-9189D86EE365}"/>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671329096" name="Rectangle 583346847">
            <a:extLst xmlns:a="http://schemas.openxmlformats.org/drawingml/2006/main">
              <a:ext uri="{FF2B5EF4-FFF2-40B4-BE49-F238E27FC236}">
                <a16:creationId xmlns:a16="http://schemas.microsoft.com/office/drawing/2014/main" id="{5A63AABC-4776-4F9F-9E6A-BEBE6FAA1A9A}"/>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646377999" name="Rectangle: Rounded Corners 5957980">
            <a:extLst xmlns:a="http://schemas.openxmlformats.org/drawingml/2006/main">
              <a:ext uri="{FF2B5EF4-FFF2-40B4-BE49-F238E27FC236}">
                <a16:creationId xmlns:a16="http://schemas.microsoft.com/office/drawing/2014/main" id="{62305770-99D5-4354-8CE5-E0483BE7A8C5}"/>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61973097" name="Rectangle: Rounded Corners 410294816">
            <a:extLst xmlns:a="http://schemas.openxmlformats.org/drawingml/2006/main">
              <a:ext uri="{FF2B5EF4-FFF2-40B4-BE49-F238E27FC236}">
                <a16:creationId xmlns:a16="http://schemas.microsoft.com/office/drawing/2014/main" id="{3C8B1514-FD9E-4604-97A5-E24B13D36556}"/>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322521146" name="Straight Connector 1668590987">
            <a:extLst xmlns:a="http://schemas.openxmlformats.org/drawingml/2006/main">
              <a:ext uri="{FF2B5EF4-FFF2-40B4-BE49-F238E27FC236}">
                <a16:creationId xmlns:a16="http://schemas.microsoft.com/office/drawing/2014/main" id="{B1DBF76A-687D-4195-8AAD-099AF7825936}"/>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112911" name="Rectangle 1956440405">
            <a:extLst xmlns:a="http://schemas.openxmlformats.org/drawingml/2006/main">
              <a:ext uri="{FF2B5EF4-FFF2-40B4-BE49-F238E27FC236}">
                <a16:creationId xmlns:a16="http://schemas.microsoft.com/office/drawing/2014/main" id="{0865211D-1545-4421-A022-06382C286488}"/>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955693005" name="Rectangle 918919992">
            <a:extLst xmlns:a="http://schemas.openxmlformats.org/drawingml/2006/main">
              <a:ext uri="{FF2B5EF4-FFF2-40B4-BE49-F238E27FC236}">
                <a16:creationId xmlns:a16="http://schemas.microsoft.com/office/drawing/2014/main" id="{DFE41720-4910-486D-9FC5-B245AE85218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70</a:t>
            </a:r>
          </a:p>
        </p:txBody>
      </p:sp>
    </p:spTree>
    <p:extLst>
      <p:ext uri="{BB962C8B-B14F-4D97-AF65-F5344CB8AC3E}">
        <p14:creationId xmlns:p14="http://schemas.microsoft.com/office/powerpoint/2010/main" val="1168397620"/>
      </p:ext>
    </p:extLst>
  </p:cSld>
</p:sld>
</file>

<file path=ppt/slides/slide7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24691603" name="Rectangle 1682307419">
            <a:extLst xmlns:a="http://schemas.openxmlformats.org/drawingml/2006/main">
              <a:ext uri="{FF2B5EF4-FFF2-40B4-BE49-F238E27FC236}">
                <a16:creationId xmlns:a16="http://schemas.microsoft.com/office/drawing/2014/main" id="{8B7D2E7C-2836-43DE-AA3C-222D81172A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734772042" name="Rectangle 1048423222">
            <a:extLst xmlns:a="http://schemas.openxmlformats.org/drawingml/2006/main">
              <a:ext uri="{FF2B5EF4-FFF2-40B4-BE49-F238E27FC236}">
                <a16:creationId xmlns:a16="http://schemas.microsoft.com/office/drawing/2014/main" id="{3B3BE1FF-7243-4717-930C-957B9497182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226357148" name="Rectangle 1821451500">
            <a:extLst xmlns:a="http://schemas.openxmlformats.org/drawingml/2006/main">
              <a:ext uri="{FF2B5EF4-FFF2-40B4-BE49-F238E27FC236}">
                <a16:creationId xmlns:a16="http://schemas.microsoft.com/office/drawing/2014/main" id="{D5DE68E6-3EC4-4660-B384-9D0B5FD183B7}"/>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93307450" name="Rectangle: Rounded Corners 1912787708">
            <a:extLst xmlns:a="http://schemas.openxmlformats.org/drawingml/2006/main">
              <a:ext uri="{FF2B5EF4-FFF2-40B4-BE49-F238E27FC236}">
                <a16:creationId xmlns:a16="http://schemas.microsoft.com/office/drawing/2014/main" id="{0E575CB8-95E4-47B5-AC3E-177925067F0F}"/>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2108296" name="Rectangle 698160899">
            <a:extLst xmlns:a="http://schemas.openxmlformats.org/drawingml/2006/main">
              <a:ext uri="{FF2B5EF4-FFF2-40B4-BE49-F238E27FC236}">
                <a16:creationId xmlns:a16="http://schemas.microsoft.com/office/drawing/2014/main" id="{743102CE-ED90-4436-AEC6-EBCEEC75E5ED}"/>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1643694812" name="Straight Connector 820052219">
            <a:extLst xmlns:a="http://schemas.openxmlformats.org/drawingml/2006/main">
              <a:ext uri="{FF2B5EF4-FFF2-40B4-BE49-F238E27FC236}">
                <a16:creationId xmlns:a16="http://schemas.microsoft.com/office/drawing/2014/main" id="{6387F667-6B2F-4451-86F6-C2F9FDD4514E}"/>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7409403" name="Rectangle: Rounded Corners 1977383084">
            <a:extLst xmlns:a="http://schemas.openxmlformats.org/drawingml/2006/main">
              <a:ext uri="{FF2B5EF4-FFF2-40B4-BE49-F238E27FC236}">
                <a16:creationId xmlns:a16="http://schemas.microsoft.com/office/drawing/2014/main" id="{7F54777D-70ED-4E65-AE81-3DB47DF83AD2}"/>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5434126" name="Rectangle: Rounded Corners 1598161198">
            <a:extLst xmlns:a="http://schemas.openxmlformats.org/drawingml/2006/main">
              <a:ext uri="{FF2B5EF4-FFF2-40B4-BE49-F238E27FC236}">
                <a16:creationId xmlns:a16="http://schemas.microsoft.com/office/drawing/2014/main" id="{7B6C28D5-4136-45D8-87AB-DBE60123D214}"/>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1143212" name="Rectangle: Rounded Corners 1558195880">
            <a:extLst xmlns:a="http://schemas.openxmlformats.org/drawingml/2006/main">
              <a:ext uri="{FF2B5EF4-FFF2-40B4-BE49-F238E27FC236}">
                <a16:creationId xmlns:a16="http://schemas.microsoft.com/office/drawing/2014/main" id="{4495BBE4-784E-4EC2-BA3B-B572393F319E}"/>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087374" name="Rectangle: Rounded Corners 521701979">
            <a:extLst xmlns:a="http://schemas.openxmlformats.org/drawingml/2006/main">
              <a:ext uri="{FF2B5EF4-FFF2-40B4-BE49-F238E27FC236}">
                <a16:creationId xmlns:a16="http://schemas.microsoft.com/office/drawing/2014/main" id="{26498FE5-41ED-49F4-B5DD-9A460487ED00}"/>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8311509" name="Rectangle: Rounded Corners 1995606132">
            <a:extLst xmlns:a="http://schemas.openxmlformats.org/drawingml/2006/main">
              <a:ext uri="{FF2B5EF4-FFF2-40B4-BE49-F238E27FC236}">
                <a16:creationId xmlns:a16="http://schemas.microsoft.com/office/drawing/2014/main" id="{657900DF-951E-442A-A2A6-DE6E904721C7}"/>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0129319" name="Rectangle 1524836487">
            <a:extLst xmlns:a="http://schemas.openxmlformats.org/drawingml/2006/main">
              <a:ext uri="{FF2B5EF4-FFF2-40B4-BE49-F238E27FC236}">
                <a16:creationId xmlns:a16="http://schemas.microsoft.com/office/drawing/2014/main" id="{1F370BBE-3AF0-4FD4-B716-2F748C9BE78B}"/>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472669288" name="Rectangle 2124862657">
            <a:extLst xmlns:a="http://schemas.openxmlformats.org/drawingml/2006/main">
              <a:ext uri="{FF2B5EF4-FFF2-40B4-BE49-F238E27FC236}">
                <a16:creationId xmlns:a16="http://schemas.microsoft.com/office/drawing/2014/main" id="{B64D954A-9889-4552-81DF-E0B1C698C567}"/>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241676975" name="Rectangle 8219971">
            <a:extLst xmlns:a="http://schemas.openxmlformats.org/drawingml/2006/main">
              <a:ext uri="{FF2B5EF4-FFF2-40B4-BE49-F238E27FC236}">
                <a16:creationId xmlns:a16="http://schemas.microsoft.com/office/drawing/2014/main" id="{E1F6F744-E541-4BB1-80DC-D4DD8D38441B}"/>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713834188" name="Rectangle: Rounded Corners 1401385986">
            <a:extLst xmlns:a="http://schemas.openxmlformats.org/drawingml/2006/main">
              <a:ext uri="{FF2B5EF4-FFF2-40B4-BE49-F238E27FC236}">
                <a16:creationId xmlns:a16="http://schemas.microsoft.com/office/drawing/2014/main" id="{F25623CD-7D2D-4469-9A03-6C0A3A7459CB}"/>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9227390" name="Oval 2082712540">
            <a:extLst xmlns:a="http://schemas.openxmlformats.org/drawingml/2006/main">
              <a:ext uri="{FF2B5EF4-FFF2-40B4-BE49-F238E27FC236}">
                <a16:creationId xmlns:a16="http://schemas.microsoft.com/office/drawing/2014/main" id="{347E9AAB-8146-4257-AADA-49DBD058AF23}"/>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026601" name="Oval 1800286295">
            <a:extLst xmlns:a="http://schemas.openxmlformats.org/drawingml/2006/main">
              <a:ext uri="{FF2B5EF4-FFF2-40B4-BE49-F238E27FC236}">
                <a16:creationId xmlns:a16="http://schemas.microsoft.com/office/drawing/2014/main" id="{B21BA2CE-4D25-42FF-90E2-E9AABB45E21A}"/>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4320044" name="Straight Connector 1377652961">
            <a:extLst xmlns:a="http://schemas.openxmlformats.org/drawingml/2006/main">
              <a:ext uri="{FF2B5EF4-FFF2-40B4-BE49-F238E27FC236}">
                <a16:creationId xmlns:a16="http://schemas.microsoft.com/office/drawing/2014/main" id="{03150198-31B7-452C-9F1D-622C1D231607}"/>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795471" name="Oval 1129487082">
            <a:extLst xmlns:a="http://schemas.openxmlformats.org/drawingml/2006/main">
              <a:ext uri="{FF2B5EF4-FFF2-40B4-BE49-F238E27FC236}">
                <a16:creationId xmlns:a16="http://schemas.microsoft.com/office/drawing/2014/main" id="{A1CE8CAE-62B9-4B7D-9091-C92641003D84}"/>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3723094" name="Straight Connector 1835573147">
            <a:extLst xmlns:a="http://schemas.openxmlformats.org/drawingml/2006/main">
              <a:ext uri="{FF2B5EF4-FFF2-40B4-BE49-F238E27FC236}">
                <a16:creationId xmlns:a16="http://schemas.microsoft.com/office/drawing/2014/main" id="{8479E1E9-A853-4D67-9B8F-F7189978EF66}"/>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4803697" name="Oval 1354002711">
            <a:extLst xmlns:a="http://schemas.openxmlformats.org/drawingml/2006/main">
              <a:ext uri="{FF2B5EF4-FFF2-40B4-BE49-F238E27FC236}">
                <a16:creationId xmlns:a16="http://schemas.microsoft.com/office/drawing/2014/main" id="{5E6FD804-6E21-47E6-B17C-A09E52C54300}"/>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628882" name="Straight Connector 1642711494">
            <a:extLst xmlns:a="http://schemas.openxmlformats.org/drawingml/2006/main">
              <a:ext uri="{FF2B5EF4-FFF2-40B4-BE49-F238E27FC236}">
                <a16:creationId xmlns:a16="http://schemas.microsoft.com/office/drawing/2014/main" id="{90E4A647-CD44-4D24-A9FD-0913837A929F}"/>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7843438" name="Oval 1162477815">
            <a:extLst xmlns:a="http://schemas.openxmlformats.org/drawingml/2006/main">
              <a:ext uri="{FF2B5EF4-FFF2-40B4-BE49-F238E27FC236}">
                <a16:creationId xmlns:a16="http://schemas.microsoft.com/office/drawing/2014/main" id="{68206C4A-E244-4DC6-94C6-356F2EC9181F}"/>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990950" name="Straight Connector 754093467">
            <a:extLst xmlns:a="http://schemas.openxmlformats.org/drawingml/2006/main">
              <a:ext uri="{FF2B5EF4-FFF2-40B4-BE49-F238E27FC236}">
                <a16:creationId xmlns:a16="http://schemas.microsoft.com/office/drawing/2014/main" id="{1AA4FFEF-1386-4379-921E-150F4510A910}"/>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6845095" name="Oval 926903494">
            <a:extLst xmlns:a="http://schemas.openxmlformats.org/drawingml/2006/main">
              <a:ext uri="{FF2B5EF4-FFF2-40B4-BE49-F238E27FC236}">
                <a16:creationId xmlns:a16="http://schemas.microsoft.com/office/drawing/2014/main" id="{09CCC792-2F6E-421F-8C80-33E5E1E6E598}"/>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2393591" name="Straight Connector 1314704656">
            <a:extLst xmlns:a="http://schemas.openxmlformats.org/drawingml/2006/main">
              <a:ext uri="{FF2B5EF4-FFF2-40B4-BE49-F238E27FC236}">
                <a16:creationId xmlns:a16="http://schemas.microsoft.com/office/drawing/2014/main" id="{B37A14C0-4310-49E6-BD45-DEA9BACB0E30}"/>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1449626" name="Oval 297993689">
            <a:extLst xmlns:a="http://schemas.openxmlformats.org/drawingml/2006/main">
              <a:ext uri="{FF2B5EF4-FFF2-40B4-BE49-F238E27FC236}">
                <a16:creationId xmlns:a16="http://schemas.microsoft.com/office/drawing/2014/main" id="{793846B2-5BD3-4AAB-9C3C-07D541A7BDC4}"/>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5549420" name="Straight Connector 1869335124">
            <a:extLst xmlns:a="http://schemas.openxmlformats.org/drawingml/2006/main">
              <a:ext uri="{FF2B5EF4-FFF2-40B4-BE49-F238E27FC236}">
                <a16:creationId xmlns:a16="http://schemas.microsoft.com/office/drawing/2014/main" id="{A6477AF5-8B41-4B93-91C2-D93BCB41E668}"/>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8901114" name="Rectangle 1902597770">
            <a:extLst xmlns:a="http://schemas.openxmlformats.org/drawingml/2006/main">
              <a:ext uri="{FF2B5EF4-FFF2-40B4-BE49-F238E27FC236}">
                <a16:creationId xmlns:a16="http://schemas.microsoft.com/office/drawing/2014/main" id="{02C83F9D-64EA-4EA9-94F4-6EEBF475AFCD}"/>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706184777" name="Rectangle 1200483564">
            <a:extLst xmlns:a="http://schemas.openxmlformats.org/drawingml/2006/main">
              <a:ext uri="{FF2B5EF4-FFF2-40B4-BE49-F238E27FC236}">
                <a16:creationId xmlns:a16="http://schemas.microsoft.com/office/drawing/2014/main" id="{A6524304-81B4-4E48-8CAC-239BB0410B26}"/>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635433020" name="Rectangle 713949086">
            <a:extLst xmlns:a="http://schemas.openxmlformats.org/drawingml/2006/main">
              <a:ext uri="{FF2B5EF4-FFF2-40B4-BE49-F238E27FC236}">
                <a16:creationId xmlns:a16="http://schemas.microsoft.com/office/drawing/2014/main" id="{194A2F46-95E5-40ED-A98C-B248881F33E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174216945" name="Rectangle: Rounded Corners 731916211">
            <a:extLst xmlns:a="http://schemas.openxmlformats.org/drawingml/2006/main">
              <a:ext uri="{FF2B5EF4-FFF2-40B4-BE49-F238E27FC236}">
                <a16:creationId xmlns:a16="http://schemas.microsoft.com/office/drawing/2014/main" id="{FB9CC56B-7E6C-40A2-849A-05AD28C1D79F}"/>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8219955" name="Oval 1174154410">
            <a:extLst xmlns:a="http://schemas.openxmlformats.org/drawingml/2006/main">
              <a:ext uri="{FF2B5EF4-FFF2-40B4-BE49-F238E27FC236}">
                <a16:creationId xmlns:a16="http://schemas.microsoft.com/office/drawing/2014/main" id="{652E7F82-8E7F-4CA9-8DF2-243E8E4523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5755614" name="Oval 125293162">
            <a:extLst xmlns:a="http://schemas.openxmlformats.org/drawingml/2006/main">
              <a:ext uri="{FF2B5EF4-FFF2-40B4-BE49-F238E27FC236}">
                <a16:creationId xmlns:a16="http://schemas.microsoft.com/office/drawing/2014/main" id="{75950EC7-5B8B-4B56-A926-59649E69CE3B}"/>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7113798" name="Oval 1712601375">
            <a:extLst xmlns:a="http://schemas.openxmlformats.org/drawingml/2006/main">
              <a:ext uri="{FF2B5EF4-FFF2-40B4-BE49-F238E27FC236}">
                <a16:creationId xmlns:a16="http://schemas.microsoft.com/office/drawing/2014/main" id="{5192430E-EB02-4627-A794-9DEB042135D3}"/>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642400" name="Straight Connector 361292721">
            <a:extLst xmlns:a="http://schemas.openxmlformats.org/drawingml/2006/main">
              <a:ext uri="{FF2B5EF4-FFF2-40B4-BE49-F238E27FC236}">
                <a16:creationId xmlns:a16="http://schemas.microsoft.com/office/drawing/2014/main" id="{31D614BC-85A8-480F-9DAF-1612746DA2A1}"/>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9628582" name="Straight Connector 1216392229">
            <a:extLst xmlns:a="http://schemas.openxmlformats.org/drawingml/2006/main">
              <a:ext uri="{FF2B5EF4-FFF2-40B4-BE49-F238E27FC236}">
                <a16:creationId xmlns:a16="http://schemas.microsoft.com/office/drawing/2014/main" id="{874F0714-14EC-4E30-BAAA-C817B7D86BF7}"/>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7407975" name="Rectangle 1760216901">
            <a:extLst xmlns:a="http://schemas.openxmlformats.org/drawingml/2006/main">
              <a:ext uri="{FF2B5EF4-FFF2-40B4-BE49-F238E27FC236}">
                <a16:creationId xmlns:a16="http://schemas.microsoft.com/office/drawing/2014/main" id="{EAFA7334-C58D-4229-B81B-0087C31302CF}"/>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907291972" name="Rectangle 1432423854">
            <a:extLst xmlns:a="http://schemas.openxmlformats.org/drawingml/2006/main">
              <a:ext uri="{FF2B5EF4-FFF2-40B4-BE49-F238E27FC236}">
                <a16:creationId xmlns:a16="http://schemas.microsoft.com/office/drawing/2014/main" id="{A3E51009-CB3C-439E-A97D-00CC6169EFE5}"/>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413504381" name="Rectangle 1426602610">
            <a:extLst xmlns:a="http://schemas.openxmlformats.org/drawingml/2006/main">
              <a:ext uri="{FF2B5EF4-FFF2-40B4-BE49-F238E27FC236}">
                <a16:creationId xmlns:a16="http://schemas.microsoft.com/office/drawing/2014/main" id="{528B2309-397D-4CB1-BDAB-4CF256E3EEAA}"/>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2012743991" name="Rectangle: Rounded Corners 1132936319">
            <a:extLst xmlns:a="http://schemas.openxmlformats.org/drawingml/2006/main">
              <a:ext uri="{FF2B5EF4-FFF2-40B4-BE49-F238E27FC236}">
                <a16:creationId xmlns:a16="http://schemas.microsoft.com/office/drawing/2014/main" id="{CA55D840-41EB-400A-8D88-CFBBB3B2084C}"/>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568076" name="Oval 848102302">
            <a:extLst xmlns:a="http://schemas.openxmlformats.org/drawingml/2006/main">
              <a:ext uri="{FF2B5EF4-FFF2-40B4-BE49-F238E27FC236}">
                <a16:creationId xmlns:a16="http://schemas.microsoft.com/office/drawing/2014/main" id="{7639129F-FDEE-4921-8FD1-11D4B7584825}"/>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07930" name="Straight Connector 2140277386">
            <a:extLst xmlns:a="http://schemas.openxmlformats.org/drawingml/2006/main">
              <a:ext uri="{FF2B5EF4-FFF2-40B4-BE49-F238E27FC236}">
                <a16:creationId xmlns:a16="http://schemas.microsoft.com/office/drawing/2014/main" id="{4EE73F6D-9394-4C78-BEE3-0A18CFBDBA89}"/>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493688" name="Straight Connector 546058830">
            <a:extLst xmlns:a="http://schemas.openxmlformats.org/drawingml/2006/main">
              <a:ext uri="{FF2B5EF4-FFF2-40B4-BE49-F238E27FC236}">
                <a16:creationId xmlns:a16="http://schemas.microsoft.com/office/drawing/2014/main" id="{2936E475-36F6-479B-875A-428CEECB1C76}"/>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0827150" name="Straight Connector 634911421">
            <a:extLst xmlns:a="http://schemas.openxmlformats.org/drawingml/2006/main">
              <a:ext uri="{FF2B5EF4-FFF2-40B4-BE49-F238E27FC236}">
                <a16:creationId xmlns:a16="http://schemas.microsoft.com/office/drawing/2014/main" id="{E6E55499-DC07-4B9A-B563-75E3A0CC0414}"/>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680765" name="Rectangle 253059330">
            <a:extLst xmlns:a="http://schemas.openxmlformats.org/drawingml/2006/main">
              <a:ext uri="{FF2B5EF4-FFF2-40B4-BE49-F238E27FC236}">
                <a16:creationId xmlns:a16="http://schemas.microsoft.com/office/drawing/2014/main" id="{8240E499-FEF6-4DB2-A0E5-C2E7141D8FAF}"/>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839432742" name="Rectangle 1961211258">
            <a:extLst xmlns:a="http://schemas.openxmlformats.org/drawingml/2006/main">
              <a:ext uri="{FF2B5EF4-FFF2-40B4-BE49-F238E27FC236}">
                <a16:creationId xmlns:a16="http://schemas.microsoft.com/office/drawing/2014/main" id="{E0B73D6B-A229-4DBB-BD23-0DD2CA42BD72}"/>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1301385105" name="Rectangle 902052220">
            <a:extLst xmlns:a="http://schemas.openxmlformats.org/drawingml/2006/main">
              <a:ext uri="{FF2B5EF4-FFF2-40B4-BE49-F238E27FC236}">
                <a16:creationId xmlns:a16="http://schemas.microsoft.com/office/drawing/2014/main" id="{7CF9D3FE-FF35-48EC-BDF6-4E6178B807BD}"/>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768403070" name="Rectangle 110604859">
            <a:extLst xmlns:a="http://schemas.openxmlformats.org/drawingml/2006/main">
              <a:ext uri="{FF2B5EF4-FFF2-40B4-BE49-F238E27FC236}">
                <a16:creationId xmlns:a16="http://schemas.microsoft.com/office/drawing/2014/main" id="{B874E8E9-3DD3-437C-8B82-643AC298C5C5}"/>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937650834" name="Rectangle 1570659082">
            <a:extLst xmlns:a="http://schemas.openxmlformats.org/drawingml/2006/main">
              <a:ext uri="{FF2B5EF4-FFF2-40B4-BE49-F238E27FC236}">
                <a16:creationId xmlns:a16="http://schemas.microsoft.com/office/drawing/2014/main" id="{C0C7EABB-CCEE-4006-92A3-B8BB7A7D384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71</a:t>
            </a:r>
          </a:p>
        </p:txBody>
      </p:sp>
    </p:spTree>
    <p:extLst>
      <p:ext uri="{BB962C8B-B14F-4D97-AF65-F5344CB8AC3E}">
        <p14:creationId xmlns:p14="http://schemas.microsoft.com/office/powerpoint/2010/main" val="1305018003"/>
      </p:ext>
    </p:extLst>
  </p:cSld>
</p:sld>
</file>

<file path=ppt/slides/slide7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9226157" name="Rectangle 1748329787">
            <a:extLst xmlns:a="http://schemas.openxmlformats.org/drawingml/2006/main">
              <a:ext uri="{FF2B5EF4-FFF2-40B4-BE49-F238E27FC236}">
                <a16:creationId xmlns:a16="http://schemas.microsoft.com/office/drawing/2014/main" id="{BAE62A31-49F9-4AE3-825D-FFBF190D383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639976804" name="Rectangle 1611343531">
            <a:extLst xmlns:a="http://schemas.openxmlformats.org/drawingml/2006/main">
              <a:ext uri="{FF2B5EF4-FFF2-40B4-BE49-F238E27FC236}">
                <a16:creationId xmlns:a16="http://schemas.microsoft.com/office/drawing/2014/main" id="{347AB89F-1B7E-4E87-97A0-357133C8F0E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2113117401" name="Rectangle: Rounded Corners 1015940866">
            <a:extLst xmlns:a="http://schemas.openxmlformats.org/drawingml/2006/main">
              <a:ext uri="{FF2B5EF4-FFF2-40B4-BE49-F238E27FC236}">
                <a16:creationId xmlns:a16="http://schemas.microsoft.com/office/drawing/2014/main" id="{94A30F63-0CC5-4C6B-9F57-5FBF9FD3592A}"/>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545478" name="Rectangle: Rounded Corners 1808652943">
            <a:extLst xmlns:a="http://schemas.openxmlformats.org/drawingml/2006/main">
              <a:ext uri="{FF2B5EF4-FFF2-40B4-BE49-F238E27FC236}">
                <a16:creationId xmlns:a16="http://schemas.microsoft.com/office/drawing/2014/main" id="{ABE4C665-F95A-4BCE-8086-CB627AEA7090}"/>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0927105" name="Rectangle: Rounded Corners 1081078089">
            <a:extLst xmlns:a="http://schemas.openxmlformats.org/drawingml/2006/main">
              <a:ext uri="{FF2B5EF4-FFF2-40B4-BE49-F238E27FC236}">
                <a16:creationId xmlns:a16="http://schemas.microsoft.com/office/drawing/2014/main" id="{C3AE363A-3444-483C-96D1-AF9D25539AA5}"/>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0526263" name="Rectangle: Rounded Corners 492680344">
            <a:extLst xmlns:a="http://schemas.openxmlformats.org/drawingml/2006/main">
              <a:ext uri="{FF2B5EF4-FFF2-40B4-BE49-F238E27FC236}">
                <a16:creationId xmlns:a16="http://schemas.microsoft.com/office/drawing/2014/main" id="{D7BA3E3B-8B69-45FF-A1BE-8A4AFECA00FB}"/>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756954" name="Rectangle: Rounded Corners 1482722514">
            <a:extLst xmlns:a="http://schemas.openxmlformats.org/drawingml/2006/main">
              <a:ext uri="{FF2B5EF4-FFF2-40B4-BE49-F238E27FC236}">
                <a16:creationId xmlns:a16="http://schemas.microsoft.com/office/drawing/2014/main" id="{ECD8E4CC-B3A9-422B-8FA6-2F75C92BF3A9}"/>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7632951" name="Rectangle: Rounded Corners 121026446">
            <a:extLst xmlns:a="http://schemas.openxmlformats.org/drawingml/2006/main">
              <a:ext uri="{FF2B5EF4-FFF2-40B4-BE49-F238E27FC236}">
                <a16:creationId xmlns:a16="http://schemas.microsoft.com/office/drawing/2014/main" id="{682C867E-CCDF-4985-91B9-5AEAC847129B}"/>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1419582" name="Rectangle 163980103">
            <a:extLst xmlns:a="http://schemas.openxmlformats.org/drawingml/2006/main">
              <a:ext uri="{FF2B5EF4-FFF2-40B4-BE49-F238E27FC236}">
                <a16:creationId xmlns:a16="http://schemas.microsoft.com/office/drawing/2014/main" id="{36650818-405B-4F74-9B47-245A8B610787}"/>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132907416" name="Rectangle 693850306">
            <a:extLst xmlns:a="http://schemas.openxmlformats.org/drawingml/2006/main">
              <a:ext uri="{FF2B5EF4-FFF2-40B4-BE49-F238E27FC236}">
                <a16:creationId xmlns:a16="http://schemas.microsoft.com/office/drawing/2014/main" id="{E0CEBE50-C86E-4D1D-A73F-D976F8BC5607}"/>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212050772" name="Straight Connector 1622472842">
            <a:extLst xmlns:a="http://schemas.openxmlformats.org/drawingml/2006/main">
              <a:ext uri="{FF2B5EF4-FFF2-40B4-BE49-F238E27FC236}">
                <a16:creationId xmlns:a16="http://schemas.microsoft.com/office/drawing/2014/main" id="{260439B0-0A5E-45DC-8E19-3E39F419DDB4}"/>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0714691" name="Rectangle: Rounded Corners 1311020404">
            <a:extLst xmlns:a="http://schemas.openxmlformats.org/drawingml/2006/main">
              <a:ext uri="{FF2B5EF4-FFF2-40B4-BE49-F238E27FC236}">
                <a16:creationId xmlns:a16="http://schemas.microsoft.com/office/drawing/2014/main" id="{1B91917C-C5DB-4ACC-B5A3-382B910B337F}"/>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336016474" name="Rectangle 481459380">
            <a:extLst xmlns:a="http://schemas.openxmlformats.org/drawingml/2006/main">
              <a:ext uri="{FF2B5EF4-FFF2-40B4-BE49-F238E27FC236}">
                <a16:creationId xmlns:a16="http://schemas.microsoft.com/office/drawing/2014/main" id="{D4495C04-CA39-42B3-8E6E-AAFDA316EFF4}"/>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241932263" name="Rectangle: Rounded Corners 1942037177">
            <a:extLst xmlns:a="http://schemas.openxmlformats.org/drawingml/2006/main">
              <a:ext uri="{FF2B5EF4-FFF2-40B4-BE49-F238E27FC236}">
                <a16:creationId xmlns:a16="http://schemas.microsoft.com/office/drawing/2014/main" id="{2E5AB514-66F5-47DF-AACE-E68984F8D2A0}"/>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682276455" name="Rectangle: Rounded Corners 75602190">
            <a:extLst xmlns:a="http://schemas.openxmlformats.org/drawingml/2006/main">
              <a:ext uri="{FF2B5EF4-FFF2-40B4-BE49-F238E27FC236}">
                <a16:creationId xmlns:a16="http://schemas.microsoft.com/office/drawing/2014/main" id="{BCA615FD-27B4-4304-B5CE-36D2100A1D2D}"/>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759444065" name="Rectangle: Rounded Corners 1789658254">
            <a:extLst xmlns:a="http://schemas.openxmlformats.org/drawingml/2006/main">
              <a:ext uri="{FF2B5EF4-FFF2-40B4-BE49-F238E27FC236}">
                <a16:creationId xmlns:a16="http://schemas.microsoft.com/office/drawing/2014/main" id="{476189DE-D6AE-45B9-9294-C4151B024457}"/>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757540424" name="Rectangle: Rounded Corners 1953288476">
            <a:extLst xmlns:a="http://schemas.openxmlformats.org/drawingml/2006/main">
              <a:ext uri="{FF2B5EF4-FFF2-40B4-BE49-F238E27FC236}">
                <a16:creationId xmlns:a16="http://schemas.microsoft.com/office/drawing/2014/main" id="{5C197806-A41C-49F3-AB72-A01FAA39E320}"/>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552303895" name="Straight Connector 319643796">
            <a:extLst xmlns:a="http://schemas.openxmlformats.org/drawingml/2006/main">
              <a:ext uri="{FF2B5EF4-FFF2-40B4-BE49-F238E27FC236}">
                <a16:creationId xmlns:a16="http://schemas.microsoft.com/office/drawing/2014/main" id="{935C89B1-3E02-44F8-98BF-56B7F5D8E68A}"/>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205449" name="Rectangle: Rounded Corners 647942513">
            <a:extLst xmlns:a="http://schemas.openxmlformats.org/drawingml/2006/main">
              <a:ext uri="{FF2B5EF4-FFF2-40B4-BE49-F238E27FC236}">
                <a16:creationId xmlns:a16="http://schemas.microsoft.com/office/drawing/2014/main" id="{19D56AC8-FD29-44DA-9D76-BF8F99E703BA}"/>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234471" name="Rectangle: Rounded Corners 636131648">
            <a:extLst xmlns:a="http://schemas.openxmlformats.org/drawingml/2006/main">
              <a:ext uri="{FF2B5EF4-FFF2-40B4-BE49-F238E27FC236}">
                <a16:creationId xmlns:a16="http://schemas.microsoft.com/office/drawing/2014/main" id="{7B00E855-FEED-43A6-BD76-591093B4D356}"/>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73945" name="Rectangle: Rounded Corners 261513705">
            <a:extLst xmlns:a="http://schemas.openxmlformats.org/drawingml/2006/main">
              <a:ext uri="{FF2B5EF4-FFF2-40B4-BE49-F238E27FC236}">
                <a16:creationId xmlns:a16="http://schemas.microsoft.com/office/drawing/2014/main" id="{9062A082-6B61-4B31-85AD-22D20A375054}"/>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4111994" name="Rectangle 1466779702">
            <a:extLst xmlns:a="http://schemas.openxmlformats.org/drawingml/2006/main">
              <a:ext uri="{FF2B5EF4-FFF2-40B4-BE49-F238E27FC236}">
                <a16:creationId xmlns:a16="http://schemas.microsoft.com/office/drawing/2014/main" id="{FAA29343-BC49-47D9-8494-043BF179643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528799686" name="Rectangle 2140567318">
            <a:extLst xmlns:a="http://schemas.openxmlformats.org/drawingml/2006/main">
              <a:ext uri="{FF2B5EF4-FFF2-40B4-BE49-F238E27FC236}">
                <a16:creationId xmlns:a16="http://schemas.microsoft.com/office/drawing/2014/main" id="{5B82520E-752F-4214-8338-C3B24323DD86}"/>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307743939" name="Rectangle 800090932">
            <a:extLst xmlns:a="http://schemas.openxmlformats.org/drawingml/2006/main">
              <a:ext uri="{FF2B5EF4-FFF2-40B4-BE49-F238E27FC236}">
                <a16:creationId xmlns:a16="http://schemas.microsoft.com/office/drawing/2014/main" id="{74CD8652-B40D-4720-B2EF-7A34646FC001}"/>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100185971" name="Oval 663275864">
            <a:extLst xmlns:a="http://schemas.openxmlformats.org/drawingml/2006/main">
              <a:ext uri="{FF2B5EF4-FFF2-40B4-BE49-F238E27FC236}">
                <a16:creationId xmlns:a16="http://schemas.microsoft.com/office/drawing/2014/main" id="{98126CF5-90F9-469B-9C12-AAB83E367E63}"/>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706494" name="Oval 302896655">
            <a:extLst xmlns:a="http://schemas.openxmlformats.org/drawingml/2006/main">
              <a:ext uri="{FF2B5EF4-FFF2-40B4-BE49-F238E27FC236}">
                <a16:creationId xmlns:a16="http://schemas.microsoft.com/office/drawing/2014/main" id="{F3A3801A-55AA-4083-A391-ECF3BCBADB9F}"/>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2618158" name="Oval 1173073258">
            <a:extLst xmlns:a="http://schemas.openxmlformats.org/drawingml/2006/main">
              <a:ext uri="{FF2B5EF4-FFF2-40B4-BE49-F238E27FC236}">
                <a16:creationId xmlns:a16="http://schemas.microsoft.com/office/drawing/2014/main" id="{5A5C46CF-4620-4D53-9808-3E725187F8CE}"/>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5519380" name="Rectangle 1351287707">
            <a:extLst xmlns:a="http://schemas.openxmlformats.org/drawingml/2006/main">
              <a:ext uri="{FF2B5EF4-FFF2-40B4-BE49-F238E27FC236}">
                <a16:creationId xmlns:a16="http://schemas.microsoft.com/office/drawing/2014/main" id="{3A8FDA03-F3D7-4A58-896F-C3E348E4D98E}"/>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882863619" name="Rectangle 1523385386">
            <a:extLst xmlns:a="http://schemas.openxmlformats.org/drawingml/2006/main">
              <a:ext uri="{FF2B5EF4-FFF2-40B4-BE49-F238E27FC236}">
                <a16:creationId xmlns:a16="http://schemas.microsoft.com/office/drawing/2014/main" id="{89827505-0D57-45F3-8C91-D21F8A48088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72</a:t>
            </a:r>
          </a:p>
        </p:txBody>
      </p:sp>
    </p:spTree>
    <p:extLst>
      <p:ext uri="{BB962C8B-B14F-4D97-AF65-F5344CB8AC3E}">
        <p14:creationId xmlns:p14="http://schemas.microsoft.com/office/powerpoint/2010/main" val="387749182"/>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2026-07-29T10:34:29.3880000Z</dcterms:created>
  <dcterms:modified xsi:type="dcterms:W3CDTF">2026-07-29T10:34:29.3880000Z</dcterms:modified>
</coreProperties>
</file>