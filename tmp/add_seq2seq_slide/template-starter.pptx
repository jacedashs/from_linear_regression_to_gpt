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5bb58b61d041d7" /><Relationship Type="http://schemas.openxmlformats.org/officeDocument/2006/relationships/extended-properties" Target="/docProps/app.xml" Id="R6370e5d39f8e4293" /><Relationship Type="http://schemas.openxmlformats.org/officeDocument/2006/relationships/officeDocument" Target="/ppt/presentation.xml" Id="Re70d46a942254eed" /></Relationships>
</file>

<file path=ppt/presentation.xml><?xml version="1.0" encoding="utf-8"?>
<p:presentation xmlns:p="http://schemas.openxmlformats.org/presentationml/2006/main">
  <p:sldMasterIdLst>
    <p:sldMasterId xmlns:r="http://schemas.openxmlformats.org/officeDocument/2006/relationships" id="2147483648" r:id="R34dbcfd49a2646b8"/>
  </p:sldMasterIdLst>
  <p:notesMasterIdLst>
    <p:notesMasterId xmlns:r="http://schemas.openxmlformats.org/officeDocument/2006/relationships" r:id="R60f95c54cbfc4fa0"/>
  </p:notesMasterIdLst>
  <p:sldIdLst>
    <p:sldId xmlns:r="http://schemas.openxmlformats.org/officeDocument/2006/relationships" id="256" r:id="R3bcfca681d024017"/>
    <p:sldId xmlns:r="http://schemas.openxmlformats.org/officeDocument/2006/relationships" id="257" r:id="R07cb9ad909734d19"/>
    <p:sldId xmlns:r="http://schemas.openxmlformats.org/officeDocument/2006/relationships" id="258" r:id="R5aab2d6f19bf43b9"/>
    <p:sldId xmlns:r="http://schemas.openxmlformats.org/officeDocument/2006/relationships" id="259" r:id="R99977e5412d9494f"/>
    <p:sldId xmlns:r="http://schemas.openxmlformats.org/officeDocument/2006/relationships" id="260" r:id="R5a60323040364bb5"/>
    <p:sldId xmlns:r="http://schemas.openxmlformats.org/officeDocument/2006/relationships" id="261" r:id="Redd1d9b70e624d01"/>
    <p:sldId xmlns:r="http://schemas.openxmlformats.org/officeDocument/2006/relationships" id="262" r:id="R3753b48555234fe2"/>
    <p:sldId xmlns:r="http://schemas.openxmlformats.org/officeDocument/2006/relationships" id="263" r:id="R99a69e4f7b484041"/>
    <p:sldId xmlns:r="http://schemas.openxmlformats.org/officeDocument/2006/relationships" id="264" r:id="R74e75cd71da04e68"/>
    <p:sldId xmlns:r="http://schemas.openxmlformats.org/officeDocument/2006/relationships" id="265" r:id="R95777c95c8f94411"/>
    <p:sldId xmlns:r="http://schemas.openxmlformats.org/officeDocument/2006/relationships" id="266" r:id="R9be3552b4d3b4cea"/>
    <p:sldId xmlns:r="http://schemas.openxmlformats.org/officeDocument/2006/relationships" id="267" r:id="Rfc3ac5ff7a124e24"/>
    <p:sldId xmlns:r="http://schemas.openxmlformats.org/officeDocument/2006/relationships" id="268" r:id="R2c47051d1413465b"/>
    <p:sldId xmlns:r="http://schemas.openxmlformats.org/officeDocument/2006/relationships" id="269" r:id="Ra71a6c3a6ef64370"/>
    <p:sldId xmlns:r="http://schemas.openxmlformats.org/officeDocument/2006/relationships" id="270" r:id="R18a645f7505d42b8"/>
    <p:sldId xmlns:r="http://schemas.openxmlformats.org/officeDocument/2006/relationships" id="271" r:id="R18bd7fd0ab0647cf"/>
    <p:sldId xmlns:r="http://schemas.openxmlformats.org/officeDocument/2006/relationships" id="272" r:id="R05da1982ad4c41a4"/>
    <p:sldId xmlns:r="http://schemas.openxmlformats.org/officeDocument/2006/relationships" id="273" r:id="R66d3b7aa0d4e4338"/>
    <p:sldId xmlns:r="http://schemas.openxmlformats.org/officeDocument/2006/relationships" id="274" r:id="R0b51edebf89b414e"/>
    <p:sldId xmlns:r="http://schemas.openxmlformats.org/officeDocument/2006/relationships" id="275" r:id="R2397019895e6471b"/>
    <p:sldId xmlns:r="http://schemas.openxmlformats.org/officeDocument/2006/relationships" id="276" r:id="R0a2787c553e34198"/>
    <p:sldId xmlns:r="http://schemas.openxmlformats.org/officeDocument/2006/relationships" id="277" r:id="R8caeb014f3eb49a4"/>
    <p:sldId xmlns:r="http://schemas.openxmlformats.org/officeDocument/2006/relationships" id="278" r:id="Rba3555bb06a04fec"/>
    <p:sldId xmlns:r="http://schemas.openxmlformats.org/officeDocument/2006/relationships" id="279" r:id="R132462d6da204180"/>
    <p:sldId xmlns:r="http://schemas.openxmlformats.org/officeDocument/2006/relationships" id="280" r:id="R5a6ca921e6db440a"/>
    <p:sldId xmlns:r="http://schemas.openxmlformats.org/officeDocument/2006/relationships" id="281" r:id="R3b40287e8c7e4ed1"/>
    <p:sldId xmlns:r="http://schemas.openxmlformats.org/officeDocument/2006/relationships" id="282" r:id="Rff21c3722eaa4b9a"/>
    <p:sldId xmlns:r="http://schemas.openxmlformats.org/officeDocument/2006/relationships" id="283" r:id="Re41d7dc83e08484f"/>
    <p:sldId xmlns:r="http://schemas.openxmlformats.org/officeDocument/2006/relationships" id="284" r:id="Rdfee58b43c4f47fd"/>
    <p:sldId xmlns:r="http://schemas.openxmlformats.org/officeDocument/2006/relationships" id="285" r:id="R4dc9f04ffd074d99"/>
    <p:sldId xmlns:r="http://schemas.openxmlformats.org/officeDocument/2006/relationships" id="286" r:id="R15f9654a278544d9"/>
    <p:sldId xmlns:r="http://schemas.openxmlformats.org/officeDocument/2006/relationships" id="287" r:id="R2c1466cfc7f74933"/>
    <p:sldId xmlns:r="http://schemas.openxmlformats.org/officeDocument/2006/relationships" id="288" r:id="R5ecb2883a1914c94"/>
    <p:sldId xmlns:r="http://schemas.openxmlformats.org/officeDocument/2006/relationships" id="289" r:id="Rc14129cc42664457"/>
    <p:sldId xmlns:r="http://schemas.openxmlformats.org/officeDocument/2006/relationships" id="290" r:id="R9f474e0509f24958"/>
    <p:sldId xmlns:r="http://schemas.openxmlformats.org/officeDocument/2006/relationships" id="291" r:id="Rb2ed3f3eb7c9438d"/>
    <p:sldId xmlns:r="http://schemas.openxmlformats.org/officeDocument/2006/relationships" id="292" r:id="R2211050620d448aa"/>
    <p:sldId xmlns:r="http://schemas.openxmlformats.org/officeDocument/2006/relationships" id="293" r:id="Ra0159c92e69a4ffa"/>
    <p:sldId xmlns:r="http://schemas.openxmlformats.org/officeDocument/2006/relationships" id="294" r:id="Rd758cf40a1e545ef"/>
    <p:sldId xmlns:r="http://schemas.openxmlformats.org/officeDocument/2006/relationships" id="295" r:id="R701e0bde58e945c8"/>
    <p:sldId xmlns:r="http://schemas.openxmlformats.org/officeDocument/2006/relationships" id="296" r:id="Rcc13cf9531d54ebe"/>
    <p:sldId xmlns:r="http://schemas.openxmlformats.org/officeDocument/2006/relationships" id="297" r:id="R1964231a7b34430d"/>
    <p:sldId xmlns:r="http://schemas.openxmlformats.org/officeDocument/2006/relationships" id="298" r:id="R0a205e7b28e04f9d"/>
    <p:sldId xmlns:r="http://schemas.openxmlformats.org/officeDocument/2006/relationships" id="299" r:id="R900f8bbe8c094b56"/>
    <p:sldId xmlns:r="http://schemas.openxmlformats.org/officeDocument/2006/relationships" id="300" r:id="Ra0aa200d520a417b"/>
    <p:sldId xmlns:r="http://schemas.openxmlformats.org/officeDocument/2006/relationships" id="301" r:id="R5d1a926bf8c44b34"/>
    <p:sldId xmlns:r="http://schemas.openxmlformats.org/officeDocument/2006/relationships" id="302" r:id="R7e229af453c04c7b"/>
    <p:sldId xmlns:r="http://schemas.openxmlformats.org/officeDocument/2006/relationships" id="303" r:id="R17ea62df1eda46e5"/>
    <p:sldId xmlns:r="http://schemas.openxmlformats.org/officeDocument/2006/relationships" id="304" r:id="R985d33d5a37247a5"/>
    <p:sldId xmlns:r="http://schemas.openxmlformats.org/officeDocument/2006/relationships" id="305" r:id="Rc980fbbda2804d8d"/>
    <p:sldId xmlns:r="http://schemas.openxmlformats.org/officeDocument/2006/relationships" id="306" r:id="Racc0ba685abe4184"/>
    <p:sldId xmlns:r="http://schemas.openxmlformats.org/officeDocument/2006/relationships" id="307" r:id="Rc00dd83fb9994676"/>
    <p:sldId xmlns:r="http://schemas.openxmlformats.org/officeDocument/2006/relationships" id="308" r:id="R475b34bdba704964"/>
    <p:sldId xmlns:r="http://schemas.openxmlformats.org/officeDocument/2006/relationships" id="309" r:id="Rf232d6720df743f5"/>
    <p:sldId xmlns:r="http://schemas.openxmlformats.org/officeDocument/2006/relationships" id="310" r:id="R2d347ba59bcd48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04ed970d224db8" /><Relationship Type="http://schemas.openxmlformats.org/officeDocument/2006/relationships/slideMaster" Target="/ppt/slideMasters/slideMaster1.xml" Id="R34dbcfd49a2646b8" /><Relationship Type="http://schemas.openxmlformats.org/officeDocument/2006/relationships/notesMaster" Target="/ppt/notesMasters/notesMaster1.xml" Id="R60f95c54cbfc4fa0" /><Relationship Type="http://schemas.openxmlformats.org/officeDocument/2006/relationships/presProps" Target="/ppt/presProps.xml" Id="Rffcbd47cc36b4376" /><Relationship Type="http://schemas.openxmlformats.org/officeDocument/2006/relationships/tableStyles" Target="/ppt/tableStyles.xml" Id="R0842f80a8d9a4e65" /><Relationship Type="http://schemas.openxmlformats.org/officeDocument/2006/relationships/slide" Target="/ppt/slides/slide1.xml" Id="R3bcfca681d024017" /><Relationship Type="http://schemas.openxmlformats.org/officeDocument/2006/relationships/slide" Target="/ppt/slides/slide2.xml" Id="R07cb9ad909734d19" /><Relationship Type="http://schemas.openxmlformats.org/officeDocument/2006/relationships/slide" Target="/ppt/slides/slide3.xml" Id="R5aab2d6f19bf43b9" /><Relationship Type="http://schemas.openxmlformats.org/officeDocument/2006/relationships/slide" Target="/ppt/slides/slide4.xml" Id="R99977e5412d9494f" /><Relationship Type="http://schemas.openxmlformats.org/officeDocument/2006/relationships/slide" Target="/ppt/slides/slide5.xml" Id="R5a60323040364bb5" /><Relationship Type="http://schemas.openxmlformats.org/officeDocument/2006/relationships/slide" Target="/ppt/slides/slide6.xml" Id="Redd1d9b70e624d01" /><Relationship Type="http://schemas.openxmlformats.org/officeDocument/2006/relationships/slide" Target="/ppt/slides/slide7.xml" Id="R3753b48555234fe2" /><Relationship Type="http://schemas.openxmlformats.org/officeDocument/2006/relationships/slide" Target="/ppt/slides/slide8.xml" Id="R99a69e4f7b484041" /><Relationship Type="http://schemas.openxmlformats.org/officeDocument/2006/relationships/slide" Target="/ppt/slides/slide9.xml" Id="R74e75cd71da04e68" /><Relationship Type="http://schemas.openxmlformats.org/officeDocument/2006/relationships/slide" Target="/ppt/slides/slide10.xml" Id="R95777c95c8f94411" /><Relationship Type="http://schemas.openxmlformats.org/officeDocument/2006/relationships/slide" Target="/ppt/slides/slide11.xml" Id="R9be3552b4d3b4cea" /><Relationship Type="http://schemas.openxmlformats.org/officeDocument/2006/relationships/slide" Target="/ppt/slides/slide12.xml" Id="Rfc3ac5ff7a124e24" /><Relationship Type="http://schemas.openxmlformats.org/officeDocument/2006/relationships/slide" Target="/ppt/slides/slide13.xml" Id="R2c47051d1413465b" /><Relationship Type="http://schemas.openxmlformats.org/officeDocument/2006/relationships/slide" Target="/ppt/slides/slide14.xml" Id="Ra71a6c3a6ef64370" /><Relationship Type="http://schemas.openxmlformats.org/officeDocument/2006/relationships/slide" Target="/ppt/slides/slide15.xml" Id="R18a645f7505d42b8" /><Relationship Type="http://schemas.openxmlformats.org/officeDocument/2006/relationships/slide" Target="/ppt/slides/slide16.xml" Id="R18bd7fd0ab0647cf" /><Relationship Type="http://schemas.openxmlformats.org/officeDocument/2006/relationships/slide" Target="/ppt/slides/slide17.xml" Id="R05da1982ad4c41a4" /><Relationship Type="http://schemas.openxmlformats.org/officeDocument/2006/relationships/slide" Target="/ppt/slides/slide18.xml" Id="R66d3b7aa0d4e4338" /><Relationship Type="http://schemas.openxmlformats.org/officeDocument/2006/relationships/slide" Target="/ppt/slides/slide19.xml" Id="R0b51edebf89b414e" /><Relationship Type="http://schemas.openxmlformats.org/officeDocument/2006/relationships/slide" Target="/ppt/slides/slide20.xml" Id="R2397019895e6471b" /><Relationship Type="http://schemas.openxmlformats.org/officeDocument/2006/relationships/slide" Target="/ppt/slides/slide21.xml" Id="R0a2787c553e34198" /><Relationship Type="http://schemas.openxmlformats.org/officeDocument/2006/relationships/slide" Target="/ppt/slides/slide22.xml" Id="R8caeb014f3eb49a4" /><Relationship Type="http://schemas.openxmlformats.org/officeDocument/2006/relationships/slide" Target="/ppt/slides/slide23.xml" Id="Rba3555bb06a04fec" /><Relationship Type="http://schemas.openxmlformats.org/officeDocument/2006/relationships/slide" Target="/ppt/slides/slide24.xml" Id="R132462d6da204180" /><Relationship Type="http://schemas.openxmlformats.org/officeDocument/2006/relationships/slide" Target="/ppt/slides/slide25.xml" Id="R5a6ca921e6db440a" /><Relationship Type="http://schemas.openxmlformats.org/officeDocument/2006/relationships/slide" Target="/ppt/slides/slide26.xml" Id="R3b40287e8c7e4ed1" /><Relationship Type="http://schemas.openxmlformats.org/officeDocument/2006/relationships/slide" Target="/ppt/slides/slide27.xml" Id="Rff21c3722eaa4b9a" /><Relationship Type="http://schemas.openxmlformats.org/officeDocument/2006/relationships/slide" Target="/ppt/slides/slide28.xml" Id="Re41d7dc83e08484f" /><Relationship Type="http://schemas.openxmlformats.org/officeDocument/2006/relationships/slide" Target="/ppt/slides/slide29.xml" Id="Rdfee58b43c4f47fd" /><Relationship Type="http://schemas.openxmlformats.org/officeDocument/2006/relationships/slide" Target="/ppt/slides/slide30.xml" Id="R4dc9f04ffd074d99" /><Relationship Type="http://schemas.openxmlformats.org/officeDocument/2006/relationships/slide" Target="/ppt/slides/slide31.xml" Id="R15f9654a278544d9" /><Relationship Type="http://schemas.openxmlformats.org/officeDocument/2006/relationships/slide" Target="/ppt/slides/slide32.xml" Id="R2c1466cfc7f74933" /><Relationship Type="http://schemas.openxmlformats.org/officeDocument/2006/relationships/slide" Target="/ppt/slides/slide33.xml" Id="R5ecb2883a1914c94" /><Relationship Type="http://schemas.openxmlformats.org/officeDocument/2006/relationships/slide" Target="/ppt/slides/slide34.xml" Id="Rc14129cc42664457" /><Relationship Type="http://schemas.openxmlformats.org/officeDocument/2006/relationships/slide" Target="/ppt/slides/slide35.xml" Id="R9f474e0509f24958" /><Relationship Type="http://schemas.openxmlformats.org/officeDocument/2006/relationships/slide" Target="/ppt/slides/slide36.xml" Id="Rb2ed3f3eb7c9438d" /><Relationship Type="http://schemas.openxmlformats.org/officeDocument/2006/relationships/slide" Target="/ppt/slides/slide37.xml" Id="R2211050620d448aa" /><Relationship Type="http://schemas.openxmlformats.org/officeDocument/2006/relationships/slide" Target="/ppt/slides/slide38.xml" Id="Ra0159c92e69a4ffa" /><Relationship Type="http://schemas.openxmlformats.org/officeDocument/2006/relationships/slide" Target="/ppt/slides/slide39.xml" Id="Rd758cf40a1e545ef" /><Relationship Type="http://schemas.openxmlformats.org/officeDocument/2006/relationships/slide" Target="/ppt/slides/slide40.xml" Id="R701e0bde58e945c8" /><Relationship Type="http://schemas.openxmlformats.org/officeDocument/2006/relationships/slide" Target="/ppt/slides/slide41.xml" Id="Rcc13cf9531d54ebe" /><Relationship Type="http://schemas.openxmlformats.org/officeDocument/2006/relationships/slide" Target="/ppt/slides/slide42.xml" Id="R1964231a7b34430d" /><Relationship Type="http://schemas.openxmlformats.org/officeDocument/2006/relationships/slide" Target="/ppt/slides/slide43.xml" Id="R0a205e7b28e04f9d" /><Relationship Type="http://schemas.openxmlformats.org/officeDocument/2006/relationships/slide" Target="/ppt/slides/slide44.xml" Id="R900f8bbe8c094b56" /><Relationship Type="http://schemas.openxmlformats.org/officeDocument/2006/relationships/slide" Target="/ppt/slides/slide45.xml" Id="Ra0aa200d520a417b" /><Relationship Type="http://schemas.openxmlformats.org/officeDocument/2006/relationships/slide" Target="/ppt/slides/slide46.xml" Id="R5d1a926bf8c44b34" /><Relationship Type="http://schemas.openxmlformats.org/officeDocument/2006/relationships/slide" Target="/ppt/slides/slide47.xml" Id="R7e229af453c04c7b" /><Relationship Type="http://schemas.openxmlformats.org/officeDocument/2006/relationships/slide" Target="/ppt/slides/slide48.xml" Id="R17ea62df1eda46e5" /><Relationship Type="http://schemas.openxmlformats.org/officeDocument/2006/relationships/slide" Target="/ppt/slides/slide49.xml" Id="R985d33d5a37247a5" /><Relationship Type="http://schemas.openxmlformats.org/officeDocument/2006/relationships/slide" Target="/ppt/slides/slide50.xml" Id="Rc980fbbda2804d8d" /><Relationship Type="http://schemas.openxmlformats.org/officeDocument/2006/relationships/slide" Target="/ppt/slides/slide51.xml" Id="Racc0ba685abe4184" /><Relationship Type="http://schemas.openxmlformats.org/officeDocument/2006/relationships/slide" Target="/ppt/slides/slide52.xml" Id="Rc00dd83fb9994676" /><Relationship Type="http://schemas.openxmlformats.org/officeDocument/2006/relationships/slide" Target="/ppt/slides/slide53.xml" Id="R475b34bdba704964" /><Relationship Type="http://schemas.openxmlformats.org/officeDocument/2006/relationships/slide" Target="/ppt/slides/slide54.xml" Id="Rf232d6720df743f5" /><Relationship Type="http://schemas.openxmlformats.org/officeDocument/2006/relationships/slide" Target="/ppt/slides/slide55.xml" Id="R2d347ba59bcd48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20f2d909434d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efb832384b4614" /><Relationship Type="http://schemas.openxmlformats.org/officeDocument/2006/relationships/notesMaster" Target="/ppt/notesMasters/notesMaster1.xml" Id="Recb508b093aa4c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64b8860e574987" /><Relationship Type="http://schemas.openxmlformats.org/officeDocument/2006/relationships/notesMaster" Target="/ppt/notesMasters/notesMaster1.xml" Id="Ra64e6619cf714f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ede64d369448e0" /><Relationship Type="http://schemas.openxmlformats.org/officeDocument/2006/relationships/notesMaster" Target="/ppt/notesMasters/notesMaster1.xml" Id="Rdc51df95b0fb4d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814e3d84e34c95" /><Relationship Type="http://schemas.openxmlformats.org/officeDocument/2006/relationships/notesMaster" Target="/ppt/notesMasters/notesMaster1.xml" Id="R92af0e9e4d3448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53ff8af35f412e" /><Relationship Type="http://schemas.openxmlformats.org/officeDocument/2006/relationships/notesMaster" Target="/ppt/notesMasters/notesMaster1.xml" Id="R1de7f235d1c540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bb6a26464c4bb8" /><Relationship Type="http://schemas.openxmlformats.org/officeDocument/2006/relationships/notesMaster" Target="/ppt/notesMasters/notesMaster1.xml" Id="R5cd2d27567d945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363445215e4802" /><Relationship Type="http://schemas.openxmlformats.org/officeDocument/2006/relationships/notesMaster" Target="/ppt/notesMasters/notesMaster1.xml" Id="R9168dc21ca6943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c27f99bf984b61" /><Relationship Type="http://schemas.openxmlformats.org/officeDocument/2006/relationships/notesMaster" Target="/ppt/notesMasters/notesMaster1.xml" Id="R78620945258643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bb65e560604102" /><Relationship Type="http://schemas.openxmlformats.org/officeDocument/2006/relationships/notesMaster" Target="/ppt/notesMasters/notesMaster1.xml" Id="R03347d4edf5044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cb509975bf4929" /><Relationship Type="http://schemas.openxmlformats.org/officeDocument/2006/relationships/notesMaster" Target="/ppt/notesMasters/notesMaster1.xml" Id="R991b685fe4c846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058d5e117a4dc6" /><Relationship Type="http://schemas.openxmlformats.org/officeDocument/2006/relationships/notesMaster" Target="/ppt/notesMasters/notesMaster1.xml" Id="Rd4f7f18e92894e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ee26d92a88447b" /><Relationship Type="http://schemas.openxmlformats.org/officeDocument/2006/relationships/notesMaster" Target="/ppt/notesMasters/notesMaster1.xml" Id="R39227718b1d347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da246cb9db4489e" /><Relationship Type="http://schemas.openxmlformats.org/officeDocument/2006/relationships/notesMaster" Target="/ppt/notesMasters/notesMaster1.xml" Id="R02adbfa6233349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3e60c09f6794bcf" /><Relationship Type="http://schemas.openxmlformats.org/officeDocument/2006/relationships/notesMaster" Target="/ppt/notesMasters/notesMaster1.xml" Id="R1d624aed1d6f436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4fdcf83e72e49e4" /><Relationship Type="http://schemas.openxmlformats.org/officeDocument/2006/relationships/notesMaster" Target="/ppt/notesMasters/notesMaster1.xml" Id="R99aa45508e7640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18fbdba74f4f52" /><Relationship Type="http://schemas.openxmlformats.org/officeDocument/2006/relationships/notesMaster" Target="/ppt/notesMasters/notesMaster1.xml" Id="R1c201cded5e74f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d5adc3a2b034d65" /><Relationship Type="http://schemas.openxmlformats.org/officeDocument/2006/relationships/notesMaster" Target="/ppt/notesMasters/notesMaster1.xml" Id="Rae0ce163649842a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4b85642df6c4160" /><Relationship Type="http://schemas.openxmlformats.org/officeDocument/2006/relationships/notesMaster" Target="/ppt/notesMasters/notesMaster1.xml" Id="Rad5c6960c4a1466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763ce1c15684b8a" /><Relationship Type="http://schemas.openxmlformats.org/officeDocument/2006/relationships/notesMaster" Target="/ppt/notesMasters/notesMaster1.xml" Id="R87f197987b95485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5c4693b33b64d77" /><Relationship Type="http://schemas.openxmlformats.org/officeDocument/2006/relationships/notesMaster" Target="/ppt/notesMasters/notesMaster1.xml" Id="R54af8ed6ca6e485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f48b2efa9d94627" /><Relationship Type="http://schemas.openxmlformats.org/officeDocument/2006/relationships/notesMaster" Target="/ppt/notesMasters/notesMaster1.xml" Id="R221851bacbb14c9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44902595c4049e1" /><Relationship Type="http://schemas.openxmlformats.org/officeDocument/2006/relationships/notesMaster" Target="/ppt/notesMasters/notesMaster1.xml" Id="Raf206ae1062c425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30a54db9c45412e" /><Relationship Type="http://schemas.openxmlformats.org/officeDocument/2006/relationships/notesMaster" Target="/ppt/notesMasters/notesMaster1.xml" Id="R3c66406017c44eb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19448088007496e" /><Relationship Type="http://schemas.openxmlformats.org/officeDocument/2006/relationships/notesMaster" Target="/ppt/notesMasters/notesMaster1.xml" Id="R17f112351bd3498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d4f525b5e5841dc" /><Relationship Type="http://schemas.openxmlformats.org/officeDocument/2006/relationships/notesMaster" Target="/ppt/notesMasters/notesMaster1.xml" Id="Re1ce4c0cfca34bf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0b408fff1f64fec" /><Relationship Type="http://schemas.openxmlformats.org/officeDocument/2006/relationships/notesMaster" Target="/ppt/notesMasters/notesMaster1.xml" Id="R55d05a0ab5ac413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10b3672f8cd40eb" /><Relationship Type="http://schemas.openxmlformats.org/officeDocument/2006/relationships/notesMaster" Target="/ppt/notesMasters/notesMaster1.xml" Id="Rd8586b6a5866426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0447bdf60ad487d" /><Relationship Type="http://schemas.openxmlformats.org/officeDocument/2006/relationships/notesMaster" Target="/ppt/notesMasters/notesMaster1.xml" Id="Rbe59e7104de04c0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1d2fccdc7ba467d" /><Relationship Type="http://schemas.openxmlformats.org/officeDocument/2006/relationships/notesMaster" Target="/ppt/notesMasters/notesMaster1.xml" Id="R9e9640228f904f8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5bfabefc69f4124" /><Relationship Type="http://schemas.openxmlformats.org/officeDocument/2006/relationships/notesMaster" Target="/ppt/notesMasters/notesMaster1.xml" Id="R30bdb5f16e964a5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53dcdc7e74a4894" /><Relationship Type="http://schemas.openxmlformats.org/officeDocument/2006/relationships/notesMaster" Target="/ppt/notesMasters/notesMaster1.xml" Id="R549b186f69f34d5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42670a19436444d" /><Relationship Type="http://schemas.openxmlformats.org/officeDocument/2006/relationships/notesMaster" Target="/ppt/notesMasters/notesMaster1.xml" Id="R77c5e7a124ec4b4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f3cae30298b4482" /><Relationship Type="http://schemas.openxmlformats.org/officeDocument/2006/relationships/notesMaster" Target="/ppt/notesMasters/notesMaster1.xml" Id="R40396b5550e5448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c72ee86512044bc" /><Relationship Type="http://schemas.openxmlformats.org/officeDocument/2006/relationships/notesMaster" Target="/ppt/notesMasters/notesMaster1.xml" Id="R2779cf7969364ce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8eaefdcc1244cb4" /><Relationship Type="http://schemas.openxmlformats.org/officeDocument/2006/relationships/notesMaster" Target="/ppt/notesMasters/notesMaster1.xml" Id="Rd26f5950ea7d488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175e76f9c954610" /><Relationship Type="http://schemas.openxmlformats.org/officeDocument/2006/relationships/notesMaster" Target="/ppt/notesMasters/notesMaster1.xml" Id="R44c06135fdb94a8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ae01e9796a94e53" /><Relationship Type="http://schemas.openxmlformats.org/officeDocument/2006/relationships/notesMaster" Target="/ppt/notesMasters/notesMaster1.xml" Id="Rdba204f328564da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5b7ddfc4e50487c" /><Relationship Type="http://schemas.openxmlformats.org/officeDocument/2006/relationships/notesMaster" Target="/ppt/notesMasters/notesMaster1.xml" Id="R03875ea6a2e34a4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b5a3cf0eaae4c2a" /><Relationship Type="http://schemas.openxmlformats.org/officeDocument/2006/relationships/notesMaster" Target="/ppt/notesMasters/notesMaster1.xml" Id="R5d16019504d144b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abe394779a84373" /><Relationship Type="http://schemas.openxmlformats.org/officeDocument/2006/relationships/notesMaster" Target="/ppt/notesMasters/notesMaster1.xml" Id="R1ed340380cd4455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dfa9652b49a48c0" /><Relationship Type="http://schemas.openxmlformats.org/officeDocument/2006/relationships/notesMaster" Target="/ppt/notesMasters/notesMaster1.xml" Id="R4d205b97f53d4d9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1d634696621445f" /><Relationship Type="http://schemas.openxmlformats.org/officeDocument/2006/relationships/notesMaster" Target="/ppt/notesMasters/notesMaster1.xml" Id="Rb64a845c962946f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bf8c5e8595747fd" /><Relationship Type="http://schemas.openxmlformats.org/officeDocument/2006/relationships/notesMaster" Target="/ppt/notesMasters/notesMaster1.xml" Id="R44991c56d6ec4da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e2fdbc74ce84a3a" /><Relationship Type="http://schemas.openxmlformats.org/officeDocument/2006/relationships/notesMaster" Target="/ppt/notesMasters/notesMaster1.xml" Id="R3515cd352e9e442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7fd33873dc5409f" /><Relationship Type="http://schemas.openxmlformats.org/officeDocument/2006/relationships/notesMaster" Target="/ppt/notesMasters/notesMaster1.xml" Id="R7da89107b2424e5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5eddd41264a4fef" /><Relationship Type="http://schemas.openxmlformats.org/officeDocument/2006/relationships/notesMaster" Target="/ppt/notesMasters/notesMaster1.xml" Id="R973d01f5b532412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bff598dde344da7" /><Relationship Type="http://schemas.openxmlformats.org/officeDocument/2006/relationships/notesMaster" Target="/ppt/notesMasters/notesMaster1.xml" Id="R073822315ee047c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d6c40ee17cf4690" /><Relationship Type="http://schemas.openxmlformats.org/officeDocument/2006/relationships/notesMaster" Target="/ppt/notesMasters/notesMaster1.xml" Id="Rf415cd221f154db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56d6e3d83dd4dbd" /><Relationship Type="http://schemas.openxmlformats.org/officeDocument/2006/relationships/notesMaster" Target="/ppt/notesMasters/notesMaster1.xml" Id="Rd5b53d4127e94aa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0438a9318ba4c59" /><Relationship Type="http://schemas.openxmlformats.org/officeDocument/2006/relationships/notesMaster" Target="/ppt/notesMasters/notesMaster1.xml" Id="Recfb31cae6ed4bc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a7a75c8759d4201" /><Relationship Type="http://schemas.openxmlformats.org/officeDocument/2006/relationships/notesMaster" Target="/ppt/notesMasters/notesMaster1.xml" Id="R0e2b31284d3d44a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62388838504486e" /><Relationship Type="http://schemas.openxmlformats.org/officeDocument/2006/relationships/notesMaster" Target="/ppt/notesMasters/notesMaster1.xml" Id="R6c18770c21994ae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308c6d461c84a12" /><Relationship Type="http://schemas.openxmlformats.org/officeDocument/2006/relationships/notesMaster" Target="/ppt/notesMasters/notesMaster1.xml" Id="Ra5ed29c6c39c4dc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33727522b294b30" /><Relationship Type="http://schemas.openxmlformats.org/officeDocument/2006/relationships/notesMaster" Target="/ppt/notesMasters/notesMaster1.xml" Id="R9e25f70d441d46c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942ffe0adb34beb" /><Relationship Type="http://schemas.openxmlformats.org/officeDocument/2006/relationships/notesMaster" Target="/ppt/notesMasters/notesMaster1.xml" Id="Re22202acedc047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Geva et al., 2021, 'Transformer Feed-Forward Layers Are Key-Value Memories', arXiv:2012.14913, https://arxiv.org/abs/2012.14913</a:t>
            </a:r>
          </a:p>
          <a:p xmlns:a="http://schemas.openxmlformats.org/drawingml/2006/main">
            <a:pPr>
              <a:buNone/>
            </a:pPr>
            <a:r>
              <a:t>Ndubuaku et al., 2026, 'A Controlled Study of Attention-Only Transformers', arXiv:2607.18363v1, https://arxiv.org/html/2607.18363v1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Discrete Diffusion in Large Language and Multimodal Models: https://arxiv.org/abs/2506.13759</a:t>
            </a:r>
          </a:p>
          <a:p xmlns:a="http://schemas.openxmlformats.org/drawingml/2006/main">
            <a:pPr>
              <a:buNone/>
            </a:pPr>
            <a:r>
              <a:t>Large Language Diffusion Models / LLaDA: https://arxiv.org/abs/2502.09992</a:t>
            </a:r>
          </a:p>
          <a:p xmlns:a="http://schemas.openxmlformats.org/drawingml/2006/main">
            <a:pPr>
              <a:buNone/>
            </a:pPr>
            <a:r>
              <a:t>Simple and Effective Masked Diffusion Language Models: https://arxiv.org/abs/2406.07524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Fast Inference from Transformers via Speculative Decoding: https://arxiv.org/abs/2211.17192</a:t>
            </a:r>
          </a:p>
          <a:p xmlns:a="http://schemas.openxmlformats.org/drawingml/2006/main">
            <a:pPr>
              <a:buNone/>
            </a:pPr>
            <a:r>
              <a:t>Google Research, Looking back at speculative decoding: https://research.google/blog/looking-back-at-speculative-decoding/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94c738b8564230"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3c5942e8304cb2" /><Relationship Type="http://schemas.openxmlformats.org/officeDocument/2006/relationships/slideLayout" Target="/ppt/slideLayouts/slideLayout1.xml" Id="Raa5309defc8943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5309defc8943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799aa138ff4bf4" /><Relationship Type="http://schemas.openxmlformats.org/officeDocument/2006/relationships/notesSlide" Target="/ppt/notesSlides/notesSlide1.xml" Id="Rf02e531586d047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2d8e601457410e" /><Relationship Type="http://schemas.openxmlformats.org/officeDocument/2006/relationships/image" Target="/ppt/media/image.png" Id="R0e0bf48aa50846b1" /><Relationship Type="http://schemas.openxmlformats.org/officeDocument/2006/relationships/notesSlide" Target="/ppt/notesSlides/notesSlide2.xml" Id="R7a494f49714345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fb4895c8b85469d" /><Relationship Type="http://schemas.openxmlformats.org/officeDocument/2006/relationships/image" Target="/ppt/media/image2.png" Id="Re2ece0f24eaf4738" /><Relationship Type="http://schemas.openxmlformats.org/officeDocument/2006/relationships/notesSlide" Target="/ppt/notesSlides/notesSlide3.xml" Id="Rba568c56a5ea4f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2081c5994049eb" /><Relationship Type="http://schemas.openxmlformats.org/officeDocument/2006/relationships/image" Target="/ppt/media/image3.png" Id="Rb9f54d6f4ddd4542" /><Relationship Type="http://schemas.openxmlformats.org/officeDocument/2006/relationships/notesSlide" Target="/ppt/notesSlides/notesSlide4.xml" Id="R6bbd7f439d6640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cbf18b0c12476e" /><Relationship Type="http://schemas.openxmlformats.org/officeDocument/2006/relationships/notesSlide" Target="/ppt/notesSlides/notesSlide5.xml" Id="Ra02a1efbfe7242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e0e5db88054e80" /><Relationship Type="http://schemas.openxmlformats.org/officeDocument/2006/relationships/image" Target="/ppt/media/image.svg" Id="Rb107eef5c47f411c" /><Relationship Type="http://schemas.openxmlformats.org/officeDocument/2006/relationships/image" Target="/ppt/media/image.png" Id="R3af692d045ca42f8" /><Relationship Type="http://schemas.openxmlformats.org/officeDocument/2006/relationships/notesSlide" Target="/ppt/notesSlides/notesSlide6.xml" Id="Rca01ed6528684d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015ad579d54b41" /><Relationship Type="http://schemas.openxmlformats.org/officeDocument/2006/relationships/image" Target="/ppt/media/image2.svg" Id="R14c10d168f394f54" /><Relationship Type="http://schemas.openxmlformats.org/officeDocument/2006/relationships/image" Target="/ppt/media/image2.png" Id="R777271026e2d4e38" /><Relationship Type="http://schemas.openxmlformats.org/officeDocument/2006/relationships/notesSlide" Target="/ppt/notesSlides/notesSlide7.xml" Id="Rcd1835e7500a47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336e3f5e63c465b" /><Relationship Type="http://schemas.openxmlformats.org/officeDocument/2006/relationships/notesSlide" Target="/ppt/notesSlides/notesSlide8.xml" Id="R4522f6dcf1084a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609c75e746d4c0a" /><Relationship Type="http://schemas.openxmlformats.org/officeDocument/2006/relationships/image" Target="/ppt/media/image3.svg" Id="R97e460ae41a84be8" /><Relationship Type="http://schemas.openxmlformats.org/officeDocument/2006/relationships/image" Target="/ppt/media/image3.png" Id="Ra9258d8c68614627" /><Relationship Type="http://schemas.openxmlformats.org/officeDocument/2006/relationships/notesSlide" Target="/ppt/notesSlides/notesSlide9.xml" Id="Rbb20a08df85c44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c6514020714c3d" /><Relationship Type="http://schemas.openxmlformats.org/officeDocument/2006/relationships/image" Target="/ppt/media/image4.png" Id="R9a2d01ce1cc74545" /><Relationship Type="http://schemas.openxmlformats.org/officeDocument/2006/relationships/notesSlide" Target="/ppt/notesSlides/notesSlide10.xml" Id="Rf8a6b5fb5d1a40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8a7ecf37a804f52" /><Relationship Type="http://schemas.openxmlformats.org/officeDocument/2006/relationships/image" Target="/ppt/media/image5.png" Id="R94794e58fe6f4354" /><Relationship Type="http://schemas.openxmlformats.org/officeDocument/2006/relationships/image" Target="/ppt/media/image4.svg" Id="Ra13c21f8c57640a3" /><Relationship Type="http://schemas.openxmlformats.org/officeDocument/2006/relationships/image" Target="/ppt/media/image4.png" Id="R8e5d1f1292eb43b2" /><Relationship Type="http://schemas.openxmlformats.org/officeDocument/2006/relationships/notesSlide" Target="/ppt/notesSlides/notesSlide11.xml" Id="Rdfb179d4f7de41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b31b68d433d4481" /><Relationship Type="http://schemas.openxmlformats.org/officeDocument/2006/relationships/image" Target="/ppt/media/image5.svg" Id="Rad9bafa7eee34320" /><Relationship Type="http://schemas.openxmlformats.org/officeDocument/2006/relationships/image" Target="/ppt/media/image5.png" Id="Rf9dcc6e4e60d4982" /><Relationship Type="http://schemas.openxmlformats.org/officeDocument/2006/relationships/notesSlide" Target="/ppt/notesSlides/notesSlide12.xml" Id="R945f2e02243b47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3578c46965e4208" /><Relationship Type="http://schemas.openxmlformats.org/officeDocument/2006/relationships/image" Target="/ppt/media/image6.png" Id="R100f91c485964639" /><Relationship Type="http://schemas.openxmlformats.org/officeDocument/2006/relationships/image" Target="/ppt/media/image6.svg" Id="R6f04ad0b0c8d4f91" /><Relationship Type="http://schemas.openxmlformats.org/officeDocument/2006/relationships/image" Target="/ppt/media/image7.png" Id="R0a1291796dae4958" /><Relationship Type="http://schemas.openxmlformats.org/officeDocument/2006/relationships/image" Target="/ppt/media/image7.svg" Id="R5e5e3741a089419e" /><Relationship Type="http://schemas.openxmlformats.org/officeDocument/2006/relationships/notesSlide" Target="/ppt/notesSlides/notesSlide13.xml" Id="R896adbe3512f46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f1e5cbe33534278" /><Relationship Type="http://schemas.openxmlformats.org/officeDocument/2006/relationships/image" Target="/ppt/media/image8.png" Id="R2f2abacf779a4fec" /><Relationship Type="http://schemas.openxmlformats.org/officeDocument/2006/relationships/image" Target="/ppt/media/image8.svg" Id="R5f4bb2c2e118428c" /><Relationship Type="http://schemas.openxmlformats.org/officeDocument/2006/relationships/notesSlide" Target="/ppt/notesSlides/notesSlide14.xml" Id="Rdc5858919ab148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dc9a690518b46ed" /><Relationship Type="http://schemas.openxmlformats.org/officeDocument/2006/relationships/image" Target="/ppt/media/image9.png" Id="R2ce1f6175faf41d1" /><Relationship Type="http://schemas.openxmlformats.org/officeDocument/2006/relationships/image" Target="/ppt/media/image9.svg" Id="Rd7e610d9e6d4472c" /><Relationship Type="http://schemas.openxmlformats.org/officeDocument/2006/relationships/notesSlide" Target="/ppt/notesSlides/notesSlide15.xml" Id="Ra0d0031e481f4a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b5d80f316ce4cff" /><Relationship Type="http://schemas.openxmlformats.org/officeDocument/2006/relationships/notesSlide" Target="/ppt/notesSlides/notesSlide16.xml" Id="Rd7020bd27bba43a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e01ea1645d34f15" /><Relationship Type="http://schemas.openxmlformats.org/officeDocument/2006/relationships/notesSlide" Target="/ppt/notesSlides/notesSlide17.xml" Id="R3298c17f73e44c7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9fa82db807f4230" /><Relationship Type="http://schemas.openxmlformats.org/officeDocument/2006/relationships/notesSlide" Target="/ppt/notesSlides/notesSlide18.xml" Id="Rca5c65b36bff497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44c84d1d70e4771" /><Relationship Type="http://schemas.openxmlformats.org/officeDocument/2006/relationships/image" Target="/ppt/media/image10.png" Id="R7c15b43d7ba94dbe" /><Relationship Type="http://schemas.openxmlformats.org/officeDocument/2006/relationships/notesSlide" Target="/ppt/notesSlides/notesSlide19.xml" Id="R35f21aabb6b843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6630273b5a444ef" /><Relationship Type="http://schemas.openxmlformats.org/officeDocument/2006/relationships/notesSlide" Target="/ppt/notesSlides/notesSlide20.xml" Id="R81f7f752053f411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283b0126f754c74" /><Relationship Type="http://schemas.openxmlformats.org/officeDocument/2006/relationships/notesSlide" Target="/ppt/notesSlides/notesSlide21.xml" Id="R75f31a146baa42c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d79ca26105d415c" /><Relationship Type="http://schemas.openxmlformats.org/officeDocument/2006/relationships/notesSlide" Target="/ppt/notesSlides/notesSlide22.xml" Id="Rf3e641939cc04f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9b983c60ea14712" /><Relationship Type="http://schemas.openxmlformats.org/officeDocument/2006/relationships/notesSlide" Target="/ppt/notesSlides/notesSlide23.xml" Id="Rffac1d6759314c4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cd174e49d9e49ed" /><Relationship Type="http://schemas.openxmlformats.org/officeDocument/2006/relationships/notesSlide" Target="/ppt/notesSlides/notesSlide24.xml" Id="Ra8f1bf12ca554a3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adfbe68198744a2" /><Relationship Type="http://schemas.openxmlformats.org/officeDocument/2006/relationships/notesSlide" Target="/ppt/notesSlides/notesSlide25.xml" Id="R69bbfa815a694a7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6a7faf6756946fc" /><Relationship Type="http://schemas.openxmlformats.org/officeDocument/2006/relationships/notesSlide" Target="/ppt/notesSlides/notesSlide26.xml" Id="Rc31643d4ece343a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476547d292d44a1" /><Relationship Type="http://schemas.openxmlformats.org/officeDocument/2006/relationships/image" Target="/ppt/media/image11.png" Id="R1acf791e8b064357" /><Relationship Type="http://schemas.openxmlformats.org/officeDocument/2006/relationships/notesSlide" Target="/ppt/notesSlides/notesSlide27.xml" Id="R5796913a513446c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2ec60a0691f476b" /><Relationship Type="http://schemas.openxmlformats.org/officeDocument/2006/relationships/image" Target="/ppt/media/image6.png" Id="R41b9127c5b424985" /><Relationship Type="http://schemas.openxmlformats.org/officeDocument/2006/relationships/image" Target="/ppt/media/image6.svg" Id="R8bc573c2b7d044d7" /><Relationship Type="http://schemas.openxmlformats.org/officeDocument/2006/relationships/image" Target="/ppt/media/image7.png" Id="Rd39ae32a572f437c" /><Relationship Type="http://schemas.openxmlformats.org/officeDocument/2006/relationships/image" Target="/ppt/media/image7.svg" Id="R8fb1a5f5c9324ff3" /><Relationship Type="http://schemas.openxmlformats.org/officeDocument/2006/relationships/notesSlide" Target="/ppt/notesSlides/notesSlide28.xml" Id="R8dac781712b344c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9c0af5795bb4d67" /><Relationship Type="http://schemas.openxmlformats.org/officeDocument/2006/relationships/notesSlide" Target="/ppt/notesSlides/notesSlide29.xml" Id="Rb0cd8e84ad6b470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c13b9e93a334f1e" /><Relationship Type="http://schemas.openxmlformats.org/officeDocument/2006/relationships/notesSlide" Target="/ppt/notesSlides/notesSlide30.xml" Id="R5103802eba3e4df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8e8ea09f6cb4ace" /><Relationship Type="http://schemas.openxmlformats.org/officeDocument/2006/relationships/notesSlide" Target="/ppt/notesSlides/notesSlide31.xml" Id="R00ce279ee05d4f1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74840b21a974a2d" /><Relationship Type="http://schemas.openxmlformats.org/officeDocument/2006/relationships/notesSlide" Target="/ppt/notesSlides/notesSlide32.xml" Id="Ra316980ee9c7436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a536f1bc55d4ef3" /><Relationship Type="http://schemas.openxmlformats.org/officeDocument/2006/relationships/notesSlide" Target="/ppt/notesSlides/notesSlide33.xml" Id="Rce49e2aa8c794c7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8d342b7702b42ec" /><Relationship Type="http://schemas.openxmlformats.org/officeDocument/2006/relationships/notesSlide" Target="/ppt/notesSlides/notesSlide34.xml" Id="R43be29a44ea8499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660e0b6158a4add" /><Relationship Type="http://schemas.openxmlformats.org/officeDocument/2006/relationships/notesSlide" Target="/ppt/notesSlides/notesSlide35.xml" Id="R1d771df3c6c6448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c4e7343a85346a8" /><Relationship Type="http://schemas.openxmlformats.org/officeDocument/2006/relationships/notesSlide" Target="/ppt/notesSlides/notesSlide36.xml" Id="R514c8847dc3144b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96c2248e0914289" /><Relationship Type="http://schemas.openxmlformats.org/officeDocument/2006/relationships/notesSlide" Target="/ppt/notesSlides/notesSlide37.xml" Id="R51945f662a8745a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71b5ac8beb74789" /><Relationship Type="http://schemas.openxmlformats.org/officeDocument/2006/relationships/notesSlide" Target="/ppt/notesSlides/notesSlide38.xml" Id="R56525cf1e3c64b4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2d7d8335f0343e0" /><Relationship Type="http://schemas.openxmlformats.org/officeDocument/2006/relationships/notesSlide" Target="/ppt/notesSlides/notesSlide39.xml" Id="R0bb274995ed6466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3357059717544fc" /><Relationship Type="http://schemas.openxmlformats.org/officeDocument/2006/relationships/notesSlide" Target="/ppt/notesSlides/notesSlide40.xml" Id="R6f33cdd7b79e45f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7cd2addfa8747aa" /><Relationship Type="http://schemas.openxmlformats.org/officeDocument/2006/relationships/notesSlide" Target="/ppt/notesSlides/notesSlide41.xml" Id="Rb9352fd21a06489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289d3ed2ff5f4fe8" /><Relationship Type="http://schemas.openxmlformats.org/officeDocument/2006/relationships/notesSlide" Target="/ppt/notesSlides/notesSlide42.xml" Id="R9f1ace9234f749a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6de38ce54da4957" /><Relationship Type="http://schemas.openxmlformats.org/officeDocument/2006/relationships/notesSlide" Target="/ppt/notesSlides/notesSlide43.xml" Id="Rd8fe213128d8416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0dd2f240e4464d8a" /><Relationship Type="http://schemas.openxmlformats.org/officeDocument/2006/relationships/notesSlide" Target="/ppt/notesSlides/notesSlide44.xml" Id="Rac7f94f792a3414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433054d7a4c4def" /><Relationship Type="http://schemas.openxmlformats.org/officeDocument/2006/relationships/notesSlide" Target="/ppt/notesSlides/notesSlide45.xml" Id="Rccb197210aeb4e1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8d21f95d8b154a48" /><Relationship Type="http://schemas.openxmlformats.org/officeDocument/2006/relationships/notesSlide" Target="/ppt/notesSlides/notesSlide46.xml" Id="R845d24b6021c44f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bca5a2a562a45c4" /><Relationship Type="http://schemas.openxmlformats.org/officeDocument/2006/relationships/image" Target="/ppt/media/image10.svg" Id="R579fc3611585485a" /><Relationship Type="http://schemas.openxmlformats.org/officeDocument/2006/relationships/image" Target="/ppt/media/image10.png" Id="R98457dcf1b704479" /><Relationship Type="http://schemas.openxmlformats.org/officeDocument/2006/relationships/notesSlide" Target="/ppt/notesSlides/notesSlide47.xml" Id="R05123a13e2af4be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d4fb2a81c664333" /><Relationship Type="http://schemas.openxmlformats.org/officeDocument/2006/relationships/notesSlide" Target="/ppt/notesSlides/notesSlide48.xml" Id="R7960e26b41bd449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7385d7b453948b3" /><Relationship Type="http://schemas.openxmlformats.org/officeDocument/2006/relationships/notesSlide" Target="/ppt/notesSlides/notesSlide49.xml" Id="R16241dffb5df43d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0fe357707754a69" /><Relationship Type="http://schemas.openxmlformats.org/officeDocument/2006/relationships/notesSlide" Target="/ppt/notesSlides/notesSlide50.xml" Id="R7726d8e9e13842a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1b2bd724fc184d7c" /><Relationship Type="http://schemas.openxmlformats.org/officeDocument/2006/relationships/notesSlide" Target="/ppt/notesSlides/notesSlide51.xml" Id="Rdc21ee75a51a48d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b8a4f2dab71d43aa" /><Relationship Type="http://schemas.openxmlformats.org/officeDocument/2006/relationships/notesSlide" Target="/ppt/notesSlides/notesSlide52.xml" Id="R1eced467da544ec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613c436073f4e5c" /><Relationship Type="http://schemas.openxmlformats.org/officeDocument/2006/relationships/notesSlide" Target="/ppt/notesSlides/notesSlide53.xml" Id="Re829084cf5ce409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f6192500e5a14507" /><Relationship Type="http://schemas.openxmlformats.org/officeDocument/2006/relationships/notesSlide" Target="/ppt/notesSlides/notesSlide54.xml" Id="R0c03057b0ff14e5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547ca01147b04710" /><Relationship Type="http://schemas.openxmlformats.org/officeDocument/2006/relationships/notesSlide" Target="/ppt/notesSlides/notesSlide55.xml" Id="Re89642226b2848ab"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2-21</a:t>
            </a:r>
          </a:p>
        </p:txBody>
      </p:sp>
      <p:sp>
        <p:nvSpPr>
          <p:cNvPr id="517207119" name="">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22-27</a:t>
            </a:r>
          </a:p>
        </p:txBody>
      </p:sp>
      <p:sp>
        <p:nvSpPr>
          <p:cNvPr id="1011337881" name="">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28-35</a:t>
            </a:r>
          </a:p>
        </p:txBody>
      </p:sp>
      <p:sp>
        <p:nvSpPr>
          <p:cNvPr id="1242283890" name="">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36-39</a:t>
            </a:r>
          </a:p>
        </p:txBody>
      </p:sp>
      <p:sp>
        <p:nvSpPr>
          <p:cNvPr id="886147112" name="">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40-54</a:t>
            </a:r>
          </a:p>
        </p:txBody>
      </p:sp>
      <p:sp>
        <p:nvSpPr>
          <p:cNvPr id="612628766" name="">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
          <p:cNvPicPr>
            <a:picLocks xmlns:a="http://schemas.openxmlformats.org/drawingml/2006/main" noChangeAspect="1"/>
          </p:cNvPicPr>
          <p:nvPr/>
        </p:nvPicPr>
        <p:blipFill rotWithShape="1">
          <a:blip xmlns:r="http://schemas.openxmlformats.org/officeDocument/2006/relationships" xmlns:a="http://schemas.openxmlformats.org/drawingml/2006/main" r:embed="R0e0bf48aa50846b1"/>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sp>
        <p:nvSpPr>
          <p:cNvPr id="523934701" name="">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
          <p:cNvPicPr>
            <a:picLocks xmlns:a="http://schemas.openxmlformats.org/drawingml/2006/main" noChangeAspect="1"/>
          </p:cNvPicPr>
          <p:nvPr/>
        </p:nvPicPr>
        <p:blipFill rotWithShape="1">
          <a:blip xmlns:r="http://schemas.openxmlformats.org/officeDocument/2006/relationships" xmlns:a="http://schemas.openxmlformats.org/drawingml/2006/main" r:embed="Re2ece0f24eaf4738"/>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
          <p:cNvPicPr>
            <a:picLocks xmlns:a="http://schemas.openxmlformats.org/drawingml/2006/main" noChangeAspect="1"/>
          </p:cNvPicPr>
          <p:nvPr/>
        </p:nvPicPr>
        <p:blipFill rotWithShape="1">
          <a:blip xmlns:r="http://schemas.openxmlformats.org/officeDocument/2006/relationships" xmlns:a="http://schemas.openxmlformats.org/drawingml/2006/main" r:embed="Rb9f54d6f4ddd454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
          <p:cNvPicPr>
            <a:picLocks xmlns:a="http://schemas.openxmlformats.org/drawingml/2006/main" noChangeAspect="1"/>
          </p:cNvPicPr>
          <p:nvPr/>
        </p:nvPicPr>
        <p:blipFill rotWithShape="1">
          <a:blip xmlns:r="http://schemas.openxmlformats.org/officeDocument/2006/relationships" xmlns:a="http://schemas.openxmlformats.org/drawingml/2006/main" r:embed="R3af692d045ca42f8">
            <a:extLst>
              <a:ext uri="{96DAC541-7B7A-43D3-8B79-37D633B846F1}">
                <asvg:svgBlip xmlns:asvg="http://schemas.microsoft.com/office/drawing/2016/SVG/main" r:embed="Rb107eef5c47f411c"/>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pic>
        <p:nvPicPr>
          <p:cNvPr id="2096192662" name=""/>
          <p:cNvPicPr>
            <a:picLocks xmlns:a="http://schemas.openxmlformats.org/drawingml/2006/main" noChangeAspect="1"/>
          </p:cNvPicPr>
          <p:nvPr/>
        </p:nvPicPr>
        <p:blipFill rotWithShape="1">
          <a:blip xmlns:r="http://schemas.openxmlformats.org/officeDocument/2006/relationships" xmlns:a="http://schemas.openxmlformats.org/drawingml/2006/main" r:embed="R777271026e2d4e38">
            <a:extLst>
              <a:ext uri="{96DAC541-7B7A-43D3-8B79-37D633B846F1}">
                <asvg:svgBlip xmlns:asvg="http://schemas.microsoft.com/office/drawing/2016/SVG/main" r:embed="R14c10d168f394f54"/>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spTree>
    <p:extLst>
      <p:ext uri="{BB962C8B-B14F-4D97-AF65-F5344CB8AC3E}">
        <p14:creationId xmlns:p14="http://schemas.microsoft.com/office/powerpoint/2010/main" val="289445840"/>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
          <p:cNvPicPr>
            <a:picLocks xmlns:a="http://schemas.openxmlformats.org/drawingml/2006/main" noChangeAspect="1"/>
          </p:cNvPicPr>
          <p:nvPr/>
        </p:nvPicPr>
        <p:blipFill rotWithShape="1">
          <a:blip xmlns:r="http://schemas.openxmlformats.org/officeDocument/2006/relationships" xmlns:a="http://schemas.openxmlformats.org/drawingml/2006/main" r:embed="Ra9258d8c68614627">
            <a:extLst>
              <a:ext uri="{96DAC541-7B7A-43D3-8B79-37D633B846F1}">
                <asvg:svgBlip xmlns:asvg="http://schemas.microsoft.com/office/drawing/2016/SVG/main" r:embed="R97e460ae41a84be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
          <p:cNvPicPr>
            <a:picLocks xmlns:a="http://schemas.openxmlformats.org/drawingml/2006/main" noChangeAspect="1"/>
          </p:cNvPicPr>
          <p:nvPr/>
        </p:nvPicPr>
        <p:blipFill rotWithShape="1">
          <a:blip xmlns:r="http://schemas.openxmlformats.org/officeDocument/2006/relationships" xmlns:a="http://schemas.openxmlformats.org/drawingml/2006/main" r:embed="R9a2d01ce1cc74545"/>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Tree>
    <p:extLst>
      <p:ext uri="{BB962C8B-B14F-4D97-AF65-F5344CB8AC3E}">
        <p14:creationId xmlns:p14="http://schemas.microsoft.com/office/powerpoint/2010/main" val="1231659528"/>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
          <p:cNvPicPr>
            <a:picLocks xmlns:a="http://schemas.openxmlformats.org/drawingml/2006/main" noChangeAspect="1"/>
          </p:cNvPicPr>
          <p:nvPr/>
        </p:nvPicPr>
        <p:blipFill rotWithShape="1">
          <a:blip xmlns:r="http://schemas.openxmlformats.org/officeDocument/2006/relationships" xmlns:a="http://schemas.openxmlformats.org/drawingml/2006/main" r:embed="R94794e58fe6f4354"/>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H="0"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
        <p:nvSpPr>
          <p:cNvPr id="1489075410" name="">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H="0"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H="0"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
          <p:cNvPicPr>
            <a:picLocks xmlns:a="http://schemas.openxmlformats.org/drawingml/2006/main" noChangeAspect="1"/>
          </p:cNvPicPr>
          <p:nvPr/>
        </p:nvPicPr>
        <p:blipFill rotWithShape="1">
          <a:blip xmlns:r="http://schemas.openxmlformats.org/officeDocument/2006/relationships" xmlns:a="http://schemas.openxmlformats.org/drawingml/2006/main" r:embed="R8e5d1f1292eb43b2">
            <a:extLst>
              <a:ext uri="{96DAC541-7B7A-43D3-8B79-37D633B846F1}">
                <asvg:svgBlip xmlns:asvg="http://schemas.microsoft.com/office/drawing/2016/SVG/main" r:embed="Ra13c21f8c57640a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pic>
        <p:nvPicPr>
          <p:cNvPr id="1905296006" name=""/>
          <p:cNvPicPr>
            <a:picLocks xmlns:a="http://schemas.openxmlformats.org/drawingml/2006/main" noChangeAspect="1"/>
          </p:cNvPicPr>
          <p:nvPr/>
        </p:nvPicPr>
        <p:blipFill rotWithShape="1">
          <a:blip xmlns:r="http://schemas.openxmlformats.org/officeDocument/2006/relationships" xmlns:a="http://schemas.openxmlformats.org/drawingml/2006/main" r:embed="Rf9dcc6e4e60d4982">
            <a:extLst>
              <a:ext uri="{96DAC541-7B7A-43D3-8B79-37D633B846F1}">
                <asvg:svgBlip xmlns:asvg="http://schemas.microsoft.com/office/drawing/2016/SVG/main" r:embed="Rad9bafa7eee3432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100f91c485964639">
            <a:extLst>
              <a:ext uri="{96DAC541-7B7A-43D3-8B79-37D633B846F1}">
                <asvg:svgBlip xmlns:asvg="http://schemas.microsoft.com/office/drawing/2016/SVG/main" r:embed="R6f04ad0b0c8d4f91"/>
              </a:ext>
            </a:extLst>
          </a:blip>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0a1291796dae4958">
            <a:extLst>
              <a:ext uri="{96DAC541-7B7A-43D3-8B79-37D633B846F1}">
                <asvg:svgBlip xmlns:asvg="http://schemas.microsoft.com/office/drawing/2016/SVG/main" r:embed="R5e5e3741a089419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
          <p:cNvPicPr>
            <a:picLocks xmlns:a="http://schemas.openxmlformats.org/drawingml/2006/main" noChangeAspect="1"/>
          </p:cNvPicPr>
          <p:nvPr/>
        </p:nvPicPr>
        <p:blipFill rotWithShape="1">
          <a:blip xmlns:r="http://schemas.openxmlformats.org/officeDocument/2006/relationships" xmlns:a="http://schemas.openxmlformats.org/drawingml/2006/main" r:embed="R2f2abacf779a4fec"/>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1957330909" name=""/>
          <p:cNvPicPr>
            <a:picLocks xmlns:a="http://schemas.openxmlformats.org/drawingml/2006/main" noChangeAspect="1"/>
          </p:cNvPicPr>
          <p:nvPr/>
        </p:nvPicPr>
        <p:blipFill>
          <a:blip xmlns:r="http://schemas.openxmlformats.org/officeDocument/2006/relationships" xmlns:a="http://schemas.openxmlformats.org/drawingml/2006/main" r:embed="R2f2abacf779a4fec">
            <a:extLst>
              <a:ext uri="{96DAC541-7B7A-43D3-8B79-37D633B846F1}">
                <asvg:svgBlip xmlns:asvg="http://schemas.microsoft.com/office/drawing/2016/SVG/main" r:embed="R5f4bb2c2e118428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719312"/>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2030273749" name=""/>
          <p:cNvPicPr>
            <a:picLocks xmlns:a="http://schemas.openxmlformats.org/drawingml/2006/main" noChangeAspect="1"/>
          </p:cNvPicPr>
          <p:nvPr/>
        </p:nvPicPr>
        <p:blipFill>
          <a:blip xmlns:r="http://schemas.openxmlformats.org/officeDocument/2006/relationships" xmlns:a="http://schemas.openxmlformats.org/drawingml/2006/main" r:embed="R2ce1f6175faf41d1">
            <a:extLst>
              <a:ext uri="{96DAC541-7B7A-43D3-8B79-37D633B846F1}">
                <asvg:svgBlip xmlns:asvg="http://schemas.microsoft.com/office/drawing/2016/SVG/main" r:embed="Rd7e610d9e6d4472c"/>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167305593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Tree>
    <p:extLst>
      <p:ext uri="{BB962C8B-B14F-4D97-AF65-F5344CB8AC3E}">
        <p14:creationId xmlns:p14="http://schemas.microsoft.com/office/powerpoint/2010/main" val="53122695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cxnSp>
        <p:nvCxnSpPr>
          <p:cNvPr id="2036757719" name=""/>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20" name=""/>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21" name=""/>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22" name=""/>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23" name=""/>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24" name=""/>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25" name=""/>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26" name=""/>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27" name=""/>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28" name=""/>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29" name=""/>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30" name=""/>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31" name=""/>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32" name=""/>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33" name=""/>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34" name=""/>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35" name=""/>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36" name=""/>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37" name=""/>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38" name=""/>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39" name=""/>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40" name=""/>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41" name=""/>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42" name=""/>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43" name=""/>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44" name=""/>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45" name=""/>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46" name=""/>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47" name=""/>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48" name=""/>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49" name=""/>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50" name=""/>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51" name=""/>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52" name=""/>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53" name=""/>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54" name=""/>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55" name=""/>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56" name=""/>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57" name=""/>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58" name=""/>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59" name=""/>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60" name=""/>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61" name=""/>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62" name=""/>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63" name=""/>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64" name=""/>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65" name=""/>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66" name=""/>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67" name=""/>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768" name=""/>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pic>
        <p:nvPicPr>
          <p:cNvPr id="1495975739" name=""/>
          <p:cNvPicPr>
            <a:picLocks xmlns:a="http://schemas.openxmlformats.org/drawingml/2006/main" noChangeAspect="1"/>
          </p:cNvPicPr>
          <p:nvPr/>
        </p:nvPicPr>
        <p:blipFill>
          <a:blip xmlns:r="http://schemas.openxmlformats.org/officeDocument/2006/relationships" xmlns:a="http://schemas.openxmlformats.org/drawingml/2006/main" r:embed="R7c15b43d7ba94dbe"/>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spTree>
    <p:extLst>
      <p:ext uri="{BB962C8B-B14F-4D97-AF65-F5344CB8AC3E}">
        <p14:creationId xmlns:p14="http://schemas.microsoft.com/office/powerpoint/2010/main" val="1354689912"/>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416649966"/>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390093606"/>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86405270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117170220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639831968"/>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260106200"/>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1acf791e8b064357"/>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41b9127c5b424985">
            <a:extLst>
              <a:ext uri="{96DAC541-7B7A-43D3-8B79-37D633B846F1}">
                <asvg:svgBlip xmlns:asvg="http://schemas.microsoft.com/office/drawing/2016/SVG/main" r:embed="R8bc573c2b7d044d7"/>
              </a:ext>
            </a:extLst>
          </a:blip>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d39ae32a572f437c">
            <a:extLst>
              <a:ext uri="{96DAC541-7B7A-43D3-8B79-37D633B846F1}">
                <asvg:svgBlip xmlns:asvg="http://schemas.microsoft.com/office/drawing/2016/SVG/main" r:embed="R8fb1a5f5c9324ff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spTree>
    <p:extLst>
      <p:ext uri="{BB962C8B-B14F-4D97-AF65-F5344CB8AC3E}">
        <p14:creationId xmlns:p14="http://schemas.microsoft.com/office/powerpoint/2010/main" val="984515109"/>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spTree>
    <p:extLst>
      <p:ext uri="{BB962C8B-B14F-4D97-AF65-F5344CB8AC3E}">
        <p14:creationId xmlns:p14="http://schemas.microsoft.com/office/powerpoint/2010/main" val="717836351"/>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Scores come from dot products</a:t>
            </a:r>
          </a:p>
        </p:txBody>
      </p:sp>
      <p:sp>
        <p:nvSpPr>
          <p:cNvPr id="1012080299" name="">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dot</a:t>
            </a:r>
          </a:p>
        </p:txBody>
      </p:sp>
      <p:sp>
        <p:nvSpPr>
          <p:cNvPr id="462313762" name="">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relevance</a:t>
            </a:r>
          </a:p>
        </p:txBody>
      </p:sp>
      <p:sp>
        <p:nvSpPr>
          <p:cNvPr id="664374674" name="">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2029365712"/>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Softmax makes weights</a:t>
            </a:r>
          </a:p>
        </p:txBody>
      </p:sp>
      <p:sp>
        <p:nvSpPr>
          <p:cNvPr id="464705819" name="">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softmax</a:t>
            </a:r>
          </a:p>
        </p:txBody>
      </p:sp>
      <p:sp>
        <p:nvSpPr>
          <p:cNvPr id="211572739" name="">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raw scores</a:t>
            </a:r>
          </a:p>
        </p:txBody>
      </p:sp>
      <p:sp>
        <p:nvSpPr>
          <p:cNvPr id="1848061420" name="">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weights sum to 1</a:t>
            </a:r>
          </a:p>
        </p:txBody>
      </p:sp>
      <p:sp>
        <p:nvSpPr>
          <p:cNvPr id="2016234215" name="">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990315218"/>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Tree>
    <p:extLst>
      <p:ext uri="{BB962C8B-B14F-4D97-AF65-F5344CB8AC3E}">
        <p14:creationId xmlns:p14="http://schemas.microsoft.com/office/powerpoint/2010/main" val="176073685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Tree>
    <p:extLst>
      <p:ext uri="{BB962C8B-B14F-4D97-AF65-F5344CB8AC3E}">
        <p14:creationId xmlns:p14="http://schemas.microsoft.com/office/powerpoint/2010/main" val="153308264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312299002"/>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206576533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458622812"/>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1584152699"/>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spTree>
    <p:extLst>
      <p:ext uri="{BB962C8B-B14F-4D97-AF65-F5344CB8AC3E}">
        <p14:creationId xmlns:p14="http://schemas.microsoft.com/office/powerpoint/2010/main" val="1139751437"/>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1171357872"/>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806896858"/>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545776099"/>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372569667"/>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444992567"/>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489948602"/>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pic>
        <p:nvPicPr>
          <p:cNvPr id="2118371499" name=""/>
          <p:cNvPicPr>
            <a:picLocks xmlns:a="http://schemas.openxmlformats.org/drawingml/2006/main" noChangeAspect="1"/>
          </p:cNvPicPr>
          <p:nvPr/>
        </p:nvPicPr>
        <p:blipFill>
          <a:blip xmlns:r="http://schemas.openxmlformats.org/officeDocument/2006/relationships" xmlns:a="http://schemas.openxmlformats.org/drawingml/2006/main" r:embed="R98457dcf1b704479">
            <a:extLst>
              <a:ext uri="{96DAC541-7B7A-43D3-8B79-37D633B846F1}">
                <asvg:svgBlip xmlns:asvg="http://schemas.microsoft.com/office/drawing/2016/SVG/main" r:embed="R579fc3611585485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Tree>
    <p:extLst>
      <p:ext uri="{BB962C8B-B14F-4D97-AF65-F5344CB8AC3E}">
        <p14:creationId xmlns:p14="http://schemas.microsoft.com/office/powerpoint/2010/main" val="813735675"/>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884948398"/>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686667865"/>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FFN helps, but the full reason is not settled</a:t>
            </a:r>
          </a:p>
        </p:txBody>
      </p:sp>
      <p:sp>
        <p:nvSpPr>
          <p:cNvPr id="258575893" name="">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66835795" name="">
            <a:extLst xmlns:a="http://schemas.openxmlformats.org/drawingml/2006/main">
              <a:ext uri="{FF2B5EF4-FFF2-40B4-BE49-F238E27FC236}">
                <a16:creationId xmlns:a16="http://schemas.microsoft.com/office/drawing/2014/main" id="{853BEDB9-649B-4EEE-AC6A-7D3315115E8F}"/>
              </a:ext>
            </a:extLst>
          </p:cNvPr>
          <p:cNvSpPr>
            <a:spLocks xmlns:a="http://schemas.openxmlformats.org/drawingml/2006/main" noGrp="1"/>
          </p:cNvSpPr>
          <p:nvPr/>
        </p:nvSpPr>
        <p:spPr>
          <a:xfrm xmlns:a="http://schemas.openxmlformats.org/drawingml/2006/main">
            <a:off x="1285875" y="2952750"/>
            <a:ext cx="1619250" cy="742950"/>
          </a:xfrm>
          <a:prstGeom xmlns:a="http://schemas.openxmlformats.org/drawingml/2006/main" prst="roundRect">
            <a:avLst>
              <a:gd name="adj" fmla="val 1538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attention</a:t>
            </a:r>
          </a:p>
        </p:txBody>
      </p:sp>
      <p:sp>
        <p:nvSpPr>
          <p:cNvPr id="1735354039" name="">
            <a:extLst xmlns:a="http://schemas.openxmlformats.org/drawingml/2006/main">
              <a:ext uri="{FF2B5EF4-FFF2-40B4-BE49-F238E27FC236}">
                <a16:creationId xmlns:a16="http://schemas.microsoft.com/office/drawing/2014/main" id="{0724D511-6FF3-4674-961A-181F34B88D3F}"/>
              </a:ext>
            </a:extLst>
          </p:cNvPr>
          <p:cNvSpPr>
            <a:spLocks xmlns:a="http://schemas.openxmlformats.org/drawingml/2006/main" noGrp="1"/>
          </p:cNvSpPr>
          <p:nvPr/>
        </p:nvSpPr>
        <p:spPr>
          <a:xfrm xmlns:a="http://schemas.openxmlformats.org/drawingml/2006/main">
            <a:off x="314325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mix</a:t>
            </a:r>
          </a:p>
        </p:txBody>
      </p:sp>
      <p:sp>
        <p:nvSpPr>
          <p:cNvPr id="2066902203" name="">
            <a:extLst xmlns:a="http://schemas.openxmlformats.org/drawingml/2006/main">
              <a:ext uri="{FF2B5EF4-FFF2-40B4-BE49-F238E27FC236}">
                <a16:creationId xmlns:a16="http://schemas.microsoft.com/office/drawing/2014/main" id="{A12C777B-F7D9-4F25-AAC9-D225AB64F317}"/>
              </a:ext>
            </a:extLst>
          </p:cNvPr>
          <p:cNvSpPr>
            <a:spLocks xmlns:a="http://schemas.openxmlformats.org/drawingml/2006/main" noGrp="1"/>
          </p:cNvSpPr>
          <p:nvPr/>
        </p:nvSpPr>
        <p:spPr>
          <a:xfrm xmlns:a="http://schemas.openxmlformats.org/drawingml/2006/main">
            <a:off x="4429125" y="2714625"/>
            <a:ext cx="1809750" cy="1219200"/>
          </a:xfrm>
          <a:prstGeom xmlns:a="http://schemas.openxmlformats.org/drawingml/2006/main" prst="roundRect">
            <a:avLst>
              <a:gd name="adj" fmla="val 9375"/>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F97316"/>
                </a:solidFill>
              </a:defRPr>
            </a:pPr>
            <a:r>
              <a:rPr sz="2850" b="1">
                <a:solidFill>
                  <a:srgbClr val="F97316"/>
                </a:solidFill>
              </a:rPr>
              <a:t>FFN</a:t>
            </a:r>
          </a:p>
        </p:txBody>
      </p:sp>
      <p:sp>
        <p:nvSpPr>
          <p:cNvPr id="1680256151" name="">
            <a:extLst xmlns:a="http://schemas.openxmlformats.org/drawingml/2006/main">
              <a:ext uri="{FF2B5EF4-FFF2-40B4-BE49-F238E27FC236}">
                <a16:creationId xmlns:a16="http://schemas.microsoft.com/office/drawing/2014/main" id="{B93AE542-8BE4-4016-8C82-124F3714E319}"/>
              </a:ext>
            </a:extLst>
          </p:cNvPr>
          <p:cNvSpPr>
            <a:spLocks xmlns:a="http://schemas.openxmlformats.org/drawingml/2006/main" noGrp="1"/>
          </p:cNvSpPr>
          <p:nvPr/>
        </p:nvSpPr>
        <p:spPr>
          <a:xfrm xmlns:a="http://schemas.openxmlformats.org/drawingml/2006/main">
            <a:off x="647700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transform</a:t>
            </a:r>
          </a:p>
        </p:txBody>
      </p:sp>
      <p:sp>
        <p:nvSpPr>
          <p:cNvPr id="1012692986" name="">
            <a:extLst xmlns:a="http://schemas.openxmlformats.org/drawingml/2006/main">
              <a:ext uri="{FF2B5EF4-FFF2-40B4-BE49-F238E27FC236}">
                <a16:creationId xmlns:a16="http://schemas.microsoft.com/office/drawing/2014/main" id="{C1CCEA06-6E90-4F61-9E23-12E5CA23ECA0}"/>
              </a:ext>
            </a:extLst>
          </p:cNvPr>
          <p:cNvSpPr>
            <a:spLocks xmlns:a="http://schemas.openxmlformats.org/drawingml/2006/main" noGrp="1"/>
          </p:cNvSpPr>
          <p:nvPr/>
        </p:nvSpPr>
        <p:spPr>
          <a:xfrm xmlns:a="http://schemas.openxmlformats.org/drawingml/2006/main">
            <a:off x="7762875" y="2952750"/>
            <a:ext cx="1619250"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features</a:t>
            </a:r>
          </a:p>
        </p:txBody>
      </p:sp>
      <p:sp>
        <p:nvSpPr>
          <p:cNvPr id="1069258197" name="">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66687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nonlinear feature transform</a:t>
            </a:r>
          </a:p>
        </p:txBody>
      </p:sp>
      <p:sp>
        <p:nvSpPr>
          <p:cNvPr id="1837153770" name="">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481012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key-value memory evidence</a:t>
            </a:r>
          </a:p>
        </p:txBody>
      </p:sp>
      <p:sp>
        <p:nvSpPr>
          <p:cNvPr id="744058579" name="">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7953375" y="4476750"/>
            <a:ext cx="2619375"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not a single settled cause</a:t>
            </a:r>
          </a:p>
        </p:txBody>
      </p:sp>
      <p:sp>
        <p:nvSpPr>
          <p:cNvPr id="1294874813" name="">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2095500" y="180975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Known: FFNs store and combine useful patterns.</a:t>
            </a:r>
          </a:p>
        </p:txBody>
      </p:sp>
      <p:sp>
        <p:nvSpPr>
          <p:cNvPr id="1106276677" name="">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619250" y="55245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defRPr>
            </a:pPr>
            <a:r>
              <a:rPr sz="1900" b="1">
                <a:solidFill>
                  <a:srgbClr val="EF4444"/>
                </a:solidFill>
              </a:rPr>
              <a:t>Open question: how much is form, capacity, or compute efficiency?</a:t>
            </a:r>
          </a:p>
        </p:txBody>
      </p:sp>
      <p:sp>
        <p:nvSpPr>
          <p:cNvPr id="1479918334" name="">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spTree>
    <p:extLst>
      <p:ext uri="{BB962C8B-B14F-4D97-AF65-F5344CB8AC3E}">
        <p14:creationId xmlns:p14="http://schemas.microsoft.com/office/powerpoint/2010/main" val="1017838657"/>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Diffusion language models (dLLMs) denoise tokens</a:t>
            </a:r>
          </a:p>
        </p:txBody>
      </p:sp>
      <p:sp>
        <p:nvSpPr>
          <p:cNvPr id="1990867236" name="">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38981274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drafts, then verifies</a:t>
            </a:r>
          </a:p>
        </p:txBody>
      </p:sp>
      <p:sp>
        <p:nvSpPr>
          <p:cNvPr id="1531743004" name="">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small draft model</a:t>
            </a:r>
          </a:p>
        </p:txBody>
      </p:sp>
      <p:sp>
        <p:nvSpPr>
          <p:cNvPr id="1197178351" name="">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candidate tokens</a:t>
            </a:r>
          </a:p>
        </p:txBody>
      </p:sp>
      <p:sp>
        <p:nvSpPr>
          <p:cNvPr id="1686198038" name="">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large target model</a:t>
            </a:r>
          </a:p>
        </p:txBody>
      </p:sp>
      <p:sp>
        <p:nvSpPr>
          <p:cNvPr id="1556928440" name="">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parallel check</a:t>
            </a:r>
          </a:p>
        </p:txBody>
      </p:sp>
      <p:sp>
        <p:nvSpPr>
          <p:cNvPr id="170693199" name="">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 prefix</a:t>
            </a:r>
          </a:p>
        </p:txBody>
      </p:sp>
      <p:sp>
        <p:nvSpPr>
          <p:cNvPr id="910307425" name="">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reject / resample</a:t>
            </a:r>
          </a:p>
        </p:txBody>
      </p:sp>
      <p:sp>
        <p:nvSpPr>
          <p:cNvPr id="5957981" name="">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3562350" y="54292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same target behavior, fewer serial waits</a:t>
            </a:r>
          </a:p>
        </p:txBody>
      </p:sp>
      <p:sp>
        <p:nvSpPr>
          <p:cNvPr id="918919993" name="">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715632642"/>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2093280641"/>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2026-07-27T03:28:39.2430000Z</dcterms:created>
  <dcterms:modified xsi:type="dcterms:W3CDTF">2026-07-27T03:28:39.2430000Z</dcterms:modified>
</coreProperties>
</file>