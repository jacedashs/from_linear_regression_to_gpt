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142e753daf4ff6" /><Relationship Type="http://schemas.openxmlformats.org/officeDocument/2006/relationships/extended-properties" Target="/docProps/app.xml" Id="Rdf7706866c374aa2" /><Relationship Type="http://schemas.openxmlformats.org/officeDocument/2006/relationships/officeDocument" Target="/ppt/presentation.xml" Id="Ra295ddf6758a4bb9" /></Relationships>
</file>

<file path=ppt/presentation.xml><?xml version="1.0" encoding="utf-8"?>
<p:presentation xmlns:p="http://schemas.openxmlformats.org/presentationml/2006/main">
  <p:sldMasterIdLst>
    <p:sldMasterId xmlns:r="http://schemas.openxmlformats.org/officeDocument/2006/relationships" id="2147483648" r:id="R2599bae1a98a43e7"/>
  </p:sldMasterIdLst>
  <p:notesMasterIdLst>
    <p:notesMasterId xmlns:r="http://schemas.openxmlformats.org/officeDocument/2006/relationships" r:id="R8bd9777dbdde41a1"/>
  </p:notesMasterIdLst>
  <p:sldIdLst>
    <p:sldId xmlns:r="http://schemas.openxmlformats.org/officeDocument/2006/relationships" id="256" r:id="R55f3ac2f760f49ea"/>
    <p:sldId xmlns:r="http://schemas.openxmlformats.org/officeDocument/2006/relationships" id="257" r:id="R6fc527b12a6a4e7f"/>
    <p:sldId xmlns:r="http://schemas.openxmlformats.org/officeDocument/2006/relationships" id="258" r:id="R01177b95ca8040c1"/>
    <p:sldId xmlns:r="http://schemas.openxmlformats.org/officeDocument/2006/relationships" id="259" r:id="R699231d983054ac4"/>
    <p:sldId xmlns:r="http://schemas.openxmlformats.org/officeDocument/2006/relationships" id="260" r:id="R6e27e9b83be445a5"/>
    <p:sldId xmlns:r="http://schemas.openxmlformats.org/officeDocument/2006/relationships" id="261" r:id="Ra511fac6c40246c0"/>
    <p:sldId xmlns:r="http://schemas.openxmlformats.org/officeDocument/2006/relationships" id="262" r:id="R32c814a036bf4686"/>
    <p:sldId xmlns:r="http://schemas.openxmlformats.org/officeDocument/2006/relationships" id="263" r:id="R935a7e9088864dd8"/>
    <p:sldId xmlns:r="http://schemas.openxmlformats.org/officeDocument/2006/relationships" id="264" r:id="Rda82d82daada4395"/>
    <p:sldId xmlns:r="http://schemas.openxmlformats.org/officeDocument/2006/relationships" id="265" r:id="R6986b3f75dd74e9e"/>
    <p:sldId xmlns:r="http://schemas.openxmlformats.org/officeDocument/2006/relationships" id="266" r:id="R50582ce236be4169"/>
    <p:sldId xmlns:r="http://schemas.openxmlformats.org/officeDocument/2006/relationships" id="267" r:id="R051561a2988d4dba"/>
    <p:sldId xmlns:r="http://schemas.openxmlformats.org/officeDocument/2006/relationships" id="268" r:id="Rfe72a8e31ec54b81"/>
    <p:sldId xmlns:r="http://schemas.openxmlformats.org/officeDocument/2006/relationships" id="269" r:id="R6db9a9b591304ea2"/>
    <p:sldId xmlns:r="http://schemas.openxmlformats.org/officeDocument/2006/relationships" id="270" r:id="R4bd34902f06d43c0"/>
    <p:sldId xmlns:r="http://schemas.openxmlformats.org/officeDocument/2006/relationships" id="271" r:id="R0b32b56340714e45"/>
    <p:sldId xmlns:r="http://schemas.openxmlformats.org/officeDocument/2006/relationships" id="272" r:id="Rf67f3c14d39e4834"/>
    <p:sldId xmlns:r="http://schemas.openxmlformats.org/officeDocument/2006/relationships" id="273" r:id="R276080b162f34f24"/>
    <p:sldId xmlns:r="http://schemas.openxmlformats.org/officeDocument/2006/relationships" id="274" r:id="R7cae65fbab72418f"/>
    <p:sldId xmlns:r="http://schemas.openxmlformats.org/officeDocument/2006/relationships" id="275" r:id="R39b9bcfeb9a7454d"/>
    <p:sldId xmlns:r="http://schemas.openxmlformats.org/officeDocument/2006/relationships" id="276" r:id="R4bac79d4a67447da"/>
    <p:sldId xmlns:r="http://schemas.openxmlformats.org/officeDocument/2006/relationships" id="277" r:id="Rbf31aa1ca1e54c66"/>
    <p:sldId xmlns:r="http://schemas.openxmlformats.org/officeDocument/2006/relationships" id="278" r:id="R914dace809cc4d84"/>
    <p:sldId xmlns:r="http://schemas.openxmlformats.org/officeDocument/2006/relationships" id="279" r:id="R7d412fbb1dfe4544"/>
    <p:sldId xmlns:r="http://schemas.openxmlformats.org/officeDocument/2006/relationships" id="280" r:id="R71e8806821b54d5d"/>
    <p:sldId xmlns:r="http://schemas.openxmlformats.org/officeDocument/2006/relationships" id="281" r:id="R7787c53ff95e4c6f"/>
    <p:sldId xmlns:r="http://schemas.openxmlformats.org/officeDocument/2006/relationships" id="282" r:id="R24669e2c962b4998"/>
    <p:sldId xmlns:r="http://schemas.openxmlformats.org/officeDocument/2006/relationships" id="283" r:id="Rc499a7a114f343d6"/>
    <p:sldId xmlns:r="http://schemas.openxmlformats.org/officeDocument/2006/relationships" id="284" r:id="R79e030f2382143ae"/>
    <p:sldId xmlns:r="http://schemas.openxmlformats.org/officeDocument/2006/relationships" id="285" r:id="R073164e3d52c4c2d"/>
    <p:sldId xmlns:r="http://schemas.openxmlformats.org/officeDocument/2006/relationships" id="286" r:id="R22a7398c8b0947b5"/>
    <p:sldId xmlns:r="http://schemas.openxmlformats.org/officeDocument/2006/relationships" id="287" r:id="Rbfc556d767374601"/>
    <p:sldId xmlns:r="http://schemas.openxmlformats.org/officeDocument/2006/relationships" id="288" r:id="Rebec37d09e30477e"/>
    <p:sldId xmlns:r="http://schemas.openxmlformats.org/officeDocument/2006/relationships" id="289" r:id="R255a7025be674a3d"/>
    <p:sldId xmlns:r="http://schemas.openxmlformats.org/officeDocument/2006/relationships" id="290" r:id="Rab243b2db1664009"/>
    <p:sldId xmlns:r="http://schemas.openxmlformats.org/officeDocument/2006/relationships" id="291" r:id="R5c1198100cf34e50"/>
    <p:sldId xmlns:r="http://schemas.openxmlformats.org/officeDocument/2006/relationships" id="292" r:id="R1c6aeb76e0d041da"/>
    <p:sldId xmlns:r="http://schemas.openxmlformats.org/officeDocument/2006/relationships" id="293" r:id="Rf16dc9cf1e014a66"/>
    <p:sldId xmlns:r="http://schemas.openxmlformats.org/officeDocument/2006/relationships" id="294" r:id="Re5cdc23cc6c845d4"/>
    <p:sldId xmlns:r="http://schemas.openxmlformats.org/officeDocument/2006/relationships" id="295" r:id="Rea8efa84e5974666"/>
    <p:sldId xmlns:r="http://schemas.openxmlformats.org/officeDocument/2006/relationships" id="296" r:id="R597113a4799e4143"/>
    <p:sldId xmlns:r="http://schemas.openxmlformats.org/officeDocument/2006/relationships" id="297" r:id="Re3b2fe5f626f481b"/>
    <p:sldId xmlns:r="http://schemas.openxmlformats.org/officeDocument/2006/relationships" id="298" r:id="Rf6dd757505ef4c2a"/>
    <p:sldId xmlns:r="http://schemas.openxmlformats.org/officeDocument/2006/relationships" id="299" r:id="Rb804db06c073431f"/>
    <p:sldId xmlns:r="http://schemas.openxmlformats.org/officeDocument/2006/relationships" id="300" r:id="R128a09e1bbf546d7"/>
    <p:sldId xmlns:r="http://schemas.openxmlformats.org/officeDocument/2006/relationships" id="301" r:id="Rda7038ea46de460a"/>
    <p:sldId xmlns:r="http://schemas.openxmlformats.org/officeDocument/2006/relationships" id="302" r:id="Re1504d857a2e49bd"/>
    <p:sldId xmlns:r="http://schemas.openxmlformats.org/officeDocument/2006/relationships" id="303" r:id="R98725ff6daf34544"/>
    <p:sldId xmlns:r="http://schemas.openxmlformats.org/officeDocument/2006/relationships" id="304" r:id="R5883bdd74e13427c"/>
    <p:sldId xmlns:r="http://schemas.openxmlformats.org/officeDocument/2006/relationships" id="305" r:id="R32792de05aff419f"/>
    <p:sldId xmlns:r="http://schemas.openxmlformats.org/officeDocument/2006/relationships" id="306" r:id="R3822a965a39d4f74"/>
    <p:sldId xmlns:r="http://schemas.openxmlformats.org/officeDocument/2006/relationships" id="307" r:id="R7f929a0878b54d0d"/>
    <p:sldId xmlns:r="http://schemas.openxmlformats.org/officeDocument/2006/relationships" id="308" r:id="Rd8ccf312c00b42fe"/>
    <p:sldId xmlns:r="http://schemas.openxmlformats.org/officeDocument/2006/relationships" id="309" r:id="R9c300a80e5684cff"/>
    <p:sldId xmlns:r="http://schemas.openxmlformats.org/officeDocument/2006/relationships" id="310" r:id="R2d18f72030924693"/>
    <p:sldId xmlns:r="http://schemas.openxmlformats.org/officeDocument/2006/relationships" id="311" r:id="R8809b1e2e24847f8"/>
    <p:sldId xmlns:r="http://schemas.openxmlformats.org/officeDocument/2006/relationships" id="312" r:id="R6b12bb5ff87544a5"/>
    <p:sldId xmlns:r="http://schemas.openxmlformats.org/officeDocument/2006/relationships" id="313" r:id="Racb54fefca9241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964f4a080b43b6" /><Relationship Type="http://schemas.openxmlformats.org/officeDocument/2006/relationships/slideMaster" Target="/ppt/slideMasters/slideMaster1.xml" Id="R2599bae1a98a43e7" /><Relationship Type="http://schemas.openxmlformats.org/officeDocument/2006/relationships/notesMaster" Target="/ppt/notesMasters/notesMaster1.xml" Id="R8bd9777dbdde41a1" /><Relationship Type="http://schemas.openxmlformats.org/officeDocument/2006/relationships/presProps" Target="/ppt/presProps.xml" Id="Ra05b37ac900549b3" /><Relationship Type="http://schemas.openxmlformats.org/officeDocument/2006/relationships/tableStyles" Target="/ppt/tableStyles.xml" Id="R2da8687a4e2f4714" /><Relationship Type="http://schemas.openxmlformats.org/officeDocument/2006/relationships/slide" Target="/ppt/slides/slide1.xml" Id="R55f3ac2f760f49ea" /><Relationship Type="http://schemas.openxmlformats.org/officeDocument/2006/relationships/slide" Target="/ppt/slides/slide2.xml" Id="R6fc527b12a6a4e7f" /><Relationship Type="http://schemas.openxmlformats.org/officeDocument/2006/relationships/slide" Target="/ppt/slides/slide3.xml" Id="R01177b95ca8040c1" /><Relationship Type="http://schemas.openxmlformats.org/officeDocument/2006/relationships/slide" Target="/ppt/slides/slide4.xml" Id="R699231d983054ac4" /><Relationship Type="http://schemas.openxmlformats.org/officeDocument/2006/relationships/slide" Target="/ppt/slides/slide5.xml" Id="R6e27e9b83be445a5" /><Relationship Type="http://schemas.openxmlformats.org/officeDocument/2006/relationships/slide" Target="/ppt/slides/slide6.xml" Id="Ra511fac6c40246c0" /><Relationship Type="http://schemas.openxmlformats.org/officeDocument/2006/relationships/slide" Target="/ppt/slides/slide7.xml" Id="R32c814a036bf4686" /><Relationship Type="http://schemas.openxmlformats.org/officeDocument/2006/relationships/slide" Target="/ppt/slides/slide8.xml" Id="R935a7e9088864dd8" /><Relationship Type="http://schemas.openxmlformats.org/officeDocument/2006/relationships/slide" Target="/ppt/slides/slide9.xml" Id="Rda82d82daada4395" /><Relationship Type="http://schemas.openxmlformats.org/officeDocument/2006/relationships/slide" Target="/ppt/slides/slide10.xml" Id="R6986b3f75dd74e9e" /><Relationship Type="http://schemas.openxmlformats.org/officeDocument/2006/relationships/slide" Target="/ppt/slides/slide11.xml" Id="R50582ce236be4169" /><Relationship Type="http://schemas.openxmlformats.org/officeDocument/2006/relationships/slide" Target="/ppt/slides/slide12.xml" Id="R051561a2988d4dba" /><Relationship Type="http://schemas.openxmlformats.org/officeDocument/2006/relationships/slide" Target="/ppt/slides/slide13.xml" Id="Rfe72a8e31ec54b81" /><Relationship Type="http://schemas.openxmlformats.org/officeDocument/2006/relationships/slide" Target="/ppt/slides/slide14.xml" Id="R6db9a9b591304ea2" /><Relationship Type="http://schemas.openxmlformats.org/officeDocument/2006/relationships/slide" Target="/ppt/slides/slide15.xml" Id="R4bd34902f06d43c0" /><Relationship Type="http://schemas.openxmlformats.org/officeDocument/2006/relationships/slide" Target="/ppt/slides/slide16.xml" Id="R0b32b56340714e45" /><Relationship Type="http://schemas.openxmlformats.org/officeDocument/2006/relationships/slide" Target="/ppt/slides/slide17.xml" Id="Rf67f3c14d39e4834" /><Relationship Type="http://schemas.openxmlformats.org/officeDocument/2006/relationships/slide" Target="/ppt/slides/slide18.xml" Id="R276080b162f34f24" /><Relationship Type="http://schemas.openxmlformats.org/officeDocument/2006/relationships/slide" Target="/ppt/slides/slide19.xml" Id="R7cae65fbab72418f" /><Relationship Type="http://schemas.openxmlformats.org/officeDocument/2006/relationships/slide" Target="/ppt/slides/slide20.xml" Id="R39b9bcfeb9a7454d" /><Relationship Type="http://schemas.openxmlformats.org/officeDocument/2006/relationships/slide" Target="/ppt/slides/slide21.xml" Id="R4bac79d4a67447da" /><Relationship Type="http://schemas.openxmlformats.org/officeDocument/2006/relationships/slide" Target="/ppt/slides/slide22.xml" Id="Rbf31aa1ca1e54c66" /><Relationship Type="http://schemas.openxmlformats.org/officeDocument/2006/relationships/slide" Target="/ppt/slides/slide23.xml" Id="R914dace809cc4d84" /><Relationship Type="http://schemas.openxmlformats.org/officeDocument/2006/relationships/slide" Target="/ppt/slides/slide24.xml" Id="R7d412fbb1dfe4544" /><Relationship Type="http://schemas.openxmlformats.org/officeDocument/2006/relationships/slide" Target="/ppt/slides/slide25.xml" Id="R71e8806821b54d5d" /><Relationship Type="http://schemas.openxmlformats.org/officeDocument/2006/relationships/slide" Target="/ppt/slides/slide26.xml" Id="R7787c53ff95e4c6f" /><Relationship Type="http://schemas.openxmlformats.org/officeDocument/2006/relationships/slide" Target="/ppt/slides/slide27.xml" Id="R24669e2c962b4998" /><Relationship Type="http://schemas.openxmlformats.org/officeDocument/2006/relationships/slide" Target="/ppt/slides/slide28.xml" Id="Rc499a7a114f343d6" /><Relationship Type="http://schemas.openxmlformats.org/officeDocument/2006/relationships/slide" Target="/ppt/slides/slide29.xml" Id="R79e030f2382143ae" /><Relationship Type="http://schemas.openxmlformats.org/officeDocument/2006/relationships/slide" Target="/ppt/slides/slide30.xml" Id="R073164e3d52c4c2d" /><Relationship Type="http://schemas.openxmlformats.org/officeDocument/2006/relationships/slide" Target="/ppt/slides/slide31.xml" Id="R22a7398c8b0947b5" /><Relationship Type="http://schemas.openxmlformats.org/officeDocument/2006/relationships/slide" Target="/ppt/slides/slide32.xml" Id="Rbfc556d767374601" /><Relationship Type="http://schemas.openxmlformats.org/officeDocument/2006/relationships/slide" Target="/ppt/slides/slide33.xml" Id="Rebec37d09e30477e" /><Relationship Type="http://schemas.openxmlformats.org/officeDocument/2006/relationships/slide" Target="/ppt/slides/slide34.xml" Id="R255a7025be674a3d" /><Relationship Type="http://schemas.openxmlformats.org/officeDocument/2006/relationships/slide" Target="/ppt/slides/slide35.xml" Id="Rab243b2db1664009" /><Relationship Type="http://schemas.openxmlformats.org/officeDocument/2006/relationships/slide" Target="/ppt/slides/slide36.xml" Id="R5c1198100cf34e50" /><Relationship Type="http://schemas.openxmlformats.org/officeDocument/2006/relationships/slide" Target="/ppt/slides/slide37.xml" Id="R1c6aeb76e0d041da" /><Relationship Type="http://schemas.openxmlformats.org/officeDocument/2006/relationships/slide" Target="/ppt/slides/slide38.xml" Id="Rf16dc9cf1e014a66" /><Relationship Type="http://schemas.openxmlformats.org/officeDocument/2006/relationships/slide" Target="/ppt/slides/slide39.xml" Id="Re5cdc23cc6c845d4" /><Relationship Type="http://schemas.openxmlformats.org/officeDocument/2006/relationships/slide" Target="/ppt/slides/slide40.xml" Id="Rea8efa84e5974666" /><Relationship Type="http://schemas.openxmlformats.org/officeDocument/2006/relationships/slide" Target="/ppt/slides/slide41.xml" Id="R597113a4799e4143" /><Relationship Type="http://schemas.openxmlformats.org/officeDocument/2006/relationships/slide" Target="/ppt/slides/slide42.xml" Id="Re3b2fe5f626f481b" /><Relationship Type="http://schemas.openxmlformats.org/officeDocument/2006/relationships/slide" Target="/ppt/slides/slide43.xml" Id="Rf6dd757505ef4c2a" /><Relationship Type="http://schemas.openxmlformats.org/officeDocument/2006/relationships/slide" Target="/ppt/slides/slide44.xml" Id="Rb804db06c073431f" /><Relationship Type="http://schemas.openxmlformats.org/officeDocument/2006/relationships/slide" Target="/ppt/slides/slide45.xml" Id="R128a09e1bbf546d7" /><Relationship Type="http://schemas.openxmlformats.org/officeDocument/2006/relationships/slide" Target="/ppt/slides/slide46.xml" Id="Rda7038ea46de460a" /><Relationship Type="http://schemas.openxmlformats.org/officeDocument/2006/relationships/slide" Target="/ppt/slides/slide47.xml" Id="Re1504d857a2e49bd" /><Relationship Type="http://schemas.openxmlformats.org/officeDocument/2006/relationships/slide" Target="/ppt/slides/slide48.xml" Id="R98725ff6daf34544" /><Relationship Type="http://schemas.openxmlformats.org/officeDocument/2006/relationships/slide" Target="/ppt/slides/slide49.xml" Id="R5883bdd74e13427c" /><Relationship Type="http://schemas.openxmlformats.org/officeDocument/2006/relationships/slide" Target="/ppt/slides/slide50.xml" Id="R32792de05aff419f" /><Relationship Type="http://schemas.openxmlformats.org/officeDocument/2006/relationships/slide" Target="/ppt/slides/slide51.xml" Id="R3822a965a39d4f74" /><Relationship Type="http://schemas.openxmlformats.org/officeDocument/2006/relationships/slide" Target="/ppt/slides/slide52.xml" Id="R7f929a0878b54d0d" /><Relationship Type="http://schemas.openxmlformats.org/officeDocument/2006/relationships/slide" Target="/ppt/slides/slide53.xml" Id="Rd8ccf312c00b42fe" /><Relationship Type="http://schemas.openxmlformats.org/officeDocument/2006/relationships/slide" Target="/ppt/slides/slide54.xml" Id="R9c300a80e5684cff" /><Relationship Type="http://schemas.openxmlformats.org/officeDocument/2006/relationships/slide" Target="/ppt/slides/slide55.xml" Id="R2d18f72030924693" /><Relationship Type="http://schemas.openxmlformats.org/officeDocument/2006/relationships/slide" Target="/ppt/slides/slide56.xml" Id="R8809b1e2e24847f8" /><Relationship Type="http://schemas.openxmlformats.org/officeDocument/2006/relationships/slide" Target="/ppt/slides/slide57.xml" Id="R6b12bb5ff87544a5" /><Relationship Type="http://schemas.openxmlformats.org/officeDocument/2006/relationships/slide" Target="/ppt/slides/slide58.xml" Id="Racb54fefca9241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d1c935d8e94a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d1fa030b0b4d5a" /><Relationship Type="http://schemas.openxmlformats.org/officeDocument/2006/relationships/notesMaster" Target="/ppt/notesMasters/notesMaster1.xml" Id="Rc961388307d842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88c269667345e9" /><Relationship Type="http://schemas.openxmlformats.org/officeDocument/2006/relationships/notesMaster" Target="/ppt/notesMasters/notesMaster1.xml" Id="R2b950e58500c4b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da3ad8f0e84b59" /><Relationship Type="http://schemas.openxmlformats.org/officeDocument/2006/relationships/notesMaster" Target="/ppt/notesMasters/notesMaster1.xml" Id="R26deaf74066249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a58bc4c7bf4678" /><Relationship Type="http://schemas.openxmlformats.org/officeDocument/2006/relationships/notesMaster" Target="/ppt/notesMasters/notesMaster1.xml" Id="R792df18aca114a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294032bd084365" /><Relationship Type="http://schemas.openxmlformats.org/officeDocument/2006/relationships/notesMaster" Target="/ppt/notesMasters/notesMaster1.xml" Id="Rd2ee71a62e4446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e5d9720d984a37" /><Relationship Type="http://schemas.openxmlformats.org/officeDocument/2006/relationships/notesMaster" Target="/ppt/notesMasters/notesMaster1.xml" Id="R81a17efb20d640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68f28b00f94588" /><Relationship Type="http://schemas.openxmlformats.org/officeDocument/2006/relationships/notesMaster" Target="/ppt/notesMasters/notesMaster1.xml" Id="Ra3b9bbce95b842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412ebbf8bd4a71" /><Relationship Type="http://schemas.openxmlformats.org/officeDocument/2006/relationships/notesMaster" Target="/ppt/notesMasters/notesMaster1.xml" Id="R5023bd44994349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516cdbebd84eb7" /><Relationship Type="http://schemas.openxmlformats.org/officeDocument/2006/relationships/notesMaster" Target="/ppt/notesMasters/notesMaster1.xml" Id="R490a9f54ef2d40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16431a8e0b491b" /><Relationship Type="http://schemas.openxmlformats.org/officeDocument/2006/relationships/notesMaster" Target="/ppt/notesMasters/notesMaster1.xml" Id="R062f995d6d7e4e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2007d3b58f4b5d" /><Relationship Type="http://schemas.openxmlformats.org/officeDocument/2006/relationships/notesMaster" Target="/ppt/notesMasters/notesMaster1.xml" Id="Raf2333a30ac046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475d53f7f842b5" /><Relationship Type="http://schemas.openxmlformats.org/officeDocument/2006/relationships/notesMaster" Target="/ppt/notesMasters/notesMaster1.xml" Id="R3184918e6ad046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449870067645a4" /><Relationship Type="http://schemas.openxmlformats.org/officeDocument/2006/relationships/notesMaster" Target="/ppt/notesMasters/notesMaster1.xml" Id="R16561460175a46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2119e292e34821" /><Relationship Type="http://schemas.openxmlformats.org/officeDocument/2006/relationships/notesMaster" Target="/ppt/notesMasters/notesMaster1.xml" Id="R4caaa6bdb6dd4c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d45eca2ff7457c" /><Relationship Type="http://schemas.openxmlformats.org/officeDocument/2006/relationships/notesMaster" Target="/ppt/notesMasters/notesMaster1.xml" Id="Rdfa45183484947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57df3a67de4213" /><Relationship Type="http://schemas.openxmlformats.org/officeDocument/2006/relationships/notesMaster" Target="/ppt/notesMasters/notesMaster1.xml" Id="R38890e8ffef745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609037693d4f74" /><Relationship Type="http://schemas.openxmlformats.org/officeDocument/2006/relationships/notesMaster" Target="/ppt/notesMasters/notesMaster1.xml" Id="Ra24795e3c4574f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2e5440a96f40ec" /><Relationship Type="http://schemas.openxmlformats.org/officeDocument/2006/relationships/notesMaster" Target="/ppt/notesMasters/notesMaster1.xml" Id="Rdaef093cbb384b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1b7a9b3d824ca0" /><Relationship Type="http://schemas.openxmlformats.org/officeDocument/2006/relationships/notesMaster" Target="/ppt/notesMasters/notesMaster1.xml" Id="R596c3568d00d416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e38e74db8b4f72" /><Relationship Type="http://schemas.openxmlformats.org/officeDocument/2006/relationships/notesMaster" Target="/ppt/notesMasters/notesMaster1.xml" Id="R430f48af3ce04f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8b27a891c64c4a" /><Relationship Type="http://schemas.openxmlformats.org/officeDocument/2006/relationships/notesMaster" Target="/ppt/notesMasters/notesMaster1.xml" Id="Recd572df855c4b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f0442219c24af3" /><Relationship Type="http://schemas.openxmlformats.org/officeDocument/2006/relationships/notesMaster" Target="/ppt/notesMasters/notesMaster1.xml" Id="Re5aafb096ad641e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95b6a72ff274bc1" /><Relationship Type="http://schemas.openxmlformats.org/officeDocument/2006/relationships/notesMaster" Target="/ppt/notesMasters/notesMaster1.xml" Id="R99cdd7dd892e4cd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96895714e8549a5" /><Relationship Type="http://schemas.openxmlformats.org/officeDocument/2006/relationships/notesMaster" Target="/ppt/notesMasters/notesMaster1.xml" Id="Rb5735fbbec044e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b68025e11044b2" /><Relationship Type="http://schemas.openxmlformats.org/officeDocument/2006/relationships/notesMaster" Target="/ppt/notesMasters/notesMaster1.xml" Id="Rf793520de3c5421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dc1291609f4df6" /><Relationship Type="http://schemas.openxmlformats.org/officeDocument/2006/relationships/notesMaster" Target="/ppt/notesMasters/notesMaster1.xml" Id="Rdb071a398f2a49f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aabb8531cf4385" /><Relationship Type="http://schemas.openxmlformats.org/officeDocument/2006/relationships/notesMaster" Target="/ppt/notesMasters/notesMaster1.xml" Id="Rcf28b53910854c4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2107e85c53478a" /><Relationship Type="http://schemas.openxmlformats.org/officeDocument/2006/relationships/notesMaster" Target="/ppt/notesMasters/notesMaster1.xml" Id="R971479b3a66249d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73d0a70ee0492c" /><Relationship Type="http://schemas.openxmlformats.org/officeDocument/2006/relationships/notesMaster" Target="/ppt/notesMasters/notesMaster1.xml" Id="R7928b57a876a4d8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23df5dc98ca4263" /><Relationship Type="http://schemas.openxmlformats.org/officeDocument/2006/relationships/notesMaster" Target="/ppt/notesMasters/notesMaster1.xml" Id="R9576ea2af9094cf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5bc333727aa4ef2" /><Relationship Type="http://schemas.openxmlformats.org/officeDocument/2006/relationships/notesMaster" Target="/ppt/notesMasters/notesMaster1.xml" Id="Rc59916d89f6f475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21df178659d4814" /><Relationship Type="http://schemas.openxmlformats.org/officeDocument/2006/relationships/notesMaster" Target="/ppt/notesMasters/notesMaster1.xml" Id="R46458747337e42e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bef47d83ebc4280" /><Relationship Type="http://schemas.openxmlformats.org/officeDocument/2006/relationships/notesMaster" Target="/ppt/notesMasters/notesMaster1.xml" Id="R260ad6c49e1e4bb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3fcd402521a4840" /><Relationship Type="http://schemas.openxmlformats.org/officeDocument/2006/relationships/notesMaster" Target="/ppt/notesMasters/notesMaster1.xml" Id="Rc3454393a6b84d3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d5415cfb5f848f9" /><Relationship Type="http://schemas.openxmlformats.org/officeDocument/2006/relationships/notesMaster" Target="/ppt/notesMasters/notesMaster1.xml" Id="R45e542df16aa4a0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33d1b78c38a4a88" /><Relationship Type="http://schemas.openxmlformats.org/officeDocument/2006/relationships/notesMaster" Target="/ppt/notesMasters/notesMaster1.xml" Id="R2008ea4dda404c4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84b2312fd4d402c" /><Relationship Type="http://schemas.openxmlformats.org/officeDocument/2006/relationships/notesMaster" Target="/ppt/notesMasters/notesMaster1.xml" Id="R50322040f5d3445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ecfaaaa3c43461a" /><Relationship Type="http://schemas.openxmlformats.org/officeDocument/2006/relationships/notesMaster" Target="/ppt/notesMasters/notesMaster1.xml" Id="R1f5b6df0ebcf465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749191c70244783" /><Relationship Type="http://schemas.openxmlformats.org/officeDocument/2006/relationships/notesMaster" Target="/ppt/notesMasters/notesMaster1.xml" Id="R4cef572d8e8f460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8536a15bcdc4e25" /><Relationship Type="http://schemas.openxmlformats.org/officeDocument/2006/relationships/notesMaster" Target="/ppt/notesMasters/notesMaster1.xml" Id="Rc8eda08d4d8e4f8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142daadf9b14044" /><Relationship Type="http://schemas.openxmlformats.org/officeDocument/2006/relationships/notesMaster" Target="/ppt/notesMasters/notesMaster1.xml" Id="R82cb88f3b5b5436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d57d5043c974e7d" /><Relationship Type="http://schemas.openxmlformats.org/officeDocument/2006/relationships/notesMaster" Target="/ppt/notesMasters/notesMaster1.xml" Id="R4b7c72408ac44c8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82fad9de7fb41f7" /><Relationship Type="http://schemas.openxmlformats.org/officeDocument/2006/relationships/notesMaster" Target="/ppt/notesMasters/notesMaster1.xml" Id="Ra9655502d4134a8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2be3bc979b44b1f" /><Relationship Type="http://schemas.openxmlformats.org/officeDocument/2006/relationships/notesMaster" Target="/ppt/notesMasters/notesMaster1.xml" Id="R68610fba7454447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ee1031698c84cbd" /><Relationship Type="http://schemas.openxmlformats.org/officeDocument/2006/relationships/notesMaster" Target="/ppt/notesMasters/notesMaster1.xml" Id="R365af5919aa342a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5fdcd2d34b54b1d" /><Relationship Type="http://schemas.openxmlformats.org/officeDocument/2006/relationships/notesMaster" Target="/ppt/notesMasters/notesMaster1.xml" Id="R5131a31b88f14f8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22b14b1be0e402d" /><Relationship Type="http://schemas.openxmlformats.org/officeDocument/2006/relationships/notesMaster" Target="/ppt/notesMasters/notesMaster1.xml" Id="R51e5a952f8de49f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f41a39ab1c34908" /><Relationship Type="http://schemas.openxmlformats.org/officeDocument/2006/relationships/notesMaster" Target="/ppt/notesMasters/notesMaster1.xml" Id="Rae5ea7b11dc048f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e51d855b3dd4b24" /><Relationship Type="http://schemas.openxmlformats.org/officeDocument/2006/relationships/notesMaster" Target="/ppt/notesMasters/notesMaster1.xml" Id="R72f54e7886604fe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0fd75be17b5411f" /><Relationship Type="http://schemas.openxmlformats.org/officeDocument/2006/relationships/notesMaster" Target="/ppt/notesMasters/notesMaster1.xml" Id="R208b08b85a6a483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0de92fcff844ecf" /><Relationship Type="http://schemas.openxmlformats.org/officeDocument/2006/relationships/notesMaster" Target="/ppt/notesMasters/notesMaster1.xml" Id="Rae59aa93bf10454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3a225a741c2455e" /><Relationship Type="http://schemas.openxmlformats.org/officeDocument/2006/relationships/notesMaster" Target="/ppt/notesMasters/notesMaster1.xml" Id="R00f9b85752bb4e6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87a5875b6804a67" /><Relationship Type="http://schemas.openxmlformats.org/officeDocument/2006/relationships/notesMaster" Target="/ppt/notesMasters/notesMaster1.xml" Id="Rc216000d171d4f0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b523be598fe4e92" /><Relationship Type="http://schemas.openxmlformats.org/officeDocument/2006/relationships/notesMaster" Target="/ppt/notesMasters/notesMaster1.xml" Id="Rcfcbc575239a479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e5f2cd86cf547a2" /><Relationship Type="http://schemas.openxmlformats.org/officeDocument/2006/relationships/notesMaster" Target="/ppt/notesMasters/notesMaster1.xml" Id="Rfd526b64145245f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f29fe4b9c234636" /><Relationship Type="http://schemas.openxmlformats.org/officeDocument/2006/relationships/notesMaster" Target="/ppt/notesMasters/notesMaster1.xml" Id="R0a10ef4e46ff4aa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1fe880936da47a3" /><Relationship Type="http://schemas.openxmlformats.org/officeDocument/2006/relationships/notesMaster" Target="/ppt/notesMasters/notesMaster1.xml" Id="R4cad2e9f8a71421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889e12ebe314519" /><Relationship Type="http://schemas.openxmlformats.org/officeDocument/2006/relationships/notesMaster" Target="/ppt/notesMasters/notesMaster1.xml" Id="R3afa50db817841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Mercury 2 official overview: https://www.inceptionlabs.ai/blog/introducing-mercury-2</a:t>
            </a:r>
          </a:p>
          <a:p xmlns:a="http://schemas.openxmlformats.org/drawingml/2006/main">
            <a:pPr>
              <a:buNone/>
            </a:pPr>
            <a:r>
              <a:t>Mercury technical report: https://arxiv.org/abs/2506.17298</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a:p xmlns:a="http://schemas.openxmlformats.org/drawingml/2006/main">
            <a:pPr>
              <a:buNone/>
            </a:pPr>
            <a:r>
              <a:t/>
            </a:r>
          </a:p>
          <a:p xmlns:a="http://schemas.openxmlformats.org/drawingml/2006/main">
            <a:pPr>
              <a:buNone/>
            </a:pPr>
            <a:r>
              <a:t>디퓨전 모델은 완성된 데이터에 노이즈를 더하는 정방향 과정과, 노이즈에서 원래 데이터를 복원하는 역방향 과정을 학습합니다. 이미지에서는 픽셀 노이즈를 제거하고, 텍스트 dLLM에서는 [MASK] 또는 손상된 토큰을 여러 위치에서 동시에 복원합니다.</a:t>
            </a:r>
          </a:p>
          <a:p xmlns:a="http://schemas.openxmlformats.org/drawingml/2006/main">
            <a:pPr>
              <a:buNone/>
            </a:pPr>
            <a:r>
              <a:t/>
            </a:r>
          </a:p>
          <a:p xmlns:a="http://schemas.openxmlformats.org/drawingml/2006/main">
            <a:pPr>
              <a:buNone/>
            </a:pPr>
            <a:r>
              <a:t>이 슬라이드는 모든 위치가 가려진 상태에서 시작해 여러 토큰을 병렬로 예측하고, 확신이 낮은 위치를 다시 수정하면서 문장을 완성하는 과정을 보여줍니다. 자기회귀 LLM처럼 항상 왼쪽에서 오른쪽으로 한 토큰씩 만들 필요가 없다는 점이 핵심입니다.</a:t>
            </a:r>
          </a:p>
          <a:p xmlns:a="http://schemas.openxmlformats.org/drawingml/2006/main">
            <a:pPr>
              <a:buNone/>
            </a:pPr>
            <a:r>
              <a:t/>
            </a:r>
          </a:p>
          <a:p xmlns:a="http://schemas.openxmlformats.org/drawingml/2006/main">
            <a:pPr>
              <a:buNone/>
            </a:pPr>
            <a:r>
              <a:t>Mercury 2는 Inception이 공개한 reasoning dLLM 사례입니다. 회사 설명에 따르면 여러 토큰을 동시에 생성하고 소수의 반복 단계에서 전체 응답을 다듬는 parallel refinement 방식을 사용합니다. 링크를 눌러 공식 소개를 확인할 수 있습니다. 속도 수치는 하드웨어와 설정에 따라 달라지므로 구조적 장점과 실제 처리량을 구분해서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a:p xmlns:a="http://schemas.openxmlformats.org/drawingml/2006/main">
            <a:pPr>
              <a:buNone/>
            </a:pPr>
            <a:r>
              <a:t/>
            </a:r>
          </a:p>
          <a:p xmlns:a="http://schemas.openxmlformats.org/drawingml/2006/main">
            <a:pPr>
              <a:buNone/>
            </a:pPr>
            <a:r>
              <a:t>스페큘레이티브 디코딩은 작은 draft model과 큰 target model을 함께 사용합니다. 먼저 draft model이 다음 토큰 여러 개를 빠르게 제안합니다. target model은 이 후보들을 한 번의 병렬 계산으로 검사합니다.</a:t>
            </a:r>
          </a:p>
          <a:p xmlns:a="http://schemas.openxmlformats.org/drawingml/2006/main">
            <a:pPr>
              <a:buNone/>
            </a:pPr>
            <a:r>
              <a:t/>
            </a:r>
          </a:p>
          <a:p xmlns:a="http://schemas.openxmlformats.org/drawingml/2006/main">
            <a:pPr>
              <a:buNone/>
            </a:pPr>
            <a:r>
              <a:t>target model이 동의한 가장 긴 앞부분은 그대로 채택합니다. 처음 불일치한 위치부터는 target model의 분포로 다시 샘플링하고 다음 라운드를 시작합니다. 올바르게 구현하면 target model 단독 생성과 같은 분포를 유지하면서 직렬 대기 횟수를 줄일 수 있습니다.</a:t>
            </a:r>
          </a:p>
          <a:p xmlns:a="http://schemas.openxmlformats.org/drawingml/2006/main">
            <a:pPr>
              <a:buNone/>
            </a:pPr>
            <a:r>
              <a:t/>
            </a:r>
          </a:p>
          <a:p xmlns:a="http://schemas.openxmlformats.org/drawingml/2006/main">
            <a:pPr>
              <a:buNone/>
            </a:pPr>
            <a:r>
              <a:t>실제 속도 향상은 draft model의 비용, 후보 토큰 수, target model의 수용률에 달려 있습니다. 초안이 자주 틀리면 검증 비용만 늘 수 있으므로, 작지만 target model과 행동이 비슷한 draft model이 중요합니다.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a5ec7f771b4a66"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a804b717a34f90" /><Relationship Type="http://schemas.openxmlformats.org/officeDocument/2006/relationships/slideLayout" Target="/ppt/slideLayouts/slideLayout1.xml" Id="R0741eacd97d541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41eacd97d541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93ac77f5884593" /><Relationship Type="http://schemas.openxmlformats.org/officeDocument/2006/relationships/notesSlide" Target="/ppt/notesSlides/notesSlide1.xml" Id="R5939c9d3f1ff4e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c53f7c0630421f" /><Relationship Type="http://schemas.openxmlformats.org/officeDocument/2006/relationships/image" Target="/ppt/media/image.jpeg" Id="R97821bcb3cf54aa2" /><Relationship Type="http://schemas.openxmlformats.org/officeDocument/2006/relationships/notesSlide" Target="/ppt/notesSlides/notesSlide2.xml" Id="Re319f38e219c42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3e0d8ecea84717" /><Relationship Type="http://schemas.openxmlformats.org/officeDocument/2006/relationships/image" Target="/ppt/media/image.png" Id="R82be6565a0b84166" /><Relationship Type="http://schemas.openxmlformats.org/officeDocument/2006/relationships/notesSlide" Target="/ppt/notesSlides/notesSlide3.xml" Id="R9bae3cf4281c41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3bcdfe532c47e3" /><Relationship Type="http://schemas.openxmlformats.org/officeDocument/2006/relationships/image" Target="/ppt/media/image2.png" Id="R8ea0f972656445e6" /><Relationship Type="http://schemas.openxmlformats.org/officeDocument/2006/relationships/notesSlide" Target="/ppt/notesSlides/notesSlide4.xml" Id="R578d54d90ef844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1336ddd1354cc2" /><Relationship Type="http://schemas.openxmlformats.org/officeDocument/2006/relationships/image" Target="/ppt/media/image3.png" Id="Ra8b539beb501475b" /><Relationship Type="http://schemas.openxmlformats.org/officeDocument/2006/relationships/notesSlide" Target="/ppt/notesSlides/notesSlide5.xml" Id="R1d94afcf744944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be989d57114697" /><Relationship Type="http://schemas.openxmlformats.org/officeDocument/2006/relationships/notesSlide" Target="/ppt/notesSlides/notesSlide6.xml" Id="Re1f3a29dd65148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9f4feb247d498f" /><Relationship Type="http://schemas.openxmlformats.org/officeDocument/2006/relationships/image" Target="/ppt/media/image.svg" Id="R38aaf0974a224166" /><Relationship Type="http://schemas.openxmlformats.org/officeDocument/2006/relationships/image" Target="/ppt/media/image.jpeg" Id="R74cccb429d4143a5" /><Relationship Type="http://schemas.openxmlformats.org/officeDocument/2006/relationships/notesSlide" Target="/ppt/notesSlides/notesSlide7.xml" Id="Rc707c7c52cce43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c606157cca489d" /><Relationship Type="http://schemas.openxmlformats.org/officeDocument/2006/relationships/image" Target="/ppt/media/image2.jpeg" Id="Rffab6ba773e0464c" /><Relationship Type="http://schemas.openxmlformats.org/officeDocument/2006/relationships/image" Target="/ppt/media/image2.svg" Id="R7f32b79b8588473d" /><Relationship Type="http://schemas.openxmlformats.org/officeDocument/2006/relationships/notesSlide" Target="/ppt/notesSlides/notesSlide8.xml" Id="R1c2a3e446eea48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e9ec12cb3045ee" /><Relationship Type="http://schemas.openxmlformats.org/officeDocument/2006/relationships/notesSlide" Target="/ppt/notesSlides/notesSlide9.xml" Id="R61022206668f44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b33d8866404da2" /><Relationship Type="http://schemas.openxmlformats.org/officeDocument/2006/relationships/image" Target="/ppt/media/image3.svg" Id="R7a301dbb69024f91" /><Relationship Type="http://schemas.openxmlformats.org/officeDocument/2006/relationships/image" Target="/ppt/media/image3.png" Id="R26efb4f578a64b83" /><Relationship Type="http://schemas.openxmlformats.org/officeDocument/2006/relationships/notesSlide" Target="/ppt/notesSlides/notesSlide10.xml" Id="R189b463bc7114c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0a8b068cd44f85" /><Relationship Type="http://schemas.openxmlformats.org/officeDocument/2006/relationships/image" Target="/ppt/media/image4.png" Id="Rd6c1a0f1fd924bb1" /><Relationship Type="http://schemas.openxmlformats.org/officeDocument/2006/relationships/notesSlide" Target="/ppt/notesSlides/notesSlide11.xml" Id="Re2de4b89bfb64e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e4a7a3385d402b" /><Relationship Type="http://schemas.openxmlformats.org/officeDocument/2006/relationships/image" Target="/ppt/media/image5.png" Id="Rfca770ff11974964" /><Relationship Type="http://schemas.openxmlformats.org/officeDocument/2006/relationships/image" Target="/ppt/media/image4.svg" Id="R7a1054665b494816" /><Relationship Type="http://schemas.openxmlformats.org/officeDocument/2006/relationships/image" Target="/ppt/media/image4.png" Id="R4543e9e5a8e64145" /><Relationship Type="http://schemas.openxmlformats.org/officeDocument/2006/relationships/notesSlide" Target="/ppt/notesSlides/notesSlide12.xml" Id="R337a29e33cd248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d475952d2e4c9f" /><Relationship Type="http://schemas.openxmlformats.org/officeDocument/2006/relationships/image" Target="/ppt/media/image5.svg" Id="Rc20b2c747b684b68" /><Relationship Type="http://schemas.openxmlformats.org/officeDocument/2006/relationships/image" Target="/ppt/media/image5.png" Id="R24cda64317c04072" /><Relationship Type="http://schemas.openxmlformats.org/officeDocument/2006/relationships/notesSlide" Target="/ppt/notesSlides/notesSlide13.xml" Id="Rc05ea0f2fe014a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ce31eb121364a65" /><Relationship Type="http://schemas.openxmlformats.org/officeDocument/2006/relationships/image" Target="/ppt/media/image6.png" Id="R0fc0e6b1991f4af6" /><Relationship Type="http://schemas.openxmlformats.org/officeDocument/2006/relationships/image" Target="/ppt/media/image6.svg" Id="Rcbcc7140f94c4f45" /><Relationship Type="http://schemas.openxmlformats.org/officeDocument/2006/relationships/notesSlide" Target="/ppt/notesSlides/notesSlide14.xml" Id="R7db07a5025ca48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eb05b0514745ac" /><Relationship Type="http://schemas.openxmlformats.org/officeDocument/2006/relationships/image" Target="/ppt/media/image7.png" Id="Rbd4953af58d047b4" /><Relationship Type="http://schemas.openxmlformats.org/officeDocument/2006/relationships/image" Target="/ppt/media/image7.svg" Id="R9169d893f0fb4552" /><Relationship Type="http://schemas.openxmlformats.org/officeDocument/2006/relationships/notesSlide" Target="/ppt/notesSlides/notesSlide15.xml" Id="R2ad0422daa224d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dcc6015d674711" /><Relationship Type="http://schemas.openxmlformats.org/officeDocument/2006/relationships/image" Target="/ppt/media/image8.png" Id="R9cd49766d1234ff2" /><Relationship Type="http://schemas.openxmlformats.org/officeDocument/2006/relationships/image" Target="/ppt/media/image8.svg" Id="R25f279ee9e314e8a" /><Relationship Type="http://schemas.openxmlformats.org/officeDocument/2006/relationships/notesSlide" Target="/ppt/notesSlides/notesSlide16.xml" Id="R5de42032f60347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d533cf7baf74999" /><Relationship Type="http://schemas.openxmlformats.org/officeDocument/2006/relationships/notesSlide" Target="/ppt/notesSlides/notesSlide17.xml" Id="R2a36f850c5374f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6f94644492406b" /><Relationship Type="http://schemas.openxmlformats.org/officeDocument/2006/relationships/notesSlide" Target="/ppt/notesSlides/notesSlide18.xml" Id="R89b3efe278664e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70f228a136245d5" /><Relationship Type="http://schemas.openxmlformats.org/officeDocument/2006/relationships/notesSlide" Target="/ppt/notesSlides/notesSlide19.xml" Id="R293c63a486cc44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70a5bfef3bd4e8a" /><Relationship Type="http://schemas.openxmlformats.org/officeDocument/2006/relationships/image" Target="/ppt/media/image9.png" Id="Ra25002cdf7a14365" /><Relationship Type="http://schemas.openxmlformats.org/officeDocument/2006/relationships/notesSlide" Target="/ppt/notesSlides/notesSlide20.xml" Id="R7e991db530084eb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e2d3dccc1c4a0e" /><Relationship Type="http://schemas.openxmlformats.org/officeDocument/2006/relationships/notesSlide" Target="/ppt/notesSlides/notesSlide21.xml" Id="R4b39ee8f51ca4c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8ac30777caa4efb" /><Relationship Type="http://schemas.openxmlformats.org/officeDocument/2006/relationships/notesSlide" Target="/ppt/notesSlides/notesSlide22.xml" Id="R5cc819258e4d4e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d0eb74dd43a4335" /><Relationship Type="http://schemas.openxmlformats.org/officeDocument/2006/relationships/notesSlide" Target="/ppt/notesSlides/notesSlide23.xml" Id="R5a8f0b9f03c14a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cb56ea2c4fb4d32" /><Relationship Type="http://schemas.openxmlformats.org/officeDocument/2006/relationships/notesSlide" Target="/ppt/notesSlides/notesSlide24.xml" Id="Rf63ccaef399740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4788494ed98496d" /><Relationship Type="http://schemas.openxmlformats.org/officeDocument/2006/relationships/notesSlide" Target="/ppt/notesSlides/notesSlide25.xml" Id="Rec13c6ca2c7f43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77c767f21664c59" /><Relationship Type="http://schemas.openxmlformats.org/officeDocument/2006/relationships/notesSlide" Target="/ppt/notesSlides/notesSlide26.xml" Id="Rceea193e30e1406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057a88df0784cec" /><Relationship Type="http://schemas.openxmlformats.org/officeDocument/2006/relationships/notesSlide" Target="/ppt/notesSlides/notesSlide27.xml" Id="Ra10386b646014fe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41e6d20a42e4c7f" /><Relationship Type="http://schemas.openxmlformats.org/officeDocument/2006/relationships/image" Target="/ppt/media/image10.png" Id="R897e2168147c47e9" /><Relationship Type="http://schemas.openxmlformats.org/officeDocument/2006/relationships/notesSlide" Target="/ppt/notesSlides/notesSlide28.xml" Id="Rb4bbd162c7e846c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cc84f89bf91471e" /><Relationship Type="http://schemas.openxmlformats.org/officeDocument/2006/relationships/image" Target="/ppt/media/image11.png" Id="R15457a0c3d174c6a" /><Relationship Type="http://schemas.openxmlformats.org/officeDocument/2006/relationships/notesSlide" Target="/ppt/notesSlides/notesSlide29.xml" Id="Rbe9927542b264c3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8b68830149f49d7" /><Relationship Type="http://schemas.openxmlformats.org/officeDocument/2006/relationships/notesSlide" Target="/ppt/notesSlides/notesSlide30.xml" Id="R49e265f954884c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4690ed132524c4b" /><Relationship Type="http://schemas.openxmlformats.org/officeDocument/2006/relationships/notesSlide" Target="/ppt/notesSlides/notesSlide31.xml" Id="Rb3c5e4622be447d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80fdc6a799b450b" /><Relationship Type="http://schemas.openxmlformats.org/officeDocument/2006/relationships/notesSlide" Target="/ppt/notesSlides/notesSlide32.xml" Id="R95d3b13f55b64c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986b90eabc44ae0" /><Relationship Type="http://schemas.openxmlformats.org/officeDocument/2006/relationships/notesSlide" Target="/ppt/notesSlides/notesSlide33.xml" Id="R4a7459ed119f4ca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5a8e4f33b69491a" /><Relationship Type="http://schemas.openxmlformats.org/officeDocument/2006/relationships/notesSlide" Target="/ppt/notesSlides/notesSlide34.xml" Id="R71582b375f93488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c1a509fabb24711" /><Relationship Type="http://schemas.openxmlformats.org/officeDocument/2006/relationships/notesSlide" Target="/ppt/notesSlides/notesSlide35.xml" Id="R282303fedddc4d2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8c2e963241c404d" /><Relationship Type="http://schemas.openxmlformats.org/officeDocument/2006/relationships/notesSlide" Target="/ppt/notesSlides/notesSlide36.xml" Id="R2be5024651194c4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9622e12f7fa433f" /><Relationship Type="http://schemas.openxmlformats.org/officeDocument/2006/relationships/notesSlide" Target="/ppt/notesSlides/notesSlide37.xml" Id="R0bc8b14551cf41e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ec95361e6a94d12" /><Relationship Type="http://schemas.openxmlformats.org/officeDocument/2006/relationships/image" Target="/ppt/media/image12.png" Id="R3d2eb1088f954450" /><Relationship Type="http://schemas.openxmlformats.org/officeDocument/2006/relationships/notesSlide" Target="/ppt/notesSlides/notesSlide38.xml" Id="Ra5b6732fb9254e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9984e5a5f454008" /><Relationship Type="http://schemas.openxmlformats.org/officeDocument/2006/relationships/notesSlide" Target="/ppt/notesSlides/notesSlide39.xml" Id="Rf0d960c81b7f4d6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84c3e6aff354244" /><Relationship Type="http://schemas.openxmlformats.org/officeDocument/2006/relationships/notesSlide" Target="/ppt/notesSlides/notesSlide40.xml" Id="Rf393461dbbb348b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a093d05c6964b21" /><Relationship Type="http://schemas.openxmlformats.org/officeDocument/2006/relationships/notesSlide" Target="/ppt/notesSlides/notesSlide41.xml" Id="R4a99fd2b4dec4e5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8b64ed99700418c" /><Relationship Type="http://schemas.openxmlformats.org/officeDocument/2006/relationships/notesSlide" Target="/ppt/notesSlides/notesSlide42.xml" Id="R90c39a13d207458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74d3c188ca34cf5" /><Relationship Type="http://schemas.openxmlformats.org/officeDocument/2006/relationships/image" Target="/ppt/media/image2.jpeg" Id="Rb6695221aa0640f5" /><Relationship Type="http://schemas.openxmlformats.org/officeDocument/2006/relationships/notesSlide" Target="/ppt/notesSlides/notesSlide43.xml" Id="R2e9523eabeaa4c2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ed35d8081374427" /><Relationship Type="http://schemas.openxmlformats.org/officeDocument/2006/relationships/notesSlide" Target="/ppt/notesSlides/notesSlide44.xml" Id="Ra6fad176c67740f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2c72653a5254af1" /><Relationship Type="http://schemas.openxmlformats.org/officeDocument/2006/relationships/notesSlide" Target="/ppt/notesSlides/notesSlide45.xml" Id="Rb6b7f115c1cf47a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dd7aa05c9724570" /><Relationship Type="http://schemas.openxmlformats.org/officeDocument/2006/relationships/notesSlide" Target="/ppt/notesSlides/notesSlide46.xml" Id="Rce38e33788de40e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fdac75aaf64455c" /><Relationship Type="http://schemas.openxmlformats.org/officeDocument/2006/relationships/notesSlide" Target="/ppt/notesSlides/notesSlide47.xml" Id="R250a7b83b55d4ec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32f0d5fe6a04b7a" /><Relationship Type="http://schemas.openxmlformats.org/officeDocument/2006/relationships/notesSlide" Target="/ppt/notesSlides/notesSlide48.xml" Id="R4791b7bda98f45d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40986c093694af3" /><Relationship Type="http://schemas.openxmlformats.org/officeDocument/2006/relationships/notesSlide" Target="/ppt/notesSlides/notesSlide49.xml" Id="Rd210922ea07a4a9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06ec40639944999" /><Relationship Type="http://schemas.openxmlformats.org/officeDocument/2006/relationships/image" Target="/ppt/media/image9.svg" Id="R100770c14dfc448c" /><Relationship Type="http://schemas.openxmlformats.org/officeDocument/2006/relationships/image" Target="/ppt/media/image9.png" Id="Rd5777efc161b436d" /><Relationship Type="http://schemas.openxmlformats.org/officeDocument/2006/relationships/notesSlide" Target="/ppt/notesSlides/notesSlide50.xml" Id="Rd13fb5faad5b462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7068ba4090e460b" /><Relationship Type="http://schemas.openxmlformats.org/officeDocument/2006/relationships/notesSlide" Target="/ppt/notesSlides/notesSlide51.xml" Id="R280176753dad4a5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09c2ccc4c6744d8" /><Relationship Type="http://schemas.openxmlformats.org/officeDocument/2006/relationships/notesSlide" Target="/ppt/notesSlides/notesSlide52.xml" Id="R45732c6389c343f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e414ee1dca24424" /><Relationship Type="http://schemas.openxmlformats.org/officeDocument/2006/relationships/notesSlide" Target="/ppt/notesSlides/notesSlide53.xml" Id="Rea70f328dd09443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61a218b5bea4868" /><Relationship Type="http://schemas.openxmlformats.org/officeDocument/2006/relationships/notesSlide" Target="/ppt/notesSlides/notesSlide54.xml" Id="R124ef4974767469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7d72383d84e4c3d" /><Relationship Type="http://schemas.openxmlformats.org/officeDocument/2006/relationships/hyperlink" Target="https://www.inceptionlabs.ai/blog/introducing-mercury-2" TargetMode="External" Id="R95000168ebff4642" /><Relationship Type="http://schemas.openxmlformats.org/officeDocument/2006/relationships/notesSlide" Target="/ppt/notesSlides/notesSlide55.xml" Id="R38c9ad3a4b96452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bc6486ed5894def" /><Relationship Type="http://schemas.openxmlformats.org/officeDocument/2006/relationships/notesSlide" Target="/ppt/notesSlides/notesSlide56.xml" Id="Rdbd60ff66d8e4e7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157b32c04f549d2" /><Relationship Type="http://schemas.openxmlformats.org/officeDocument/2006/relationships/notesSlide" Target="/ppt/notesSlides/notesSlide57.xml" Id="Rfb87526c37c94f8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d8ec70b71ae4fd5" /><Relationship Type="http://schemas.openxmlformats.org/officeDocument/2006/relationships/notesSlide" Target="/ppt/notesSlides/notesSlide58.xml" Id="Ra14412f6e2af439d"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97821bcb3cf54aa2"/>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82be6565a0b8416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8ea0f972656445e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a8b539beb501475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74cccb429d4143a5">
            <a:extLst>
              <a:ext uri="{96DAC541-7B7A-43D3-8B79-37D633B846F1}">
                <asvg:svgBlip xmlns:asvg="http://schemas.microsoft.com/office/drawing/2016/SVG/main" r:embed="R38aaf0974a224166"/>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ffab6ba773e0464c">
            <a:extLst>
              <a:ext uri="{96DAC541-7B7A-43D3-8B79-37D633B846F1}">
                <asvg:svgBlip xmlns:asvg="http://schemas.microsoft.com/office/drawing/2016/SVG/main" r:embed="R7f32b79b8588473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26efb4f578a64b83">
            <a:extLst>
              <a:ext uri="{96DAC541-7B7A-43D3-8B79-37D633B846F1}">
                <asvg:svgBlip xmlns:asvg="http://schemas.microsoft.com/office/drawing/2016/SVG/main" r:embed="R7a301dbb69024f9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d6c1a0f1fd924bb1"/>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fca770ff11974964"/>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4543e9e5a8e64145">
            <a:extLst>
              <a:ext uri="{96DAC541-7B7A-43D3-8B79-37D633B846F1}">
                <asvg:svgBlip xmlns:asvg="http://schemas.microsoft.com/office/drawing/2016/SVG/main" r:embed="R7a1054665b49481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24cda64317c04072">
            <a:extLst>
              <a:ext uri="{96DAC541-7B7A-43D3-8B79-37D633B846F1}">
                <asvg:svgBlip xmlns:asvg="http://schemas.microsoft.com/office/drawing/2016/SVG/main" r:embed="Rc20b2c747b684b6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0fc0e6b1991f4af6"/>
          <a:stretch xmlns:a="http://schemas.openxmlformats.org/drawingml/2006/main"/>
        </p:blipFill>
        <p:spPr>
          <a:xfrm xmlns:a="http://schemas.openxmlformats.org/drawingml/2006/main" flipH="0" flipV="0">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0fc0e6b1991f4af6">
            <a:extLst>
              <a:ext uri="{96DAC541-7B7A-43D3-8B79-37D633B846F1}">
                <asvg:svgBlip xmlns:asvg="http://schemas.microsoft.com/office/drawing/2016/SVG/main" r:embed="Rcbcc7140f94c4f4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bd4953af58d047b4"/>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bd4953af58d047b4">
            <a:extLst>
              <a:ext uri="{96DAC541-7B7A-43D3-8B79-37D633B846F1}">
                <asvg:svgBlip xmlns:asvg="http://schemas.microsoft.com/office/drawing/2016/SVG/main" r:embed="R9169d893f0fb455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9cd49766d1234ff2">
            <a:extLst>
              <a:ext uri="{96DAC541-7B7A-43D3-8B79-37D633B846F1}">
                <asvg:svgBlip xmlns:asvg="http://schemas.microsoft.com/office/drawing/2016/SVG/main" r:embed="R25f279ee9e314e8a"/>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167305593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spTree>
    <p:extLst>
      <p:ext uri="{BB962C8B-B14F-4D97-AF65-F5344CB8AC3E}">
        <p14:creationId xmlns:p14="http://schemas.microsoft.com/office/powerpoint/2010/main" val="531226958"/>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cxnSp>
        <p:nvCxnSpPr>
          <p:cNvPr id="2036758376"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77"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78"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79"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0"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1"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2"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3"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4"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5"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6"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7"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8"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89"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0"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1"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2"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3"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4"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5"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6"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7"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8"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399"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0"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1"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2"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3"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4"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5"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6"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7"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8"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09"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0"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1"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2"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3"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4"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5"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6"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7"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8"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19"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20"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21"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22"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23"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24"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25"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a25002cdf7a14365"/>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897e2168147c47e9"/>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15457a0c3d174c6a"/>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667085"/>
                </a:solidFill>
              </a:defRPr>
            </a:pPr>
            <a:r>
              <a:rPr sz="1575" b="0">
                <a:solidFill>
                  <a:srgbClr val="667085"/>
                </a:solidFill>
              </a:rPr>
              <a:t>Dot product: multiply matching dimensions, then add them.</a:t>
            </a:r>
          </a:p>
          <a:p xmlns:a="http://schemas.openxmlformats.org/drawingml/2006/main">
            <a:pPr algn="ctr">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3d2eb1088f954450"/>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b6695221aa0640f5"/>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d5777efc161b436d">
            <a:extLst>
              <a:ext uri="{96DAC541-7B7A-43D3-8B79-37D633B846F1}">
                <asvg:svgBlip xmlns:asvg="http://schemas.microsoft.com/office/drawing/2016/SVG/main" r:embed="R100770c14dfc448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REAL-WORLD dLLM</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95000168ebff4642"/>
              </a:rPr>
              <a:t>Mercury 2 ↗</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many tokens</a:t>
            </a:r>
          </a:p>
          <a:p xmlns:a="http://schemas.openxmlformats.org/drawingml/2006/main">
            <a:pPr algn="l">
              <a:buNone/>
              <a:defRPr sz="1350" b="0">
                <a:solidFill>
                  <a:srgbClr val="0B0F19"/>
                </a:solidFill>
              </a:defRPr>
            </a:pPr>
            <a:r>
              <a:rPr sz="1350" b="0">
                <a:solidFill>
                  <a:srgbClr val="0B0F19"/>
                </a:solidFill>
              </a:rPr>
              <a:t>refined in parallel</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not one token</a:t>
            </a:r>
          </a:p>
          <a:p xmlns:a="http://schemas.openxmlformats.org/drawingml/2006/main">
            <a:pPr algn="l">
              <a:buNone/>
              <a:defRPr sz="1350" b="1">
                <a:solidFill>
                  <a:srgbClr val="2563EB"/>
                </a:solidFill>
              </a:defRPr>
            </a:pPr>
            <a:r>
              <a:rPr sz="1350" b="1">
                <a:solidFill>
                  <a:srgbClr val="2563EB"/>
                </a:solidFill>
              </a:rPr>
              <a:t>at a time</a:t>
            </a:r>
          </a:p>
        </p:txBody>
      </p:sp>
    </p:spTree>
    <p:extLst>
      <p:ext uri="{BB962C8B-B14F-4D97-AF65-F5344CB8AC3E}">
        <p14:creationId xmlns:p14="http://schemas.microsoft.com/office/powerpoint/2010/main" val="3898127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2026-07-27T06:39:44.1450000Z</dcterms:created>
  <dcterms:modified xsi:type="dcterms:W3CDTF">2026-07-27T06:39:44.1450000Z</dcterms:modified>
</coreProperties>
</file>