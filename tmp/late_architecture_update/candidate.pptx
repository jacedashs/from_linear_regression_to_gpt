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85a0e3d8854a06" /><Relationship Type="http://schemas.openxmlformats.org/officeDocument/2006/relationships/extended-properties" Target="/docProps/app.xml" Id="R865d4f539cc142e6" /><Relationship Type="http://schemas.openxmlformats.org/officeDocument/2006/relationships/officeDocument" Target="/ppt/presentation.xml" Id="R1fae8e607b544e16" /></Relationships>
</file>

<file path=ppt/presentation.xml><?xml version="1.0" encoding="utf-8"?>
<p:presentation xmlns:p="http://schemas.openxmlformats.org/presentationml/2006/main">
  <p:sldMasterIdLst>
    <p:sldMasterId xmlns:r="http://schemas.openxmlformats.org/officeDocument/2006/relationships" id="2147483648" r:id="Rec97fd1044e941d0"/>
  </p:sldMasterIdLst>
  <p:notesMasterIdLst>
    <p:notesMasterId xmlns:r="http://schemas.openxmlformats.org/officeDocument/2006/relationships" r:id="R775ebbaa37a24bf7"/>
  </p:notesMasterIdLst>
  <p:sldIdLst>
    <p:sldId xmlns:r="http://schemas.openxmlformats.org/officeDocument/2006/relationships" id="256" r:id="Rad9b6547e6f84117"/>
    <p:sldId xmlns:r="http://schemas.openxmlformats.org/officeDocument/2006/relationships" id="257" r:id="R15009d0a0a194bba"/>
    <p:sldId xmlns:r="http://schemas.openxmlformats.org/officeDocument/2006/relationships" id="258" r:id="R25afd9d05bfa47af"/>
    <p:sldId xmlns:r="http://schemas.openxmlformats.org/officeDocument/2006/relationships" id="259" r:id="Rd91bfd780dd44845"/>
    <p:sldId xmlns:r="http://schemas.openxmlformats.org/officeDocument/2006/relationships" id="260" r:id="R24b26f48cc264cf5"/>
    <p:sldId xmlns:r="http://schemas.openxmlformats.org/officeDocument/2006/relationships" id="261" r:id="Rd31f81ca2bbf4621"/>
    <p:sldId xmlns:r="http://schemas.openxmlformats.org/officeDocument/2006/relationships" id="262" r:id="R5933e2b432f14f06"/>
    <p:sldId xmlns:r="http://schemas.openxmlformats.org/officeDocument/2006/relationships" id="263" r:id="Rbac2c3e8111f4723"/>
    <p:sldId xmlns:r="http://schemas.openxmlformats.org/officeDocument/2006/relationships" id="264" r:id="R935907fc5e044797"/>
    <p:sldId xmlns:r="http://schemas.openxmlformats.org/officeDocument/2006/relationships" id="265" r:id="R41e0dc378dd942ee"/>
    <p:sldId xmlns:r="http://schemas.openxmlformats.org/officeDocument/2006/relationships" id="266" r:id="R5be02a429f114542"/>
    <p:sldId xmlns:r="http://schemas.openxmlformats.org/officeDocument/2006/relationships" id="267" r:id="R6b937df582d14305"/>
    <p:sldId xmlns:r="http://schemas.openxmlformats.org/officeDocument/2006/relationships" id="268" r:id="R2682c2781f0a4918"/>
    <p:sldId xmlns:r="http://schemas.openxmlformats.org/officeDocument/2006/relationships" id="269" r:id="R5862e73eddd34e45"/>
    <p:sldId xmlns:r="http://schemas.openxmlformats.org/officeDocument/2006/relationships" id="270" r:id="R29e8fb1b2f2d4a0b"/>
    <p:sldId xmlns:r="http://schemas.openxmlformats.org/officeDocument/2006/relationships" id="271" r:id="R67eced4ec7074724"/>
    <p:sldId xmlns:r="http://schemas.openxmlformats.org/officeDocument/2006/relationships" id="272" r:id="Rf17037c22b894ac6"/>
    <p:sldId xmlns:r="http://schemas.openxmlformats.org/officeDocument/2006/relationships" id="273" r:id="R2fb9ef17bc354778"/>
    <p:sldId xmlns:r="http://schemas.openxmlformats.org/officeDocument/2006/relationships" id="274" r:id="Rd1d721d0896e4b15"/>
    <p:sldId xmlns:r="http://schemas.openxmlformats.org/officeDocument/2006/relationships" id="275" r:id="R17ec29cbaca84192"/>
    <p:sldId xmlns:r="http://schemas.openxmlformats.org/officeDocument/2006/relationships" id="276" r:id="Rdf87e564a9f6482d"/>
    <p:sldId xmlns:r="http://schemas.openxmlformats.org/officeDocument/2006/relationships" id="277" r:id="R248645c8473142fc"/>
    <p:sldId xmlns:r="http://schemas.openxmlformats.org/officeDocument/2006/relationships" id="278" r:id="R7c6c76175e9b46d3"/>
    <p:sldId xmlns:r="http://schemas.openxmlformats.org/officeDocument/2006/relationships" id="279" r:id="Ra92349e81ab641ba"/>
    <p:sldId xmlns:r="http://schemas.openxmlformats.org/officeDocument/2006/relationships" id="280" r:id="R8b58674443b94f26"/>
    <p:sldId xmlns:r="http://schemas.openxmlformats.org/officeDocument/2006/relationships" id="281" r:id="R8d7621d709e142a7"/>
    <p:sldId xmlns:r="http://schemas.openxmlformats.org/officeDocument/2006/relationships" id="282" r:id="Rce4059b1d9d44210"/>
    <p:sldId xmlns:r="http://schemas.openxmlformats.org/officeDocument/2006/relationships" id="283" r:id="R3a1eb2b32cb942f4"/>
    <p:sldId xmlns:r="http://schemas.openxmlformats.org/officeDocument/2006/relationships" id="284" r:id="R843165b7f5cc4fb9"/>
    <p:sldId xmlns:r="http://schemas.openxmlformats.org/officeDocument/2006/relationships" id="285" r:id="R08d9daf381df4f91"/>
    <p:sldId xmlns:r="http://schemas.openxmlformats.org/officeDocument/2006/relationships" id="286" r:id="Ra09e31cda9c2464b"/>
    <p:sldId xmlns:r="http://schemas.openxmlformats.org/officeDocument/2006/relationships" id="287" r:id="Rd37fcea5cd7c45bb"/>
    <p:sldId xmlns:r="http://schemas.openxmlformats.org/officeDocument/2006/relationships" id="288" r:id="Re455f23cca6d461f"/>
    <p:sldId xmlns:r="http://schemas.openxmlformats.org/officeDocument/2006/relationships" id="289" r:id="Rb7b703c340e0475a"/>
    <p:sldId xmlns:r="http://schemas.openxmlformats.org/officeDocument/2006/relationships" id="290" r:id="Rae79b163a4c14683"/>
    <p:sldId xmlns:r="http://schemas.openxmlformats.org/officeDocument/2006/relationships" id="291" r:id="Re60531fe7a25417a"/>
    <p:sldId xmlns:r="http://schemas.openxmlformats.org/officeDocument/2006/relationships" id="292" r:id="R9acb120600d14d36"/>
    <p:sldId xmlns:r="http://schemas.openxmlformats.org/officeDocument/2006/relationships" id="293" r:id="R3f8948b5c1c44174"/>
    <p:sldId xmlns:r="http://schemas.openxmlformats.org/officeDocument/2006/relationships" id="294" r:id="R89c811e532d44e6b"/>
    <p:sldId xmlns:r="http://schemas.openxmlformats.org/officeDocument/2006/relationships" id="295" r:id="Rf592c5a4cf454e30"/>
    <p:sldId xmlns:r="http://schemas.openxmlformats.org/officeDocument/2006/relationships" id="296" r:id="R9ecfe923db694d63"/>
    <p:sldId xmlns:r="http://schemas.openxmlformats.org/officeDocument/2006/relationships" id="297" r:id="Rb63b48a18fea4d5b"/>
    <p:sldId xmlns:r="http://schemas.openxmlformats.org/officeDocument/2006/relationships" id="298" r:id="Rf0ee679c722f4608"/>
    <p:sldId xmlns:r="http://schemas.openxmlformats.org/officeDocument/2006/relationships" id="299" r:id="R950e192f38fa47ae"/>
    <p:sldId xmlns:r="http://schemas.openxmlformats.org/officeDocument/2006/relationships" id="300" r:id="R9795fd7f477c48d2"/>
    <p:sldId xmlns:r="http://schemas.openxmlformats.org/officeDocument/2006/relationships" id="301" r:id="Rdb658d1ac6784f96"/>
    <p:sldId xmlns:r="http://schemas.openxmlformats.org/officeDocument/2006/relationships" id="302" r:id="Rc82c2e714aba4105"/>
    <p:sldId xmlns:r="http://schemas.openxmlformats.org/officeDocument/2006/relationships" id="303" r:id="Rf1a0517345f045e7"/>
    <p:sldId xmlns:r="http://schemas.openxmlformats.org/officeDocument/2006/relationships" id="304" r:id="R9ed66ca3877949fc"/>
    <p:sldId xmlns:r="http://schemas.openxmlformats.org/officeDocument/2006/relationships" id="305" r:id="R07e22261e80c41ab"/>
    <p:sldId xmlns:r="http://schemas.openxmlformats.org/officeDocument/2006/relationships" id="306" r:id="R7d6b22faed2a4688"/>
    <p:sldId xmlns:r="http://schemas.openxmlformats.org/officeDocument/2006/relationships" id="307" r:id="R2fe0b8038be34157"/>
    <p:sldId xmlns:r="http://schemas.openxmlformats.org/officeDocument/2006/relationships" id="308" r:id="Rc12500a5546941f3"/>
    <p:sldId xmlns:r="http://schemas.openxmlformats.org/officeDocument/2006/relationships" id="309" r:id="Rba467e60a657489d"/>
    <p:sldId xmlns:r="http://schemas.openxmlformats.org/officeDocument/2006/relationships" id="310" r:id="Rd90f8b62b8e4476a"/>
    <p:sldId xmlns:r="http://schemas.openxmlformats.org/officeDocument/2006/relationships" id="311" r:id="R6c30af1a02904686"/>
    <p:sldId xmlns:r="http://schemas.openxmlformats.org/officeDocument/2006/relationships" id="312" r:id="R9cdf66f6cf9d4cb7"/>
    <p:sldId xmlns:r="http://schemas.openxmlformats.org/officeDocument/2006/relationships" id="313" r:id="R2628d885b10441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85ab5dbae84da9" /><Relationship Type="http://schemas.openxmlformats.org/officeDocument/2006/relationships/slideMaster" Target="/ppt/slideMasters/slideMaster1.xml" Id="Rec97fd1044e941d0" /><Relationship Type="http://schemas.openxmlformats.org/officeDocument/2006/relationships/notesMaster" Target="/ppt/notesMasters/notesMaster1.xml" Id="R775ebbaa37a24bf7" /><Relationship Type="http://schemas.openxmlformats.org/officeDocument/2006/relationships/presProps" Target="/ppt/presProps.xml" Id="Rc522168b847e4e06" /><Relationship Type="http://schemas.openxmlformats.org/officeDocument/2006/relationships/tableStyles" Target="/ppt/tableStyles.xml" Id="R756f536cab754884" /><Relationship Type="http://schemas.openxmlformats.org/officeDocument/2006/relationships/slide" Target="/ppt/slides/slide1.xml" Id="Rad9b6547e6f84117" /><Relationship Type="http://schemas.openxmlformats.org/officeDocument/2006/relationships/slide" Target="/ppt/slides/slide2.xml" Id="R15009d0a0a194bba" /><Relationship Type="http://schemas.openxmlformats.org/officeDocument/2006/relationships/slide" Target="/ppt/slides/slide3.xml" Id="R25afd9d05bfa47af" /><Relationship Type="http://schemas.openxmlformats.org/officeDocument/2006/relationships/slide" Target="/ppt/slides/slide4.xml" Id="Rd91bfd780dd44845" /><Relationship Type="http://schemas.openxmlformats.org/officeDocument/2006/relationships/slide" Target="/ppt/slides/slide5.xml" Id="R24b26f48cc264cf5" /><Relationship Type="http://schemas.openxmlformats.org/officeDocument/2006/relationships/slide" Target="/ppt/slides/slide6.xml" Id="Rd31f81ca2bbf4621" /><Relationship Type="http://schemas.openxmlformats.org/officeDocument/2006/relationships/slide" Target="/ppt/slides/slide7.xml" Id="R5933e2b432f14f06" /><Relationship Type="http://schemas.openxmlformats.org/officeDocument/2006/relationships/slide" Target="/ppt/slides/slide8.xml" Id="Rbac2c3e8111f4723" /><Relationship Type="http://schemas.openxmlformats.org/officeDocument/2006/relationships/slide" Target="/ppt/slides/slide9.xml" Id="R935907fc5e044797" /><Relationship Type="http://schemas.openxmlformats.org/officeDocument/2006/relationships/slide" Target="/ppt/slides/slide10.xml" Id="R41e0dc378dd942ee" /><Relationship Type="http://schemas.openxmlformats.org/officeDocument/2006/relationships/slide" Target="/ppt/slides/slide11.xml" Id="R5be02a429f114542" /><Relationship Type="http://schemas.openxmlformats.org/officeDocument/2006/relationships/slide" Target="/ppt/slides/slide12.xml" Id="R6b937df582d14305" /><Relationship Type="http://schemas.openxmlformats.org/officeDocument/2006/relationships/slide" Target="/ppt/slides/slide13.xml" Id="R2682c2781f0a4918" /><Relationship Type="http://schemas.openxmlformats.org/officeDocument/2006/relationships/slide" Target="/ppt/slides/slide14.xml" Id="R5862e73eddd34e45" /><Relationship Type="http://schemas.openxmlformats.org/officeDocument/2006/relationships/slide" Target="/ppt/slides/slide15.xml" Id="R29e8fb1b2f2d4a0b" /><Relationship Type="http://schemas.openxmlformats.org/officeDocument/2006/relationships/slide" Target="/ppt/slides/slide16.xml" Id="R67eced4ec7074724" /><Relationship Type="http://schemas.openxmlformats.org/officeDocument/2006/relationships/slide" Target="/ppt/slides/slide17.xml" Id="Rf17037c22b894ac6" /><Relationship Type="http://schemas.openxmlformats.org/officeDocument/2006/relationships/slide" Target="/ppt/slides/slide18.xml" Id="R2fb9ef17bc354778" /><Relationship Type="http://schemas.openxmlformats.org/officeDocument/2006/relationships/slide" Target="/ppt/slides/slide19.xml" Id="Rd1d721d0896e4b15" /><Relationship Type="http://schemas.openxmlformats.org/officeDocument/2006/relationships/slide" Target="/ppt/slides/slide20.xml" Id="R17ec29cbaca84192" /><Relationship Type="http://schemas.openxmlformats.org/officeDocument/2006/relationships/slide" Target="/ppt/slides/slide21.xml" Id="Rdf87e564a9f6482d" /><Relationship Type="http://schemas.openxmlformats.org/officeDocument/2006/relationships/slide" Target="/ppt/slides/slide22.xml" Id="R248645c8473142fc" /><Relationship Type="http://schemas.openxmlformats.org/officeDocument/2006/relationships/slide" Target="/ppt/slides/slide23.xml" Id="R7c6c76175e9b46d3" /><Relationship Type="http://schemas.openxmlformats.org/officeDocument/2006/relationships/slide" Target="/ppt/slides/slide24.xml" Id="Ra92349e81ab641ba" /><Relationship Type="http://schemas.openxmlformats.org/officeDocument/2006/relationships/slide" Target="/ppt/slides/slide25.xml" Id="R8b58674443b94f26" /><Relationship Type="http://schemas.openxmlformats.org/officeDocument/2006/relationships/slide" Target="/ppt/slides/slide26.xml" Id="R8d7621d709e142a7" /><Relationship Type="http://schemas.openxmlformats.org/officeDocument/2006/relationships/slide" Target="/ppt/slides/slide27.xml" Id="Rce4059b1d9d44210" /><Relationship Type="http://schemas.openxmlformats.org/officeDocument/2006/relationships/slide" Target="/ppt/slides/slide28.xml" Id="R3a1eb2b32cb942f4" /><Relationship Type="http://schemas.openxmlformats.org/officeDocument/2006/relationships/slide" Target="/ppt/slides/slide29.xml" Id="R843165b7f5cc4fb9" /><Relationship Type="http://schemas.openxmlformats.org/officeDocument/2006/relationships/slide" Target="/ppt/slides/slide30.xml" Id="R08d9daf381df4f91" /><Relationship Type="http://schemas.openxmlformats.org/officeDocument/2006/relationships/slide" Target="/ppt/slides/slide31.xml" Id="Ra09e31cda9c2464b" /><Relationship Type="http://schemas.openxmlformats.org/officeDocument/2006/relationships/slide" Target="/ppt/slides/slide32.xml" Id="Rd37fcea5cd7c45bb" /><Relationship Type="http://schemas.openxmlformats.org/officeDocument/2006/relationships/slide" Target="/ppt/slides/slide33.xml" Id="Re455f23cca6d461f" /><Relationship Type="http://schemas.openxmlformats.org/officeDocument/2006/relationships/slide" Target="/ppt/slides/slide34.xml" Id="Rb7b703c340e0475a" /><Relationship Type="http://schemas.openxmlformats.org/officeDocument/2006/relationships/slide" Target="/ppt/slides/slide35.xml" Id="Rae79b163a4c14683" /><Relationship Type="http://schemas.openxmlformats.org/officeDocument/2006/relationships/slide" Target="/ppt/slides/slide36.xml" Id="Re60531fe7a25417a" /><Relationship Type="http://schemas.openxmlformats.org/officeDocument/2006/relationships/slide" Target="/ppt/slides/slide37.xml" Id="R9acb120600d14d36" /><Relationship Type="http://schemas.openxmlformats.org/officeDocument/2006/relationships/slide" Target="/ppt/slides/slide38.xml" Id="R3f8948b5c1c44174" /><Relationship Type="http://schemas.openxmlformats.org/officeDocument/2006/relationships/slide" Target="/ppt/slides/slide39.xml" Id="R89c811e532d44e6b" /><Relationship Type="http://schemas.openxmlformats.org/officeDocument/2006/relationships/slide" Target="/ppt/slides/slide40.xml" Id="Rf592c5a4cf454e30" /><Relationship Type="http://schemas.openxmlformats.org/officeDocument/2006/relationships/slide" Target="/ppt/slides/slide41.xml" Id="R9ecfe923db694d63" /><Relationship Type="http://schemas.openxmlformats.org/officeDocument/2006/relationships/slide" Target="/ppt/slides/slide42.xml" Id="Rb63b48a18fea4d5b" /><Relationship Type="http://schemas.openxmlformats.org/officeDocument/2006/relationships/slide" Target="/ppt/slides/slide43.xml" Id="Rf0ee679c722f4608" /><Relationship Type="http://schemas.openxmlformats.org/officeDocument/2006/relationships/slide" Target="/ppt/slides/slide44.xml" Id="R950e192f38fa47ae" /><Relationship Type="http://schemas.openxmlformats.org/officeDocument/2006/relationships/slide" Target="/ppt/slides/slide45.xml" Id="R9795fd7f477c48d2" /><Relationship Type="http://schemas.openxmlformats.org/officeDocument/2006/relationships/slide" Target="/ppt/slides/slide46.xml" Id="Rdb658d1ac6784f96" /><Relationship Type="http://schemas.openxmlformats.org/officeDocument/2006/relationships/slide" Target="/ppt/slides/slide47.xml" Id="Rc82c2e714aba4105" /><Relationship Type="http://schemas.openxmlformats.org/officeDocument/2006/relationships/slide" Target="/ppt/slides/slide48.xml" Id="Rf1a0517345f045e7" /><Relationship Type="http://schemas.openxmlformats.org/officeDocument/2006/relationships/slide" Target="/ppt/slides/slide49.xml" Id="R9ed66ca3877949fc" /><Relationship Type="http://schemas.openxmlformats.org/officeDocument/2006/relationships/slide" Target="/ppt/slides/slide50.xml" Id="R07e22261e80c41ab" /><Relationship Type="http://schemas.openxmlformats.org/officeDocument/2006/relationships/slide" Target="/ppt/slides/slide51.xml" Id="R7d6b22faed2a4688" /><Relationship Type="http://schemas.openxmlformats.org/officeDocument/2006/relationships/slide" Target="/ppt/slides/slide52.xml" Id="R2fe0b8038be34157" /><Relationship Type="http://schemas.openxmlformats.org/officeDocument/2006/relationships/slide" Target="/ppt/slides/slide53.xml" Id="Rc12500a5546941f3" /><Relationship Type="http://schemas.openxmlformats.org/officeDocument/2006/relationships/slide" Target="/ppt/slides/slide54.xml" Id="Rba467e60a657489d" /><Relationship Type="http://schemas.openxmlformats.org/officeDocument/2006/relationships/slide" Target="/ppt/slides/slide55.xml" Id="Rd90f8b62b8e4476a" /><Relationship Type="http://schemas.openxmlformats.org/officeDocument/2006/relationships/slide" Target="/ppt/slides/slide56.xml" Id="R6c30af1a02904686" /><Relationship Type="http://schemas.openxmlformats.org/officeDocument/2006/relationships/slide" Target="/ppt/slides/slide57.xml" Id="R9cdf66f6cf9d4cb7" /><Relationship Type="http://schemas.openxmlformats.org/officeDocument/2006/relationships/slide" Target="/ppt/slides/slide58.xml" Id="R2628d885b10441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4bb8c7bafb4f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1d614c03454202" /><Relationship Type="http://schemas.openxmlformats.org/officeDocument/2006/relationships/notesMaster" Target="/ppt/notesMasters/notesMaster1.xml" Id="R539a25a41c1244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1486328f6d41f4" /><Relationship Type="http://schemas.openxmlformats.org/officeDocument/2006/relationships/notesMaster" Target="/ppt/notesMasters/notesMaster1.xml" Id="R1869a5b24f124b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250027d36a40e0" /><Relationship Type="http://schemas.openxmlformats.org/officeDocument/2006/relationships/notesMaster" Target="/ppt/notesMasters/notesMaster1.xml" Id="Rcdd2a29a87114e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c99415c55342b7" /><Relationship Type="http://schemas.openxmlformats.org/officeDocument/2006/relationships/notesMaster" Target="/ppt/notesMasters/notesMaster1.xml" Id="Rb435c72d3ef644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01715e9e574927" /><Relationship Type="http://schemas.openxmlformats.org/officeDocument/2006/relationships/notesMaster" Target="/ppt/notesMasters/notesMaster1.xml" Id="Rb86d58f39f6648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15c3cbdea3452f" /><Relationship Type="http://schemas.openxmlformats.org/officeDocument/2006/relationships/notesMaster" Target="/ppt/notesMasters/notesMaster1.xml" Id="R314ccc30100945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3b4ba42283496d" /><Relationship Type="http://schemas.openxmlformats.org/officeDocument/2006/relationships/notesMaster" Target="/ppt/notesMasters/notesMaster1.xml" Id="Rcb954ecec42b44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0dccb34e9f4455" /><Relationship Type="http://schemas.openxmlformats.org/officeDocument/2006/relationships/notesMaster" Target="/ppt/notesMasters/notesMaster1.xml" Id="R1224d2d8c5474c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f6ba212b9941bf" /><Relationship Type="http://schemas.openxmlformats.org/officeDocument/2006/relationships/notesMaster" Target="/ppt/notesMasters/notesMaster1.xml" Id="R1a8a67cf49984d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3cdbddcebe46cd" /><Relationship Type="http://schemas.openxmlformats.org/officeDocument/2006/relationships/notesMaster" Target="/ppt/notesMasters/notesMaster1.xml" Id="R8c8e763a21e545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26a53a957d4f68" /><Relationship Type="http://schemas.openxmlformats.org/officeDocument/2006/relationships/notesMaster" Target="/ppt/notesMasters/notesMaster1.xml" Id="R93b534fb201c42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d108ac6a404b9e" /><Relationship Type="http://schemas.openxmlformats.org/officeDocument/2006/relationships/notesMaster" Target="/ppt/notesMasters/notesMaster1.xml" Id="R73b0364a555345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8c790687764a10" /><Relationship Type="http://schemas.openxmlformats.org/officeDocument/2006/relationships/notesMaster" Target="/ppt/notesMasters/notesMaster1.xml" Id="R17108b15582842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dddf65c1dc4645" /><Relationship Type="http://schemas.openxmlformats.org/officeDocument/2006/relationships/notesMaster" Target="/ppt/notesMasters/notesMaster1.xml" Id="R8ecb68b6871940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43137a356b49cd" /><Relationship Type="http://schemas.openxmlformats.org/officeDocument/2006/relationships/notesMaster" Target="/ppt/notesMasters/notesMaster1.xml" Id="R807faa300ea54c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9ed0cc49d44a07" /><Relationship Type="http://schemas.openxmlformats.org/officeDocument/2006/relationships/notesMaster" Target="/ppt/notesMasters/notesMaster1.xml" Id="R21c7b11013c842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8c9e6428a644af3" /><Relationship Type="http://schemas.openxmlformats.org/officeDocument/2006/relationships/notesMaster" Target="/ppt/notesMasters/notesMaster1.xml" Id="Rde42d867489f4a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9f2f6bf98a4aff" /><Relationship Type="http://schemas.openxmlformats.org/officeDocument/2006/relationships/notesMaster" Target="/ppt/notesMasters/notesMaster1.xml" Id="R9958e404983140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253136fbbbb4b10" /><Relationship Type="http://schemas.openxmlformats.org/officeDocument/2006/relationships/notesMaster" Target="/ppt/notesMasters/notesMaster1.xml" Id="Rdff149bafb464d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31ee1189d5048fb" /><Relationship Type="http://schemas.openxmlformats.org/officeDocument/2006/relationships/notesMaster" Target="/ppt/notesMasters/notesMaster1.xml" Id="Rab74eb10a6344f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e573ea867f4bcc" /><Relationship Type="http://schemas.openxmlformats.org/officeDocument/2006/relationships/notesMaster" Target="/ppt/notesMasters/notesMaster1.xml" Id="Ra739794271a044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773c8346014fc6" /><Relationship Type="http://schemas.openxmlformats.org/officeDocument/2006/relationships/notesMaster" Target="/ppt/notesMasters/notesMaster1.xml" Id="R3b5c67956a0444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01d9e38b2e4fa7" /><Relationship Type="http://schemas.openxmlformats.org/officeDocument/2006/relationships/notesMaster" Target="/ppt/notesMasters/notesMaster1.xml" Id="Rdbb9342f09ab48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09ac5cc3bf54631" /><Relationship Type="http://schemas.openxmlformats.org/officeDocument/2006/relationships/notesMaster" Target="/ppt/notesMasters/notesMaster1.xml" Id="Rf03dc1210a4f483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272d301db4c448a" /><Relationship Type="http://schemas.openxmlformats.org/officeDocument/2006/relationships/notesMaster" Target="/ppt/notesMasters/notesMaster1.xml" Id="Re274395e76054c1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39f358900c04c95" /><Relationship Type="http://schemas.openxmlformats.org/officeDocument/2006/relationships/notesMaster" Target="/ppt/notesMasters/notesMaster1.xml" Id="R6612a4049a764fa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e6c0e7e8d7441a8" /><Relationship Type="http://schemas.openxmlformats.org/officeDocument/2006/relationships/notesMaster" Target="/ppt/notesMasters/notesMaster1.xml" Id="Rd9d420c35de34c8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5c6ae44905a42f7" /><Relationship Type="http://schemas.openxmlformats.org/officeDocument/2006/relationships/notesMaster" Target="/ppt/notesMasters/notesMaster1.xml" Id="Rb29846f2e481494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20e4512ffa34bbe" /><Relationship Type="http://schemas.openxmlformats.org/officeDocument/2006/relationships/notesMaster" Target="/ppt/notesMasters/notesMaster1.xml" Id="R301315c561c74e5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71c48367c2f4151" /><Relationship Type="http://schemas.openxmlformats.org/officeDocument/2006/relationships/notesMaster" Target="/ppt/notesMasters/notesMaster1.xml" Id="R00d21926e3314fb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40ca8952ea64869" /><Relationship Type="http://schemas.openxmlformats.org/officeDocument/2006/relationships/notesMaster" Target="/ppt/notesMasters/notesMaster1.xml" Id="R584ee9d5cc544fb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96fde9394884eee" /><Relationship Type="http://schemas.openxmlformats.org/officeDocument/2006/relationships/notesMaster" Target="/ppt/notesMasters/notesMaster1.xml" Id="R6683ad0a5a5a4a3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2ecd56863f6415c" /><Relationship Type="http://schemas.openxmlformats.org/officeDocument/2006/relationships/notesMaster" Target="/ppt/notesMasters/notesMaster1.xml" Id="R508a410b5a93422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6336320a604211" /><Relationship Type="http://schemas.openxmlformats.org/officeDocument/2006/relationships/notesMaster" Target="/ppt/notesMasters/notesMaster1.xml" Id="R1c5b5ca1476c46b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7924ab267974749" /><Relationship Type="http://schemas.openxmlformats.org/officeDocument/2006/relationships/notesMaster" Target="/ppt/notesMasters/notesMaster1.xml" Id="R5b4a2953593448e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17cf3f1a0164407" /><Relationship Type="http://schemas.openxmlformats.org/officeDocument/2006/relationships/notesMaster" Target="/ppt/notesMasters/notesMaster1.xml" Id="R7ad3c7f5bf2249a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80df1a47a1a484c" /><Relationship Type="http://schemas.openxmlformats.org/officeDocument/2006/relationships/notesMaster" Target="/ppt/notesMasters/notesMaster1.xml" Id="R0d96fd91f54f427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bfbba0706c54121" /><Relationship Type="http://schemas.openxmlformats.org/officeDocument/2006/relationships/notesMaster" Target="/ppt/notesMasters/notesMaster1.xml" Id="R6fdc73a9ff6f494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74f96f6b5894ca5" /><Relationship Type="http://schemas.openxmlformats.org/officeDocument/2006/relationships/notesMaster" Target="/ppt/notesMasters/notesMaster1.xml" Id="Rdf72206aabb04dc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9ee9fc5e6584f5e" /><Relationship Type="http://schemas.openxmlformats.org/officeDocument/2006/relationships/notesMaster" Target="/ppt/notesMasters/notesMaster1.xml" Id="Rb1af0f78def343f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8b14ee4ef344115" /><Relationship Type="http://schemas.openxmlformats.org/officeDocument/2006/relationships/notesMaster" Target="/ppt/notesMasters/notesMaster1.xml" Id="R3ef838274b96401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c43ebb086714a60" /><Relationship Type="http://schemas.openxmlformats.org/officeDocument/2006/relationships/notesMaster" Target="/ppt/notesMasters/notesMaster1.xml" Id="R71b026e28fc04be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9db33dbb12f4a84" /><Relationship Type="http://schemas.openxmlformats.org/officeDocument/2006/relationships/notesMaster" Target="/ppt/notesMasters/notesMaster1.xml" Id="R01b8d334b67d4ed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efc600294494acc" /><Relationship Type="http://schemas.openxmlformats.org/officeDocument/2006/relationships/notesMaster" Target="/ppt/notesMasters/notesMaster1.xml" Id="R368ef2d63f3e458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e41fc4214934e6f" /><Relationship Type="http://schemas.openxmlformats.org/officeDocument/2006/relationships/notesMaster" Target="/ppt/notesMasters/notesMaster1.xml" Id="R9f3fc52538a241a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a22cd73c5da4a40" /><Relationship Type="http://schemas.openxmlformats.org/officeDocument/2006/relationships/notesMaster" Target="/ppt/notesMasters/notesMaster1.xml" Id="R747d723ae756428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c41d69ec6424f43" /><Relationship Type="http://schemas.openxmlformats.org/officeDocument/2006/relationships/notesMaster" Target="/ppt/notesMasters/notesMaster1.xml" Id="R32276cba2b6840b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212cb1d0ab341c4" /><Relationship Type="http://schemas.openxmlformats.org/officeDocument/2006/relationships/notesMaster" Target="/ppt/notesMasters/notesMaster1.xml" Id="R83df6b3cb7e0468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8dc5cb21dce4706" /><Relationship Type="http://schemas.openxmlformats.org/officeDocument/2006/relationships/notesMaster" Target="/ppt/notesMasters/notesMaster1.xml" Id="R5ba9c306594c4bf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dd2dd56063c42ec" /><Relationship Type="http://schemas.openxmlformats.org/officeDocument/2006/relationships/notesMaster" Target="/ppt/notesMasters/notesMaster1.xml" Id="R0ef281641e504a7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dd15bcbd94c4fc4" /><Relationship Type="http://schemas.openxmlformats.org/officeDocument/2006/relationships/notesMaster" Target="/ppt/notesMasters/notesMaster1.xml" Id="Re13c6949afd84d5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a8cf065ba21414c" /><Relationship Type="http://schemas.openxmlformats.org/officeDocument/2006/relationships/notesMaster" Target="/ppt/notesMasters/notesMaster1.xml" Id="R66933e48599a48c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9556831201d46f3" /><Relationship Type="http://schemas.openxmlformats.org/officeDocument/2006/relationships/notesMaster" Target="/ppt/notesMasters/notesMaster1.xml" Id="R4d86c49c5dd9496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6332bf2cda54fe9" /><Relationship Type="http://schemas.openxmlformats.org/officeDocument/2006/relationships/notesMaster" Target="/ppt/notesMasters/notesMaster1.xml" Id="R2e7b941d6740441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9d190c216624259" /><Relationship Type="http://schemas.openxmlformats.org/officeDocument/2006/relationships/notesMaster" Target="/ppt/notesMasters/notesMaster1.xml" Id="R52be1ceef12c4f5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1d6c13e818b4976" /><Relationship Type="http://schemas.openxmlformats.org/officeDocument/2006/relationships/notesMaster" Target="/ppt/notesMasters/notesMaster1.xml" Id="Reff6e4cb09974ca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02bfa2d17cb4f1a" /><Relationship Type="http://schemas.openxmlformats.org/officeDocument/2006/relationships/notesMaster" Target="/ppt/notesMasters/notesMaster1.xml" Id="R3fbea3870554496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32bbdfb30d14eb5" /><Relationship Type="http://schemas.openxmlformats.org/officeDocument/2006/relationships/notesMaster" Target="/ppt/notesMasters/notesMaster1.xml" Id="R538ddf1172a442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854cb80f8a4116"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06470bbf8c493b" /><Relationship Type="http://schemas.openxmlformats.org/officeDocument/2006/relationships/slideLayout" Target="/ppt/slideLayouts/slideLayout1.xml" Id="Rfd54c2a449084e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4c2a449084e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fcbc52c7404a2b" /><Relationship Type="http://schemas.openxmlformats.org/officeDocument/2006/relationships/notesSlide" Target="/ppt/notesSlides/notesSlide1.xml" Id="R08017748320849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6582a9566a4b58" /><Relationship Type="http://schemas.openxmlformats.org/officeDocument/2006/relationships/image" Target="/ppt/media/image.jpeg" Id="R51b67ed94c9a4b9b" /><Relationship Type="http://schemas.openxmlformats.org/officeDocument/2006/relationships/notesSlide" Target="/ppt/notesSlides/notesSlide2.xml" Id="R9a9b83b94d4749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c5e8ff45984737" /><Relationship Type="http://schemas.openxmlformats.org/officeDocument/2006/relationships/image" Target="/ppt/media/image.png" Id="R2f78303661bf4356" /><Relationship Type="http://schemas.openxmlformats.org/officeDocument/2006/relationships/notesSlide" Target="/ppt/notesSlides/notesSlide3.xml" Id="R5d6e2ac2369748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262925430d4dd9" /><Relationship Type="http://schemas.openxmlformats.org/officeDocument/2006/relationships/image" Target="/ppt/media/image2.png" Id="R45444bbfc9444b69" /><Relationship Type="http://schemas.openxmlformats.org/officeDocument/2006/relationships/notesSlide" Target="/ppt/notesSlides/notesSlide4.xml" Id="R9054b4507ff04f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745d2087ec4282" /><Relationship Type="http://schemas.openxmlformats.org/officeDocument/2006/relationships/image" Target="/ppt/media/image3.png" Id="R6e32ea92495e49b6" /><Relationship Type="http://schemas.openxmlformats.org/officeDocument/2006/relationships/notesSlide" Target="/ppt/notesSlides/notesSlide5.xml" Id="Rf54baf0e798740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bdbdcea28641b6" /><Relationship Type="http://schemas.openxmlformats.org/officeDocument/2006/relationships/notesSlide" Target="/ppt/notesSlides/notesSlide6.xml" Id="R44e0b053e04840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0e4f07dc3448d3" /><Relationship Type="http://schemas.openxmlformats.org/officeDocument/2006/relationships/image" Target="/ppt/media/image.svg" Id="R8cc4c5b45e8b47ab" /><Relationship Type="http://schemas.openxmlformats.org/officeDocument/2006/relationships/image" Target="/ppt/media/image.jpeg" Id="R1a4f944955bb4648" /><Relationship Type="http://schemas.openxmlformats.org/officeDocument/2006/relationships/notesSlide" Target="/ppt/notesSlides/notesSlide7.xml" Id="R7155a7340ad840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e969b98e7e488d" /><Relationship Type="http://schemas.openxmlformats.org/officeDocument/2006/relationships/image" Target="/ppt/media/image2.jpeg" Id="R2418ba04c7404e43" /><Relationship Type="http://schemas.openxmlformats.org/officeDocument/2006/relationships/image" Target="/ppt/media/image2.svg" Id="R4502fe3cc7164716" /><Relationship Type="http://schemas.openxmlformats.org/officeDocument/2006/relationships/notesSlide" Target="/ppt/notesSlides/notesSlide8.xml" Id="Rb1297751b8c149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1b7f390bd94a90" /><Relationship Type="http://schemas.openxmlformats.org/officeDocument/2006/relationships/notesSlide" Target="/ppt/notesSlides/notesSlide9.xml" Id="R447bcff66c4547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bff77c50786467c" /><Relationship Type="http://schemas.openxmlformats.org/officeDocument/2006/relationships/image" Target="/ppt/media/image3.svg" Id="R9845127773394599" /><Relationship Type="http://schemas.openxmlformats.org/officeDocument/2006/relationships/image" Target="/ppt/media/image3.png" Id="Rb994cccb925947ee" /><Relationship Type="http://schemas.openxmlformats.org/officeDocument/2006/relationships/notesSlide" Target="/ppt/notesSlides/notesSlide10.xml" Id="R6d0027eee3e647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8b2c9f297a44a0" /><Relationship Type="http://schemas.openxmlformats.org/officeDocument/2006/relationships/image" Target="/ppt/media/image4.png" Id="R0ee71d9d537c482f" /><Relationship Type="http://schemas.openxmlformats.org/officeDocument/2006/relationships/notesSlide" Target="/ppt/notesSlides/notesSlide11.xml" Id="Re2fd3ccbbe4943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b3be3cbb3f4b78" /><Relationship Type="http://schemas.openxmlformats.org/officeDocument/2006/relationships/image" Target="/ppt/media/image5.png" Id="Re0b7b0f5c04a411c" /><Relationship Type="http://schemas.openxmlformats.org/officeDocument/2006/relationships/image" Target="/ppt/media/image4.svg" Id="R951206155917488c" /><Relationship Type="http://schemas.openxmlformats.org/officeDocument/2006/relationships/image" Target="/ppt/media/image4.png" Id="R6498b5ac2fc146cb" /><Relationship Type="http://schemas.openxmlformats.org/officeDocument/2006/relationships/notesSlide" Target="/ppt/notesSlides/notesSlide12.xml" Id="Ra18778bd26a64b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7c8eeb1bca4506" /><Relationship Type="http://schemas.openxmlformats.org/officeDocument/2006/relationships/image" Target="/ppt/media/image5.svg" Id="R9719a1e612be4f07" /><Relationship Type="http://schemas.openxmlformats.org/officeDocument/2006/relationships/image" Target="/ppt/media/image5.png" Id="R7e20b4e431744e75" /><Relationship Type="http://schemas.openxmlformats.org/officeDocument/2006/relationships/notesSlide" Target="/ppt/notesSlides/notesSlide13.xml" Id="R2f781e7064be47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863485632174c2f" /><Relationship Type="http://schemas.openxmlformats.org/officeDocument/2006/relationships/image" Target="/ppt/media/image6.png" Id="R4d777691eca545ba" /><Relationship Type="http://schemas.openxmlformats.org/officeDocument/2006/relationships/image" Target="/ppt/media/image6.svg" Id="R1348081c41ed424c" /><Relationship Type="http://schemas.openxmlformats.org/officeDocument/2006/relationships/notesSlide" Target="/ppt/notesSlides/notesSlide14.xml" Id="Re20b0d80d1a54b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07d8b8d1f4c487b" /><Relationship Type="http://schemas.openxmlformats.org/officeDocument/2006/relationships/image" Target="/ppt/media/image7.png" Id="R2d17f312d41b4405" /><Relationship Type="http://schemas.openxmlformats.org/officeDocument/2006/relationships/image" Target="/ppt/media/image7.svg" Id="Re54f6e4d2e8544fc" /><Relationship Type="http://schemas.openxmlformats.org/officeDocument/2006/relationships/notesSlide" Target="/ppt/notesSlides/notesSlide15.xml" Id="R1192fe5814504a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4fda183fb44e3c" /><Relationship Type="http://schemas.openxmlformats.org/officeDocument/2006/relationships/image" Target="/ppt/media/image8.png" Id="Radb18682709f4c99" /><Relationship Type="http://schemas.openxmlformats.org/officeDocument/2006/relationships/image" Target="/ppt/media/image8.svg" Id="R9ec2769f61c046cf" /><Relationship Type="http://schemas.openxmlformats.org/officeDocument/2006/relationships/notesSlide" Target="/ppt/notesSlides/notesSlide16.xml" Id="Rd1b34030b6df45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9b27b8a57a54ed0" /><Relationship Type="http://schemas.openxmlformats.org/officeDocument/2006/relationships/notesSlide" Target="/ppt/notesSlides/notesSlide17.xml" Id="R90302045f8fd4e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3c6923ab86745a3" /><Relationship Type="http://schemas.openxmlformats.org/officeDocument/2006/relationships/notesSlide" Target="/ppt/notesSlides/notesSlide18.xml" Id="Rc40e8ef114634f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93130d8d4d4e34" /><Relationship Type="http://schemas.openxmlformats.org/officeDocument/2006/relationships/notesSlide" Target="/ppt/notesSlides/notesSlide19.xml" Id="R2a3b49a07b1441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b8c73fa0e934590" /><Relationship Type="http://schemas.openxmlformats.org/officeDocument/2006/relationships/image" Target="/ppt/media/image9.png" Id="R37e9010a390b4427" /><Relationship Type="http://schemas.openxmlformats.org/officeDocument/2006/relationships/notesSlide" Target="/ppt/notesSlides/notesSlide20.xml" Id="R407602e330f248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2b0145a184413d" /><Relationship Type="http://schemas.openxmlformats.org/officeDocument/2006/relationships/notesSlide" Target="/ppt/notesSlides/notesSlide21.xml" Id="R8ea13ed37b9740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b0617407ceb46a7" /><Relationship Type="http://schemas.openxmlformats.org/officeDocument/2006/relationships/notesSlide" Target="/ppt/notesSlides/notesSlide22.xml" Id="Rd94812219f40400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d86f79c78c84c2a" /><Relationship Type="http://schemas.openxmlformats.org/officeDocument/2006/relationships/notesSlide" Target="/ppt/notesSlides/notesSlide23.xml" Id="R1d794560a25e452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094316641784f97" /><Relationship Type="http://schemas.openxmlformats.org/officeDocument/2006/relationships/notesSlide" Target="/ppt/notesSlides/notesSlide24.xml" Id="R0ccadf5e3ae747f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adc7d4ca344442d" /><Relationship Type="http://schemas.openxmlformats.org/officeDocument/2006/relationships/notesSlide" Target="/ppt/notesSlides/notesSlide25.xml" Id="Rec06ea0207514e6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1c1a81e2d574462" /><Relationship Type="http://schemas.openxmlformats.org/officeDocument/2006/relationships/notesSlide" Target="/ppt/notesSlides/notesSlide26.xml" Id="R07fd4655d1424a8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15deb61d301498a" /><Relationship Type="http://schemas.openxmlformats.org/officeDocument/2006/relationships/notesSlide" Target="/ppt/notesSlides/notesSlide27.xml" Id="Rf1aac87d31f947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851310c3fa24e28" /><Relationship Type="http://schemas.openxmlformats.org/officeDocument/2006/relationships/image" Target="/ppt/media/image10.png" Id="R724d98feba344d77" /><Relationship Type="http://schemas.openxmlformats.org/officeDocument/2006/relationships/notesSlide" Target="/ppt/notesSlides/notesSlide28.xml" Id="Rd1833cb151bd482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4a4f70b67f34f0a" /><Relationship Type="http://schemas.openxmlformats.org/officeDocument/2006/relationships/image" Target="/ppt/media/image11.png" Id="R38a135cf25804b01" /><Relationship Type="http://schemas.openxmlformats.org/officeDocument/2006/relationships/notesSlide" Target="/ppt/notesSlides/notesSlide29.xml" Id="Reea47a33b5ad4e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7fb044cf155472b" /><Relationship Type="http://schemas.openxmlformats.org/officeDocument/2006/relationships/notesSlide" Target="/ppt/notesSlides/notesSlide30.xml" Id="Rb367ee6e424748a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6de76b0418d4371" /><Relationship Type="http://schemas.openxmlformats.org/officeDocument/2006/relationships/notesSlide" Target="/ppt/notesSlides/notesSlide31.xml" Id="R7b2e223db84847f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12085962786499b" /><Relationship Type="http://schemas.openxmlformats.org/officeDocument/2006/relationships/notesSlide" Target="/ppt/notesSlides/notesSlide32.xml" Id="R651f95bb116f464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8155f773f1d4b9b" /><Relationship Type="http://schemas.openxmlformats.org/officeDocument/2006/relationships/notesSlide" Target="/ppt/notesSlides/notesSlide33.xml" Id="Ra68137316c3d47f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9db5e7752204f87" /><Relationship Type="http://schemas.openxmlformats.org/officeDocument/2006/relationships/notesSlide" Target="/ppt/notesSlides/notesSlide34.xml" Id="R5642abaac9384b7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f0792a2baa64b51" /><Relationship Type="http://schemas.openxmlformats.org/officeDocument/2006/relationships/notesSlide" Target="/ppt/notesSlides/notesSlide35.xml" Id="R8b42fefbcb68472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bc2f88fb1d34723" /><Relationship Type="http://schemas.openxmlformats.org/officeDocument/2006/relationships/notesSlide" Target="/ppt/notesSlides/notesSlide36.xml" Id="Rccbb237b0cb748f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f47575313144779" /><Relationship Type="http://schemas.openxmlformats.org/officeDocument/2006/relationships/notesSlide" Target="/ppt/notesSlides/notesSlide37.xml" Id="R0155d3b2468a493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cefcc89cc4a4e81" /><Relationship Type="http://schemas.openxmlformats.org/officeDocument/2006/relationships/image" Target="/ppt/media/image12.png" Id="R5db8292f81554b4a" /><Relationship Type="http://schemas.openxmlformats.org/officeDocument/2006/relationships/notesSlide" Target="/ppt/notesSlides/notesSlide38.xml" Id="Rca0d8fe96be9462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db20226b71a497b" /><Relationship Type="http://schemas.openxmlformats.org/officeDocument/2006/relationships/notesSlide" Target="/ppt/notesSlides/notesSlide39.xml" Id="R61f85a15804747f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04f1b1beb1d41f1" /><Relationship Type="http://schemas.openxmlformats.org/officeDocument/2006/relationships/notesSlide" Target="/ppt/notesSlides/notesSlide40.xml" Id="Rdd45064ea17d4be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bee344fbf044430" /><Relationship Type="http://schemas.openxmlformats.org/officeDocument/2006/relationships/notesSlide" Target="/ppt/notesSlides/notesSlide41.xml" Id="Rff0c609fc77c4cc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e104cf288814cf4" /><Relationship Type="http://schemas.openxmlformats.org/officeDocument/2006/relationships/notesSlide" Target="/ppt/notesSlides/notesSlide42.xml" Id="Rfffcaac9c433424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0f3b73859224d25" /><Relationship Type="http://schemas.openxmlformats.org/officeDocument/2006/relationships/image" Target="/ppt/media/image2.jpeg" Id="Re9a573ac771d4e80" /><Relationship Type="http://schemas.openxmlformats.org/officeDocument/2006/relationships/notesSlide" Target="/ppt/notesSlides/notesSlide43.xml" Id="Rdea9bae619094b3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2b7d98bec68465e" /><Relationship Type="http://schemas.openxmlformats.org/officeDocument/2006/relationships/notesSlide" Target="/ppt/notesSlides/notesSlide44.xml" Id="R3d68dc58b7e0488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df8d4c7d24e4cad" /><Relationship Type="http://schemas.openxmlformats.org/officeDocument/2006/relationships/notesSlide" Target="/ppt/notesSlides/notesSlide45.xml" Id="R0300256d186b45c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d9e2c3f375f425f" /><Relationship Type="http://schemas.openxmlformats.org/officeDocument/2006/relationships/notesSlide" Target="/ppt/notesSlides/notesSlide46.xml" Id="R5b5052d5a4ad4e3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7f474e7b2394efe" /><Relationship Type="http://schemas.openxmlformats.org/officeDocument/2006/relationships/notesSlide" Target="/ppt/notesSlides/notesSlide47.xml" Id="Red6ea6223ac448d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b4635656588493b" /><Relationship Type="http://schemas.openxmlformats.org/officeDocument/2006/relationships/notesSlide" Target="/ppt/notesSlides/notesSlide48.xml" Id="R9f09f53244ce452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40640577c4241d8" /><Relationship Type="http://schemas.openxmlformats.org/officeDocument/2006/relationships/notesSlide" Target="/ppt/notesSlides/notesSlide49.xml" Id="R49f073e2de6e4fb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adbc69edbfc4390" /><Relationship Type="http://schemas.openxmlformats.org/officeDocument/2006/relationships/image" Target="/ppt/media/image9.svg" Id="Rf86e0810918440a1" /><Relationship Type="http://schemas.openxmlformats.org/officeDocument/2006/relationships/image" Target="/ppt/media/image9.png" Id="R26ee0d7b674d4168" /><Relationship Type="http://schemas.openxmlformats.org/officeDocument/2006/relationships/notesSlide" Target="/ppt/notesSlides/notesSlide50.xml" Id="R1a1a948767f048b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429b03c5b6d41ab" /><Relationship Type="http://schemas.openxmlformats.org/officeDocument/2006/relationships/notesSlide" Target="/ppt/notesSlides/notesSlide51.xml" Id="R738af008d95943f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188c783ea4d4cd7" /><Relationship Type="http://schemas.openxmlformats.org/officeDocument/2006/relationships/notesSlide" Target="/ppt/notesSlides/notesSlide52.xml" Id="Rc4e2d3ccfc26474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8474cbc01f64e4e" /><Relationship Type="http://schemas.openxmlformats.org/officeDocument/2006/relationships/notesSlide" Target="/ppt/notesSlides/notesSlide53.xml" Id="R997d4968457d4b7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fe3f4b0bed64c6e" /><Relationship Type="http://schemas.openxmlformats.org/officeDocument/2006/relationships/notesSlide" Target="/ppt/notesSlides/notesSlide54.xml" Id="R5e448f34ff814ac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f609b5d02184564" /><Relationship Type="http://schemas.openxmlformats.org/officeDocument/2006/relationships/hyperlink" Target="https://www.inceptionlabs.ai/blog/introducing-mercury-2" TargetMode="External" Id="R6f99d6101e7e4b26" /><Relationship Type="http://schemas.openxmlformats.org/officeDocument/2006/relationships/notesSlide" Target="/ppt/notesSlides/notesSlide55.xml" Id="Rfe63e18f2564412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27b5ddb81514814" /><Relationship Type="http://schemas.openxmlformats.org/officeDocument/2006/relationships/notesSlide" Target="/ppt/notesSlides/notesSlide56.xml" Id="Rac2f1b21d103409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81c63e0ad694e47" /><Relationship Type="http://schemas.openxmlformats.org/officeDocument/2006/relationships/notesSlide" Target="/ppt/notesSlides/notesSlide57.xml" Id="Racf1d1443d7d458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9bf2603557f4ec0" /><Relationship Type="http://schemas.openxmlformats.org/officeDocument/2006/relationships/notesSlide" Target="/ppt/notesSlides/notesSlide58.xml" Id="R2ae8f0d35bcc45e1"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51b67ed94c9a4b9b"/>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2f78303661bf435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45444bbfc9444b6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6e32ea92495e49b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1a4f944955bb4648">
            <a:extLst>
              <a:ext uri="{96DAC541-7B7A-43D3-8B79-37D633B846F1}">
                <asvg:svgBlip xmlns:asvg="http://schemas.microsoft.com/office/drawing/2016/SVG/main" r:embed="R8cc4c5b45e8b47ab"/>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2418ba04c7404e43">
            <a:extLst>
              <a:ext uri="{96DAC541-7B7A-43D3-8B79-37D633B846F1}">
                <asvg:svgBlip xmlns:asvg="http://schemas.microsoft.com/office/drawing/2016/SVG/main" r:embed="R4502fe3cc716471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b994cccb925947ee">
            <a:extLst>
              <a:ext uri="{96DAC541-7B7A-43D3-8B79-37D633B846F1}">
                <asvg:svgBlip xmlns:asvg="http://schemas.microsoft.com/office/drawing/2016/SVG/main" r:embed="R984512777339459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0ee71d9d537c482f"/>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e0b7b0f5c04a411c"/>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6498b5ac2fc146cb">
            <a:extLst>
              <a:ext uri="{96DAC541-7B7A-43D3-8B79-37D633B846F1}">
                <asvg:svgBlip xmlns:asvg="http://schemas.microsoft.com/office/drawing/2016/SVG/main" r:embed="R951206155917488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7e20b4e431744e75">
            <a:extLst>
              <a:ext uri="{96DAC541-7B7A-43D3-8B79-37D633B846F1}">
                <asvg:svgBlip xmlns:asvg="http://schemas.microsoft.com/office/drawing/2016/SVG/main" r:embed="R9719a1e612be4f0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4d777691eca545ba"/>
          <a:stretch xmlns:a="http://schemas.openxmlformats.org/drawingml/2006/main"/>
        </p:blipFill>
        <p:spPr>
          <a:xfrm xmlns:a="http://schemas.openxmlformats.org/drawingml/2006/main" flipH="0" flipV="0">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4d777691eca545ba">
            <a:extLst>
              <a:ext uri="{96DAC541-7B7A-43D3-8B79-37D633B846F1}">
                <asvg:svgBlip xmlns:asvg="http://schemas.microsoft.com/office/drawing/2016/SVG/main" r:embed="R1348081c41ed424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2d17f312d41b4405"/>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2d17f312d41b4405">
            <a:extLst>
              <a:ext uri="{96DAC541-7B7A-43D3-8B79-37D633B846F1}">
                <asvg:svgBlip xmlns:asvg="http://schemas.microsoft.com/office/drawing/2016/SVG/main" r:embed="Re54f6e4d2e8544f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adb18682709f4c99">
            <a:extLst>
              <a:ext uri="{96DAC541-7B7A-43D3-8B79-37D633B846F1}">
                <asvg:svgBlip xmlns:asvg="http://schemas.microsoft.com/office/drawing/2016/SVG/main" r:embed="R9ec2769f61c046cf"/>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167305593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spTree>
    <p:extLst>
      <p:ext uri="{BB962C8B-B14F-4D97-AF65-F5344CB8AC3E}">
        <p14:creationId xmlns:p14="http://schemas.microsoft.com/office/powerpoint/2010/main" val="531226958"/>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cxnSp>
        <p:nvCxnSpPr>
          <p:cNvPr id="2036758449"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0"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1"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2"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3"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4"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5"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6"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7"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8"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59"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0"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1"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2"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3"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4"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5"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6"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7"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8"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69"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0"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1"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2"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3"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4"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5"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6"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7"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8"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79"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0"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1"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2"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3"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4"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5"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6"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7"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8"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89"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0"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1"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2"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3"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4"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5"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6"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7"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498"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37e9010a390b4427"/>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724d98feba344d77"/>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38a135cf25804b01"/>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5db8292f81554b4a"/>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e9a573ac771d4e80"/>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26ee0d7b674d4168">
            <a:extLst>
              <a:ext uri="{96DAC541-7B7A-43D3-8B79-37D633B846F1}">
                <asvg:svgBlip xmlns:asvg="http://schemas.microsoft.com/office/drawing/2016/SVG/main" r:embed="Rf86e0810918440a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6f99d6101e7e4b26"/>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2026-07-27T06:46:43.7590000Z</dcterms:created>
  <dcterms:modified xsi:type="dcterms:W3CDTF">2026-07-27T06:46:43.7590000Z</dcterms:modified>
</coreProperties>
</file>