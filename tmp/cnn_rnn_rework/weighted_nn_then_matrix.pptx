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a40a9b467f473a" /><Relationship Type="http://schemas.openxmlformats.org/officeDocument/2006/relationships/extended-properties" Target="/docProps/app.xml" Id="R150143b5e48b4177" /><Relationship Type="http://schemas.openxmlformats.org/officeDocument/2006/relationships/officeDocument" Target="/ppt/presentation.xml" Id="Rc94e7e17ea5a4b6f" /></Relationships>
</file>

<file path=ppt/presentation.xml><?xml version="1.0" encoding="utf-8"?>
<p:presentation xmlns:p="http://schemas.openxmlformats.org/presentationml/2006/main">
  <p:sldMasterIdLst>
    <p:sldMasterId xmlns:r="http://schemas.openxmlformats.org/officeDocument/2006/relationships" id="2147483648" r:id="Rc9eab784454143c2"/>
  </p:sldMasterIdLst>
  <p:notesMasterIdLst>
    <p:notesMasterId xmlns:r="http://schemas.openxmlformats.org/officeDocument/2006/relationships" r:id="Rf29a62e8183b4743"/>
  </p:notesMasterIdLst>
  <p:sldIdLst>
    <p:sldId xmlns:r="http://schemas.openxmlformats.org/officeDocument/2006/relationships" id="256" r:id="R6f3b0594dfd8488b"/>
    <p:sldId xmlns:r="http://schemas.openxmlformats.org/officeDocument/2006/relationships" id="257" r:id="Rb237befbf7bd4ebd"/>
    <p:sldId xmlns:r="http://schemas.openxmlformats.org/officeDocument/2006/relationships" id="258" r:id="R36a295ab65324809"/>
    <p:sldId xmlns:r="http://schemas.openxmlformats.org/officeDocument/2006/relationships" id="259" r:id="R95cc231fdba042fe"/>
    <p:sldId xmlns:r="http://schemas.openxmlformats.org/officeDocument/2006/relationships" id="260" r:id="Rff0c4db337554099"/>
    <p:sldId xmlns:r="http://schemas.openxmlformats.org/officeDocument/2006/relationships" id="261" r:id="R9817427a1c6e46d8"/>
    <p:sldId xmlns:r="http://schemas.openxmlformats.org/officeDocument/2006/relationships" id="262" r:id="R43d5dfd8b83a42da"/>
    <p:sldId xmlns:r="http://schemas.openxmlformats.org/officeDocument/2006/relationships" id="263" r:id="Rd8877cf80d0d4775"/>
    <p:sldId xmlns:r="http://schemas.openxmlformats.org/officeDocument/2006/relationships" id="264" r:id="Rc6b39605b5db4d54"/>
    <p:sldId xmlns:r="http://schemas.openxmlformats.org/officeDocument/2006/relationships" id="265" r:id="R1045ecf5b2654331"/>
    <p:sldId xmlns:r="http://schemas.openxmlformats.org/officeDocument/2006/relationships" id="266" r:id="R29ab4c66abf742cf"/>
    <p:sldId xmlns:r="http://schemas.openxmlformats.org/officeDocument/2006/relationships" id="267" r:id="R987bfa67d12048e6"/>
    <p:sldId xmlns:r="http://schemas.openxmlformats.org/officeDocument/2006/relationships" id="268" r:id="R9806dde7dd7c41d3"/>
    <p:sldId xmlns:r="http://schemas.openxmlformats.org/officeDocument/2006/relationships" id="269" r:id="R2f34a116532046c7"/>
    <p:sldId xmlns:r="http://schemas.openxmlformats.org/officeDocument/2006/relationships" id="270" r:id="Rd09df1734a1c4208"/>
    <p:sldId xmlns:r="http://schemas.openxmlformats.org/officeDocument/2006/relationships" id="271" r:id="R16548432acce4734"/>
    <p:sldId xmlns:r="http://schemas.openxmlformats.org/officeDocument/2006/relationships" id="272" r:id="R50ec94f0bbf04ea4"/>
    <p:sldId xmlns:r="http://schemas.openxmlformats.org/officeDocument/2006/relationships" id="273" r:id="R7e9a62cef4d64b61"/>
    <p:sldId xmlns:r="http://schemas.openxmlformats.org/officeDocument/2006/relationships" id="274" r:id="Rab8c812eb6d2453a"/>
    <p:sldId xmlns:r="http://schemas.openxmlformats.org/officeDocument/2006/relationships" id="275" r:id="R1c220756e2aa4bfc"/>
    <p:sldId xmlns:r="http://schemas.openxmlformats.org/officeDocument/2006/relationships" id="276" r:id="Rce591d70586249d6"/>
    <p:sldId xmlns:r="http://schemas.openxmlformats.org/officeDocument/2006/relationships" id="277" r:id="R96aaaa7d40b0402a"/>
    <p:sldId xmlns:r="http://schemas.openxmlformats.org/officeDocument/2006/relationships" id="278" r:id="Rc21b678e505b4f17"/>
    <p:sldId xmlns:r="http://schemas.openxmlformats.org/officeDocument/2006/relationships" id="279" r:id="R9604935a2ac747fd"/>
    <p:sldId xmlns:r="http://schemas.openxmlformats.org/officeDocument/2006/relationships" id="280" r:id="R100157a994494701"/>
    <p:sldId xmlns:r="http://schemas.openxmlformats.org/officeDocument/2006/relationships" id="281" r:id="R127928387d3c4f66"/>
    <p:sldId xmlns:r="http://schemas.openxmlformats.org/officeDocument/2006/relationships" id="282" r:id="R83c56f008970457b"/>
    <p:sldId xmlns:r="http://schemas.openxmlformats.org/officeDocument/2006/relationships" id="283" r:id="R5d982d7b77c745f5"/>
    <p:sldId xmlns:r="http://schemas.openxmlformats.org/officeDocument/2006/relationships" id="284" r:id="R615b7519ace542eb"/>
    <p:sldId xmlns:r="http://schemas.openxmlformats.org/officeDocument/2006/relationships" id="285" r:id="R518afc9f41e2482e"/>
    <p:sldId xmlns:r="http://schemas.openxmlformats.org/officeDocument/2006/relationships" id="286" r:id="Rb5d38c279ff54f94"/>
    <p:sldId xmlns:r="http://schemas.openxmlformats.org/officeDocument/2006/relationships" id="287" r:id="R485562ec82934d4a"/>
    <p:sldId xmlns:r="http://schemas.openxmlformats.org/officeDocument/2006/relationships" id="288" r:id="R8ce461f2d6da4d4b"/>
    <p:sldId xmlns:r="http://schemas.openxmlformats.org/officeDocument/2006/relationships" id="289" r:id="R1ed1dd0ce64d47d3"/>
    <p:sldId xmlns:r="http://schemas.openxmlformats.org/officeDocument/2006/relationships" id="290" r:id="R55143445e7b847a4"/>
    <p:sldId xmlns:r="http://schemas.openxmlformats.org/officeDocument/2006/relationships" id="291" r:id="R243aa52d046e4968"/>
    <p:sldId xmlns:r="http://schemas.openxmlformats.org/officeDocument/2006/relationships" id="292" r:id="R1edd1ede9ee4455e"/>
    <p:sldId xmlns:r="http://schemas.openxmlformats.org/officeDocument/2006/relationships" id="293" r:id="Rf5b9902f03ba44a7"/>
    <p:sldId xmlns:r="http://schemas.openxmlformats.org/officeDocument/2006/relationships" id="294" r:id="R07eb09d8bbd94e07"/>
    <p:sldId xmlns:r="http://schemas.openxmlformats.org/officeDocument/2006/relationships" id="295" r:id="R6b1285fe521d4807"/>
    <p:sldId xmlns:r="http://schemas.openxmlformats.org/officeDocument/2006/relationships" id="296" r:id="R96c73eaa5382485f"/>
    <p:sldId xmlns:r="http://schemas.openxmlformats.org/officeDocument/2006/relationships" id="297" r:id="R064ae60334534568"/>
    <p:sldId xmlns:r="http://schemas.openxmlformats.org/officeDocument/2006/relationships" id="298" r:id="R0c42700ddcac4498"/>
    <p:sldId xmlns:r="http://schemas.openxmlformats.org/officeDocument/2006/relationships" id="299" r:id="R236551ef10594320"/>
    <p:sldId xmlns:r="http://schemas.openxmlformats.org/officeDocument/2006/relationships" id="300" r:id="R43859ce0476b400f"/>
    <p:sldId xmlns:r="http://schemas.openxmlformats.org/officeDocument/2006/relationships" id="301" r:id="Rcdb4b816574640f4"/>
    <p:sldId xmlns:r="http://schemas.openxmlformats.org/officeDocument/2006/relationships" id="302" r:id="R30ee7b18aa7b4eb3"/>
    <p:sldId xmlns:r="http://schemas.openxmlformats.org/officeDocument/2006/relationships" id="303" r:id="R82a4734d34cb4f5e"/>
    <p:sldId xmlns:r="http://schemas.openxmlformats.org/officeDocument/2006/relationships" id="304" r:id="Rba2a70f6d85f41a2"/>
    <p:sldId xmlns:r="http://schemas.openxmlformats.org/officeDocument/2006/relationships" id="305" r:id="Ra259ad60164146c3"/>
    <p:sldId xmlns:r="http://schemas.openxmlformats.org/officeDocument/2006/relationships" id="306" r:id="R13224753cc7e4595"/>
    <p:sldId xmlns:r="http://schemas.openxmlformats.org/officeDocument/2006/relationships" id="307" r:id="R0f4facdbe4d64146"/>
    <p:sldId xmlns:r="http://schemas.openxmlformats.org/officeDocument/2006/relationships" id="308" r:id="Rfb8ac1f411014f2e"/>
    <p:sldId xmlns:r="http://schemas.openxmlformats.org/officeDocument/2006/relationships" id="309" r:id="R705ff58cd265420c"/>
    <p:sldId xmlns:r="http://schemas.openxmlformats.org/officeDocument/2006/relationships" id="310" r:id="Rb2136624b7d44fb7"/>
    <p:sldId xmlns:r="http://schemas.openxmlformats.org/officeDocument/2006/relationships" id="311" r:id="R563d033bdc0a4b58"/>
    <p:sldId xmlns:r="http://schemas.openxmlformats.org/officeDocument/2006/relationships" id="312" r:id="R8c06eabc0a8c4039"/>
    <p:sldId xmlns:r="http://schemas.openxmlformats.org/officeDocument/2006/relationships" id="313" r:id="R0e7b9334001f4fa6"/>
    <p:sldId xmlns:r="http://schemas.openxmlformats.org/officeDocument/2006/relationships" id="314" r:id="R4bbc4e959b5f4230"/>
    <p:sldId xmlns:r="http://schemas.openxmlformats.org/officeDocument/2006/relationships" id="315" r:id="Rbd348aa6d9534df4"/>
    <p:sldId xmlns:r="http://schemas.openxmlformats.org/officeDocument/2006/relationships" id="316" r:id="Red046f2ccc354fc1"/>
    <p:sldId xmlns:r="http://schemas.openxmlformats.org/officeDocument/2006/relationships" id="317" r:id="R8c101af4240047c6"/>
    <p:sldId xmlns:r="http://schemas.openxmlformats.org/officeDocument/2006/relationships" id="318" r:id="R3af6e8ddb79b463b"/>
    <p:sldId xmlns:r="http://schemas.openxmlformats.org/officeDocument/2006/relationships" id="319" r:id="R37d8d8e3977a4765"/>
    <p:sldId xmlns:r="http://schemas.openxmlformats.org/officeDocument/2006/relationships" id="320" r:id="Rf39359681f154381"/>
    <p:sldId xmlns:r="http://schemas.openxmlformats.org/officeDocument/2006/relationships" id="321" r:id="Ra396856cd4e848b1"/>
    <p:sldId xmlns:r="http://schemas.openxmlformats.org/officeDocument/2006/relationships" id="322" r:id="R7c5228f46a1442d3"/>
    <p:sldId xmlns:r="http://schemas.openxmlformats.org/officeDocument/2006/relationships" id="323" r:id="R3de5fd2b730a4e76"/>
    <p:sldId xmlns:r="http://schemas.openxmlformats.org/officeDocument/2006/relationships" id="324" r:id="R4b2c3b1306a3442f"/>
    <p:sldId xmlns:r="http://schemas.openxmlformats.org/officeDocument/2006/relationships" id="325" r:id="R07c3837ee4074fdc"/>
    <p:sldId xmlns:r="http://schemas.openxmlformats.org/officeDocument/2006/relationships" id="326" r:id="Rf63ab27ec6714a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663d03ed0134853" /><Relationship Type="http://schemas.openxmlformats.org/officeDocument/2006/relationships/slideMaster" Target="/ppt/slideMasters/slideMaster1.xml" Id="Rc9eab784454143c2" /><Relationship Type="http://schemas.openxmlformats.org/officeDocument/2006/relationships/notesMaster" Target="/ppt/notesMasters/notesMaster1.xml" Id="Rf29a62e8183b4743" /><Relationship Type="http://schemas.openxmlformats.org/officeDocument/2006/relationships/presProps" Target="/ppt/presProps.xml" Id="Rb459e870869c4c5d" /><Relationship Type="http://schemas.openxmlformats.org/officeDocument/2006/relationships/viewProps" Target="/ppt/viewProps.xml" Id="R40da3bca640d4b97" /><Relationship Type="http://schemas.openxmlformats.org/officeDocument/2006/relationships/tableStyles" Target="/ppt/tableStyles.xml" Id="R91cdae726bf24224" /><Relationship Type="http://schemas.openxmlformats.org/officeDocument/2006/relationships/slide" Target="/ppt/slides/slide1.xml" Id="R6f3b0594dfd8488b" /><Relationship Type="http://schemas.openxmlformats.org/officeDocument/2006/relationships/slide" Target="/ppt/slides/slide2.xml" Id="Rb237befbf7bd4ebd" /><Relationship Type="http://schemas.openxmlformats.org/officeDocument/2006/relationships/slide" Target="/ppt/slides/slide3.xml" Id="R36a295ab65324809" /><Relationship Type="http://schemas.openxmlformats.org/officeDocument/2006/relationships/slide" Target="/ppt/slides/slide4.xml" Id="R95cc231fdba042fe" /><Relationship Type="http://schemas.openxmlformats.org/officeDocument/2006/relationships/slide" Target="/ppt/slides/slide5.xml" Id="Rff0c4db337554099" /><Relationship Type="http://schemas.openxmlformats.org/officeDocument/2006/relationships/slide" Target="/ppt/slides/slide6.xml" Id="R9817427a1c6e46d8" /><Relationship Type="http://schemas.openxmlformats.org/officeDocument/2006/relationships/slide" Target="/ppt/slides/slide7.xml" Id="R43d5dfd8b83a42da" /><Relationship Type="http://schemas.openxmlformats.org/officeDocument/2006/relationships/slide" Target="/ppt/slides/slide8.xml" Id="Rd8877cf80d0d4775" /><Relationship Type="http://schemas.openxmlformats.org/officeDocument/2006/relationships/slide" Target="/ppt/slides/slide9.xml" Id="Rc6b39605b5db4d54" /><Relationship Type="http://schemas.openxmlformats.org/officeDocument/2006/relationships/slide" Target="/ppt/slides/slide10.xml" Id="R1045ecf5b2654331" /><Relationship Type="http://schemas.openxmlformats.org/officeDocument/2006/relationships/slide" Target="/ppt/slides/slide11.xml" Id="R29ab4c66abf742cf" /><Relationship Type="http://schemas.openxmlformats.org/officeDocument/2006/relationships/slide" Target="/ppt/slides/slide12.xml" Id="R987bfa67d12048e6" /><Relationship Type="http://schemas.openxmlformats.org/officeDocument/2006/relationships/slide" Target="/ppt/slides/slide13.xml" Id="R9806dde7dd7c41d3" /><Relationship Type="http://schemas.openxmlformats.org/officeDocument/2006/relationships/slide" Target="/ppt/slides/slide14.xml" Id="R2f34a116532046c7" /><Relationship Type="http://schemas.openxmlformats.org/officeDocument/2006/relationships/slide" Target="/ppt/slides/slide15.xml" Id="Rd09df1734a1c4208" /><Relationship Type="http://schemas.openxmlformats.org/officeDocument/2006/relationships/slide" Target="/ppt/slides/slide16.xml" Id="R16548432acce4734" /><Relationship Type="http://schemas.openxmlformats.org/officeDocument/2006/relationships/slide" Target="/ppt/slides/slide17.xml" Id="R50ec94f0bbf04ea4" /><Relationship Type="http://schemas.openxmlformats.org/officeDocument/2006/relationships/slide" Target="/ppt/slides/slide18.xml" Id="R7e9a62cef4d64b61" /><Relationship Type="http://schemas.openxmlformats.org/officeDocument/2006/relationships/slide" Target="/ppt/slides/slide19.xml" Id="Rab8c812eb6d2453a" /><Relationship Type="http://schemas.openxmlformats.org/officeDocument/2006/relationships/slide" Target="/ppt/slides/slide20.xml" Id="R1c220756e2aa4bfc" /><Relationship Type="http://schemas.openxmlformats.org/officeDocument/2006/relationships/slide" Target="/ppt/slides/slide21.xml" Id="Rce591d70586249d6" /><Relationship Type="http://schemas.openxmlformats.org/officeDocument/2006/relationships/slide" Target="/ppt/slides/slide22.xml" Id="R96aaaa7d40b0402a" /><Relationship Type="http://schemas.openxmlformats.org/officeDocument/2006/relationships/slide" Target="/ppt/slides/slide23.xml" Id="Rc21b678e505b4f17" /><Relationship Type="http://schemas.openxmlformats.org/officeDocument/2006/relationships/slide" Target="/ppt/slides/slide24.xml" Id="R9604935a2ac747fd" /><Relationship Type="http://schemas.openxmlformats.org/officeDocument/2006/relationships/slide" Target="/ppt/slides/slide25.xml" Id="R100157a994494701" /><Relationship Type="http://schemas.openxmlformats.org/officeDocument/2006/relationships/slide" Target="/ppt/slides/slide26.xml" Id="R127928387d3c4f66" /><Relationship Type="http://schemas.openxmlformats.org/officeDocument/2006/relationships/slide" Target="/ppt/slides/slide27.xml" Id="R83c56f008970457b" /><Relationship Type="http://schemas.openxmlformats.org/officeDocument/2006/relationships/slide" Target="/ppt/slides/slide28.xml" Id="R5d982d7b77c745f5" /><Relationship Type="http://schemas.openxmlformats.org/officeDocument/2006/relationships/slide" Target="/ppt/slides/slide29.xml" Id="R615b7519ace542eb" /><Relationship Type="http://schemas.openxmlformats.org/officeDocument/2006/relationships/slide" Target="/ppt/slides/slide30.xml" Id="R518afc9f41e2482e" /><Relationship Type="http://schemas.openxmlformats.org/officeDocument/2006/relationships/slide" Target="/ppt/slides/slide31.xml" Id="Rb5d38c279ff54f94" /><Relationship Type="http://schemas.openxmlformats.org/officeDocument/2006/relationships/slide" Target="/ppt/slides/slide32.xml" Id="R485562ec82934d4a" /><Relationship Type="http://schemas.openxmlformats.org/officeDocument/2006/relationships/slide" Target="/ppt/slides/slide33.xml" Id="R8ce461f2d6da4d4b" /><Relationship Type="http://schemas.openxmlformats.org/officeDocument/2006/relationships/slide" Target="/ppt/slides/slide34.xml" Id="R1ed1dd0ce64d47d3" /><Relationship Type="http://schemas.openxmlformats.org/officeDocument/2006/relationships/slide" Target="/ppt/slides/slide35.xml" Id="R55143445e7b847a4" /><Relationship Type="http://schemas.openxmlformats.org/officeDocument/2006/relationships/slide" Target="/ppt/slides/slide36.xml" Id="R243aa52d046e4968" /><Relationship Type="http://schemas.openxmlformats.org/officeDocument/2006/relationships/slide" Target="/ppt/slides/slide37.xml" Id="R1edd1ede9ee4455e" /><Relationship Type="http://schemas.openxmlformats.org/officeDocument/2006/relationships/slide" Target="/ppt/slides/slide38.xml" Id="Rf5b9902f03ba44a7" /><Relationship Type="http://schemas.openxmlformats.org/officeDocument/2006/relationships/slide" Target="/ppt/slides/slide39.xml" Id="R07eb09d8bbd94e07" /><Relationship Type="http://schemas.openxmlformats.org/officeDocument/2006/relationships/slide" Target="/ppt/slides/slide40.xml" Id="R6b1285fe521d4807" /><Relationship Type="http://schemas.openxmlformats.org/officeDocument/2006/relationships/slide" Target="/ppt/slides/slide41.xml" Id="R96c73eaa5382485f" /><Relationship Type="http://schemas.openxmlformats.org/officeDocument/2006/relationships/slide" Target="/ppt/slides/slide42.xml" Id="R064ae60334534568" /><Relationship Type="http://schemas.openxmlformats.org/officeDocument/2006/relationships/slide" Target="/ppt/slides/slide43.xml" Id="R0c42700ddcac4498" /><Relationship Type="http://schemas.openxmlformats.org/officeDocument/2006/relationships/slide" Target="/ppt/slides/slide44.xml" Id="R236551ef10594320" /><Relationship Type="http://schemas.openxmlformats.org/officeDocument/2006/relationships/slide" Target="/ppt/slides/slide45.xml" Id="R43859ce0476b400f" /><Relationship Type="http://schemas.openxmlformats.org/officeDocument/2006/relationships/slide" Target="/ppt/slides/slide46.xml" Id="Rcdb4b816574640f4" /><Relationship Type="http://schemas.openxmlformats.org/officeDocument/2006/relationships/slide" Target="/ppt/slides/slide47.xml" Id="R30ee7b18aa7b4eb3" /><Relationship Type="http://schemas.openxmlformats.org/officeDocument/2006/relationships/slide" Target="/ppt/slides/slide48.xml" Id="R82a4734d34cb4f5e" /><Relationship Type="http://schemas.openxmlformats.org/officeDocument/2006/relationships/slide" Target="/ppt/slides/slide49.xml" Id="Rba2a70f6d85f41a2" /><Relationship Type="http://schemas.openxmlformats.org/officeDocument/2006/relationships/slide" Target="/ppt/slides/slide50.xml" Id="Ra259ad60164146c3" /><Relationship Type="http://schemas.openxmlformats.org/officeDocument/2006/relationships/slide" Target="/ppt/slides/slide51.xml" Id="R13224753cc7e4595" /><Relationship Type="http://schemas.openxmlformats.org/officeDocument/2006/relationships/slide" Target="/ppt/slides/slide52.xml" Id="R0f4facdbe4d64146" /><Relationship Type="http://schemas.openxmlformats.org/officeDocument/2006/relationships/slide" Target="/ppt/slides/slide53.xml" Id="Rfb8ac1f411014f2e" /><Relationship Type="http://schemas.openxmlformats.org/officeDocument/2006/relationships/slide" Target="/ppt/slides/slide54.xml" Id="R705ff58cd265420c" /><Relationship Type="http://schemas.openxmlformats.org/officeDocument/2006/relationships/slide" Target="/ppt/slides/slide55.xml" Id="Rb2136624b7d44fb7" /><Relationship Type="http://schemas.openxmlformats.org/officeDocument/2006/relationships/slide" Target="/ppt/slides/slide56.xml" Id="R563d033bdc0a4b58" /><Relationship Type="http://schemas.openxmlformats.org/officeDocument/2006/relationships/slide" Target="/ppt/slides/slide57.xml" Id="R8c06eabc0a8c4039" /><Relationship Type="http://schemas.openxmlformats.org/officeDocument/2006/relationships/slide" Target="/ppt/slides/slide58.xml" Id="R0e7b9334001f4fa6" /><Relationship Type="http://schemas.openxmlformats.org/officeDocument/2006/relationships/slide" Target="/ppt/slides/slide59.xml" Id="R4bbc4e959b5f4230" /><Relationship Type="http://schemas.openxmlformats.org/officeDocument/2006/relationships/slide" Target="/ppt/slides/slide60.xml" Id="Rbd348aa6d9534df4" /><Relationship Type="http://schemas.openxmlformats.org/officeDocument/2006/relationships/slide" Target="/ppt/slides/slide61.xml" Id="Red046f2ccc354fc1" /><Relationship Type="http://schemas.openxmlformats.org/officeDocument/2006/relationships/slide" Target="/ppt/slides/slide62.xml" Id="R8c101af4240047c6" /><Relationship Type="http://schemas.openxmlformats.org/officeDocument/2006/relationships/slide" Target="/ppt/slides/slide63.xml" Id="R3af6e8ddb79b463b" /><Relationship Type="http://schemas.openxmlformats.org/officeDocument/2006/relationships/slide" Target="/ppt/slides/slide64.xml" Id="R37d8d8e3977a4765" /><Relationship Type="http://schemas.openxmlformats.org/officeDocument/2006/relationships/slide" Target="/ppt/slides/slide65.xml" Id="Rf39359681f154381" /><Relationship Type="http://schemas.openxmlformats.org/officeDocument/2006/relationships/slide" Target="/ppt/slides/slide66.xml" Id="Ra396856cd4e848b1" /><Relationship Type="http://schemas.openxmlformats.org/officeDocument/2006/relationships/slide" Target="/ppt/slides/slide67.xml" Id="R7c5228f46a1442d3" /><Relationship Type="http://schemas.openxmlformats.org/officeDocument/2006/relationships/slide" Target="/ppt/slides/slide68.xml" Id="R3de5fd2b730a4e76" /><Relationship Type="http://schemas.openxmlformats.org/officeDocument/2006/relationships/slide" Target="/ppt/slides/slide69.xml" Id="R4b2c3b1306a3442f" /><Relationship Type="http://schemas.openxmlformats.org/officeDocument/2006/relationships/slide" Target="/ppt/slides/slide70.xml" Id="R07c3837ee4074fdc" /><Relationship Type="http://schemas.openxmlformats.org/officeDocument/2006/relationships/slide" Target="/ppt/slides/slide71.xml" Id="Rf63ab27ec6714a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22c8347c3b45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b5001bc2f8427d" /><Relationship Type="http://schemas.openxmlformats.org/officeDocument/2006/relationships/notesMaster" Target="/ppt/notesMasters/notesMaster1.xml" Id="R00660698716844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cab8aab0f24582" /><Relationship Type="http://schemas.openxmlformats.org/officeDocument/2006/relationships/notesMaster" Target="/ppt/notesMasters/notesMaster1.xml" Id="Rfb3ca3c1bae740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213d6bde3f4b78" /><Relationship Type="http://schemas.openxmlformats.org/officeDocument/2006/relationships/notesMaster" Target="/ppt/notesMasters/notesMaster1.xml" Id="R7320faa651184b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7d4e80a54c4976" /><Relationship Type="http://schemas.openxmlformats.org/officeDocument/2006/relationships/notesMaster" Target="/ppt/notesMasters/notesMaster1.xml" Id="Re06d14cbbeb740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303dd9163640f3" /><Relationship Type="http://schemas.openxmlformats.org/officeDocument/2006/relationships/notesMaster" Target="/ppt/notesMasters/notesMaster1.xml" Id="R5e996f93ffb342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4ce0d520d8410b" /><Relationship Type="http://schemas.openxmlformats.org/officeDocument/2006/relationships/notesMaster" Target="/ppt/notesMasters/notesMaster1.xml" Id="Rdcd168cf7b7040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d1675016d04782" /><Relationship Type="http://schemas.openxmlformats.org/officeDocument/2006/relationships/notesMaster" Target="/ppt/notesMasters/notesMaster1.xml" Id="R34ea7838cf484f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8c453809e44f2e" /><Relationship Type="http://schemas.openxmlformats.org/officeDocument/2006/relationships/notesMaster" Target="/ppt/notesMasters/notesMaster1.xml" Id="Re7359aff0c704e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8bf65a51fc4b07" /><Relationship Type="http://schemas.openxmlformats.org/officeDocument/2006/relationships/notesMaster" Target="/ppt/notesMasters/notesMaster1.xml" Id="R8ef28c4e75764f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d86d96be1b4383" /><Relationship Type="http://schemas.openxmlformats.org/officeDocument/2006/relationships/notesMaster" Target="/ppt/notesMasters/notesMaster1.xml" Id="Rf2442f4379c040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547f7058a84855" /><Relationship Type="http://schemas.openxmlformats.org/officeDocument/2006/relationships/notesMaster" Target="/ppt/notesMasters/notesMaster1.xml" Id="R884a461c1b2144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0917256b634c4c" /><Relationship Type="http://schemas.openxmlformats.org/officeDocument/2006/relationships/notesMaster" Target="/ppt/notesMasters/notesMaster1.xml" Id="R60781797bd514a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075af49f644923" /><Relationship Type="http://schemas.openxmlformats.org/officeDocument/2006/relationships/notesMaster" Target="/ppt/notesMasters/notesMaster1.xml" Id="R744f482f2dd247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9c354f78bc4100" /><Relationship Type="http://schemas.openxmlformats.org/officeDocument/2006/relationships/notesMaster" Target="/ppt/notesMasters/notesMaster1.xml" Id="R5bc6b8b7008c45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2efae3bd8c47c6" /><Relationship Type="http://schemas.openxmlformats.org/officeDocument/2006/relationships/notesMaster" Target="/ppt/notesMasters/notesMaster1.xml" Id="R09a6b313dc8d4d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abf85bebeb4aa3" /><Relationship Type="http://schemas.openxmlformats.org/officeDocument/2006/relationships/notesMaster" Target="/ppt/notesMasters/notesMaster1.xml" Id="Rda047419781548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f09923de05432f" /><Relationship Type="http://schemas.openxmlformats.org/officeDocument/2006/relationships/notesMaster" Target="/ppt/notesMasters/notesMaster1.xml" Id="Rd9230cf58ed540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10399a590a408c" /><Relationship Type="http://schemas.openxmlformats.org/officeDocument/2006/relationships/notesMaster" Target="/ppt/notesMasters/notesMaster1.xml" Id="R3e7bad6132c545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798b798a0744f2" /><Relationship Type="http://schemas.openxmlformats.org/officeDocument/2006/relationships/notesMaster" Target="/ppt/notesMasters/notesMaster1.xml" Id="R0268da1e6be943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807b6845354ca6" /><Relationship Type="http://schemas.openxmlformats.org/officeDocument/2006/relationships/notesMaster" Target="/ppt/notesMasters/notesMaster1.xml" Id="Rb8181e54c35342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5f5c9aae404159" /><Relationship Type="http://schemas.openxmlformats.org/officeDocument/2006/relationships/notesMaster" Target="/ppt/notesMasters/notesMaster1.xml" Id="R69afdeff944b4f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858b7e25434fce" /><Relationship Type="http://schemas.openxmlformats.org/officeDocument/2006/relationships/notesMaster" Target="/ppt/notesMasters/notesMaster1.xml" Id="Ra7d86b9c2cfb43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02f985e76a4102" /><Relationship Type="http://schemas.openxmlformats.org/officeDocument/2006/relationships/notesMaster" Target="/ppt/notesMasters/notesMaster1.xml" Id="R160318690857440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ab5a4949e214a1d" /><Relationship Type="http://schemas.openxmlformats.org/officeDocument/2006/relationships/notesMaster" Target="/ppt/notesMasters/notesMaster1.xml" Id="R0afdbecebc3f48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ed1d3f8ced495c" /><Relationship Type="http://schemas.openxmlformats.org/officeDocument/2006/relationships/notesMaster" Target="/ppt/notesMasters/notesMaster1.xml" Id="Rf3468f7a6a3b41a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f56287efc4f457d" /><Relationship Type="http://schemas.openxmlformats.org/officeDocument/2006/relationships/notesMaster" Target="/ppt/notesMasters/notesMaster1.xml" Id="R90b9320c95df426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2eee2ad06043d1" /><Relationship Type="http://schemas.openxmlformats.org/officeDocument/2006/relationships/notesMaster" Target="/ppt/notesMasters/notesMaster1.xml" Id="Rf1a6255cfa7a442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9d30272b804e08" /><Relationship Type="http://schemas.openxmlformats.org/officeDocument/2006/relationships/notesMaster" Target="/ppt/notesMasters/notesMaster1.xml" Id="Ra7da28b211de419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3dffd5a69c9411f" /><Relationship Type="http://schemas.openxmlformats.org/officeDocument/2006/relationships/notesMaster" Target="/ppt/notesMasters/notesMaster1.xml" Id="R2b9cf83fe3274e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5036647ede4ca8" /><Relationship Type="http://schemas.openxmlformats.org/officeDocument/2006/relationships/notesMaster" Target="/ppt/notesMasters/notesMaster1.xml" Id="R58e1195e9cf442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e4393695bce4faa" /><Relationship Type="http://schemas.openxmlformats.org/officeDocument/2006/relationships/notesMaster" Target="/ppt/notesMasters/notesMaster1.xml" Id="Re7090d3dc6d14ae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7b25a0397774910" /><Relationship Type="http://schemas.openxmlformats.org/officeDocument/2006/relationships/notesMaster" Target="/ppt/notesMasters/notesMaster1.xml" Id="R52d88bee1cd0489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4bcb0363254770" /><Relationship Type="http://schemas.openxmlformats.org/officeDocument/2006/relationships/notesMaster" Target="/ppt/notesMasters/notesMaster1.xml" Id="Rf6adf92d2de94f8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0be671013de4ecf" /><Relationship Type="http://schemas.openxmlformats.org/officeDocument/2006/relationships/notesMaster" Target="/ppt/notesMasters/notesMaster1.xml" Id="R133415957b88472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9af7b0d5faa4fc3" /><Relationship Type="http://schemas.openxmlformats.org/officeDocument/2006/relationships/notesMaster" Target="/ppt/notesMasters/notesMaster1.xml" Id="R7da0a3ace61c46f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9cc9cb25b8a4f6d" /><Relationship Type="http://schemas.openxmlformats.org/officeDocument/2006/relationships/notesMaster" Target="/ppt/notesMasters/notesMaster1.xml" Id="Re3d525c25a3a4e6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e151df0f4704063" /><Relationship Type="http://schemas.openxmlformats.org/officeDocument/2006/relationships/notesMaster" Target="/ppt/notesMasters/notesMaster1.xml" Id="R4a2cd4900fac437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d88e631f43945bb" /><Relationship Type="http://schemas.openxmlformats.org/officeDocument/2006/relationships/notesMaster" Target="/ppt/notesMasters/notesMaster1.xml" Id="Rf6d5e05d4d6f419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c8534fbc6b640f3" /><Relationship Type="http://schemas.openxmlformats.org/officeDocument/2006/relationships/notesMaster" Target="/ppt/notesMasters/notesMaster1.xml" Id="R0c60c4d42080479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b3406ee898f46a5" /><Relationship Type="http://schemas.openxmlformats.org/officeDocument/2006/relationships/notesMaster" Target="/ppt/notesMasters/notesMaster1.xml" Id="R77a5f3b79c8849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eb2de524fd3425c" /><Relationship Type="http://schemas.openxmlformats.org/officeDocument/2006/relationships/notesMaster" Target="/ppt/notesMasters/notesMaster1.xml" Id="R3933f42827ed429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d6a5a261e744227" /><Relationship Type="http://schemas.openxmlformats.org/officeDocument/2006/relationships/notesMaster" Target="/ppt/notesMasters/notesMaster1.xml" Id="R2d0f49bd3e4b465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8623a42a1ca4c25" /><Relationship Type="http://schemas.openxmlformats.org/officeDocument/2006/relationships/notesMaster" Target="/ppt/notesMasters/notesMaster1.xml" Id="R6535fb2ecc2146b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31d56b8c3d347e1" /><Relationship Type="http://schemas.openxmlformats.org/officeDocument/2006/relationships/notesMaster" Target="/ppt/notesMasters/notesMaster1.xml" Id="Rfe4329b0d6ee48c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94c82bd0f414aab" /><Relationship Type="http://schemas.openxmlformats.org/officeDocument/2006/relationships/notesMaster" Target="/ppt/notesMasters/notesMaster1.xml" Id="R4a0b617c97e9493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388b28d54ab4fb4" /><Relationship Type="http://schemas.openxmlformats.org/officeDocument/2006/relationships/notesMaster" Target="/ppt/notesMasters/notesMaster1.xml" Id="R72bffa6eb8ca4f9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191e1c81c67411d" /><Relationship Type="http://schemas.openxmlformats.org/officeDocument/2006/relationships/notesMaster" Target="/ppt/notesMasters/notesMaster1.xml" Id="R2da1c35c8b404b0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fb54be49b1e4675" /><Relationship Type="http://schemas.openxmlformats.org/officeDocument/2006/relationships/notesMaster" Target="/ppt/notesMasters/notesMaster1.xml" Id="R415e1c5fb49940d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926a89bb19245b9" /><Relationship Type="http://schemas.openxmlformats.org/officeDocument/2006/relationships/notesMaster" Target="/ppt/notesMasters/notesMaster1.xml" Id="R2173d5f683a8430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4f31dda79a84c6e" /><Relationship Type="http://schemas.openxmlformats.org/officeDocument/2006/relationships/notesMaster" Target="/ppt/notesMasters/notesMaster1.xml" Id="R04704c3f99ef473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4d28fe068ca4768" /><Relationship Type="http://schemas.openxmlformats.org/officeDocument/2006/relationships/notesMaster" Target="/ppt/notesMasters/notesMaster1.xml" Id="R8e803f938f2147b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403cd7828ad4ccc" /><Relationship Type="http://schemas.openxmlformats.org/officeDocument/2006/relationships/notesMaster" Target="/ppt/notesMasters/notesMaster1.xml" Id="R1553d1f03645477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ce1b51e918642cf" /><Relationship Type="http://schemas.openxmlformats.org/officeDocument/2006/relationships/notesMaster" Target="/ppt/notesMasters/notesMaster1.xml" Id="R6218e9b4c3b1428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ae701541aa54301" /><Relationship Type="http://schemas.openxmlformats.org/officeDocument/2006/relationships/notesMaster" Target="/ppt/notesMasters/notesMaster1.xml" Id="R89b47d63640a4c2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1ae6aba26924957" /><Relationship Type="http://schemas.openxmlformats.org/officeDocument/2006/relationships/notesMaster" Target="/ppt/notesMasters/notesMaster1.xml" Id="R57e607ba752446e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3aa5f0033dd4c3b" /><Relationship Type="http://schemas.openxmlformats.org/officeDocument/2006/relationships/notesMaster" Target="/ppt/notesMasters/notesMaster1.xml" Id="R35f3034c57c4466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2d83defa18943f1" /><Relationship Type="http://schemas.openxmlformats.org/officeDocument/2006/relationships/notesMaster" Target="/ppt/notesMasters/notesMaster1.xml" Id="R0fd527609881496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3d13f95e446406b" /><Relationship Type="http://schemas.openxmlformats.org/officeDocument/2006/relationships/notesMaster" Target="/ppt/notesMasters/notesMaster1.xml" Id="R1341cc47277b432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911912c2d2a452c" /><Relationship Type="http://schemas.openxmlformats.org/officeDocument/2006/relationships/notesMaster" Target="/ppt/notesMasters/notesMaster1.xml" Id="R893264c721824bf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c6c470c95264bf7" /><Relationship Type="http://schemas.openxmlformats.org/officeDocument/2006/relationships/notesMaster" Target="/ppt/notesMasters/notesMaster1.xml" Id="R5963aa154e234a1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23ee0e33da64e66" /><Relationship Type="http://schemas.openxmlformats.org/officeDocument/2006/relationships/notesMaster" Target="/ppt/notesMasters/notesMaster1.xml" Id="Rb342f48b9c72496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baf5e89a20a4f50" /><Relationship Type="http://schemas.openxmlformats.org/officeDocument/2006/relationships/notesMaster" Target="/ppt/notesMasters/notesMaster1.xml" Id="R9bf72e7b2ac148f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aed5931e57a403b" /><Relationship Type="http://schemas.openxmlformats.org/officeDocument/2006/relationships/notesMaster" Target="/ppt/notesMasters/notesMaster1.xml" Id="Rbab6ad157afd42a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8ec0eaffe48409a" /><Relationship Type="http://schemas.openxmlformats.org/officeDocument/2006/relationships/notesMaster" Target="/ppt/notesMasters/notesMaster1.xml" Id="R3e44f869b7824a7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2427fd2350e5471d" /><Relationship Type="http://schemas.openxmlformats.org/officeDocument/2006/relationships/notesMaster" Target="/ppt/notesMasters/notesMaster1.xml" Id="Rec90da99b7564c9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1b1e1a6968c4cd6" /><Relationship Type="http://schemas.openxmlformats.org/officeDocument/2006/relationships/notesMaster" Target="/ppt/notesMasters/notesMaster1.xml" Id="Rd57bca9fbed2415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bede225ef454383" /><Relationship Type="http://schemas.openxmlformats.org/officeDocument/2006/relationships/notesMaster" Target="/ppt/notesMasters/notesMaster1.xml" Id="R359aa8bca55f4b80"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e35e22b4d37445f" /><Relationship Type="http://schemas.openxmlformats.org/officeDocument/2006/relationships/notesMaster" Target="/ppt/notesMasters/notesMaster1.xml" Id="R5e0736d3c9f7475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2e38a2a098145cf" /><Relationship Type="http://schemas.openxmlformats.org/officeDocument/2006/relationships/notesMaster" Target="/ppt/notesMasters/notesMaster1.xml" Id="R65850f1c64e142c4"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ba0fd66314f4adf" /><Relationship Type="http://schemas.openxmlformats.org/officeDocument/2006/relationships/notesMaster" Target="/ppt/notesMasters/notesMaster1.xml" Id="R2b835ade0b55469a"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3b69f62d5786432b" /><Relationship Type="http://schemas.openxmlformats.org/officeDocument/2006/relationships/notesMaster" Target="/ppt/notesMasters/notesMaster1.xml" Id="R59225e2303bc4a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matrix multiplication.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a634f08df347ff" /><Relationship Type="http://schemas.openxmlformats.org/officeDocument/2006/relationships/image" Target="/ppt/media/image.png" Id="Rde6c205eb61a44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4fe7dfec024b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2fbe94914a45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190bd9d2f24555" /><Relationship Type="http://schemas.openxmlformats.org/officeDocument/2006/relationships/image" Target="/ppt/media/image.png" Id="Raf2bebe3d1f042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f0505c08a54b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54548caea344a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662412d916045d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6a34232cff94d55" /><Relationship Type="http://schemas.openxmlformats.org/officeDocument/2006/relationships/image" Target="/ppt/media/image.png" Id="Rcc3d3eb7d4c64ce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624a3b3ec4c485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20ea3e10071431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ab138e0c28a412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7edd91c7f67453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115388010" name=""/>
          <p:cNvPicPr>
            <a:picLocks xmlns:a="http://schemas.openxmlformats.org/drawingml/2006/main" noChangeAspect="1"/>
          </p:cNvPicPr>
          <p:nvPr/>
        </p:nvPicPr>
        <p:blipFill rotWithShape="1">
          <a:blip xmlns:r="http://schemas.openxmlformats.org/officeDocument/2006/relationships" xmlns:a="http://schemas.openxmlformats.org/drawingml/2006/main" r:embed="Rde6c205eb61a4485">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363632600" name="">
            <a:extLst xmlns:a="http://schemas.openxmlformats.org/drawingml/2006/main">
              <a:ext uri="{FF2B5EF4-FFF2-40B4-BE49-F238E27FC236}">
                <a16:creationId xmlns:a16="http://schemas.microsoft.com/office/drawing/2014/main" id="{EC88DD88-3CB1-4D94-87A8-EF02AAFABF9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41613715" name="Title 1">
            <a:extLst xmlns:a="http://schemas.openxmlformats.org/drawingml/2006/main">
              <a:ext uri="{FF2B5EF4-FFF2-40B4-BE49-F238E27FC236}">
                <a16:creationId xmlns:a16="http://schemas.microsoft.com/office/drawing/2014/main" id="{3EF02380-E48E-4295-832F-A9469D827CA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20108978" name="Subtitle 2">
            <a:extLst xmlns:a="http://schemas.openxmlformats.org/drawingml/2006/main">
              <a:ext uri="{FF2B5EF4-FFF2-40B4-BE49-F238E27FC236}">
                <a16:creationId xmlns:a16="http://schemas.microsoft.com/office/drawing/2014/main" id="{25E62404-B8DE-4120-B7DC-B60ABD4BBB95}"/>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937790157" name="Date Placeholder 3">
            <a:extLst xmlns:a="http://schemas.openxmlformats.org/drawingml/2006/main">
              <a:ext uri="{FF2B5EF4-FFF2-40B4-BE49-F238E27FC236}">
                <a16:creationId xmlns:a16="http://schemas.microsoft.com/office/drawing/2014/main" id="{9DB4A119-ADD5-4D70-A6D5-4B58AC205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15388008" name="Footer Placeholder 4">
            <a:extLst xmlns:a="http://schemas.openxmlformats.org/drawingml/2006/main">
              <a:ext uri="{FF2B5EF4-FFF2-40B4-BE49-F238E27FC236}">
                <a16:creationId xmlns:a16="http://schemas.microsoft.com/office/drawing/2014/main" id="{AC4B226B-20DD-48EE-A0C1-543A418F4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4691553" name="Slide Number Placeholder 5">
            <a:extLst xmlns:a="http://schemas.openxmlformats.org/drawingml/2006/main">
              <a:ext uri="{FF2B5EF4-FFF2-40B4-BE49-F238E27FC236}">
                <a16:creationId xmlns:a16="http://schemas.microsoft.com/office/drawing/2014/main" id="{3E58DB2B-9CC9-4DEE-92EE-84DC899BA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61606629" name="Rectangle 640957806">
            <a:extLst xmlns:a="http://schemas.openxmlformats.org/drawingml/2006/main">
              <a:ext uri="{FF2B5EF4-FFF2-40B4-BE49-F238E27FC236}">
                <a16:creationId xmlns:a16="http://schemas.microsoft.com/office/drawing/2014/main" id="{94241CC6-D480-4E90-8A9C-FE256ABA2ACA}"/>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969880013" name="Title 1">
            <a:extLst xmlns:a="http://schemas.openxmlformats.org/drawingml/2006/main">
              <a:ext uri="{FF2B5EF4-FFF2-40B4-BE49-F238E27FC236}">
                <a16:creationId xmlns:a16="http://schemas.microsoft.com/office/drawing/2014/main" id="{70E4EFCB-4546-4ED4-B9DD-79CD8BAC76F5}"/>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20519970" name="Content Placeholder 2">
            <a:extLst xmlns:a="http://schemas.openxmlformats.org/drawingml/2006/main">
              <a:ext uri="{FF2B5EF4-FFF2-40B4-BE49-F238E27FC236}">
                <a16:creationId xmlns:a16="http://schemas.microsoft.com/office/drawing/2014/main" id="{BC486BD9-2242-499D-93AE-8427CB3F77B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3241845" name="Date Placeholder 3">
            <a:extLst xmlns:a="http://schemas.openxmlformats.org/drawingml/2006/main">
              <a:ext uri="{FF2B5EF4-FFF2-40B4-BE49-F238E27FC236}">
                <a16:creationId xmlns:a16="http://schemas.microsoft.com/office/drawing/2014/main" id="{AD7E48AD-34DD-4539-AAEC-3F39B2E447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3557338" name="Footer Placeholder 4">
            <a:extLst xmlns:a="http://schemas.openxmlformats.org/drawingml/2006/main">
              <a:ext uri="{FF2B5EF4-FFF2-40B4-BE49-F238E27FC236}">
                <a16:creationId xmlns:a16="http://schemas.microsoft.com/office/drawing/2014/main" id="{3E4C4A93-1935-4D7E-97F6-A5B0B80289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54364253" name="Slide Number Placeholder 5">
            <a:extLst xmlns:a="http://schemas.openxmlformats.org/drawingml/2006/main">
              <a:ext uri="{FF2B5EF4-FFF2-40B4-BE49-F238E27FC236}">
                <a16:creationId xmlns:a16="http://schemas.microsoft.com/office/drawing/2014/main" id="{EDD8FEB5-E8BE-4DC5-934D-58843B618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14134607" name="Rectangle 640957806">
            <a:extLst xmlns:a="http://schemas.openxmlformats.org/drawingml/2006/main">
              <a:ext uri="{FF2B5EF4-FFF2-40B4-BE49-F238E27FC236}">
                <a16:creationId xmlns:a16="http://schemas.microsoft.com/office/drawing/2014/main" id="{3B211D15-141E-45E7-8242-CD0B1B678375}"/>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29472597" name="Title 1">
            <a:extLst xmlns:a="http://schemas.openxmlformats.org/drawingml/2006/main">
              <a:ext uri="{FF2B5EF4-FFF2-40B4-BE49-F238E27FC236}">
                <a16:creationId xmlns:a16="http://schemas.microsoft.com/office/drawing/2014/main" id="{1B9B1835-B558-41B2-B82A-52811596702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117442905" name="Content Placeholder 2">
            <a:extLst xmlns:a="http://schemas.openxmlformats.org/drawingml/2006/main">
              <a:ext uri="{FF2B5EF4-FFF2-40B4-BE49-F238E27FC236}">
                <a16:creationId xmlns:a16="http://schemas.microsoft.com/office/drawing/2014/main" id="{1BEAC5AC-51AD-4945-B948-3E3762E834D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49562066" name="Date Placeholder 3">
            <a:extLst xmlns:a="http://schemas.openxmlformats.org/drawingml/2006/main">
              <a:ext uri="{FF2B5EF4-FFF2-40B4-BE49-F238E27FC236}">
                <a16:creationId xmlns:a16="http://schemas.microsoft.com/office/drawing/2014/main" id="{53887271-3C36-4D46-B8CE-D2B0970884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106594373" name="Footer Placeholder 4">
            <a:extLst xmlns:a="http://schemas.openxmlformats.org/drawingml/2006/main">
              <a:ext uri="{FF2B5EF4-FFF2-40B4-BE49-F238E27FC236}">
                <a16:creationId xmlns:a16="http://schemas.microsoft.com/office/drawing/2014/main" id="{B9F4144A-F667-4442-B0F9-C5EAC27E6B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70777541" name="Slide Number Placeholder 5">
            <a:extLst xmlns:a="http://schemas.openxmlformats.org/drawingml/2006/main">
              <a:ext uri="{FF2B5EF4-FFF2-40B4-BE49-F238E27FC236}">
                <a16:creationId xmlns:a16="http://schemas.microsoft.com/office/drawing/2014/main" id="{0933BD0C-E0AA-4F61-978A-67902E2E90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89565950" name="Rectangle 640957806">
            <a:extLst xmlns:a="http://schemas.openxmlformats.org/drawingml/2006/main">
              <a:ext uri="{FF2B5EF4-FFF2-40B4-BE49-F238E27FC236}">
                <a16:creationId xmlns:a16="http://schemas.microsoft.com/office/drawing/2014/main" id="{9A9898A2-E082-41BF-B6C8-57AB7795305F}"/>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585925817" name=""/>
          <p:cNvPicPr>
            <a:picLocks xmlns:a="http://schemas.openxmlformats.org/drawingml/2006/main" noChangeAspect="1"/>
          </p:cNvPicPr>
          <p:nvPr/>
        </p:nvPicPr>
        <p:blipFill rotWithShape="1">
          <a:blip xmlns:r="http://schemas.openxmlformats.org/officeDocument/2006/relationships" xmlns:a="http://schemas.openxmlformats.org/drawingml/2006/main" r:embed="Raf2bebe3d1f04209">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410018209" name="Title 1">
            <a:extLst xmlns:a="http://schemas.openxmlformats.org/drawingml/2006/main">
              <a:ext uri="{FF2B5EF4-FFF2-40B4-BE49-F238E27FC236}">
                <a16:creationId xmlns:a16="http://schemas.microsoft.com/office/drawing/2014/main" id="{DE2DA1BE-CD44-458C-B5CD-7F3844B9DBA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162296" name="Text Placeholder 2">
            <a:extLst xmlns:a="http://schemas.openxmlformats.org/drawingml/2006/main">
              <a:ext uri="{FF2B5EF4-FFF2-40B4-BE49-F238E27FC236}">
                <a16:creationId xmlns:a16="http://schemas.microsoft.com/office/drawing/2014/main" id="{DCBE0E1B-7F15-49EC-AEC1-3A579143FC8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585925815" name="Date Placeholder 3">
            <a:extLst xmlns:a="http://schemas.openxmlformats.org/drawingml/2006/main">
              <a:ext uri="{FF2B5EF4-FFF2-40B4-BE49-F238E27FC236}">
                <a16:creationId xmlns:a16="http://schemas.microsoft.com/office/drawing/2014/main" id="{6E6C0E4F-A6B2-44CC-834A-5F551B010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23786846" name="Footer Placeholder 4">
            <a:extLst xmlns:a="http://schemas.openxmlformats.org/drawingml/2006/main">
              <a:ext uri="{FF2B5EF4-FFF2-40B4-BE49-F238E27FC236}">
                <a16:creationId xmlns:a16="http://schemas.microsoft.com/office/drawing/2014/main" id="{FB8AD189-B65E-4DE0-BE69-E299B5F171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20552467" name="Slide Number Placeholder 5">
            <a:extLst xmlns:a="http://schemas.openxmlformats.org/drawingml/2006/main">
              <a:ext uri="{FF2B5EF4-FFF2-40B4-BE49-F238E27FC236}">
                <a16:creationId xmlns:a16="http://schemas.microsoft.com/office/drawing/2014/main" id="{3902C19E-E2E8-4746-83E1-58E61A253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55107418" name="Rectangle 640957806">
            <a:extLst xmlns:a="http://schemas.openxmlformats.org/drawingml/2006/main">
              <a:ext uri="{FF2B5EF4-FFF2-40B4-BE49-F238E27FC236}">
                <a16:creationId xmlns:a16="http://schemas.microsoft.com/office/drawing/2014/main" id="{3FD65837-43B8-44D3-81BE-6FFD9771BA1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3774345" name="Title 1">
            <a:extLst xmlns:a="http://schemas.openxmlformats.org/drawingml/2006/main">
              <a:ext uri="{FF2B5EF4-FFF2-40B4-BE49-F238E27FC236}">
                <a16:creationId xmlns:a16="http://schemas.microsoft.com/office/drawing/2014/main" id="{52EFFE03-C73D-482B-9E0C-EA4D523ED4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433763" name="Content Placeholder 2">
            <a:extLst xmlns:a="http://schemas.openxmlformats.org/drawingml/2006/main">
              <a:ext uri="{FF2B5EF4-FFF2-40B4-BE49-F238E27FC236}">
                <a16:creationId xmlns:a16="http://schemas.microsoft.com/office/drawing/2014/main" id="{BDB9DBAA-5CF1-410B-8B80-22C2FF17ED9B}"/>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19701508" name="Content Placeholder 3">
            <a:extLst xmlns:a="http://schemas.openxmlformats.org/drawingml/2006/main">
              <a:ext uri="{FF2B5EF4-FFF2-40B4-BE49-F238E27FC236}">
                <a16:creationId xmlns:a16="http://schemas.microsoft.com/office/drawing/2014/main" id="{7A4AAE51-7B9C-4D86-AA4E-1B99FF7DA917}"/>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22504366" name="Date Placeholder 4">
            <a:extLst xmlns:a="http://schemas.openxmlformats.org/drawingml/2006/main">
              <a:ext uri="{FF2B5EF4-FFF2-40B4-BE49-F238E27FC236}">
                <a16:creationId xmlns:a16="http://schemas.microsoft.com/office/drawing/2014/main" id="{DBF2FF0F-EB7C-46A6-8092-EE0EF97A0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06941795" name="Footer Placeholder 5">
            <a:extLst xmlns:a="http://schemas.openxmlformats.org/drawingml/2006/main">
              <a:ext uri="{FF2B5EF4-FFF2-40B4-BE49-F238E27FC236}">
                <a16:creationId xmlns:a16="http://schemas.microsoft.com/office/drawing/2014/main" id="{6490F0F1-3E58-4282-9E08-63AF90EE00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0153500" name="Slide Number Placeholder 6">
            <a:extLst xmlns:a="http://schemas.openxmlformats.org/drawingml/2006/main">
              <a:ext uri="{FF2B5EF4-FFF2-40B4-BE49-F238E27FC236}">
                <a16:creationId xmlns:a16="http://schemas.microsoft.com/office/drawing/2014/main" id="{A3994195-D3A5-46BE-8170-7D0F1B54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7527884" name="Rectangle 640957806">
            <a:extLst xmlns:a="http://schemas.openxmlformats.org/drawingml/2006/main">
              <a:ext uri="{FF2B5EF4-FFF2-40B4-BE49-F238E27FC236}">
                <a16:creationId xmlns:a16="http://schemas.microsoft.com/office/drawing/2014/main" id="{80C7A96F-D547-41C0-AD38-58945F9C7339}"/>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835310124" name="Title 1">
            <a:extLst xmlns:a="http://schemas.openxmlformats.org/drawingml/2006/main">
              <a:ext uri="{FF2B5EF4-FFF2-40B4-BE49-F238E27FC236}">
                <a16:creationId xmlns:a16="http://schemas.microsoft.com/office/drawing/2014/main" id="{CB41A6D4-F6BC-41B5-895E-2DC858F6E13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85042307" name="Text Placeholder 2">
            <a:extLst xmlns:a="http://schemas.openxmlformats.org/drawingml/2006/main">
              <a:ext uri="{FF2B5EF4-FFF2-40B4-BE49-F238E27FC236}">
                <a16:creationId xmlns:a16="http://schemas.microsoft.com/office/drawing/2014/main" id="{2C01E559-5EF2-4CDB-A943-B57ADA278428}"/>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586656713" name="Content Placeholder 3">
            <a:extLst xmlns:a="http://schemas.openxmlformats.org/drawingml/2006/main">
              <a:ext uri="{FF2B5EF4-FFF2-40B4-BE49-F238E27FC236}">
                <a16:creationId xmlns:a16="http://schemas.microsoft.com/office/drawing/2014/main" id="{C206D729-531C-423D-B7FF-B3841CB6F1DE}"/>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6111327" name="Text Placeholder 4">
            <a:extLst xmlns:a="http://schemas.openxmlformats.org/drawingml/2006/main">
              <a:ext uri="{FF2B5EF4-FFF2-40B4-BE49-F238E27FC236}">
                <a16:creationId xmlns:a16="http://schemas.microsoft.com/office/drawing/2014/main" id="{29F2F69D-800B-4419-BABF-22278BADB2C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746900743" name="Content Placeholder 5">
            <a:extLst xmlns:a="http://schemas.openxmlformats.org/drawingml/2006/main">
              <a:ext uri="{FF2B5EF4-FFF2-40B4-BE49-F238E27FC236}">
                <a16:creationId xmlns:a16="http://schemas.microsoft.com/office/drawing/2014/main" id="{FD70AE3B-CE93-4D53-8D8F-EB8813A80818}"/>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80434497" name="Date Placeholder 6">
            <a:extLst xmlns:a="http://schemas.openxmlformats.org/drawingml/2006/main">
              <a:ext uri="{FF2B5EF4-FFF2-40B4-BE49-F238E27FC236}">
                <a16:creationId xmlns:a16="http://schemas.microsoft.com/office/drawing/2014/main" id="{DAB77E76-8FC9-4221-BDED-410901D98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73610159" name="Footer Placeholder 7">
            <a:extLst xmlns:a="http://schemas.openxmlformats.org/drawingml/2006/main">
              <a:ext uri="{FF2B5EF4-FFF2-40B4-BE49-F238E27FC236}">
                <a16:creationId xmlns:a16="http://schemas.microsoft.com/office/drawing/2014/main" id="{768036EE-5917-4052-B365-EDB86562F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181967" name="Slide Number Placeholder 8">
            <a:extLst xmlns:a="http://schemas.openxmlformats.org/drawingml/2006/main">
              <a:ext uri="{FF2B5EF4-FFF2-40B4-BE49-F238E27FC236}">
                <a16:creationId xmlns:a16="http://schemas.microsoft.com/office/drawing/2014/main" id="{717DB494-6C89-4944-BBE6-E00E6566DF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51246160" name="Rectangle 640957806">
            <a:extLst xmlns:a="http://schemas.openxmlformats.org/drawingml/2006/main">
              <a:ext uri="{FF2B5EF4-FFF2-40B4-BE49-F238E27FC236}">
                <a16:creationId xmlns:a16="http://schemas.microsoft.com/office/drawing/2014/main" id="{32C9CDC9-5DCB-4C20-B000-6F555BED89A8}"/>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70750060" name="Title 1">
            <a:extLst xmlns:a="http://schemas.openxmlformats.org/drawingml/2006/main">
              <a:ext uri="{FF2B5EF4-FFF2-40B4-BE49-F238E27FC236}">
                <a16:creationId xmlns:a16="http://schemas.microsoft.com/office/drawing/2014/main" id="{6B1981EE-59B6-45D5-805E-744F0C7AB98B}"/>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46948995" name="Picture Placeholder 2">
            <a:extLst xmlns:a="http://schemas.openxmlformats.org/drawingml/2006/main">
              <a:ext uri="{FF2B5EF4-FFF2-40B4-BE49-F238E27FC236}">
                <a16:creationId xmlns:a16="http://schemas.microsoft.com/office/drawing/2014/main" id="{A9D86D0D-D965-49C8-82B5-E5E4F8A1195E}"/>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438321204" name="Text Placeholder 3">
            <a:extLst xmlns:a="http://schemas.openxmlformats.org/drawingml/2006/main">
              <a:ext uri="{FF2B5EF4-FFF2-40B4-BE49-F238E27FC236}">
                <a16:creationId xmlns:a16="http://schemas.microsoft.com/office/drawing/2014/main" id="{5585EE48-CDC4-4C69-917B-2A2C80E0369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0373247" name="Date Placeholder 4">
            <a:extLst xmlns:a="http://schemas.openxmlformats.org/drawingml/2006/main">
              <a:ext uri="{FF2B5EF4-FFF2-40B4-BE49-F238E27FC236}">
                <a16:creationId xmlns:a16="http://schemas.microsoft.com/office/drawing/2014/main" id="{1C7122CB-28CA-404D-B9B2-99F4AF5D9F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0091637" name="Footer Placeholder 5">
            <a:extLst xmlns:a="http://schemas.openxmlformats.org/drawingml/2006/main">
              <a:ext uri="{FF2B5EF4-FFF2-40B4-BE49-F238E27FC236}">
                <a16:creationId xmlns:a16="http://schemas.microsoft.com/office/drawing/2014/main" id="{2A6C5EB8-817A-4DDB-A8C0-215AA9F0F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9654832" name="Slide Number Placeholder 6">
            <a:extLst xmlns:a="http://schemas.openxmlformats.org/drawingml/2006/main">
              <a:ext uri="{FF2B5EF4-FFF2-40B4-BE49-F238E27FC236}">
                <a16:creationId xmlns:a16="http://schemas.microsoft.com/office/drawing/2014/main" id="{D6D1B9D5-D8C4-4B9C-93D2-B2D3E5C4D7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129555567" name="Rectangle 640957806">
            <a:extLst xmlns:a="http://schemas.openxmlformats.org/drawingml/2006/main">
              <a:ext uri="{FF2B5EF4-FFF2-40B4-BE49-F238E27FC236}">
                <a16:creationId xmlns:a16="http://schemas.microsoft.com/office/drawing/2014/main" id="{9FCB4DA3-C9E6-47F5-9B67-60104C957A4C}"/>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288113911" name=""/>
          <p:cNvPicPr>
            <a:picLocks xmlns:a="http://schemas.openxmlformats.org/drawingml/2006/main" noChangeAspect="1"/>
          </p:cNvPicPr>
          <p:nvPr/>
        </p:nvPicPr>
        <p:blipFill rotWithShape="1">
          <a:blip xmlns:r="http://schemas.openxmlformats.org/officeDocument/2006/relationships" xmlns:a="http://schemas.openxmlformats.org/drawingml/2006/main" r:embed="Rcc3d3eb7d4c64ce9">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510008646" name="Title 1">
            <a:extLst xmlns:a="http://schemas.openxmlformats.org/drawingml/2006/main">
              <a:ext uri="{FF2B5EF4-FFF2-40B4-BE49-F238E27FC236}">
                <a16:creationId xmlns:a16="http://schemas.microsoft.com/office/drawing/2014/main" id="{214A5C8C-7487-4583-A3D6-F4A2DFDC645E}"/>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18988928" name="Date Placeholder 2">
            <a:extLst xmlns:a="http://schemas.openxmlformats.org/drawingml/2006/main">
              <a:ext uri="{FF2B5EF4-FFF2-40B4-BE49-F238E27FC236}">
                <a16:creationId xmlns:a16="http://schemas.microsoft.com/office/drawing/2014/main" id="{078C4D35-B481-4A54-899D-A0E95916CF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7690686" name="Footer Placeholder 3">
            <a:extLst xmlns:a="http://schemas.openxmlformats.org/drawingml/2006/main">
              <a:ext uri="{FF2B5EF4-FFF2-40B4-BE49-F238E27FC236}">
                <a16:creationId xmlns:a16="http://schemas.microsoft.com/office/drawing/2014/main" id="{5DE758E9-23CA-404C-865B-2813D5994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88113909" name="Slide Number Placeholder 4">
            <a:extLst xmlns:a="http://schemas.openxmlformats.org/drawingml/2006/main">
              <a:ext uri="{FF2B5EF4-FFF2-40B4-BE49-F238E27FC236}">
                <a16:creationId xmlns:a16="http://schemas.microsoft.com/office/drawing/2014/main" id="{42D27D3E-9D8D-4114-B9C3-359E5EC06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14560680" name="Date Placeholder 1">
            <a:extLst xmlns:a="http://schemas.openxmlformats.org/drawingml/2006/main">
              <a:ext uri="{FF2B5EF4-FFF2-40B4-BE49-F238E27FC236}">
                <a16:creationId xmlns:a16="http://schemas.microsoft.com/office/drawing/2014/main" id="{EFA127FE-161F-4B5D-810F-F2727D777A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858479" name="Footer Placeholder 2">
            <a:extLst xmlns:a="http://schemas.openxmlformats.org/drawingml/2006/main">
              <a:ext uri="{FF2B5EF4-FFF2-40B4-BE49-F238E27FC236}">
                <a16:creationId xmlns:a16="http://schemas.microsoft.com/office/drawing/2014/main" id="{C4D68520-47EC-4E7A-B5A1-BD957ADC5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58820126" name="Slide Number Placeholder 3">
            <a:extLst xmlns:a="http://schemas.openxmlformats.org/drawingml/2006/main">
              <a:ext uri="{FF2B5EF4-FFF2-40B4-BE49-F238E27FC236}">
                <a16:creationId xmlns:a16="http://schemas.microsoft.com/office/drawing/2014/main" id="{5849DA1E-E664-47C6-9B3F-CBFCACD73A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422261095" name="Title 1">
            <a:extLst xmlns:a="http://schemas.openxmlformats.org/drawingml/2006/main">
              <a:ext uri="{FF2B5EF4-FFF2-40B4-BE49-F238E27FC236}">
                <a16:creationId xmlns:a16="http://schemas.microsoft.com/office/drawing/2014/main" id="{A2740200-7DCD-4BB6-B9BE-ED518BE91E8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753939612" name="Content Placeholder 2">
            <a:extLst xmlns:a="http://schemas.openxmlformats.org/drawingml/2006/main">
              <a:ext uri="{FF2B5EF4-FFF2-40B4-BE49-F238E27FC236}">
                <a16:creationId xmlns:a16="http://schemas.microsoft.com/office/drawing/2014/main" id="{DAAEA702-56AE-4135-82BA-1DBF41A378D3}"/>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48408881" name="Text Placeholder 3">
            <a:extLst xmlns:a="http://schemas.openxmlformats.org/drawingml/2006/main">
              <a:ext uri="{FF2B5EF4-FFF2-40B4-BE49-F238E27FC236}">
                <a16:creationId xmlns:a16="http://schemas.microsoft.com/office/drawing/2014/main" id="{0CB0DC49-73D6-42A7-AA3E-BDB78260E073}"/>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61153936" name="Date Placeholder 4">
            <a:extLst xmlns:a="http://schemas.openxmlformats.org/drawingml/2006/main">
              <a:ext uri="{FF2B5EF4-FFF2-40B4-BE49-F238E27FC236}">
                <a16:creationId xmlns:a16="http://schemas.microsoft.com/office/drawing/2014/main" id="{32181E41-1854-45FD-A0AA-26A012FF2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9465164" name="Footer Placeholder 5">
            <a:extLst xmlns:a="http://schemas.openxmlformats.org/drawingml/2006/main">
              <a:ext uri="{FF2B5EF4-FFF2-40B4-BE49-F238E27FC236}">
                <a16:creationId xmlns:a16="http://schemas.microsoft.com/office/drawing/2014/main" id="{79A072F6-A4FE-4D09-9C9D-87C5D30AC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3849351" name="Slide Number Placeholder 6">
            <a:extLst xmlns:a="http://schemas.openxmlformats.org/drawingml/2006/main">
              <a:ext uri="{FF2B5EF4-FFF2-40B4-BE49-F238E27FC236}">
                <a16:creationId xmlns:a16="http://schemas.microsoft.com/office/drawing/2014/main" id="{3AD2F64E-1214-4E47-A665-EC10EC5CC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561895256" name="Title 1">
            <a:extLst xmlns:a="http://schemas.openxmlformats.org/drawingml/2006/main">
              <a:ext uri="{FF2B5EF4-FFF2-40B4-BE49-F238E27FC236}">
                <a16:creationId xmlns:a16="http://schemas.microsoft.com/office/drawing/2014/main" id="{3820ED91-1D30-48E5-8E0D-A91FC29BB0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452215824" name="Vertical Text Placeholder 2">
            <a:extLst xmlns:a="http://schemas.openxmlformats.org/drawingml/2006/main">
              <a:ext uri="{FF2B5EF4-FFF2-40B4-BE49-F238E27FC236}">
                <a16:creationId xmlns:a16="http://schemas.microsoft.com/office/drawing/2014/main" id="{72E47865-D23D-4053-BBD8-DB6449E81C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63385872" name="Date Placeholder 3">
            <a:extLst xmlns:a="http://schemas.openxmlformats.org/drawingml/2006/main">
              <a:ext uri="{FF2B5EF4-FFF2-40B4-BE49-F238E27FC236}">
                <a16:creationId xmlns:a16="http://schemas.microsoft.com/office/drawing/2014/main" id="{DEDDE464-FE98-456F-8405-B483B308E7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38436215" name="Footer Placeholder 4">
            <a:extLst xmlns:a="http://schemas.openxmlformats.org/drawingml/2006/main">
              <a:ext uri="{FF2B5EF4-FFF2-40B4-BE49-F238E27FC236}">
                <a16:creationId xmlns:a16="http://schemas.microsoft.com/office/drawing/2014/main" id="{5B1D0FA0-A43A-4583-827F-BA1DE9619C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306237" name="Slide Number Placeholder 5">
            <a:extLst xmlns:a="http://schemas.openxmlformats.org/drawingml/2006/main">
              <a:ext uri="{FF2B5EF4-FFF2-40B4-BE49-F238E27FC236}">
                <a16:creationId xmlns:a16="http://schemas.microsoft.com/office/drawing/2014/main" id="{313105A1-95FA-47B8-B015-F8A695C0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680054524" name="Vertical Title 1">
            <a:extLst xmlns:a="http://schemas.openxmlformats.org/drawingml/2006/main">
              <a:ext uri="{FF2B5EF4-FFF2-40B4-BE49-F238E27FC236}">
                <a16:creationId xmlns:a16="http://schemas.microsoft.com/office/drawing/2014/main" id="{B2BCAFFB-C084-4A9B-B134-A27373998BAA}"/>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968024842" name="Vertical Text Placeholder 2">
            <a:extLst xmlns:a="http://schemas.openxmlformats.org/drawingml/2006/main">
              <a:ext uri="{FF2B5EF4-FFF2-40B4-BE49-F238E27FC236}">
                <a16:creationId xmlns:a16="http://schemas.microsoft.com/office/drawing/2014/main" id="{6C834182-A814-4B55-96CB-C92224AAFFD3}"/>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68243282" name="Date Placeholder 3">
            <a:extLst xmlns:a="http://schemas.openxmlformats.org/drawingml/2006/main">
              <a:ext uri="{FF2B5EF4-FFF2-40B4-BE49-F238E27FC236}">
                <a16:creationId xmlns:a16="http://schemas.microsoft.com/office/drawing/2014/main" id="{84391F29-DB2A-4D75-ADD3-5E5E8A194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41271179" name="Footer Placeholder 4">
            <a:extLst xmlns:a="http://schemas.openxmlformats.org/drawingml/2006/main">
              <a:ext uri="{FF2B5EF4-FFF2-40B4-BE49-F238E27FC236}">
                <a16:creationId xmlns:a16="http://schemas.microsoft.com/office/drawing/2014/main" id="{8A39E4CC-E62A-4757-A007-0BDEF5F09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762860188" name="Slide Number Placeholder 5">
            <a:extLst xmlns:a="http://schemas.openxmlformats.org/drawingml/2006/main">
              <a:ext uri="{FF2B5EF4-FFF2-40B4-BE49-F238E27FC236}">
                <a16:creationId xmlns:a16="http://schemas.microsoft.com/office/drawing/2014/main" id="{A1A0E27E-DDAB-4B9B-B4F2-E032EB2E3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5c11398aa24174" /><Relationship Type="http://schemas.openxmlformats.org/officeDocument/2006/relationships/slideLayout" Target="/ppt/slideLayouts/slideLayout1.xml" Id="R1d7a1bdc33bc4941" /><Relationship Type="http://schemas.openxmlformats.org/officeDocument/2006/relationships/slideLayout" Target="/ppt/slideLayouts/slideLayout2.xml" Id="Ra795a0dc737c4d2f" /><Relationship Type="http://schemas.openxmlformats.org/officeDocument/2006/relationships/slideLayout" Target="/ppt/slideLayouts/slideLayout3.xml" Id="R55f8bc3121e745a8" /><Relationship Type="http://schemas.openxmlformats.org/officeDocument/2006/relationships/slideLayout" Target="/ppt/slideLayouts/slideLayout4.xml" Id="R64323d40b0014578" /><Relationship Type="http://schemas.openxmlformats.org/officeDocument/2006/relationships/slideLayout" Target="/ppt/slideLayouts/slideLayout5.xml" Id="Rb3ba65bfa019414b" /><Relationship Type="http://schemas.openxmlformats.org/officeDocument/2006/relationships/slideLayout" Target="/ppt/slideLayouts/slideLayout6.xml" Id="R64ffa0eef83344d8" /><Relationship Type="http://schemas.openxmlformats.org/officeDocument/2006/relationships/slideLayout" Target="/ppt/slideLayouts/slideLayout7.xml" Id="Re67d1efb00e14dde" /><Relationship Type="http://schemas.openxmlformats.org/officeDocument/2006/relationships/slideLayout" Target="/ppt/slideLayouts/slideLayout8.xml" Id="R49bc6a9fd9db498e" /><Relationship Type="http://schemas.openxmlformats.org/officeDocument/2006/relationships/slideLayout" Target="/ppt/slideLayouts/slideLayout9.xml" Id="Rb5c6a05be7554801" /><Relationship Type="http://schemas.openxmlformats.org/officeDocument/2006/relationships/slideLayout" Target="/ppt/slideLayouts/slideLayout10.xml" Id="R2ce547ef8a964fd0" /><Relationship Type="http://schemas.openxmlformats.org/officeDocument/2006/relationships/slideLayout" Target="/ppt/slideLayouts/slideLayout11.xml" Id="Rfe47cbc0cfb6483d" /><Relationship Type="http://schemas.openxmlformats.org/officeDocument/2006/relationships/slideLayout" Target="/ppt/slideLayouts/slideLayout12.xml" Id="R35713dbe46834833"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60412739" name="Title Placeholder 1">
            <a:extLst xmlns:a="http://schemas.openxmlformats.org/drawingml/2006/main">
              <a:ext uri="{FF2B5EF4-FFF2-40B4-BE49-F238E27FC236}">
                <a16:creationId xmlns:a16="http://schemas.microsoft.com/office/drawing/2014/main" id="{A803F8CE-8B59-4724-B85E-57611F984B5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12109911" name="Text Placeholder 2">
            <a:extLst xmlns:a="http://schemas.openxmlformats.org/drawingml/2006/main">
              <a:ext uri="{FF2B5EF4-FFF2-40B4-BE49-F238E27FC236}">
                <a16:creationId xmlns:a16="http://schemas.microsoft.com/office/drawing/2014/main" id="{F4959CAB-B82C-4675-844D-0FE7AA824A58}"/>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4750488" name="Date Placeholder 3">
            <a:extLst xmlns:a="http://schemas.openxmlformats.org/drawingml/2006/main">
              <a:ext uri="{FF2B5EF4-FFF2-40B4-BE49-F238E27FC236}">
                <a16:creationId xmlns:a16="http://schemas.microsoft.com/office/drawing/2014/main" id="{3674D393-EA20-45D8-9297-37C1624371F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767126544" name="Footer Placeholder 4">
            <a:extLst xmlns:a="http://schemas.openxmlformats.org/drawingml/2006/main">
              <a:ext uri="{FF2B5EF4-FFF2-40B4-BE49-F238E27FC236}">
                <a16:creationId xmlns:a16="http://schemas.microsoft.com/office/drawing/2014/main" id="{57E8BF52-9A74-4DC2-A04C-6F14F06A9925}"/>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73933797" name="Slide Number Placeholder 5">
            <a:extLst xmlns:a="http://schemas.openxmlformats.org/drawingml/2006/main">
              <a:ext uri="{FF2B5EF4-FFF2-40B4-BE49-F238E27FC236}">
                <a16:creationId xmlns:a16="http://schemas.microsoft.com/office/drawing/2014/main" id="{AED5DAD1-0675-493F-A989-B0BCD2B199D7}"/>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7a1bdc33bc4941"/>
    <p:sldLayoutId xmlns:r="http://schemas.openxmlformats.org/officeDocument/2006/relationships" id="2147483650" r:id="Ra795a0dc737c4d2f"/>
    <p:sldLayoutId xmlns:r="http://schemas.openxmlformats.org/officeDocument/2006/relationships" id="2147483651" r:id="R55f8bc3121e745a8"/>
    <p:sldLayoutId xmlns:r="http://schemas.openxmlformats.org/officeDocument/2006/relationships" id="2147483652" r:id="R64323d40b0014578"/>
    <p:sldLayoutId xmlns:r="http://schemas.openxmlformats.org/officeDocument/2006/relationships" id="2147483653" r:id="Rb3ba65bfa019414b"/>
    <p:sldLayoutId xmlns:r="http://schemas.openxmlformats.org/officeDocument/2006/relationships" id="2147483654" r:id="R64ffa0eef83344d8"/>
    <p:sldLayoutId xmlns:r="http://schemas.openxmlformats.org/officeDocument/2006/relationships" id="2147483655" r:id="Re67d1efb00e14dde"/>
    <p:sldLayoutId xmlns:r="http://schemas.openxmlformats.org/officeDocument/2006/relationships" id="2147483656" r:id="R49bc6a9fd9db498e"/>
    <p:sldLayoutId xmlns:r="http://schemas.openxmlformats.org/officeDocument/2006/relationships" id="2147483657" r:id="Rb5c6a05be7554801"/>
    <p:sldLayoutId xmlns:r="http://schemas.openxmlformats.org/officeDocument/2006/relationships" id="2147483658" r:id="R2ce547ef8a964fd0"/>
    <p:sldLayoutId xmlns:r="http://schemas.openxmlformats.org/officeDocument/2006/relationships" id="2147483659" r:id="Rfe47cbc0cfb6483d"/>
    <p:sldLayoutId xmlns:r="http://schemas.openxmlformats.org/officeDocument/2006/relationships" id="2147483660" r:id="R35713dbe46834833"/>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f2926f18514f12" /><Relationship Type="http://schemas.openxmlformats.org/officeDocument/2006/relationships/notesSlide" Target="/ppt/notesSlides/notesSlide1.xml" Id="R6ca92232a8fa4c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dab84bbe704c8d" /><Relationship Type="http://schemas.openxmlformats.org/officeDocument/2006/relationships/image" Target="/ppt/media/image.jpeg" Id="R7710513a60e04653" /><Relationship Type="http://schemas.openxmlformats.org/officeDocument/2006/relationships/notesSlide" Target="/ppt/notesSlides/notesSlide2.xml" Id="R81029b046e8147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9340f62bce40bc" /><Relationship Type="http://schemas.openxmlformats.org/officeDocument/2006/relationships/image" Target="/ppt/media/image2.png" Id="Rbcf31ec6890542b2" /><Relationship Type="http://schemas.openxmlformats.org/officeDocument/2006/relationships/notesSlide" Target="/ppt/notesSlides/notesSlide3.xml" Id="R653ed3eff34b4d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9ee294474c496c" /><Relationship Type="http://schemas.openxmlformats.org/officeDocument/2006/relationships/image" Target="/ppt/media/image2.png" Id="Rc09dbdc0031b4456" /><Relationship Type="http://schemas.openxmlformats.org/officeDocument/2006/relationships/notesSlide" Target="/ppt/notesSlides/notesSlide4.xml" Id="R0d5c462c297042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1b9c22228c4a86" /><Relationship Type="http://schemas.openxmlformats.org/officeDocument/2006/relationships/image" Target="/ppt/media/image2.png" Id="Rfa56cf887783480f" /><Relationship Type="http://schemas.openxmlformats.org/officeDocument/2006/relationships/notesSlide" Target="/ppt/notesSlides/notesSlide5.xml" Id="Rdfc9eda6afaa4f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d741498b094120" /><Relationship Type="http://schemas.openxmlformats.org/officeDocument/2006/relationships/notesSlide" Target="/ppt/notesSlides/notesSlide6.xml" Id="Rf6d24361dcc946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9e7eb812d1402e" /><Relationship Type="http://schemas.openxmlformats.org/officeDocument/2006/relationships/image" Target="/ppt/media/image.svg" Id="R686a18fa4b1b424f" /><Relationship Type="http://schemas.openxmlformats.org/officeDocument/2006/relationships/image" Target="/ppt/media/image.jpeg" Id="R3123ac96ce1546c8" /><Relationship Type="http://schemas.openxmlformats.org/officeDocument/2006/relationships/notesSlide" Target="/ppt/notesSlides/notesSlide7.xml" Id="Ref5df96d9e764d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85c62c40ef4907" /><Relationship Type="http://schemas.openxmlformats.org/officeDocument/2006/relationships/image" Target="/ppt/media/image2.jpeg" Id="R30fc571a7bdb40c7" /><Relationship Type="http://schemas.openxmlformats.org/officeDocument/2006/relationships/image" Target="/ppt/media/image2.svg" Id="R3a41cc6598154a6b" /><Relationship Type="http://schemas.openxmlformats.org/officeDocument/2006/relationships/notesSlide" Target="/ppt/notesSlides/notesSlide8.xml" Id="R5527ae56083f4e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49293ed0e0419c" /><Relationship Type="http://schemas.openxmlformats.org/officeDocument/2006/relationships/notesSlide" Target="/ppt/notesSlides/notesSlide9.xml" Id="R8b5420c9de054b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cfb9ad929e4092" /><Relationship Type="http://schemas.openxmlformats.org/officeDocument/2006/relationships/image" Target="/ppt/media/image3.png" Id="Rd3037fa5bff5479d" /><Relationship Type="http://schemas.openxmlformats.org/officeDocument/2006/relationships/image" Target="/ppt/media/image3.svg" Id="R9bad52e375b242f8" /><Relationship Type="http://schemas.openxmlformats.org/officeDocument/2006/relationships/notesSlide" Target="/ppt/notesSlides/notesSlide10.xml" Id="R931c53285e364b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45d455129941f0" /><Relationship Type="http://schemas.openxmlformats.org/officeDocument/2006/relationships/image" Target="/ppt/media/image4.png" Id="R45ed3a10b3af47ac" /><Relationship Type="http://schemas.openxmlformats.org/officeDocument/2006/relationships/notesSlide" Target="/ppt/notesSlides/notesSlide11.xml" Id="R5da5f5daaa5d42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521a21cb474b1b" /><Relationship Type="http://schemas.openxmlformats.org/officeDocument/2006/relationships/image" Target="/ppt/media/image5.png" Id="R4a7e83c6ff2d4f28" /><Relationship Type="http://schemas.openxmlformats.org/officeDocument/2006/relationships/image" Target="/ppt/media/image4.svg" Id="R6851dfbb50474e61" /><Relationship Type="http://schemas.openxmlformats.org/officeDocument/2006/relationships/image" Target="/ppt/media/image4.png" Id="R582d5b0b0db344a9" /><Relationship Type="http://schemas.openxmlformats.org/officeDocument/2006/relationships/notesSlide" Target="/ppt/notesSlides/notesSlide12.xml" Id="R72ec72ccda8146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de678ee6424567" /><Relationship Type="http://schemas.openxmlformats.org/officeDocument/2006/relationships/image" Target="/ppt/media/image6.png" Id="R32202aef45554494" /><Relationship Type="http://schemas.openxmlformats.org/officeDocument/2006/relationships/notesSlide" Target="/ppt/notesSlides/notesSlide13.xml" Id="Re6d42434118d41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6c0ab6210e4f77" /><Relationship Type="http://schemas.openxmlformats.org/officeDocument/2006/relationships/image" Target="/ppt/media/image7.png" Id="R4d2190496daf4744" /><Relationship Type="http://schemas.openxmlformats.org/officeDocument/2006/relationships/notesSlide" Target="/ppt/notesSlides/notesSlide14.xml" Id="Raeb1ad77cb8146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a0ba6a3b01b4ecc" /><Relationship Type="http://schemas.openxmlformats.org/officeDocument/2006/relationships/image" Target="/ppt/media/image8.png" Id="R2f074167a5dd46b0" /><Relationship Type="http://schemas.openxmlformats.org/officeDocument/2006/relationships/image" Target="/ppt/media/image5.svg" Id="Rb38eac1f626d4c85" /><Relationship Type="http://schemas.openxmlformats.org/officeDocument/2006/relationships/image" Target="/ppt/media/image5.png" Id="R917824a2c90d4803" /><Relationship Type="http://schemas.openxmlformats.org/officeDocument/2006/relationships/notesSlide" Target="/ppt/notesSlides/notesSlide15.xml" Id="Rc8d78e04ebd941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b59c47f5af34b66" /><Relationship Type="http://schemas.openxmlformats.org/officeDocument/2006/relationships/notesSlide" Target="/ppt/notesSlides/notesSlide16.xml" Id="Rdcbbd96e286643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583bdf860f14df9" /><Relationship Type="http://schemas.openxmlformats.org/officeDocument/2006/relationships/notesSlide" Target="/ppt/notesSlides/notesSlide17.xml" Id="Rf2db817ca7e74ea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7dc51088ec4b5a" /><Relationship Type="http://schemas.openxmlformats.org/officeDocument/2006/relationships/notesSlide" Target="/ppt/notesSlides/notesSlide18.xml" Id="R5123110b22984c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6825725dce4dc2" /><Relationship Type="http://schemas.openxmlformats.org/officeDocument/2006/relationships/image" Target="/ppt/media/image9.png" Id="R95e2d8b524f64184" /><Relationship Type="http://schemas.openxmlformats.org/officeDocument/2006/relationships/notesSlide" Target="/ppt/notesSlides/notesSlide19.xml" Id="Rebd14c83e2fc49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c2ab462d81640b0" /><Relationship Type="http://schemas.openxmlformats.org/officeDocument/2006/relationships/image" Target="/ppt/media/image6.svg" Id="Raf4d03cb7c5f48a1" /><Relationship Type="http://schemas.openxmlformats.org/officeDocument/2006/relationships/image" Target="/ppt/media/image6.png" Id="R0000f35e44ee4aa5" /><Relationship Type="http://schemas.openxmlformats.org/officeDocument/2006/relationships/notesSlide" Target="/ppt/notesSlides/notesSlide20.xml" Id="Rfea06a244aa146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4c569b79754a74" /><Relationship Type="http://schemas.openxmlformats.org/officeDocument/2006/relationships/image" Target="/ppt/media/image7.svg" Id="R5be0c6edd0074e60" /><Relationship Type="http://schemas.openxmlformats.org/officeDocument/2006/relationships/image" Target="/ppt/media/image7.png" Id="Rc29579412ebe4bec" /><Relationship Type="http://schemas.openxmlformats.org/officeDocument/2006/relationships/image" Target="/ppt/media/image8.svg" Id="R800f9e7ce8e14b94" /><Relationship Type="http://schemas.openxmlformats.org/officeDocument/2006/relationships/image" Target="/ppt/media/image8.png" Id="R0240e2c470b947ec" /><Relationship Type="http://schemas.openxmlformats.org/officeDocument/2006/relationships/image" Target="/ppt/media/image9.svg" Id="R465896787dfe486b" /><Relationship Type="http://schemas.openxmlformats.org/officeDocument/2006/relationships/image" Target="/ppt/media/image9.png" Id="Ra077f171640144ac" /><Relationship Type="http://schemas.openxmlformats.org/officeDocument/2006/relationships/image" Target="/ppt/media/image10.png" Id="R025b69eee96d423f" /><Relationship Type="http://schemas.openxmlformats.org/officeDocument/2006/relationships/image" Target="/ppt/media/image10.svg" Id="R4e2d5322ac4a4e8b" /><Relationship Type="http://schemas.openxmlformats.org/officeDocument/2006/relationships/image" Target="/ppt/media/image11.png" Id="Rb120ecaea5c94d75" /><Relationship Type="http://schemas.openxmlformats.org/officeDocument/2006/relationships/image" Target="/ppt/media/image11.svg" Id="Rffd2ba2169b84f8b" /><Relationship Type="http://schemas.openxmlformats.org/officeDocument/2006/relationships/image" Target="/ppt/media/image12.png" Id="R572e1de39cac4ba8" /><Relationship Type="http://schemas.openxmlformats.org/officeDocument/2006/relationships/image" Target="/ppt/media/image12.svg" Id="R0052cde000bd47b5" /><Relationship Type="http://schemas.openxmlformats.org/officeDocument/2006/relationships/notesSlide" Target="/ppt/notesSlides/notesSlide21.xml" Id="R5b24d8a72f7944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51f397326f247e3" /><Relationship Type="http://schemas.openxmlformats.org/officeDocument/2006/relationships/image" Target="/ppt/media/image13.png" Id="R0034a064707b42cb" /><Relationship Type="http://schemas.openxmlformats.org/officeDocument/2006/relationships/image" Target="/ppt/media/image13.svg" Id="R0ac7cdcf228e4265" /><Relationship Type="http://schemas.openxmlformats.org/officeDocument/2006/relationships/image" Target="/ppt/media/image14.png" Id="R2550d26e999c416d" /><Relationship Type="http://schemas.openxmlformats.org/officeDocument/2006/relationships/image" Target="/ppt/media/image14.svg" Id="R48f1c7f67783422b" /><Relationship Type="http://schemas.openxmlformats.org/officeDocument/2006/relationships/notesSlide" Target="/ppt/notesSlides/notesSlide22.xml" Id="R078aea755fc245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a7f67dc2d5c4adb" /><Relationship Type="http://schemas.openxmlformats.org/officeDocument/2006/relationships/image" Target="/ppt/media/image13.png" Id="R7cf766987664495e" /><Relationship Type="http://schemas.openxmlformats.org/officeDocument/2006/relationships/image" Target="/ppt/media/image13.svg" Id="Ra05627289fc443c4" /><Relationship Type="http://schemas.openxmlformats.org/officeDocument/2006/relationships/image" Target="/ppt/media/image14.png" Id="R6037934b6cb74d3f" /><Relationship Type="http://schemas.openxmlformats.org/officeDocument/2006/relationships/image" Target="/ppt/media/image14.svg" Id="R4ce40921f01541e3" /><Relationship Type="http://schemas.openxmlformats.org/officeDocument/2006/relationships/notesSlide" Target="/ppt/notesSlides/notesSlide23.xml" Id="R63a23487f6ac49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87704fea0024ff4" /><Relationship Type="http://schemas.openxmlformats.org/officeDocument/2006/relationships/image" Target="/ppt/media/image13.png" Id="R20e48aa78c0a49a5" /><Relationship Type="http://schemas.openxmlformats.org/officeDocument/2006/relationships/image" Target="/ppt/media/image13.svg" Id="R9ab3887641ce4504" /><Relationship Type="http://schemas.openxmlformats.org/officeDocument/2006/relationships/image" Target="/ppt/media/image14.png" Id="R525d8c6239ee4f57" /><Relationship Type="http://schemas.openxmlformats.org/officeDocument/2006/relationships/image" Target="/ppt/media/image14.svg" Id="Rc49e3364d3dd4b49" /><Relationship Type="http://schemas.openxmlformats.org/officeDocument/2006/relationships/notesSlide" Target="/ppt/notesSlides/notesSlide24.xml" Id="R16727f2b9aa441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183c3fa8c304403" /><Relationship Type="http://schemas.openxmlformats.org/officeDocument/2006/relationships/image" Target="/ppt/media/image15.png" Id="R7006a861718348fa" /><Relationship Type="http://schemas.openxmlformats.org/officeDocument/2006/relationships/notesSlide" Target="/ppt/notesSlides/notesSlide25.xml" Id="R791bfa3ae3f147e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2a740d007694520" /><Relationship Type="http://schemas.openxmlformats.org/officeDocument/2006/relationships/notesSlide" Target="/ppt/notesSlides/notesSlide26.xml" Id="Ra09b3bcac99c45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30ce1e83b0a45b7" /><Relationship Type="http://schemas.openxmlformats.org/officeDocument/2006/relationships/image" Target="/ppt/media/image16.png" Id="Rfb0d2377c39e4f64" /><Relationship Type="http://schemas.openxmlformats.org/officeDocument/2006/relationships/notesSlide" Target="/ppt/notesSlides/notesSlide27.xml" Id="R14c70a8f62ed4b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a1cb0ea79024ff6" /><Relationship Type="http://schemas.openxmlformats.org/officeDocument/2006/relationships/notesSlide" Target="/ppt/notesSlides/notesSlide28.xml" Id="Ra5358c0dc2154c8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a4733fcbd194c93" /><Relationship Type="http://schemas.openxmlformats.org/officeDocument/2006/relationships/image" Target="/ppt/media/image17.png" Id="R10882a26d0fb46ab" /><Relationship Type="http://schemas.openxmlformats.org/officeDocument/2006/relationships/notesSlide" Target="/ppt/notesSlides/notesSlide29.xml" Id="R247f838fe7ee4a8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67954615ddd4522" /><Relationship Type="http://schemas.openxmlformats.org/officeDocument/2006/relationships/notesSlide" Target="/ppt/notesSlides/notesSlide30.xml" Id="R8237e533662b4ec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b96a855c4d64eb0" /><Relationship Type="http://schemas.openxmlformats.org/officeDocument/2006/relationships/image" Target="/ppt/media/image18.png" Id="R99afee1b3c254907" /><Relationship Type="http://schemas.openxmlformats.org/officeDocument/2006/relationships/notesSlide" Target="/ppt/notesSlides/notesSlide31.xml" Id="R4a176833cdf3433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ec07dfba47d461c" /><Relationship Type="http://schemas.openxmlformats.org/officeDocument/2006/relationships/notesSlide" Target="/ppt/notesSlides/notesSlide32.xml" Id="R549aef1f871f40e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d50bc6301e440bf" /><Relationship Type="http://schemas.openxmlformats.org/officeDocument/2006/relationships/notesSlide" Target="/ppt/notesSlides/notesSlide33.xml" Id="R43dc0b10ac634dc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43cb37bb7f540c9" /><Relationship Type="http://schemas.openxmlformats.org/officeDocument/2006/relationships/notesSlide" Target="/ppt/notesSlides/notesSlide34.xml" Id="R6d9c8fbd658f42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f69b8d1466e4810" /><Relationship Type="http://schemas.openxmlformats.org/officeDocument/2006/relationships/notesSlide" Target="/ppt/notesSlides/notesSlide35.xml" Id="R2534f7d0198a419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2c0eb66cb9143ca" /><Relationship Type="http://schemas.openxmlformats.org/officeDocument/2006/relationships/notesSlide" Target="/ppt/notesSlides/notesSlide36.xml" Id="R3180f8cdcf0f485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c5cba0a71834d83" /><Relationship Type="http://schemas.openxmlformats.org/officeDocument/2006/relationships/notesSlide" Target="/ppt/notesSlides/notesSlide37.xml" Id="R2ddce2ce4e3a449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f3ff89cdc374a39" /><Relationship Type="http://schemas.openxmlformats.org/officeDocument/2006/relationships/notesSlide" Target="/ppt/notesSlides/notesSlide38.xml" Id="R307c2ff915644c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debd2d243d6459f" /><Relationship Type="http://schemas.openxmlformats.org/officeDocument/2006/relationships/notesSlide" Target="/ppt/notesSlides/notesSlide39.xml" Id="R8a31793f66c54b1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9f22cdde63145be" /><Relationship Type="http://schemas.openxmlformats.org/officeDocument/2006/relationships/notesSlide" Target="/ppt/notesSlides/notesSlide40.xml" Id="R51cd1dd46bbd468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f759a09b4ce4697" /><Relationship Type="http://schemas.openxmlformats.org/officeDocument/2006/relationships/notesSlide" Target="/ppt/notesSlides/notesSlide41.xml" Id="R898b54eb305f489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1584c97e9a84a6d" /><Relationship Type="http://schemas.openxmlformats.org/officeDocument/2006/relationships/notesSlide" Target="/ppt/notesSlides/notesSlide42.xml" Id="R78b9054342dc4eb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bcce174e2ba4cd6" /><Relationship Type="http://schemas.openxmlformats.org/officeDocument/2006/relationships/notesSlide" Target="/ppt/notesSlides/notesSlide43.xml" Id="R42863051dc384a8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bda358c7f91404b" /><Relationship Type="http://schemas.openxmlformats.org/officeDocument/2006/relationships/notesSlide" Target="/ppt/notesSlides/notesSlide44.xml" Id="R82ef307d33b748d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a4c5400ed2f4d9d" /><Relationship Type="http://schemas.openxmlformats.org/officeDocument/2006/relationships/notesSlide" Target="/ppt/notesSlides/notesSlide45.xml" Id="Rde6ff9cfee864e5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8973ef819d34076" /><Relationship Type="http://schemas.openxmlformats.org/officeDocument/2006/relationships/notesSlide" Target="/ppt/notesSlides/notesSlide46.xml" Id="Rfe710d9e44c0468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35184af8eee428e" /><Relationship Type="http://schemas.openxmlformats.org/officeDocument/2006/relationships/notesSlide" Target="/ppt/notesSlides/notesSlide47.xml" Id="R54d6b378eaae4e9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620e94711284aba" /><Relationship Type="http://schemas.openxmlformats.org/officeDocument/2006/relationships/notesSlide" Target="/ppt/notesSlides/notesSlide48.xml" Id="R532b9a393da84a6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96b99436d184055" /><Relationship Type="http://schemas.openxmlformats.org/officeDocument/2006/relationships/notesSlide" Target="/ppt/notesSlides/notesSlide49.xml" Id="R65db70fc1938412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70445550c434950" /><Relationship Type="http://schemas.openxmlformats.org/officeDocument/2006/relationships/notesSlide" Target="/ppt/notesSlides/notesSlide50.xml" Id="Rb7655b310e7642e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cfeac443f0f41db" /><Relationship Type="http://schemas.openxmlformats.org/officeDocument/2006/relationships/notesSlide" Target="/ppt/notesSlides/notesSlide51.xml" Id="R02de10ce11d8433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a47f946eae145aa" /><Relationship Type="http://schemas.openxmlformats.org/officeDocument/2006/relationships/notesSlide" Target="/ppt/notesSlides/notesSlide52.xml" Id="R082214ea6415476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8e426d071ea4ab9" /><Relationship Type="http://schemas.openxmlformats.org/officeDocument/2006/relationships/notesSlide" Target="/ppt/notesSlides/notesSlide53.xml" Id="Rc8eb7697c0a7476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fe7414b0b2a4f33" /><Relationship Type="http://schemas.openxmlformats.org/officeDocument/2006/relationships/notesSlide" Target="/ppt/notesSlides/notesSlide54.xml" Id="R0037b263c7c8449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80773c385704027" /><Relationship Type="http://schemas.openxmlformats.org/officeDocument/2006/relationships/image" Target="/ppt/media/image2.jpeg" Id="R2ec54a5c431a47f8" /><Relationship Type="http://schemas.openxmlformats.org/officeDocument/2006/relationships/notesSlide" Target="/ppt/notesSlides/notesSlide55.xml" Id="Rb1ccd6e555f4497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723a0e5f0ae4c67" /><Relationship Type="http://schemas.openxmlformats.org/officeDocument/2006/relationships/notesSlide" Target="/ppt/notesSlides/notesSlide56.xml" Id="R6a76f22201354bc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e7ca99deeaf4dbd" /><Relationship Type="http://schemas.openxmlformats.org/officeDocument/2006/relationships/notesSlide" Target="/ppt/notesSlides/notesSlide57.xml" Id="Rbd04188447d3494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f8e2d7388704428" /><Relationship Type="http://schemas.openxmlformats.org/officeDocument/2006/relationships/notesSlide" Target="/ppt/notesSlides/notesSlide58.xml" Id="R5d595852ed9c4ce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fa1e14388044c0b" /><Relationship Type="http://schemas.openxmlformats.org/officeDocument/2006/relationships/notesSlide" Target="/ppt/notesSlides/notesSlide59.xml" Id="R3b32cfd63e5341a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7b996b9873a43dd" /><Relationship Type="http://schemas.openxmlformats.org/officeDocument/2006/relationships/notesSlide" Target="/ppt/notesSlides/notesSlide60.xml" Id="R2cee4735b64e4fc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a4d0c475e334266" /><Relationship Type="http://schemas.openxmlformats.org/officeDocument/2006/relationships/notesSlide" Target="/ppt/notesSlides/notesSlide61.xml" Id="R11e8fe71ad144c1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fbb5a9ceb8e4e7b" /><Relationship Type="http://schemas.openxmlformats.org/officeDocument/2006/relationships/image" Target="/ppt/media/image15.svg" Id="R35c7dfd6d677416b" /><Relationship Type="http://schemas.openxmlformats.org/officeDocument/2006/relationships/image" Target="/ppt/media/image15.png" Id="Rdc99adb79ceb4db8" /><Relationship Type="http://schemas.openxmlformats.org/officeDocument/2006/relationships/notesSlide" Target="/ppt/notesSlides/notesSlide62.xml" Id="R61c04751e9794b8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25123ce8e8b4499a" /><Relationship Type="http://schemas.openxmlformats.org/officeDocument/2006/relationships/notesSlide" Target="/ppt/notesSlides/notesSlide63.xml" Id="Rf1a61b817401448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ef59276034f4494" /><Relationship Type="http://schemas.openxmlformats.org/officeDocument/2006/relationships/notesSlide" Target="/ppt/notesSlides/notesSlide64.xml" Id="Ree42aa8aecf14d8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051e26007a8c45d6" /><Relationship Type="http://schemas.openxmlformats.org/officeDocument/2006/relationships/notesSlide" Target="/ppt/notesSlides/notesSlide65.xml" Id="R1a59463599f1404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662220921d940c3" /><Relationship Type="http://schemas.openxmlformats.org/officeDocument/2006/relationships/image" Target="/ppt/media/image19.png" Id="Rea368a154b2c4e2e" /><Relationship Type="http://schemas.openxmlformats.org/officeDocument/2006/relationships/notesSlide" Target="/ppt/notesSlides/notesSlide66.xml" Id="R18006c5f38a4454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d724573b99846a0" /><Relationship Type="http://schemas.openxmlformats.org/officeDocument/2006/relationships/image" Target="/ppt/media/image20.png" Id="R8a9f073ab55b4e74" /><Relationship Type="http://schemas.openxmlformats.org/officeDocument/2006/relationships/notesSlide" Target="/ppt/notesSlides/notesSlide67.xml" Id="R16cefdc718054b8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66d7ec4cb6747ad" /><Relationship Type="http://schemas.openxmlformats.org/officeDocument/2006/relationships/hyperlink" Target="https://www.inceptionlabs.ai/blog/introducing-mercury-2" TargetMode="External" Id="Re466d6f521a64125" /><Relationship Type="http://schemas.openxmlformats.org/officeDocument/2006/relationships/notesSlide" Target="/ppt/notesSlides/notesSlide68.xml" Id="Rc8de3678688f4af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ed15e83b3de4f3a" /><Relationship Type="http://schemas.openxmlformats.org/officeDocument/2006/relationships/notesSlide" Target="/ppt/notesSlides/notesSlide69.xml" Id="Rc0b06ae92ca54b18"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1ae0067576824659" /><Relationship Type="http://schemas.openxmlformats.org/officeDocument/2006/relationships/notesSlide" Target="/ppt/notesSlides/notesSlide70.xml" Id="R28ad286f9f8d4b2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3c090746496f4bbe" /><Relationship Type="http://schemas.openxmlformats.org/officeDocument/2006/relationships/notesSlide" Target="/ppt/notesSlides/notesSlide71.xml" Id="Rdbec2e87788546ab"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4004168" name="Rectangle 1959211399">
            <a:extLst xmlns:a="http://schemas.openxmlformats.org/drawingml/2006/main">
              <a:ext uri="{FF2B5EF4-FFF2-40B4-BE49-F238E27FC236}">
                <a16:creationId xmlns:a16="http://schemas.microsoft.com/office/drawing/2014/main" id="{900204FC-AC51-4D72-ACA9-79B747DB6E2F}"/>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681658537" name="Rectangle 1850301699">
            <a:extLst xmlns:a="http://schemas.openxmlformats.org/drawingml/2006/main">
              <a:ext uri="{FF2B5EF4-FFF2-40B4-BE49-F238E27FC236}">
                <a16:creationId xmlns:a16="http://schemas.microsoft.com/office/drawing/2014/main" id="{E5B314C7-0879-4833-B943-D6E90BB3D397}"/>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618958246" name="Rectangle 2018958639">
            <a:extLst xmlns:a="http://schemas.openxmlformats.org/drawingml/2006/main">
              <a:ext uri="{FF2B5EF4-FFF2-40B4-BE49-F238E27FC236}">
                <a16:creationId xmlns:a16="http://schemas.microsoft.com/office/drawing/2014/main" id="{0094CBA5-AC76-4AEC-8C65-32C552E34D3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130104113" name="Rectangle: Rounded Corners 90328709">
            <a:extLst xmlns:a="http://schemas.openxmlformats.org/drawingml/2006/main">
              <a:ext uri="{FF2B5EF4-FFF2-40B4-BE49-F238E27FC236}">
                <a16:creationId xmlns:a16="http://schemas.microsoft.com/office/drawing/2014/main" id="{72DF671E-3DE9-4963-A8B6-2190BFF0B3BD}"/>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052214" name="Straight Connector 453704306">
            <a:extLst xmlns:a="http://schemas.openxmlformats.org/drawingml/2006/main">
              <a:ext uri="{FF2B5EF4-FFF2-40B4-BE49-F238E27FC236}">
                <a16:creationId xmlns:a16="http://schemas.microsoft.com/office/drawing/2014/main" id="{6AF09691-DE86-400B-B463-781C4701FF9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378383" name="Oval 1383570775">
            <a:extLst xmlns:a="http://schemas.openxmlformats.org/drawingml/2006/main">
              <a:ext uri="{FF2B5EF4-FFF2-40B4-BE49-F238E27FC236}">
                <a16:creationId xmlns:a16="http://schemas.microsoft.com/office/drawing/2014/main" id="{66DFAD79-D9C8-4BDF-8554-C55127720FE6}"/>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94015144" name="Rectangle 1909465558">
            <a:extLst xmlns:a="http://schemas.openxmlformats.org/drawingml/2006/main">
              <a:ext uri="{FF2B5EF4-FFF2-40B4-BE49-F238E27FC236}">
                <a16:creationId xmlns:a16="http://schemas.microsoft.com/office/drawing/2014/main" id="{8926CBB3-C57F-4B67-BA93-38A8DEFD162D}"/>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482418183" name="Rectangle 373098539">
            <a:extLst xmlns:a="http://schemas.openxmlformats.org/drawingml/2006/main">
              <a:ext uri="{FF2B5EF4-FFF2-40B4-BE49-F238E27FC236}">
                <a16:creationId xmlns:a16="http://schemas.microsoft.com/office/drawing/2014/main" id="{8C8E9731-8B13-45B9-923A-ED55E63F6566}"/>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874452318" name="Rectangle 1435247823">
            <a:extLst xmlns:a="http://schemas.openxmlformats.org/drawingml/2006/main">
              <a:ext uri="{FF2B5EF4-FFF2-40B4-BE49-F238E27FC236}">
                <a16:creationId xmlns:a16="http://schemas.microsoft.com/office/drawing/2014/main" id="{35EAE369-6AAD-4B78-B568-2E2B81491C9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709969855" name="Oval 517207118">
            <a:extLst xmlns:a="http://schemas.openxmlformats.org/drawingml/2006/main">
              <a:ext uri="{FF2B5EF4-FFF2-40B4-BE49-F238E27FC236}">
                <a16:creationId xmlns:a16="http://schemas.microsoft.com/office/drawing/2014/main" id="{DDCB06C0-6571-4D17-878A-12F32C7307D6}"/>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927456105" name="Rectangle 1431946798">
            <a:extLst xmlns:a="http://schemas.openxmlformats.org/drawingml/2006/main">
              <a:ext uri="{FF2B5EF4-FFF2-40B4-BE49-F238E27FC236}">
                <a16:creationId xmlns:a16="http://schemas.microsoft.com/office/drawing/2014/main" id="{7BB33F84-4B42-4B2E-BD20-CAFD1D75A02F}"/>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846459024" name="Rectangle 1613992743">
            <a:extLst xmlns:a="http://schemas.openxmlformats.org/drawingml/2006/main">
              <a:ext uri="{FF2B5EF4-FFF2-40B4-BE49-F238E27FC236}">
                <a16:creationId xmlns:a16="http://schemas.microsoft.com/office/drawing/2014/main" id="{DD004BCE-1CFB-4611-805C-9711BE23EB39}"/>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47585234" name="Rectangle 1819292424">
            <a:extLst xmlns:a="http://schemas.openxmlformats.org/drawingml/2006/main">
              <a:ext uri="{FF2B5EF4-FFF2-40B4-BE49-F238E27FC236}">
                <a16:creationId xmlns:a16="http://schemas.microsoft.com/office/drawing/2014/main" id="{2249F9A6-2C4A-436E-A1A2-C5F621A1DD4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313968189" name="Oval 1011337880">
            <a:extLst xmlns:a="http://schemas.openxmlformats.org/drawingml/2006/main">
              <a:ext uri="{FF2B5EF4-FFF2-40B4-BE49-F238E27FC236}">
                <a16:creationId xmlns:a16="http://schemas.microsoft.com/office/drawing/2014/main" id="{A6001834-8C1C-45F5-A771-A71AB5B80658}"/>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900662491" name="Rectangle 231300994">
            <a:extLst xmlns:a="http://schemas.openxmlformats.org/drawingml/2006/main">
              <a:ext uri="{FF2B5EF4-FFF2-40B4-BE49-F238E27FC236}">
                <a16:creationId xmlns:a16="http://schemas.microsoft.com/office/drawing/2014/main" id="{77BEA2D7-ACC3-4749-8258-46766A3529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39273293" name="Rectangle 1085761315">
            <a:extLst xmlns:a="http://schemas.openxmlformats.org/drawingml/2006/main">
              <a:ext uri="{FF2B5EF4-FFF2-40B4-BE49-F238E27FC236}">
                <a16:creationId xmlns:a16="http://schemas.microsoft.com/office/drawing/2014/main" id="{DCCC8B14-4A1B-44E6-B3F8-D96791CD3AA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066512527" name="Rectangle 9026134">
            <a:extLst xmlns:a="http://schemas.openxmlformats.org/drawingml/2006/main">
              <a:ext uri="{FF2B5EF4-FFF2-40B4-BE49-F238E27FC236}">
                <a16:creationId xmlns:a16="http://schemas.microsoft.com/office/drawing/2014/main" id="{245FF1B2-1D9C-44C5-BE27-F8EAFBB49AE1}"/>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552342486" name="Oval 1242283889">
            <a:extLst xmlns:a="http://schemas.openxmlformats.org/drawingml/2006/main">
              <a:ext uri="{FF2B5EF4-FFF2-40B4-BE49-F238E27FC236}">
                <a16:creationId xmlns:a16="http://schemas.microsoft.com/office/drawing/2014/main" id="{C110083D-4B1A-4669-B2A1-88D2F1464D0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935881225" name="Rectangle 760971764">
            <a:extLst xmlns:a="http://schemas.openxmlformats.org/drawingml/2006/main">
              <a:ext uri="{FF2B5EF4-FFF2-40B4-BE49-F238E27FC236}">
                <a16:creationId xmlns:a16="http://schemas.microsoft.com/office/drawing/2014/main" id="{145B34AD-CBF2-41A0-B12F-746C12815CFE}"/>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416049676" name="Rectangle 236810503">
            <a:extLst xmlns:a="http://schemas.openxmlformats.org/drawingml/2006/main">
              <a:ext uri="{FF2B5EF4-FFF2-40B4-BE49-F238E27FC236}">
                <a16:creationId xmlns:a16="http://schemas.microsoft.com/office/drawing/2014/main" id="{05A25DD3-7A1E-4358-B0B3-BD6B69DCB7C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43291680" name="Rectangle 297379142">
            <a:extLst xmlns:a="http://schemas.openxmlformats.org/drawingml/2006/main">
              <a:ext uri="{FF2B5EF4-FFF2-40B4-BE49-F238E27FC236}">
                <a16:creationId xmlns:a16="http://schemas.microsoft.com/office/drawing/2014/main" id="{A1812D1E-E395-4014-B590-CA2301BFB589}"/>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763492683" name="Oval 886147111">
            <a:extLst xmlns:a="http://schemas.openxmlformats.org/drawingml/2006/main">
              <a:ext uri="{FF2B5EF4-FFF2-40B4-BE49-F238E27FC236}">
                <a16:creationId xmlns:a16="http://schemas.microsoft.com/office/drawing/2014/main" id="{13AA0BE6-41EA-4628-94F9-C506FD46EFEE}"/>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14488359" name="Rectangle 1979103398">
            <a:extLst xmlns:a="http://schemas.openxmlformats.org/drawingml/2006/main">
              <a:ext uri="{FF2B5EF4-FFF2-40B4-BE49-F238E27FC236}">
                <a16:creationId xmlns:a16="http://schemas.microsoft.com/office/drawing/2014/main" id="{236C26A8-406C-4E1C-B7DD-F59395D645E3}"/>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467981738" name="Rectangle 668892514">
            <a:extLst xmlns:a="http://schemas.openxmlformats.org/drawingml/2006/main">
              <a:ext uri="{FF2B5EF4-FFF2-40B4-BE49-F238E27FC236}">
                <a16:creationId xmlns:a16="http://schemas.microsoft.com/office/drawing/2014/main" id="{77292184-68F3-41DC-BF27-60827DF2610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416783012" name="Rectangle 846714876">
            <a:extLst xmlns:a="http://schemas.openxmlformats.org/drawingml/2006/main">
              <a:ext uri="{FF2B5EF4-FFF2-40B4-BE49-F238E27FC236}">
                <a16:creationId xmlns:a16="http://schemas.microsoft.com/office/drawing/2014/main" id="{3A710E3E-A862-4E08-AB4D-DA8AB9889635}"/>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33467112" name="Rectangle 612628765">
            <a:extLst xmlns:a="http://schemas.openxmlformats.org/drawingml/2006/main">
              <a:ext uri="{FF2B5EF4-FFF2-40B4-BE49-F238E27FC236}">
                <a16:creationId xmlns:a16="http://schemas.microsoft.com/office/drawing/2014/main" id="{0F7C7DE3-EDB0-4999-B246-A752582C6C47}"/>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2107095027" name="Rectangle 1343619986">
            <a:extLst xmlns:a="http://schemas.openxmlformats.org/drawingml/2006/main">
              <a:ext uri="{FF2B5EF4-FFF2-40B4-BE49-F238E27FC236}">
                <a16:creationId xmlns:a16="http://schemas.microsoft.com/office/drawing/2014/main" id="{1F860C09-D934-49EC-84BE-6901065D2D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96690780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25163738" name="Rectangle 935271156">
            <a:extLst xmlns:a="http://schemas.openxmlformats.org/drawingml/2006/main">
              <a:ext uri="{FF2B5EF4-FFF2-40B4-BE49-F238E27FC236}">
                <a16:creationId xmlns:a16="http://schemas.microsoft.com/office/drawing/2014/main" id="{B9F84148-671D-4C8E-97AC-A8C36CEFA1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414050113" name="Rectangle 251777344">
            <a:extLst xmlns:a="http://schemas.openxmlformats.org/drawingml/2006/main">
              <a:ext uri="{FF2B5EF4-FFF2-40B4-BE49-F238E27FC236}">
                <a16:creationId xmlns:a16="http://schemas.microsoft.com/office/drawing/2014/main" id="{C35E3BB2-E55F-4647-A810-CE8D89E8C32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77136655" name="Rectangle: Rounded Corners 1456392341">
            <a:extLst xmlns:a="http://schemas.openxmlformats.org/drawingml/2006/main">
              <a:ext uri="{FF2B5EF4-FFF2-40B4-BE49-F238E27FC236}">
                <a16:creationId xmlns:a16="http://schemas.microsoft.com/office/drawing/2014/main" id="{AB53B22E-EC26-4B72-8D10-8E2B3A881D1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277842" name="Rectangle: Rounded Corners 1987074982">
            <a:extLst xmlns:a="http://schemas.openxmlformats.org/drawingml/2006/main">
              <a:ext uri="{FF2B5EF4-FFF2-40B4-BE49-F238E27FC236}">
                <a16:creationId xmlns:a16="http://schemas.microsoft.com/office/drawing/2014/main" id="{13C6EE16-9D3C-4F22-94D9-B724E6DE8D3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274141" name="Rectangle 1286956634">
            <a:extLst xmlns:a="http://schemas.openxmlformats.org/drawingml/2006/main">
              <a:ext uri="{FF2B5EF4-FFF2-40B4-BE49-F238E27FC236}">
                <a16:creationId xmlns:a16="http://schemas.microsoft.com/office/drawing/2014/main" id="{D9898576-D7F1-4A7D-8FCB-A5088997C397}"/>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094790620" name="Rectangle 399762638">
            <a:extLst xmlns:a="http://schemas.openxmlformats.org/drawingml/2006/main">
              <a:ext uri="{FF2B5EF4-FFF2-40B4-BE49-F238E27FC236}">
                <a16:creationId xmlns:a16="http://schemas.microsoft.com/office/drawing/2014/main" id="{A73148DE-0401-429E-B4AD-D417D8E4AD99}"/>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254249288" name="Rectangle 1233632033">
            <a:extLst xmlns:a="http://schemas.openxmlformats.org/drawingml/2006/main">
              <a:ext uri="{FF2B5EF4-FFF2-40B4-BE49-F238E27FC236}">
                <a16:creationId xmlns:a16="http://schemas.microsoft.com/office/drawing/2014/main" id="{517C15D7-D58D-45EE-B647-34C84B1DB20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84356957" name="Rectangle 987778106">
            <a:extLst xmlns:a="http://schemas.openxmlformats.org/drawingml/2006/main">
              <a:ext uri="{FF2B5EF4-FFF2-40B4-BE49-F238E27FC236}">
                <a16:creationId xmlns:a16="http://schemas.microsoft.com/office/drawing/2014/main" id="{6B919873-3ADB-495E-87FA-EDDC891AC4A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45378250" name="Rectangle 1495975732">
            <a:extLst xmlns:a="http://schemas.openxmlformats.org/drawingml/2006/main">
              <a:ext uri="{FF2B5EF4-FFF2-40B4-BE49-F238E27FC236}">
                <a16:creationId xmlns:a16="http://schemas.microsoft.com/office/drawing/2014/main" id="{07C804B2-47B3-4EE4-8379-FD1EDC48A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251637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710513a60e04653"/>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24647388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435601" name="Rectangle 197505908">
            <a:extLst xmlns:a="http://schemas.openxmlformats.org/drawingml/2006/main">
              <a:ext uri="{FF2B5EF4-FFF2-40B4-BE49-F238E27FC236}">
                <a16:creationId xmlns:a16="http://schemas.microsoft.com/office/drawing/2014/main" id="{2E8FED30-0D83-4DC1-A52F-9FA69539DE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23669565" name="Rectangle 1909048147">
            <a:extLst xmlns:a="http://schemas.openxmlformats.org/drawingml/2006/main">
              <a:ext uri="{FF2B5EF4-FFF2-40B4-BE49-F238E27FC236}">
                <a16:creationId xmlns:a16="http://schemas.microsoft.com/office/drawing/2014/main" id="{299CD3DB-9058-4651-84E2-0E9D954594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665627671" name="Rectangle: Rounded Corners 816331080">
            <a:extLst xmlns:a="http://schemas.openxmlformats.org/drawingml/2006/main">
              <a:ext uri="{FF2B5EF4-FFF2-40B4-BE49-F238E27FC236}">
                <a16:creationId xmlns:a16="http://schemas.microsoft.com/office/drawing/2014/main" id="{3FE9A62A-249A-4AF4-BB6C-139302CFEDF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5488641"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bcf31ec6890542b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52626484" name="Straight Connector 161416146">
            <a:extLst xmlns:a="http://schemas.openxmlformats.org/drawingml/2006/main">
              <a:ext uri="{FF2B5EF4-FFF2-40B4-BE49-F238E27FC236}">
                <a16:creationId xmlns:a16="http://schemas.microsoft.com/office/drawing/2014/main" id="{51E8B5C4-2CC1-4254-BB7E-B584759D86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503023" name="Straight Connector 61902172">
            <a:extLst xmlns:a="http://schemas.openxmlformats.org/drawingml/2006/main">
              <a:ext uri="{FF2B5EF4-FFF2-40B4-BE49-F238E27FC236}">
                <a16:creationId xmlns:a16="http://schemas.microsoft.com/office/drawing/2014/main" id="{6A78AB8C-7FD7-4EF5-AE5D-5E915D4DCDC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307331" name="Rectangle: Rounded Corners 898681238">
            <a:extLst xmlns:a="http://schemas.openxmlformats.org/drawingml/2006/main">
              <a:ext uri="{FF2B5EF4-FFF2-40B4-BE49-F238E27FC236}">
                <a16:creationId xmlns:a16="http://schemas.microsoft.com/office/drawing/2014/main" id="{A3D069FB-CA32-4DC7-9AB0-713E5F432C1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35011278" name="Rectangle 1225503430">
            <a:extLst xmlns:a="http://schemas.openxmlformats.org/drawingml/2006/main">
              <a:ext uri="{FF2B5EF4-FFF2-40B4-BE49-F238E27FC236}">
                <a16:creationId xmlns:a16="http://schemas.microsoft.com/office/drawing/2014/main" id="{4C567623-E78E-4309-8009-7EDCA31C610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2186655" name="Straight Connector 1461826591">
            <a:extLst xmlns:a="http://schemas.openxmlformats.org/drawingml/2006/main">
              <a:ext uri="{FF2B5EF4-FFF2-40B4-BE49-F238E27FC236}">
                <a16:creationId xmlns:a16="http://schemas.microsoft.com/office/drawing/2014/main" id="{5DEBA205-0A61-4729-BF65-6909A7386B5D}"/>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048232" name="Oval 308551117">
            <a:extLst xmlns:a="http://schemas.openxmlformats.org/drawingml/2006/main">
              <a:ext uri="{FF2B5EF4-FFF2-40B4-BE49-F238E27FC236}">
                <a16:creationId xmlns:a16="http://schemas.microsoft.com/office/drawing/2014/main" id="{F6A04338-CBAB-4052-9649-4F9956D0E86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723718" name="Straight Connector 2122530921">
            <a:extLst xmlns:a="http://schemas.openxmlformats.org/drawingml/2006/main">
              <a:ext uri="{FF2B5EF4-FFF2-40B4-BE49-F238E27FC236}">
                <a16:creationId xmlns:a16="http://schemas.microsoft.com/office/drawing/2014/main" id="{B3C4F704-1AD9-42C6-A190-31D41BE7AA4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878067" name="Oval 1902723883">
            <a:extLst xmlns:a="http://schemas.openxmlformats.org/drawingml/2006/main">
              <a:ext uri="{FF2B5EF4-FFF2-40B4-BE49-F238E27FC236}">
                <a16:creationId xmlns:a16="http://schemas.microsoft.com/office/drawing/2014/main" id="{937E2199-8C5A-4B37-8866-CB901F4C9FB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36666" name="Straight Connector 167498950">
            <a:extLst xmlns:a="http://schemas.openxmlformats.org/drawingml/2006/main">
              <a:ext uri="{FF2B5EF4-FFF2-40B4-BE49-F238E27FC236}">
                <a16:creationId xmlns:a16="http://schemas.microsoft.com/office/drawing/2014/main" id="{8D80A0DD-60F0-49D0-AE51-021452B1387E}"/>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204208" name="Oval 1159963357">
            <a:extLst xmlns:a="http://schemas.openxmlformats.org/drawingml/2006/main">
              <a:ext uri="{FF2B5EF4-FFF2-40B4-BE49-F238E27FC236}">
                <a16:creationId xmlns:a16="http://schemas.microsoft.com/office/drawing/2014/main" id="{CC436775-5FE7-40A0-AF7A-B021674F0432}"/>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929315" name="Straight Connector 1986469558">
            <a:extLst xmlns:a="http://schemas.openxmlformats.org/drawingml/2006/main">
              <a:ext uri="{FF2B5EF4-FFF2-40B4-BE49-F238E27FC236}">
                <a16:creationId xmlns:a16="http://schemas.microsoft.com/office/drawing/2014/main" id="{CFD60893-A141-44DD-8424-162396BD209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025444" name="Oval 1145200305">
            <a:extLst xmlns:a="http://schemas.openxmlformats.org/drawingml/2006/main">
              <a:ext uri="{FF2B5EF4-FFF2-40B4-BE49-F238E27FC236}">
                <a16:creationId xmlns:a16="http://schemas.microsoft.com/office/drawing/2014/main" id="{4B9EA120-9958-49BB-A860-E6E8FF950CC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488636" name="Straight Connector 1746813433">
            <a:extLst xmlns:a="http://schemas.openxmlformats.org/drawingml/2006/main">
              <a:ext uri="{FF2B5EF4-FFF2-40B4-BE49-F238E27FC236}">
                <a16:creationId xmlns:a16="http://schemas.microsoft.com/office/drawing/2014/main" id="{E76E05C2-4EB4-4EA3-AB09-5859E0B021D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7215" name="Oval 2137688682">
            <a:extLst xmlns:a="http://schemas.openxmlformats.org/drawingml/2006/main">
              <a:ext uri="{FF2B5EF4-FFF2-40B4-BE49-F238E27FC236}">
                <a16:creationId xmlns:a16="http://schemas.microsoft.com/office/drawing/2014/main" id="{BB4C450B-8678-4FB2-9718-9C41A4D8DAF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0184246" name="Straight Connector 696285493">
            <a:extLst xmlns:a="http://schemas.openxmlformats.org/drawingml/2006/main">
              <a:ext uri="{FF2B5EF4-FFF2-40B4-BE49-F238E27FC236}">
                <a16:creationId xmlns:a16="http://schemas.microsoft.com/office/drawing/2014/main" id="{8FEFA051-50E9-4B50-849B-736BDF4FA10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450665" name="Oval 1445698389">
            <a:extLst xmlns:a="http://schemas.openxmlformats.org/drawingml/2006/main">
              <a:ext uri="{FF2B5EF4-FFF2-40B4-BE49-F238E27FC236}">
                <a16:creationId xmlns:a16="http://schemas.microsoft.com/office/drawing/2014/main" id="{55733674-34B6-4443-B933-818B884025D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89339" name="Rectangle 1506024003">
            <a:extLst xmlns:a="http://schemas.openxmlformats.org/drawingml/2006/main">
              <a:ext uri="{FF2B5EF4-FFF2-40B4-BE49-F238E27FC236}">
                <a16:creationId xmlns:a16="http://schemas.microsoft.com/office/drawing/2014/main" id="{E17DA8CB-CB5B-4B1B-8408-EC8A772AFF0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54286940" name="Rectangle 340544592">
            <a:extLst xmlns:a="http://schemas.openxmlformats.org/drawingml/2006/main">
              <a:ext uri="{FF2B5EF4-FFF2-40B4-BE49-F238E27FC236}">
                <a16:creationId xmlns:a16="http://schemas.microsoft.com/office/drawing/2014/main" id="{25134A80-137A-46FB-9B71-EDF68C10A35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025008178" name="Rectangle 191215672">
            <a:extLst xmlns:a="http://schemas.openxmlformats.org/drawingml/2006/main">
              <a:ext uri="{FF2B5EF4-FFF2-40B4-BE49-F238E27FC236}">
                <a16:creationId xmlns:a16="http://schemas.microsoft.com/office/drawing/2014/main" id="{EE4292A5-E292-4BD0-93DC-E6876A0ABF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488351963" name="Straight Connector 523934700">
            <a:extLst xmlns:a="http://schemas.openxmlformats.org/drawingml/2006/main">
              <a:ext uri="{FF2B5EF4-FFF2-40B4-BE49-F238E27FC236}">
                <a16:creationId xmlns:a16="http://schemas.microsoft.com/office/drawing/2014/main" id="{1DCE6D0F-AA40-4AB7-A8E2-CA885A90AD70}"/>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880946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889415" name="Rectangle 764921179">
            <a:extLst xmlns:a="http://schemas.openxmlformats.org/drawingml/2006/main">
              <a:ext uri="{FF2B5EF4-FFF2-40B4-BE49-F238E27FC236}">
                <a16:creationId xmlns:a16="http://schemas.microsoft.com/office/drawing/2014/main" id="{C1154918-0E6F-4E78-85D0-137CE12B71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55137055" name="Rectangle 1306971651">
            <a:extLst xmlns:a="http://schemas.openxmlformats.org/drawingml/2006/main">
              <a:ext uri="{FF2B5EF4-FFF2-40B4-BE49-F238E27FC236}">
                <a16:creationId xmlns:a16="http://schemas.microsoft.com/office/drawing/2014/main" id="{70B6C612-18A4-49B5-B30F-DC3597945C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310235728" name="Rectangle: Rounded Corners 1651333515">
            <a:extLst xmlns:a="http://schemas.openxmlformats.org/drawingml/2006/main">
              <a:ext uri="{FF2B5EF4-FFF2-40B4-BE49-F238E27FC236}">
                <a16:creationId xmlns:a16="http://schemas.microsoft.com/office/drawing/2014/main" id="{5A2EE043-C1D9-4ED6-9728-612F9150F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1460496"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c09dbdc0031b445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5151826" name="Straight Connector 673215582">
            <a:extLst xmlns:a="http://schemas.openxmlformats.org/drawingml/2006/main">
              <a:ext uri="{FF2B5EF4-FFF2-40B4-BE49-F238E27FC236}">
                <a16:creationId xmlns:a16="http://schemas.microsoft.com/office/drawing/2014/main" id="{4FBC1023-2DED-4FDC-81AD-0406C67494D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618928" name="Straight Connector 1831783794">
            <a:extLst xmlns:a="http://schemas.openxmlformats.org/drawingml/2006/main">
              <a:ext uri="{FF2B5EF4-FFF2-40B4-BE49-F238E27FC236}">
                <a16:creationId xmlns:a16="http://schemas.microsoft.com/office/drawing/2014/main" id="{1E6C9E9E-B043-4A7A-86D9-FDB59E8E0EA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975513" name="Rectangle: Rounded Corners 1519439690">
            <a:extLst xmlns:a="http://schemas.openxmlformats.org/drawingml/2006/main">
              <a:ext uri="{FF2B5EF4-FFF2-40B4-BE49-F238E27FC236}">
                <a16:creationId xmlns:a16="http://schemas.microsoft.com/office/drawing/2014/main" id="{4DC42B6D-A36F-4035-8F98-F9951C7CC50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888644219" name="Rectangle 1880411001">
            <a:extLst xmlns:a="http://schemas.openxmlformats.org/drawingml/2006/main">
              <a:ext uri="{FF2B5EF4-FFF2-40B4-BE49-F238E27FC236}">
                <a16:creationId xmlns:a16="http://schemas.microsoft.com/office/drawing/2014/main" id="{44E9B8D0-72C3-4874-9AEA-D364C20946C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421115986" name="Straight Connector 63070562">
            <a:extLst xmlns:a="http://schemas.openxmlformats.org/drawingml/2006/main">
              <a:ext uri="{FF2B5EF4-FFF2-40B4-BE49-F238E27FC236}">
                <a16:creationId xmlns:a16="http://schemas.microsoft.com/office/drawing/2014/main" id="{6F42546D-91AE-4855-9432-8F16C70F6E8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003376" name="Oval 723606972">
            <a:extLst xmlns:a="http://schemas.openxmlformats.org/drawingml/2006/main">
              <a:ext uri="{FF2B5EF4-FFF2-40B4-BE49-F238E27FC236}">
                <a16:creationId xmlns:a16="http://schemas.microsoft.com/office/drawing/2014/main" id="{95D057F5-5F72-4FF1-9F41-BAB77E7CF77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269555" name="Straight Connector 1295429066">
            <a:extLst xmlns:a="http://schemas.openxmlformats.org/drawingml/2006/main">
              <a:ext uri="{FF2B5EF4-FFF2-40B4-BE49-F238E27FC236}">
                <a16:creationId xmlns:a16="http://schemas.microsoft.com/office/drawing/2014/main" id="{F788F444-EA12-47C4-B5B5-17644ED09DE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072320" name="Oval 8682068">
            <a:extLst xmlns:a="http://schemas.openxmlformats.org/drawingml/2006/main">
              <a:ext uri="{FF2B5EF4-FFF2-40B4-BE49-F238E27FC236}">
                <a16:creationId xmlns:a16="http://schemas.microsoft.com/office/drawing/2014/main" id="{12601225-735D-4176-9AC7-4789888F02E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00501" name="Straight Connector 2139346071">
            <a:extLst xmlns:a="http://schemas.openxmlformats.org/drawingml/2006/main">
              <a:ext uri="{FF2B5EF4-FFF2-40B4-BE49-F238E27FC236}">
                <a16:creationId xmlns:a16="http://schemas.microsoft.com/office/drawing/2014/main" id="{9082D4B3-03EA-4CA3-A39A-76C526B87C72}"/>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69640" name="Oval 2066189596">
            <a:extLst xmlns:a="http://schemas.openxmlformats.org/drawingml/2006/main">
              <a:ext uri="{FF2B5EF4-FFF2-40B4-BE49-F238E27FC236}">
                <a16:creationId xmlns:a16="http://schemas.microsoft.com/office/drawing/2014/main" id="{4442CFDB-6442-42F2-BA05-8C39179E13F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14488" name="Straight Connector 272593582">
            <a:extLst xmlns:a="http://schemas.openxmlformats.org/drawingml/2006/main">
              <a:ext uri="{FF2B5EF4-FFF2-40B4-BE49-F238E27FC236}">
                <a16:creationId xmlns:a16="http://schemas.microsoft.com/office/drawing/2014/main" id="{CD03C3A9-9A56-479D-BAD0-56301FC281D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7414113" name="Oval 134232463">
            <a:extLst xmlns:a="http://schemas.openxmlformats.org/drawingml/2006/main">
              <a:ext uri="{FF2B5EF4-FFF2-40B4-BE49-F238E27FC236}">
                <a16:creationId xmlns:a16="http://schemas.microsoft.com/office/drawing/2014/main" id="{0540358E-F1E4-4339-B08D-534470E92EA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751659" name="Straight Connector 775049891">
            <a:extLst xmlns:a="http://schemas.openxmlformats.org/drawingml/2006/main">
              <a:ext uri="{FF2B5EF4-FFF2-40B4-BE49-F238E27FC236}">
                <a16:creationId xmlns:a16="http://schemas.microsoft.com/office/drawing/2014/main" id="{DD890DBF-8213-455A-BC9F-C50897F0FD26}"/>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474851" name="Oval 1072269508">
            <a:extLst xmlns:a="http://schemas.openxmlformats.org/drawingml/2006/main">
              <a:ext uri="{FF2B5EF4-FFF2-40B4-BE49-F238E27FC236}">
                <a16:creationId xmlns:a16="http://schemas.microsoft.com/office/drawing/2014/main" id="{FBEE7BCD-3E1D-4DFF-81E6-FC10B4B57E82}"/>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385875" name="Straight Connector 982061214">
            <a:extLst xmlns:a="http://schemas.openxmlformats.org/drawingml/2006/main">
              <a:ext uri="{FF2B5EF4-FFF2-40B4-BE49-F238E27FC236}">
                <a16:creationId xmlns:a16="http://schemas.microsoft.com/office/drawing/2014/main" id="{1E25E92E-7830-40F7-ABB5-5EC6E6BBC4BE}"/>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641888" name="Oval 1509233170">
            <a:extLst xmlns:a="http://schemas.openxmlformats.org/drawingml/2006/main">
              <a:ext uri="{FF2B5EF4-FFF2-40B4-BE49-F238E27FC236}">
                <a16:creationId xmlns:a16="http://schemas.microsoft.com/office/drawing/2014/main" id="{B505EE7A-9114-42D5-81B7-19DEC2E08611}"/>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286073" name="Rectangle 835713909">
            <a:extLst xmlns:a="http://schemas.openxmlformats.org/drawingml/2006/main">
              <a:ext uri="{FF2B5EF4-FFF2-40B4-BE49-F238E27FC236}">
                <a16:creationId xmlns:a16="http://schemas.microsoft.com/office/drawing/2014/main" id="{9753083C-5B1F-4CC4-B41A-61A1F312012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131460491" name="Rectangle 891411324">
            <a:extLst xmlns:a="http://schemas.openxmlformats.org/drawingml/2006/main">
              <a:ext uri="{FF2B5EF4-FFF2-40B4-BE49-F238E27FC236}">
                <a16:creationId xmlns:a16="http://schemas.microsoft.com/office/drawing/2014/main" id="{BBEA4D1C-E7BE-402E-BBFD-5B304A669912}"/>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6217139" name="Rectangle 1615394469">
            <a:extLst xmlns:a="http://schemas.openxmlformats.org/drawingml/2006/main">
              <a:ext uri="{FF2B5EF4-FFF2-40B4-BE49-F238E27FC236}">
                <a16:creationId xmlns:a16="http://schemas.microsoft.com/office/drawing/2014/main" id="{631CE0D0-CFA3-4109-8140-C3689336CB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452995032" name="solidguide_flipV">
            <a:extLst xmlns:a="http://schemas.openxmlformats.org/drawingml/2006/main">
              <a:ext uri="{FF2B5EF4-FFF2-40B4-BE49-F238E27FC236}">
                <a16:creationId xmlns:a16="http://schemas.microsoft.com/office/drawing/2014/main" id="{A421F2E6-A582-4D69-92E2-E83C70DEA29B}"/>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000978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6781" name="Rectangle 810486817">
            <a:extLst xmlns:a="http://schemas.openxmlformats.org/drawingml/2006/main">
              <a:ext uri="{FF2B5EF4-FFF2-40B4-BE49-F238E27FC236}">
                <a16:creationId xmlns:a16="http://schemas.microsoft.com/office/drawing/2014/main" id="{C94DB87A-42CD-4927-97F5-86449BBC8C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82586591" name="Rectangle 1387195607">
            <a:extLst xmlns:a="http://schemas.openxmlformats.org/drawingml/2006/main">
              <a:ext uri="{FF2B5EF4-FFF2-40B4-BE49-F238E27FC236}">
                <a16:creationId xmlns:a16="http://schemas.microsoft.com/office/drawing/2014/main" id="{AFAB1F81-0C20-495D-84A2-45585C2F1D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71115135" name="Rectangle: Rounded Corners 2010506367">
            <a:extLst xmlns:a="http://schemas.openxmlformats.org/drawingml/2006/main">
              <a:ext uri="{FF2B5EF4-FFF2-40B4-BE49-F238E27FC236}">
                <a16:creationId xmlns:a16="http://schemas.microsoft.com/office/drawing/2014/main" id="{31F577EA-9A1A-4BEE-84BE-F49C81F805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8258659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fa56cf887783480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06713517" name="Straight Connector 1226520373">
            <a:extLst xmlns:a="http://schemas.openxmlformats.org/drawingml/2006/main">
              <a:ext uri="{FF2B5EF4-FFF2-40B4-BE49-F238E27FC236}">
                <a16:creationId xmlns:a16="http://schemas.microsoft.com/office/drawing/2014/main" id="{903BCF9F-6728-4C26-922A-A03F9DBC65A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853270" name="Straight Connector 1752169602">
            <a:extLst xmlns:a="http://schemas.openxmlformats.org/drawingml/2006/main">
              <a:ext uri="{FF2B5EF4-FFF2-40B4-BE49-F238E27FC236}">
                <a16:creationId xmlns:a16="http://schemas.microsoft.com/office/drawing/2014/main" id="{5FA18588-0DB8-4F26-B4D7-2C487D89B92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04107" name="Rectangle: Rounded Corners 917000957">
            <a:extLst xmlns:a="http://schemas.openxmlformats.org/drawingml/2006/main">
              <a:ext uri="{FF2B5EF4-FFF2-40B4-BE49-F238E27FC236}">
                <a16:creationId xmlns:a16="http://schemas.microsoft.com/office/drawing/2014/main" id="{5F4A6841-CAFF-43CF-B540-A68893AFA88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43371793" name="Rectangle 835812764">
            <a:extLst xmlns:a="http://schemas.openxmlformats.org/drawingml/2006/main">
              <a:ext uri="{FF2B5EF4-FFF2-40B4-BE49-F238E27FC236}">
                <a16:creationId xmlns:a16="http://schemas.microsoft.com/office/drawing/2014/main" id="{3D65BB86-53CE-485C-BD3A-60181B44AA5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20414646" name="Straight Connector 1136040176">
            <a:extLst xmlns:a="http://schemas.openxmlformats.org/drawingml/2006/main">
              <a:ext uri="{FF2B5EF4-FFF2-40B4-BE49-F238E27FC236}">
                <a16:creationId xmlns:a16="http://schemas.microsoft.com/office/drawing/2014/main" id="{8BA75C5D-2F34-49FC-9167-F5EB948972F4}"/>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015915" name="Oval 583075002">
            <a:extLst xmlns:a="http://schemas.openxmlformats.org/drawingml/2006/main">
              <a:ext uri="{FF2B5EF4-FFF2-40B4-BE49-F238E27FC236}">
                <a16:creationId xmlns:a16="http://schemas.microsoft.com/office/drawing/2014/main" id="{C925F6BF-1185-4CC6-8596-B821D03E4BB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744115" name="Straight Connector 337929435">
            <a:extLst xmlns:a="http://schemas.openxmlformats.org/drawingml/2006/main">
              <a:ext uri="{FF2B5EF4-FFF2-40B4-BE49-F238E27FC236}">
                <a16:creationId xmlns:a16="http://schemas.microsoft.com/office/drawing/2014/main" id="{BAF1D503-EA02-44DB-B0CA-1809BA5A1798}"/>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697415" name="Oval 2108938194">
            <a:extLst xmlns:a="http://schemas.openxmlformats.org/drawingml/2006/main">
              <a:ext uri="{FF2B5EF4-FFF2-40B4-BE49-F238E27FC236}">
                <a16:creationId xmlns:a16="http://schemas.microsoft.com/office/drawing/2014/main" id="{2058150D-98D2-475A-8082-17C1DF846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567155" name="Straight Connector 1089038474">
            <a:extLst xmlns:a="http://schemas.openxmlformats.org/drawingml/2006/main">
              <a:ext uri="{FF2B5EF4-FFF2-40B4-BE49-F238E27FC236}">
                <a16:creationId xmlns:a16="http://schemas.microsoft.com/office/drawing/2014/main" id="{160B1826-2FE0-4DE9-8D1B-EBA767FA7FA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359316" name="Oval 344103133">
            <a:extLst xmlns:a="http://schemas.openxmlformats.org/drawingml/2006/main">
              <a:ext uri="{FF2B5EF4-FFF2-40B4-BE49-F238E27FC236}">
                <a16:creationId xmlns:a16="http://schemas.microsoft.com/office/drawing/2014/main" id="{2BD7830A-4A47-491D-884D-60477A0DA446}"/>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149667" name="Straight Connector 116319933">
            <a:extLst xmlns:a="http://schemas.openxmlformats.org/drawingml/2006/main">
              <a:ext uri="{FF2B5EF4-FFF2-40B4-BE49-F238E27FC236}">
                <a16:creationId xmlns:a16="http://schemas.microsoft.com/office/drawing/2014/main" id="{041CBA57-D68B-416D-B100-1A1B510C9153}"/>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07639" name="Oval 1497503668">
            <a:extLst xmlns:a="http://schemas.openxmlformats.org/drawingml/2006/main">
              <a:ext uri="{FF2B5EF4-FFF2-40B4-BE49-F238E27FC236}">
                <a16:creationId xmlns:a16="http://schemas.microsoft.com/office/drawing/2014/main" id="{49060FBD-63F3-4028-9FF5-7EBB37DCC52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062291" name="Straight Connector 1398652273">
            <a:extLst xmlns:a="http://schemas.openxmlformats.org/drawingml/2006/main">
              <a:ext uri="{FF2B5EF4-FFF2-40B4-BE49-F238E27FC236}">
                <a16:creationId xmlns:a16="http://schemas.microsoft.com/office/drawing/2014/main" id="{08EF12A4-586D-46E5-AE6D-8A1998CFB4ED}"/>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464294" name="Oval 1635056806">
            <a:extLst xmlns:a="http://schemas.openxmlformats.org/drawingml/2006/main">
              <a:ext uri="{FF2B5EF4-FFF2-40B4-BE49-F238E27FC236}">
                <a16:creationId xmlns:a16="http://schemas.microsoft.com/office/drawing/2014/main" id="{39008424-92B6-4E8E-81A6-1A574A16EE8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695079" name="Straight Connector 1900162545">
            <a:extLst xmlns:a="http://schemas.openxmlformats.org/drawingml/2006/main">
              <a:ext uri="{FF2B5EF4-FFF2-40B4-BE49-F238E27FC236}">
                <a16:creationId xmlns:a16="http://schemas.microsoft.com/office/drawing/2014/main" id="{DD114C19-4407-41C5-B8A4-CADC12BA5B84}"/>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951072" name="Oval 781560171">
            <a:extLst xmlns:a="http://schemas.openxmlformats.org/drawingml/2006/main">
              <a:ext uri="{FF2B5EF4-FFF2-40B4-BE49-F238E27FC236}">
                <a16:creationId xmlns:a16="http://schemas.microsoft.com/office/drawing/2014/main" id="{257BA824-55D4-4062-ACCE-8252D34FB39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985603" name="Rectangle 1575462251">
            <a:extLst xmlns:a="http://schemas.openxmlformats.org/drawingml/2006/main">
              <a:ext uri="{FF2B5EF4-FFF2-40B4-BE49-F238E27FC236}">
                <a16:creationId xmlns:a16="http://schemas.microsoft.com/office/drawing/2014/main" id="{1E042AC1-C3CA-4BD9-8FAB-E90A128FB94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538447899" name="Rectangle 1355267839">
            <a:extLst xmlns:a="http://schemas.openxmlformats.org/drawingml/2006/main">
              <a:ext uri="{FF2B5EF4-FFF2-40B4-BE49-F238E27FC236}">
                <a16:creationId xmlns:a16="http://schemas.microsoft.com/office/drawing/2014/main" id="{A12080FC-2470-432A-B3FC-260140C41BAF}"/>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02743223" name="Rectangle 1311817854">
            <a:extLst xmlns:a="http://schemas.openxmlformats.org/drawingml/2006/main">
              <a:ext uri="{FF2B5EF4-FFF2-40B4-BE49-F238E27FC236}">
                <a16:creationId xmlns:a16="http://schemas.microsoft.com/office/drawing/2014/main" id="{9BFE29AE-5EC1-488C-9677-C75A2FF7D9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755622685" name="solidguide_flipV">
            <a:extLst xmlns:a="http://schemas.openxmlformats.org/drawingml/2006/main">
              <a:ext uri="{FF2B5EF4-FFF2-40B4-BE49-F238E27FC236}">
                <a16:creationId xmlns:a16="http://schemas.microsoft.com/office/drawing/2014/main" id="{E3F806CD-1718-4629-94D7-BF86C55F86C3}"/>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119401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5341967" name="Rectangle 896921065">
            <a:extLst xmlns:a="http://schemas.openxmlformats.org/drawingml/2006/main">
              <a:ext uri="{FF2B5EF4-FFF2-40B4-BE49-F238E27FC236}">
                <a16:creationId xmlns:a16="http://schemas.microsoft.com/office/drawing/2014/main" id="{BD066BDF-229B-445B-97A3-C9DC044C59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43093939" name="Rectangle 873289791">
            <a:extLst xmlns:a="http://schemas.openxmlformats.org/drawingml/2006/main">
              <a:ext uri="{FF2B5EF4-FFF2-40B4-BE49-F238E27FC236}">
                <a16:creationId xmlns:a16="http://schemas.microsoft.com/office/drawing/2014/main" id="{EA121200-FF83-4AE5-A546-491944729C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853059341" name="Rectangle: Rounded Corners 1535529518">
            <a:extLst xmlns:a="http://schemas.openxmlformats.org/drawingml/2006/main">
              <a:ext uri="{FF2B5EF4-FFF2-40B4-BE49-F238E27FC236}">
                <a16:creationId xmlns:a16="http://schemas.microsoft.com/office/drawing/2014/main" id="{92B03C40-8DA7-46CA-B495-1D7DD30522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70400" name="Straight Connector 56707613">
            <a:extLst xmlns:a="http://schemas.openxmlformats.org/drawingml/2006/main">
              <a:ext uri="{FF2B5EF4-FFF2-40B4-BE49-F238E27FC236}">
                <a16:creationId xmlns:a16="http://schemas.microsoft.com/office/drawing/2014/main" id="{A32DE9FD-239C-42FD-9FF1-5ABBFD079A71}"/>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001167" name="Straight Connector 1473988392">
            <a:extLst xmlns:a="http://schemas.openxmlformats.org/drawingml/2006/main">
              <a:ext uri="{FF2B5EF4-FFF2-40B4-BE49-F238E27FC236}">
                <a16:creationId xmlns:a16="http://schemas.microsoft.com/office/drawing/2014/main" id="{80D85DE1-04DF-4EEC-8C3D-725D60048FDA}"/>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19373" name="Rectangle 1804586365">
            <a:extLst xmlns:a="http://schemas.openxmlformats.org/drawingml/2006/main">
              <a:ext uri="{FF2B5EF4-FFF2-40B4-BE49-F238E27FC236}">
                <a16:creationId xmlns:a16="http://schemas.microsoft.com/office/drawing/2014/main" id="{BDD33C5C-4B50-419F-912C-1F5D2182432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396827786" name="Rectangle 1864669960">
            <a:extLst xmlns:a="http://schemas.openxmlformats.org/drawingml/2006/main">
              <a:ext uri="{FF2B5EF4-FFF2-40B4-BE49-F238E27FC236}">
                <a16:creationId xmlns:a16="http://schemas.microsoft.com/office/drawing/2014/main" id="{AA0D0E1F-AECA-4609-A6E9-BF596C5DEA9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37229750" name="Oval 1888914903">
            <a:extLst xmlns:a="http://schemas.openxmlformats.org/drawingml/2006/main">
              <a:ext uri="{FF2B5EF4-FFF2-40B4-BE49-F238E27FC236}">
                <a16:creationId xmlns:a16="http://schemas.microsoft.com/office/drawing/2014/main" id="{E7FD4EE8-6918-4279-883E-1EC101B3A7E9}"/>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75789" name="Oval 832749497">
            <a:extLst xmlns:a="http://schemas.openxmlformats.org/drawingml/2006/main">
              <a:ext uri="{FF2B5EF4-FFF2-40B4-BE49-F238E27FC236}">
                <a16:creationId xmlns:a16="http://schemas.microsoft.com/office/drawing/2014/main" id="{DA7FE025-D37E-4F57-B559-08CBBFB1561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307245" name="Oval 2073900984">
            <a:extLst xmlns:a="http://schemas.openxmlformats.org/drawingml/2006/main">
              <a:ext uri="{FF2B5EF4-FFF2-40B4-BE49-F238E27FC236}">
                <a16:creationId xmlns:a16="http://schemas.microsoft.com/office/drawing/2014/main" id="{6A2D8E66-B086-462C-A6DF-691E2AE2E0FF}"/>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656399" name="Oval 1025225897">
            <a:extLst xmlns:a="http://schemas.openxmlformats.org/drawingml/2006/main">
              <a:ext uri="{FF2B5EF4-FFF2-40B4-BE49-F238E27FC236}">
                <a16:creationId xmlns:a16="http://schemas.microsoft.com/office/drawing/2014/main" id="{3F2D9B65-800F-4A9A-AC0B-C4FB4AB32993}"/>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096056" name="Oval 393992283">
            <a:extLst xmlns:a="http://schemas.openxmlformats.org/drawingml/2006/main">
              <a:ext uri="{FF2B5EF4-FFF2-40B4-BE49-F238E27FC236}">
                <a16:creationId xmlns:a16="http://schemas.microsoft.com/office/drawing/2014/main" id="{86946F3E-EBD4-4D58-95BC-83C14B008DC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7521586" name="Oval 1602577504">
            <a:extLst xmlns:a="http://schemas.openxmlformats.org/drawingml/2006/main">
              <a:ext uri="{FF2B5EF4-FFF2-40B4-BE49-F238E27FC236}">
                <a16:creationId xmlns:a16="http://schemas.microsoft.com/office/drawing/2014/main" id="{631C1A53-6A2E-43A3-A84D-04F1446FDD8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755852" name="Oval 1371923820">
            <a:extLst xmlns:a="http://schemas.openxmlformats.org/drawingml/2006/main">
              <a:ext uri="{FF2B5EF4-FFF2-40B4-BE49-F238E27FC236}">
                <a16:creationId xmlns:a16="http://schemas.microsoft.com/office/drawing/2014/main" id="{9347DFDA-1517-495F-9684-35175F54BF7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135818" name="Oval 1753025884">
            <a:extLst xmlns:a="http://schemas.openxmlformats.org/drawingml/2006/main">
              <a:ext uri="{FF2B5EF4-FFF2-40B4-BE49-F238E27FC236}">
                <a16:creationId xmlns:a16="http://schemas.microsoft.com/office/drawing/2014/main" id="{1CEC367C-B7B9-4516-A614-B10D3696EED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509001" name="Oval 1468286775">
            <a:extLst xmlns:a="http://schemas.openxmlformats.org/drawingml/2006/main">
              <a:ext uri="{FF2B5EF4-FFF2-40B4-BE49-F238E27FC236}">
                <a16:creationId xmlns:a16="http://schemas.microsoft.com/office/drawing/2014/main" id="{EC19810C-E146-48A0-B33A-648BEA026E0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039371" name="Oval 1303532533">
            <a:extLst xmlns:a="http://schemas.openxmlformats.org/drawingml/2006/main">
              <a:ext uri="{FF2B5EF4-FFF2-40B4-BE49-F238E27FC236}">
                <a16:creationId xmlns:a16="http://schemas.microsoft.com/office/drawing/2014/main" id="{C3222E78-DB22-4221-BF92-F39A18C3106D}"/>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7731191" name="Oval 1098580289">
            <a:extLst xmlns:a="http://schemas.openxmlformats.org/drawingml/2006/main">
              <a:ext uri="{FF2B5EF4-FFF2-40B4-BE49-F238E27FC236}">
                <a16:creationId xmlns:a16="http://schemas.microsoft.com/office/drawing/2014/main" id="{69A2DEAC-2AC5-4A57-A44E-FA7004912895}"/>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515475" name="Oval 747856202">
            <a:extLst xmlns:a="http://schemas.openxmlformats.org/drawingml/2006/main">
              <a:ext uri="{FF2B5EF4-FFF2-40B4-BE49-F238E27FC236}">
                <a16:creationId xmlns:a16="http://schemas.microsoft.com/office/drawing/2014/main" id="{E0F053E9-124C-481F-8710-63F5636F068A}"/>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23338" name="Oval 1515170768">
            <a:extLst xmlns:a="http://schemas.openxmlformats.org/drawingml/2006/main">
              <a:ext uri="{FF2B5EF4-FFF2-40B4-BE49-F238E27FC236}">
                <a16:creationId xmlns:a16="http://schemas.microsoft.com/office/drawing/2014/main" id="{DE9DE9E3-A064-4BD5-B73F-071B8E33F558}"/>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741189" name="Oval 758272404">
            <a:extLst xmlns:a="http://schemas.openxmlformats.org/drawingml/2006/main">
              <a:ext uri="{FF2B5EF4-FFF2-40B4-BE49-F238E27FC236}">
                <a16:creationId xmlns:a16="http://schemas.microsoft.com/office/drawing/2014/main" id="{1E962AC3-1FA1-4C1A-BE20-CCA4D5200CD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824454" name="Oval 539647180">
            <a:extLst xmlns:a="http://schemas.openxmlformats.org/drawingml/2006/main">
              <a:ext uri="{FF2B5EF4-FFF2-40B4-BE49-F238E27FC236}">
                <a16:creationId xmlns:a16="http://schemas.microsoft.com/office/drawing/2014/main" id="{5445A9C5-EAE3-4BDA-9915-35FD01519C96}"/>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228513" name="Oval 382130369">
            <a:extLst xmlns:a="http://schemas.openxmlformats.org/drawingml/2006/main">
              <a:ext uri="{FF2B5EF4-FFF2-40B4-BE49-F238E27FC236}">
                <a16:creationId xmlns:a16="http://schemas.microsoft.com/office/drawing/2014/main" id="{993037F6-EED0-443D-8203-EBEC380D606E}"/>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03875" name="Oval 347626963">
            <a:extLst xmlns:a="http://schemas.openxmlformats.org/drawingml/2006/main">
              <a:ext uri="{FF2B5EF4-FFF2-40B4-BE49-F238E27FC236}">
                <a16:creationId xmlns:a16="http://schemas.microsoft.com/office/drawing/2014/main" id="{A868900C-BF3A-4C15-B73B-144AD85AA4F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36967" name="Rectangle: Rounded Corners 1734367546">
            <a:extLst xmlns:a="http://schemas.openxmlformats.org/drawingml/2006/main">
              <a:ext uri="{FF2B5EF4-FFF2-40B4-BE49-F238E27FC236}">
                <a16:creationId xmlns:a16="http://schemas.microsoft.com/office/drawing/2014/main" id="{7543EBF3-CD37-497B-997D-9BC1B739100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5991571" name="Rectangle: Rounded Corners 1497716320">
            <a:extLst xmlns:a="http://schemas.openxmlformats.org/drawingml/2006/main">
              <a:ext uri="{FF2B5EF4-FFF2-40B4-BE49-F238E27FC236}">
                <a16:creationId xmlns:a16="http://schemas.microsoft.com/office/drawing/2014/main" id="{2C31683D-6974-4F39-9E59-66EC2AB0B20E}"/>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67370551" name="Rectangle: Rounded Corners 119055209">
            <a:extLst xmlns:a="http://schemas.openxmlformats.org/drawingml/2006/main">
              <a:ext uri="{FF2B5EF4-FFF2-40B4-BE49-F238E27FC236}">
                <a16:creationId xmlns:a16="http://schemas.microsoft.com/office/drawing/2014/main" id="{28E41125-8FBE-45CA-A82F-0FFF9FDBCAB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1110170" name="Rectangle 1782549367">
            <a:extLst xmlns:a="http://schemas.openxmlformats.org/drawingml/2006/main">
              <a:ext uri="{FF2B5EF4-FFF2-40B4-BE49-F238E27FC236}">
                <a16:creationId xmlns:a16="http://schemas.microsoft.com/office/drawing/2014/main" id="{1522AC95-71C9-4790-B8BF-0DD31BCB2252}"/>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49196380" name="Rectangle 1717240199">
            <a:extLst xmlns:a="http://schemas.openxmlformats.org/drawingml/2006/main">
              <a:ext uri="{FF2B5EF4-FFF2-40B4-BE49-F238E27FC236}">
                <a16:creationId xmlns:a16="http://schemas.microsoft.com/office/drawing/2014/main" id="{92C4DE6E-6ED8-4F26-B854-35383277E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555613528" name="solidguide_flipV">
            <a:extLst xmlns:a="http://schemas.openxmlformats.org/drawingml/2006/main">
              <a:ext uri="{FF2B5EF4-FFF2-40B4-BE49-F238E27FC236}">
                <a16:creationId xmlns:a16="http://schemas.microsoft.com/office/drawing/2014/main" id="{AD5B47C1-2085-4E44-B3FD-7188DDD97852}"/>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4302204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1284292" name="Rectangle 876043219">
            <a:extLst xmlns:a="http://schemas.openxmlformats.org/drawingml/2006/main">
              <a:ext uri="{FF2B5EF4-FFF2-40B4-BE49-F238E27FC236}">
                <a16:creationId xmlns:a16="http://schemas.microsoft.com/office/drawing/2014/main" id="{C3F4B07A-3184-4565-9AF9-365FA64C15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62681781" name="Rectangle 1970303406">
            <a:extLst xmlns:a="http://schemas.openxmlformats.org/drawingml/2006/main">
              <a:ext uri="{FF2B5EF4-FFF2-40B4-BE49-F238E27FC236}">
                <a16:creationId xmlns:a16="http://schemas.microsoft.com/office/drawing/2014/main" id="{C781124B-E43B-41B4-8869-EC84A950E45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582976982" name="Rectangle: Rounded Corners 1375366023">
            <a:extLst xmlns:a="http://schemas.openxmlformats.org/drawingml/2006/main">
              <a:ext uri="{FF2B5EF4-FFF2-40B4-BE49-F238E27FC236}">
                <a16:creationId xmlns:a16="http://schemas.microsoft.com/office/drawing/2014/main" id="{645E9453-66B0-418E-8F16-99F79F78AD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5087645" name="Straight Connector 1537688957">
            <a:extLst xmlns:a="http://schemas.openxmlformats.org/drawingml/2006/main">
              <a:ext uri="{FF2B5EF4-FFF2-40B4-BE49-F238E27FC236}">
                <a16:creationId xmlns:a16="http://schemas.microsoft.com/office/drawing/2014/main" id="{A74A4CF3-4EFF-48AA-94C1-97971815B97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94738" name="Straight Connector 2007704337">
            <a:extLst xmlns:a="http://schemas.openxmlformats.org/drawingml/2006/main">
              <a:ext uri="{FF2B5EF4-FFF2-40B4-BE49-F238E27FC236}">
                <a16:creationId xmlns:a16="http://schemas.microsoft.com/office/drawing/2014/main" id="{A24CA6BA-1D7B-46E6-BF76-81FF588B272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0369425" name="Rectangle 65599505">
            <a:extLst xmlns:a="http://schemas.openxmlformats.org/drawingml/2006/main">
              <a:ext uri="{FF2B5EF4-FFF2-40B4-BE49-F238E27FC236}">
                <a16:creationId xmlns:a16="http://schemas.microsoft.com/office/drawing/2014/main" id="{B0E1CCA0-F10C-4ACB-8B5F-6E183A7E051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594958032" name="Rectangle 1251237696">
            <a:extLst xmlns:a="http://schemas.openxmlformats.org/drawingml/2006/main">
              <a:ext uri="{FF2B5EF4-FFF2-40B4-BE49-F238E27FC236}">
                <a16:creationId xmlns:a16="http://schemas.microsoft.com/office/drawing/2014/main" id="{C4127DCF-04C0-4179-AB61-01F3213B58C8}"/>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2849622" name="Oval 1695470153">
            <a:extLst xmlns:a="http://schemas.openxmlformats.org/drawingml/2006/main">
              <a:ext uri="{FF2B5EF4-FFF2-40B4-BE49-F238E27FC236}">
                <a16:creationId xmlns:a16="http://schemas.microsoft.com/office/drawing/2014/main" id="{052B36E1-90FA-4E4C-83A2-9AD2C15C32A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351221" name="Oval 815448562">
            <a:extLst xmlns:a="http://schemas.openxmlformats.org/drawingml/2006/main">
              <a:ext uri="{FF2B5EF4-FFF2-40B4-BE49-F238E27FC236}">
                <a16:creationId xmlns:a16="http://schemas.microsoft.com/office/drawing/2014/main" id="{7E20D2EE-58D7-492F-8EC1-4CF565051AA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744093" name="Oval 1303472677">
            <a:extLst xmlns:a="http://schemas.openxmlformats.org/drawingml/2006/main">
              <a:ext uri="{FF2B5EF4-FFF2-40B4-BE49-F238E27FC236}">
                <a16:creationId xmlns:a16="http://schemas.microsoft.com/office/drawing/2014/main" id="{30E9282B-8D59-4CB6-ABDD-E7E702F2CF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382202" name="Oval 674269756">
            <a:extLst xmlns:a="http://schemas.openxmlformats.org/drawingml/2006/main">
              <a:ext uri="{FF2B5EF4-FFF2-40B4-BE49-F238E27FC236}">
                <a16:creationId xmlns:a16="http://schemas.microsoft.com/office/drawing/2014/main" id="{11A3E6EB-3A7D-48BF-86B5-A5E5D0E6F26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355145" name="Oval 163294809">
            <a:extLst xmlns:a="http://schemas.openxmlformats.org/drawingml/2006/main">
              <a:ext uri="{FF2B5EF4-FFF2-40B4-BE49-F238E27FC236}">
                <a16:creationId xmlns:a16="http://schemas.microsoft.com/office/drawing/2014/main" id="{74E55240-EBCB-42F2-A732-323058237BFF}"/>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4152086" name="Oval 1733278306">
            <a:extLst xmlns:a="http://schemas.openxmlformats.org/drawingml/2006/main">
              <a:ext uri="{FF2B5EF4-FFF2-40B4-BE49-F238E27FC236}">
                <a16:creationId xmlns:a16="http://schemas.microsoft.com/office/drawing/2014/main" id="{EC16F240-7FB0-4A65-9D9D-0C32EDAAD244}"/>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52399" name="Oval 880799253">
            <a:extLst xmlns:a="http://schemas.openxmlformats.org/drawingml/2006/main">
              <a:ext uri="{FF2B5EF4-FFF2-40B4-BE49-F238E27FC236}">
                <a16:creationId xmlns:a16="http://schemas.microsoft.com/office/drawing/2014/main" id="{553A2FC9-9865-4965-B3D9-2074E4D75F3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184342" name="Oval 834346434">
            <a:extLst xmlns:a="http://schemas.openxmlformats.org/drawingml/2006/main">
              <a:ext uri="{FF2B5EF4-FFF2-40B4-BE49-F238E27FC236}">
                <a16:creationId xmlns:a16="http://schemas.microsoft.com/office/drawing/2014/main" id="{FA58910F-A4A7-4514-B25D-D460A93B91F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847868" name="Oval 558427810">
            <a:extLst xmlns:a="http://schemas.openxmlformats.org/drawingml/2006/main">
              <a:ext uri="{FF2B5EF4-FFF2-40B4-BE49-F238E27FC236}">
                <a16:creationId xmlns:a16="http://schemas.microsoft.com/office/drawing/2014/main" id="{27DF9E61-C44A-460A-9214-272C98439C6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3015168" name="Oval 1580509645">
            <a:extLst xmlns:a="http://schemas.openxmlformats.org/drawingml/2006/main">
              <a:ext uri="{FF2B5EF4-FFF2-40B4-BE49-F238E27FC236}">
                <a16:creationId xmlns:a16="http://schemas.microsoft.com/office/drawing/2014/main" id="{ABC4A939-669A-4501-AECF-0911F751882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144101" name="Oval 572736301">
            <a:extLst xmlns:a="http://schemas.openxmlformats.org/drawingml/2006/main">
              <a:ext uri="{FF2B5EF4-FFF2-40B4-BE49-F238E27FC236}">
                <a16:creationId xmlns:a16="http://schemas.microsoft.com/office/drawing/2014/main" id="{CA01B6FB-7E6D-4C98-92C3-FED62AB3F592}"/>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637574" name="Oval 777734922">
            <a:extLst xmlns:a="http://schemas.openxmlformats.org/drawingml/2006/main">
              <a:ext uri="{FF2B5EF4-FFF2-40B4-BE49-F238E27FC236}">
                <a16:creationId xmlns:a16="http://schemas.microsoft.com/office/drawing/2014/main" id="{492716F5-F61E-4E8F-8D4C-FF9F318636C4}"/>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088396" name="Oval 113252181">
            <a:extLst xmlns:a="http://schemas.openxmlformats.org/drawingml/2006/main">
              <a:ext uri="{FF2B5EF4-FFF2-40B4-BE49-F238E27FC236}">
                <a16:creationId xmlns:a16="http://schemas.microsoft.com/office/drawing/2014/main" id="{B1374A7E-834C-4A36-8285-845639365E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08241" name="Oval 1702038152">
            <a:extLst xmlns:a="http://schemas.openxmlformats.org/drawingml/2006/main">
              <a:ext uri="{FF2B5EF4-FFF2-40B4-BE49-F238E27FC236}">
                <a16:creationId xmlns:a16="http://schemas.microsoft.com/office/drawing/2014/main" id="{63D419C7-B083-41D4-8442-7D73E5473F46}"/>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852036" name="Oval 1781702022">
            <a:extLst xmlns:a="http://schemas.openxmlformats.org/drawingml/2006/main">
              <a:ext uri="{FF2B5EF4-FFF2-40B4-BE49-F238E27FC236}">
                <a16:creationId xmlns:a16="http://schemas.microsoft.com/office/drawing/2014/main" id="{FF1CFB85-FB86-4769-8B69-16F7CFACDF5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376138" name="Oval 164012884">
            <a:extLst xmlns:a="http://schemas.openxmlformats.org/drawingml/2006/main">
              <a:ext uri="{FF2B5EF4-FFF2-40B4-BE49-F238E27FC236}">
                <a16:creationId xmlns:a16="http://schemas.microsoft.com/office/drawing/2014/main" id="{837545BD-2FDE-40BA-8399-5448EE7C4C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8711055" name="Oval 991339259">
            <a:extLst xmlns:a="http://schemas.openxmlformats.org/drawingml/2006/main">
              <a:ext uri="{FF2B5EF4-FFF2-40B4-BE49-F238E27FC236}">
                <a16:creationId xmlns:a16="http://schemas.microsoft.com/office/drawing/2014/main" id="{0729E923-E913-4AC6-93BC-7CFB784523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389866" name="Rectangle: Rounded Corners 2031926644">
            <a:extLst xmlns:a="http://schemas.openxmlformats.org/drawingml/2006/main">
              <a:ext uri="{FF2B5EF4-FFF2-40B4-BE49-F238E27FC236}">
                <a16:creationId xmlns:a16="http://schemas.microsoft.com/office/drawing/2014/main" id="{8FC9E9CD-9CAD-4AEC-A7C0-90E19C87E672}"/>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10983395" name="Rectangle: Rounded Corners 1514015500">
            <a:extLst xmlns:a="http://schemas.openxmlformats.org/drawingml/2006/main">
              <a:ext uri="{FF2B5EF4-FFF2-40B4-BE49-F238E27FC236}">
                <a16:creationId xmlns:a16="http://schemas.microsoft.com/office/drawing/2014/main" id="{3FF7F71D-F881-487A-8342-71E04019243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77438924" name="Rectangle 738739686">
            <a:extLst xmlns:a="http://schemas.openxmlformats.org/drawingml/2006/main">
              <a:ext uri="{FF2B5EF4-FFF2-40B4-BE49-F238E27FC236}">
                <a16:creationId xmlns:a16="http://schemas.microsoft.com/office/drawing/2014/main" id="{33F9E770-E38E-4D3B-900A-9BA76ECCBB13}"/>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2944851" name="Rectangle 1843306662">
            <a:extLst xmlns:a="http://schemas.openxmlformats.org/drawingml/2006/main">
              <a:ext uri="{FF2B5EF4-FFF2-40B4-BE49-F238E27FC236}">
                <a16:creationId xmlns:a16="http://schemas.microsoft.com/office/drawing/2014/main" id="{A89BD5D8-0D72-4EA5-BE10-EE6ACCD7C5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001459737" name="Rectangle 940562735">
            <a:extLst xmlns:a="http://schemas.openxmlformats.org/drawingml/2006/main">
              <a:ext uri="{FF2B5EF4-FFF2-40B4-BE49-F238E27FC236}">
                <a16:creationId xmlns:a16="http://schemas.microsoft.com/office/drawing/2014/main" id="{25F326BF-1920-4AAF-BCD8-9FBF493261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370898992" name="solidguide_flipV">
            <a:extLst xmlns:a="http://schemas.openxmlformats.org/drawingml/2006/main">
              <a:ext uri="{FF2B5EF4-FFF2-40B4-BE49-F238E27FC236}">
                <a16:creationId xmlns:a16="http://schemas.microsoft.com/office/drawing/2014/main" id="{15ED3E54-721D-4936-9F50-1BDD25240B6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0871108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3123ac96ce1546c8">
            <a:extLst>
              <a:ext uri="{96DAC541-7B7A-43D3-8B79-37D633B846F1}">
                <asvg:svgBlip xmlns:asvg="http://schemas.microsoft.com/office/drawing/2016/SVG/main" r:embed="R686a18fa4b1b424f"/>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63841888"/>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0128414" name="Rectangle 1896240478">
            <a:extLst xmlns:a="http://schemas.openxmlformats.org/drawingml/2006/main">
              <a:ext uri="{FF2B5EF4-FFF2-40B4-BE49-F238E27FC236}">
                <a16:creationId xmlns:a16="http://schemas.microsoft.com/office/drawing/2014/main" id="{1953AA3D-EBD0-45C9-B749-90B2D80F73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678643351" name="Rectangle 574298503">
            <a:extLst xmlns:a="http://schemas.openxmlformats.org/drawingml/2006/main">
              <a:ext uri="{FF2B5EF4-FFF2-40B4-BE49-F238E27FC236}">
                <a16:creationId xmlns:a16="http://schemas.microsoft.com/office/drawing/2014/main" id="{179BAB08-53E1-488D-97C3-FE8F094039E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755251532" name="Rectangle: Rounded Corners 682947437">
            <a:extLst xmlns:a="http://schemas.openxmlformats.org/drawingml/2006/main">
              <a:ext uri="{FF2B5EF4-FFF2-40B4-BE49-F238E27FC236}">
                <a16:creationId xmlns:a16="http://schemas.microsoft.com/office/drawing/2014/main" id="{664CD437-BBB8-4FE0-BC10-411EB6A511D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643068" name="Straight Connector 1968719096">
            <a:extLst xmlns:a="http://schemas.openxmlformats.org/drawingml/2006/main">
              <a:ext uri="{FF2B5EF4-FFF2-40B4-BE49-F238E27FC236}">
                <a16:creationId xmlns:a16="http://schemas.microsoft.com/office/drawing/2014/main" id="{0B8ACC1E-5FF1-42A5-97E0-8FB032BB087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12483" name="Straight Connector 1324465773">
            <a:extLst xmlns:a="http://schemas.openxmlformats.org/drawingml/2006/main">
              <a:ext uri="{FF2B5EF4-FFF2-40B4-BE49-F238E27FC236}">
                <a16:creationId xmlns:a16="http://schemas.microsoft.com/office/drawing/2014/main" id="{410AA051-A2B1-43B2-B316-06B9DC80D1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526977" name="Rectangle 910257484">
            <a:extLst xmlns:a="http://schemas.openxmlformats.org/drawingml/2006/main">
              <a:ext uri="{FF2B5EF4-FFF2-40B4-BE49-F238E27FC236}">
                <a16:creationId xmlns:a16="http://schemas.microsoft.com/office/drawing/2014/main" id="{E75F6F3E-5B95-4BCD-B8EC-9AC021498B9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782313" name="Rectangle 1246496868">
            <a:extLst xmlns:a="http://schemas.openxmlformats.org/drawingml/2006/main">
              <a:ext uri="{FF2B5EF4-FFF2-40B4-BE49-F238E27FC236}">
                <a16:creationId xmlns:a16="http://schemas.microsoft.com/office/drawing/2014/main" id="{DA115E0B-BEC7-4368-8D5F-BDEADDDFE6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27124831" name="Oval 1811837015">
            <a:extLst xmlns:a="http://schemas.openxmlformats.org/drawingml/2006/main">
              <a:ext uri="{FF2B5EF4-FFF2-40B4-BE49-F238E27FC236}">
                <a16:creationId xmlns:a16="http://schemas.microsoft.com/office/drawing/2014/main" id="{C61454F9-1CCE-4F0A-B967-F1AD969170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467841" name="Oval 453346286">
            <a:extLst xmlns:a="http://schemas.openxmlformats.org/drawingml/2006/main">
              <a:ext uri="{FF2B5EF4-FFF2-40B4-BE49-F238E27FC236}">
                <a16:creationId xmlns:a16="http://schemas.microsoft.com/office/drawing/2014/main" id="{8223B6DB-FD80-436A-8F55-2B805D656A13}"/>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6006744" name="Oval 1618228278">
            <a:extLst xmlns:a="http://schemas.openxmlformats.org/drawingml/2006/main">
              <a:ext uri="{FF2B5EF4-FFF2-40B4-BE49-F238E27FC236}">
                <a16:creationId xmlns:a16="http://schemas.microsoft.com/office/drawing/2014/main" id="{CC67796E-8F3B-48B5-BFF3-1BF40F39D87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0686276" name="Oval 2089599102">
            <a:extLst xmlns:a="http://schemas.openxmlformats.org/drawingml/2006/main">
              <a:ext uri="{FF2B5EF4-FFF2-40B4-BE49-F238E27FC236}">
                <a16:creationId xmlns:a16="http://schemas.microsoft.com/office/drawing/2014/main" id="{7CA4B81D-C370-4D00-9D7A-5F19430867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802535" name="Oval 1457916702">
            <a:extLst xmlns:a="http://schemas.openxmlformats.org/drawingml/2006/main">
              <a:ext uri="{FF2B5EF4-FFF2-40B4-BE49-F238E27FC236}">
                <a16:creationId xmlns:a16="http://schemas.microsoft.com/office/drawing/2014/main" id="{BF6D4FB2-B5B1-4541-BFF1-594499BA9C9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301157" name="Oval 1250923537">
            <a:extLst xmlns:a="http://schemas.openxmlformats.org/drawingml/2006/main">
              <a:ext uri="{FF2B5EF4-FFF2-40B4-BE49-F238E27FC236}">
                <a16:creationId xmlns:a16="http://schemas.microsoft.com/office/drawing/2014/main" id="{5D8FF84C-0ECE-481D-9157-F2194B47EBB6}"/>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185852" name="Oval 579714091">
            <a:extLst xmlns:a="http://schemas.openxmlformats.org/drawingml/2006/main">
              <a:ext uri="{FF2B5EF4-FFF2-40B4-BE49-F238E27FC236}">
                <a16:creationId xmlns:a16="http://schemas.microsoft.com/office/drawing/2014/main" id="{CB925156-A207-43BF-9D40-6485CAFFB44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936436" name="Oval 1188193174">
            <a:extLst xmlns:a="http://schemas.openxmlformats.org/drawingml/2006/main">
              <a:ext uri="{FF2B5EF4-FFF2-40B4-BE49-F238E27FC236}">
                <a16:creationId xmlns:a16="http://schemas.microsoft.com/office/drawing/2014/main" id="{8994D84F-2DC6-4AF5-B4E4-6457703F78A3}"/>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570602" name="Oval 2075857352">
            <a:extLst xmlns:a="http://schemas.openxmlformats.org/drawingml/2006/main">
              <a:ext uri="{FF2B5EF4-FFF2-40B4-BE49-F238E27FC236}">
                <a16:creationId xmlns:a16="http://schemas.microsoft.com/office/drawing/2014/main" id="{2D130110-4EF3-4551-82D5-482467CC7CA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024124" name="Oval 260739156">
            <a:extLst xmlns:a="http://schemas.openxmlformats.org/drawingml/2006/main">
              <a:ext uri="{FF2B5EF4-FFF2-40B4-BE49-F238E27FC236}">
                <a16:creationId xmlns:a16="http://schemas.microsoft.com/office/drawing/2014/main" id="{9933FB85-D027-414D-A0B4-4D5E122435D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948213" name="Oval 472597423">
            <a:extLst xmlns:a="http://schemas.openxmlformats.org/drawingml/2006/main">
              <a:ext uri="{FF2B5EF4-FFF2-40B4-BE49-F238E27FC236}">
                <a16:creationId xmlns:a16="http://schemas.microsoft.com/office/drawing/2014/main" id="{FE1472AA-0C3A-4924-B8C8-14AEF923D9AE}"/>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611728" name="Oval 311162583">
            <a:extLst xmlns:a="http://schemas.openxmlformats.org/drawingml/2006/main">
              <a:ext uri="{FF2B5EF4-FFF2-40B4-BE49-F238E27FC236}">
                <a16:creationId xmlns:a16="http://schemas.microsoft.com/office/drawing/2014/main" id="{8440708D-8076-40DB-B1A4-FC14D73E66F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806831" name="Oval 418592258">
            <a:extLst xmlns:a="http://schemas.openxmlformats.org/drawingml/2006/main">
              <a:ext uri="{FF2B5EF4-FFF2-40B4-BE49-F238E27FC236}">
                <a16:creationId xmlns:a16="http://schemas.microsoft.com/office/drawing/2014/main" id="{2521FEED-7A95-48D4-89FD-30CEE9133E0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410528" name="Oval 391215337">
            <a:extLst xmlns:a="http://schemas.openxmlformats.org/drawingml/2006/main">
              <a:ext uri="{FF2B5EF4-FFF2-40B4-BE49-F238E27FC236}">
                <a16:creationId xmlns:a16="http://schemas.microsoft.com/office/drawing/2014/main" id="{40CD0DFD-8529-4219-8D51-9BB009BD1E3A}"/>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348719" name="Oval 1707420591">
            <a:extLst xmlns:a="http://schemas.openxmlformats.org/drawingml/2006/main">
              <a:ext uri="{FF2B5EF4-FFF2-40B4-BE49-F238E27FC236}">
                <a16:creationId xmlns:a16="http://schemas.microsoft.com/office/drawing/2014/main" id="{C853EA15-D907-4D1F-92DE-A21784D8419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800699" name="Oval 1324466289">
            <a:extLst xmlns:a="http://schemas.openxmlformats.org/drawingml/2006/main">
              <a:ext uri="{FF2B5EF4-FFF2-40B4-BE49-F238E27FC236}">
                <a16:creationId xmlns:a16="http://schemas.microsoft.com/office/drawing/2014/main" id="{88740F5C-E872-43BA-BC79-349ED4F4B5A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343062" name="Oval 1167646443">
            <a:extLst xmlns:a="http://schemas.openxmlformats.org/drawingml/2006/main">
              <a:ext uri="{FF2B5EF4-FFF2-40B4-BE49-F238E27FC236}">
                <a16:creationId xmlns:a16="http://schemas.microsoft.com/office/drawing/2014/main" id="{21778A4A-FAA5-42B6-91D7-FEFFAE96965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43708" name="Rectangle: Rounded Corners 1367024097">
            <a:extLst xmlns:a="http://schemas.openxmlformats.org/drawingml/2006/main">
              <a:ext uri="{FF2B5EF4-FFF2-40B4-BE49-F238E27FC236}">
                <a16:creationId xmlns:a16="http://schemas.microsoft.com/office/drawing/2014/main" id="{9A7CEB6D-582B-4B00-8E1F-F961C2FFE0A8}"/>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669248897" name="Rectangle: Rounded Corners 2069871042">
            <a:extLst xmlns:a="http://schemas.openxmlformats.org/drawingml/2006/main">
              <a:ext uri="{FF2B5EF4-FFF2-40B4-BE49-F238E27FC236}">
                <a16:creationId xmlns:a16="http://schemas.microsoft.com/office/drawing/2014/main" id="{3C659929-9DD6-49EE-A0CB-4C9655CA37F3}"/>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118811368" name="Rectangle 2096192631">
            <a:extLst xmlns:a="http://schemas.openxmlformats.org/drawingml/2006/main">
              <a:ext uri="{FF2B5EF4-FFF2-40B4-BE49-F238E27FC236}">
                <a16:creationId xmlns:a16="http://schemas.microsoft.com/office/drawing/2014/main" id="{1AA6D4C2-D8F6-4FC3-BBD1-B5F4C1A41271}"/>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470710113" name="Rectangle 969777747">
            <a:extLst xmlns:a="http://schemas.openxmlformats.org/drawingml/2006/main">
              <a:ext uri="{FF2B5EF4-FFF2-40B4-BE49-F238E27FC236}">
                <a16:creationId xmlns:a16="http://schemas.microsoft.com/office/drawing/2014/main" id="{99B3B845-EB6A-4180-A446-09619812FF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46024154"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30fc571a7bdb40c7">
            <a:extLst>
              <a:ext uri="{96DAC541-7B7A-43D3-8B79-37D633B846F1}">
                <asvg:svgBlip xmlns:asvg="http://schemas.microsoft.com/office/drawing/2016/SVG/main" r:embed="R3a41cc6598154a6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10766139" name="solidguide_flipV">
            <a:extLst xmlns:a="http://schemas.openxmlformats.org/drawingml/2006/main">
              <a:ext uri="{FF2B5EF4-FFF2-40B4-BE49-F238E27FC236}">
                <a16:creationId xmlns:a16="http://schemas.microsoft.com/office/drawing/2014/main" id="{FBF17B25-55B0-44A4-8B27-F6ADBDC9B0B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4833721"/>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484552" name="Rectangle 1890818175">
            <a:extLst xmlns:a="http://schemas.openxmlformats.org/drawingml/2006/main">
              <a:ext uri="{FF2B5EF4-FFF2-40B4-BE49-F238E27FC236}">
                <a16:creationId xmlns:a16="http://schemas.microsoft.com/office/drawing/2014/main" id="{CB1780D1-6D7E-43C8-836A-4746354E46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05004067" name="Rectangle 785272061">
            <a:extLst xmlns:a="http://schemas.openxmlformats.org/drawingml/2006/main">
              <a:ext uri="{FF2B5EF4-FFF2-40B4-BE49-F238E27FC236}">
                <a16:creationId xmlns:a16="http://schemas.microsoft.com/office/drawing/2014/main" id="{A672951B-96DF-4B49-98D7-F5B4551FA85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135630041" name="Rectangle: Rounded Corners 1266136651">
            <a:extLst xmlns:a="http://schemas.openxmlformats.org/drawingml/2006/main">
              <a:ext uri="{FF2B5EF4-FFF2-40B4-BE49-F238E27FC236}">
                <a16:creationId xmlns:a16="http://schemas.microsoft.com/office/drawing/2014/main" id="{515749B1-D777-448E-A962-FD22D46E0FA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425635" name="Rectangle: Rounded Corners 1050748594">
            <a:extLst xmlns:a="http://schemas.openxmlformats.org/drawingml/2006/main">
              <a:ext uri="{FF2B5EF4-FFF2-40B4-BE49-F238E27FC236}">
                <a16:creationId xmlns:a16="http://schemas.microsoft.com/office/drawing/2014/main" id="{E607E5F6-846C-4DB6-AA0A-6E510403937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06838" name="Rectangle 1752567775">
            <a:extLst xmlns:a="http://schemas.openxmlformats.org/drawingml/2006/main">
              <a:ext uri="{FF2B5EF4-FFF2-40B4-BE49-F238E27FC236}">
                <a16:creationId xmlns:a16="http://schemas.microsoft.com/office/drawing/2014/main" id="{6BD41098-AF0A-4D05-A4B6-0EBF72D54F4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722981541" name="Rectangle 397256149">
            <a:extLst xmlns:a="http://schemas.openxmlformats.org/drawingml/2006/main">
              <a:ext uri="{FF2B5EF4-FFF2-40B4-BE49-F238E27FC236}">
                <a16:creationId xmlns:a16="http://schemas.microsoft.com/office/drawing/2014/main" id="{2E1618F4-CFE2-471E-9C45-82FC6310487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77757003" name="Rectangle 528734129">
            <a:extLst xmlns:a="http://schemas.openxmlformats.org/drawingml/2006/main">
              <a:ext uri="{FF2B5EF4-FFF2-40B4-BE49-F238E27FC236}">
                <a16:creationId xmlns:a16="http://schemas.microsoft.com/office/drawing/2014/main" id="{CF4CA3EC-C53F-4E4D-B1D5-ABC138A2CC8A}"/>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85630627" name="Rectangle 1008566192">
            <a:extLst xmlns:a="http://schemas.openxmlformats.org/drawingml/2006/main">
              <a:ext uri="{FF2B5EF4-FFF2-40B4-BE49-F238E27FC236}">
                <a16:creationId xmlns:a16="http://schemas.microsoft.com/office/drawing/2014/main" id="{71257D57-3D00-4427-A962-80CF0AC3499C}"/>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310142443" name="Straight Connector 2104166465">
            <a:extLst xmlns:a="http://schemas.openxmlformats.org/drawingml/2006/main">
              <a:ext uri="{FF2B5EF4-FFF2-40B4-BE49-F238E27FC236}">
                <a16:creationId xmlns:a16="http://schemas.microsoft.com/office/drawing/2014/main" id="{4640E91A-79E4-4A61-89A0-1EBCC84689CE}"/>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987331" name="Rectangle 1391317270">
            <a:extLst xmlns:a="http://schemas.openxmlformats.org/drawingml/2006/main">
              <a:ext uri="{FF2B5EF4-FFF2-40B4-BE49-F238E27FC236}">
                <a16:creationId xmlns:a16="http://schemas.microsoft.com/office/drawing/2014/main" id="{A0957EA8-7085-4814-B491-4E2476C9524D}"/>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17007157" name="Rectangle 2139818398">
            <a:extLst xmlns:a="http://schemas.openxmlformats.org/drawingml/2006/main">
              <a:ext uri="{FF2B5EF4-FFF2-40B4-BE49-F238E27FC236}">
                <a16:creationId xmlns:a16="http://schemas.microsoft.com/office/drawing/2014/main" id="{F374E9B3-E462-4F78-86F5-A7D3B3BE714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598673967" name="Straight Connector 756114381">
            <a:extLst xmlns:a="http://schemas.openxmlformats.org/drawingml/2006/main">
              <a:ext uri="{FF2B5EF4-FFF2-40B4-BE49-F238E27FC236}">
                <a16:creationId xmlns:a16="http://schemas.microsoft.com/office/drawing/2014/main" id="{C086EE81-212A-40BA-BE74-E9F982F5022F}"/>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7616753" name="Rectangle 1665170772">
            <a:extLst xmlns:a="http://schemas.openxmlformats.org/drawingml/2006/main">
              <a:ext uri="{FF2B5EF4-FFF2-40B4-BE49-F238E27FC236}">
                <a16:creationId xmlns:a16="http://schemas.microsoft.com/office/drawing/2014/main" id="{2C6CB1CD-8244-4D6D-AE65-3E7398A4CA93}"/>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58200486" name="Rectangle 1710634736">
            <a:extLst xmlns:a="http://schemas.openxmlformats.org/drawingml/2006/main">
              <a:ext uri="{FF2B5EF4-FFF2-40B4-BE49-F238E27FC236}">
                <a16:creationId xmlns:a16="http://schemas.microsoft.com/office/drawing/2014/main" id="{88CA54BB-78C8-4BAC-A7A8-AAB9A360D77D}"/>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78260859" name="Rectangle: Rounded Corners 1872312689">
            <a:extLst xmlns:a="http://schemas.openxmlformats.org/drawingml/2006/main">
              <a:ext uri="{FF2B5EF4-FFF2-40B4-BE49-F238E27FC236}">
                <a16:creationId xmlns:a16="http://schemas.microsoft.com/office/drawing/2014/main" id="{72A45ECC-35CB-45E7-8A9E-D6E36BBEEB7D}"/>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192295" name="Rectangle 1638876599">
            <a:extLst xmlns:a="http://schemas.openxmlformats.org/drawingml/2006/main">
              <a:ext uri="{FF2B5EF4-FFF2-40B4-BE49-F238E27FC236}">
                <a16:creationId xmlns:a16="http://schemas.microsoft.com/office/drawing/2014/main" id="{1AD76A75-C187-474F-AA2B-5C2A51F52DFC}"/>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917415483" name="Rectangle 815678976">
            <a:extLst xmlns:a="http://schemas.openxmlformats.org/drawingml/2006/main">
              <a:ext uri="{FF2B5EF4-FFF2-40B4-BE49-F238E27FC236}">
                <a16:creationId xmlns:a16="http://schemas.microsoft.com/office/drawing/2014/main" id="{5916BF92-02E5-48C9-8D49-A9234B569EAF}"/>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130136960" name="Rectangle 815528297">
            <a:extLst xmlns:a="http://schemas.openxmlformats.org/drawingml/2006/main">
              <a:ext uri="{FF2B5EF4-FFF2-40B4-BE49-F238E27FC236}">
                <a16:creationId xmlns:a16="http://schemas.microsoft.com/office/drawing/2014/main" id="{124562DA-CA87-4FCD-8E0C-E0742FC17567}"/>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61116334" name="Rectangle 478170369">
            <a:extLst xmlns:a="http://schemas.openxmlformats.org/drawingml/2006/main">
              <a:ext uri="{FF2B5EF4-FFF2-40B4-BE49-F238E27FC236}">
                <a16:creationId xmlns:a16="http://schemas.microsoft.com/office/drawing/2014/main" id="{3B2AB71C-7050-4EF8-96D6-6042B4A97AC7}"/>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12638663" name="Straight Connector 533968529">
            <a:extLst xmlns:a="http://schemas.openxmlformats.org/drawingml/2006/main">
              <a:ext uri="{FF2B5EF4-FFF2-40B4-BE49-F238E27FC236}">
                <a16:creationId xmlns:a16="http://schemas.microsoft.com/office/drawing/2014/main" id="{813E7A62-3689-47B2-A735-00E8DCB64DE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955931" name="Rectangle 195109745">
            <a:extLst xmlns:a="http://schemas.openxmlformats.org/drawingml/2006/main">
              <a:ext uri="{FF2B5EF4-FFF2-40B4-BE49-F238E27FC236}">
                <a16:creationId xmlns:a16="http://schemas.microsoft.com/office/drawing/2014/main" id="{C9C31802-4B3F-44BE-8E23-34C184765CD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525039386" name="Rectangle 1008757044">
            <a:extLst xmlns:a="http://schemas.openxmlformats.org/drawingml/2006/main">
              <a:ext uri="{FF2B5EF4-FFF2-40B4-BE49-F238E27FC236}">
                <a16:creationId xmlns:a16="http://schemas.microsoft.com/office/drawing/2014/main" id="{9F97E054-EE2E-46A6-B706-C4F4957180D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79091583" name="Straight Connector 1685278168">
            <a:extLst xmlns:a="http://schemas.openxmlformats.org/drawingml/2006/main">
              <a:ext uri="{FF2B5EF4-FFF2-40B4-BE49-F238E27FC236}">
                <a16:creationId xmlns:a16="http://schemas.microsoft.com/office/drawing/2014/main" id="{E1988102-09C7-4789-B64F-15E3A3FEEEFF}"/>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27895" name="Rectangle 1256120152">
            <a:extLst xmlns:a="http://schemas.openxmlformats.org/drawingml/2006/main">
              <a:ext uri="{FF2B5EF4-FFF2-40B4-BE49-F238E27FC236}">
                <a16:creationId xmlns:a16="http://schemas.microsoft.com/office/drawing/2014/main" id="{C74719E8-7425-479A-B18B-C2BFBAEC303A}"/>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48913419" name="Rectangle 686280821">
            <a:extLst xmlns:a="http://schemas.openxmlformats.org/drawingml/2006/main">
              <a:ext uri="{FF2B5EF4-FFF2-40B4-BE49-F238E27FC236}">
                <a16:creationId xmlns:a16="http://schemas.microsoft.com/office/drawing/2014/main" id="{F5B6B5FF-B234-4D24-8484-9E505D5FB28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704862280" name="Rectangle: Rounded Corners 312764701">
            <a:extLst xmlns:a="http://schemas.openxmlformats.org/drawingml/2006/main">
              <a:ext uri="{FF2B5EF4-FFF2-40B4-BE49-F238E27FC236}">
                <a16:creationId xmlns:a16="http://schemas.microsoft.com/office/drawing/2014/main" id="{73DA0839-2AAF-40FC-8551-2C554BCF572E}"/>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559481" name="Rectangle 2086773709">
            <a:extLst xmlns:a="http://schemas.openxmlformats.org/drawingml/2006/main">
              <a:ext uri="{FF2B5EF4-FFF2-40B4-BE49-F238E27FC236}">
                <a16:creationId xmlns:a16="http://schemas.microsoft.com/office/drawing/2014/main" id="{3BE14C60-0FFB-4F22-86BC-B666ACB4F03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109353422" name="Rectangle 2025467514">
            <a:extLst xmlns:a="http://schemas.openxmlformats.org/drawingml/2006/main">
              <a:ext uri="{FF2B5EF4-FFF2-40B4-BE49-F238E27FC236}">
                <a16:creationId xmlns:a16="http://schemas.microsoft.com/office/drawing/2014/main" id="{CD24098F-C7AC-4A96-8A9F-6F5D944972AC}"/>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63189024" name="Rectangle 957358411">
            <a:extLst xmlns:a="http://schemas.openxmlformats.org/drawingml/2006/main">
              <a:ext uri="{FF2B5EF4-FFF2-40B4-BE49-F238E27FC236}">
                <a16:creationId xmlns:a16="http://schemas.microsoft.com/office/drawing/2014/main" id="{942E1DE6-5D44-4C48-8193-9F455CEDAB06}"/>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73006000" name="Rectangle 1167683203">
            <a:extLst xmlns:a="http://schemas.openxmlformats.org/drawingml/2006/main">
              <a:ext uri="{FF2B5EF4-FFF2-40B4-BE49-F238E27FC236}">
                <a16:creationId xmlns:a16="http://schemas.microsoft.com/office/drawing/2014/main" id="{30ED5902-8E56-4502-A151-7EA995FD2D09}"/>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307714383" name="Straight Connector 935775799">
            <a:extLst xmlns:a="http://schemas.openxmlformats.org/drawingml/2006/main">
              <a:ext uri="{FF2B5EF4-FFF2-40B4-BE49-F238E27FC236}">
                <a16:creationId xmlns:a16="http://schemas.microsoft.com/office/drawing/2014/main" id="{E38294AD-57B4-46A5-B0BF-08FFDFF92EC8}"/>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522345" name="Rectangle 1650430570">
            <a:extLst xmlns:a="http://schemas.openxmlformats.org/drawingml/2006/main">
              <a:ext uri="{FF2B5EF4-FFF2-40B4-BE49-F238E27FC236}">
                <a16:creationId xmlns:a16="http://schemas.microsoft.com/office/drawing/2014/main" id="{78FAEC49-A185-4733-A212-C392CD6744D7}"/>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009715945" name="Rectangle 1673598855">
            <a:extLst xmlns:a="http://schemas.openxmlformats.org/drawingml/2006/main">
              <a:ext uri="{FF2B5EF4-FFF2-40B4-BE49-F238E27FC236}">
                <a16:creationId xmlns:a16="http://schemas.microsoft.com/office/drawing/2014/main" id="{5C39281E-01BA-4CE8-BF8D-76180D4D0187}"/>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258977385" name="Straight Connector 796017482">
            <a:extLst xmlns:a="http://schemas.openxmlformats.org/drawingml/2006/main">
              <a:ext uri="{FF2B5EF4-FFF2-40B4-BE49-F238E27FC236}">
                <a16:creationId xmlns:a16="http://schemas.microsoft.com/office/drawing/2014/main" id="{F8997AEE-5E47-4BAB-9A31-1E9D1A6739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4690551" name="Rectangle 150138993">
            <a:extLst xmlns:a="http://schemas.openxmlformats.org/drawingml/2006/main">
              <a:ext uri="{FF2B5EF4-FFF2-40B4-BE49-F238E27FC236}">
                <a16:creationId xmlns:a16="http://schemas.microsoft.com/office/drawing/2014/main" id="{5FCBDBFD-AEC0-4C48-9DF1-422FDF694437}"/>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324237809" name="Rectangle 1355132477">
            <a:extLst xmlns:a="http://schemas.openxmlformats.org/drawingml/2006/main">
              <a:ext uri="{FF2B5EF4-FFF2-40B4-BE49-F238E27FC236}">
                <a16:creationId xmlns:a16="http://schemas.microsoft.com/office/drawing/2014/main" id="{35D3B69C-11F1-4091-AA6E-83625E51082E}"/>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385365055" name="Straight Connector 2121780220">
            <a:extLst xmlns:a="http://schemas.openxmlformats.org/drawingml/2006/main">
              <a:ext uri="{FF2B5EF4-FFF2-40B4-BE49-F238E27FC236}">
                <a16:creationId xmlns:a16="http://schemas.microsoft.com/office/drawing/2014/main" id="{2CDDECAB-32EA-4787-9FEA-88002C314A3D}"/>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9190055" name="Straight Connector 835810551">
            <a:extLst xmlns:a="http://schemas.openxmlformats.org/drawingml/2006/main">
              <a:ext uri="{FF2B5EF4-FFF2-40B4-BE49-F238E27FC236}">
                <a16:creationId xmlns:a16="http://schemas.microsoft.com/office/drawing/2014/main" id="{EFDD1564-66DF-44BA-81B3-E933BCDDB0F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214754" name="Rectangle 1100880979">
            <a:extLst xmlns:a="http://schemas.openxmlformats.org/drawingml/2006/main">
              <a:ext uri="{FF2B5EF4-FFF2-40B4-BE49-F238E27FC236}">
                <a16:creationId xmlns:a16="http://schemas.microsoft.com/office/drawing/2014/main" id="{0D6164E1-1260-472D-A295-EB60B9AC648D}"/>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494125092" name="Rectangle 1811406449">
            <a:extLst xmlns:a="http://schemas.openxmlformats.org/drawingml/2006/main">
              <a:ext uri="{FF2B5EF4-FFF2-40B4-BE49-F238E27FC236}">
                <a16:creationId xmlns:a16="http://schemas.microsoft.com/office/drawing/2014/main" id="{B8564909-10F5-4049-A1C8-3DF219EC1D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83907176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9315630" name="Rectangle 854926774">
            <a:extLst xmlns:a="http://schemas.openxmlformats.org/drawingml/2006/main">
              <a:ext uri="{FF2B5EF4-FFF2-40B4-BE49-F238E27FC236}">
                <a16:creationId xmlns:a16="http://schemas.microsoft.com/office/drawing/2014/main" id="{0FB139C5-C4C1-41A1-92FB-4A3B8AD879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08590529" name="Rectangle 1150295720">
            <a:extLst xmlns:a="http://schemas.openxmlformats.org/drawingml/2006/main">
              <a:ext uri="{FF2B5EF4-FFF2-40B4-BE49-F238E27FC236}">
                <a16:creationId xmlns:a16="http://schemas.microsoft.com/office/drawing/2014/main" id="{C0960F0C-23E0-4C8C-8134-DD4F3D942FB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87704267" name="Rectangle: Rounded Corners 2106832513">
            <a:extLst xmlns:a="http://schemas.openxmlformats.org/drawingml/2006/main">
              <a:ext uri="{FF2B5EF4-FFF2-40B4-BE49-F238E27FC236}">
                <a16:creationId xmlns:a16="http://schemas.microsoft.com/office/drawing/2014/main" id="{9B98569A-BDA2-4AFE-8DB4-118F9F114F4E}"/>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03150491" name="Rectangle 537144149">
            <a:extLst xmlns:a="http://schemas.openxmlformats.org/drawingml/2006/main">
              <a:ext uri="{FF2B5EF4-FFF2-40B4-BE49-F238E27FC236}">
                <a16:creationId xmlns:a16="http://schemas.microsoft.com/office/drawing/2014/main" id="{945F2DCF-4352-4C17-9602-AB8D583C2941}"/>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223218114" name="Straight Connector 1844070667">
            <a:extLst xmlns:a="http://schemas.openxmlformats.org/drawingml/2006/main">
              <a:ext uri="{FF2B5EF4-FFF2-40B4-BE49-F238E27FC236}">
                <a16:creationId xmlns:a16="http://schemas.microsoft.com/office/drawing/2014/main" id="{08F7DCDB-8FF5-4354-90EC-98AABCAC0C4E}"/>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523747" name="Rectangle: Rounded Corners 1156722812">
            <a:extLst xmlns:a="http://schemas.openxmlformats.org/drawingml/2006/main">
              <a:ext uri="{FF2B5EF4-FFF2-40B4-BE49-F238E27FC236}">
                <a16:creationId xmlns:a16="http://schemas.microsoft.com/office/drawing/2014/main" id="{5119C152-BC00-4B7F-B3C1-C93B7D185D7B}"/>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218559321" name="Rectangle 555957418">
            <a:extLst xmlns:a="http://schemas.openxmlformats.org/drawingml/2006/main">
              <a:ext uri="{FF2B5EF4-FFF2-40B4-BE49-F238E27FC236}">
                <a16:creationId xmlns:a16="http://schemas.microsoft.com/office/drawing/2014/main" id="{885A1F1F-E9D0-4CED-8F20-F75D4D238776}"/>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098630293" name="Straight Connector 1221881980">
            <a:extLst xmlns:a="http://schemas.openxmlformats.org/drawingml/2006/main">
              <a:ext uri="{FF2B5EF4-FFF2-40B4-BE49-F238E27FC236}">
                <a16:creationId xmlns:a16="http://schemas.microsoft.com/office/drawing/2014/main" id="{07F841F5-A3A9-4E36-8551-DBB948235CE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794679" name="Rectangle: Rounded Corners 942243679">
            <a:extLst xmlns:a="http://schemas.openxmlformats.org/drawingml/2006/main">
              <a:ext uri="{FF2B5EF4-FFF2-40B4-BE49-F238E27FC236}">
                <a16:creationId xmlns:a16="http://schemas.microsoft.com/office/drawing/2014/main" id="{3BF51308-5FB2-4670-90AA-357ECE8C8D68}"/>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461065995" name="Rectangle 1558388499">
            <a:extLst xmlns:a="http://schemas.openxmlformats.org/drawingml/2006/main">
              <a:ext uri="{FF2B5EF4-FFF2-40B4-BE49-F238E27FC236}">
                <a16:creationId xmlns:a16="http://schemas.microsoft.com/office/drawing/2014/main" id="{991A14FC-00EE-4487-BBCD-2F9AA64A4A84}"/>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3661344" name="Rectangle: Rounded Corners 497016789">
            <a:extLst xmlns:a="http://schemas.openxmlformats.org/drawingml/2006/main">
              <a:ext uri="{FF2B5EF4-FFF2-40B4-BE49-F238E27FC236}">
                <a16:creationId xmlns:a16="http://schemas.microsoft.com/office/drawing/2014/main" id="{2DD6755F-FB66-4E80-B1C4-54A048FD755F}"/>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3779795" name="Straight Connector 944728692">
            <a:extLst xmlns:a="http://schemas.openxmlformats.org/drawingml/2006/main">
              <a:ext uri="{FF2B5EF4-FFF2-40B4-BE49-F238E27FC236}">
                <a16:creationId xmlns:a16="http://schemas.microsoft.com/office/drawing/2014/main" id="{9397D224-936C-4FC5-8472-2C50CC96E791}"/>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201546" name="Straight Connector 492924597">
            <a:extLst xmlns:a="http://schemas.openxmlformats.org/drawingml/2006/main">
              <a:ext uri="{FF2B5EF4-FFF2-40B4-BE49-F238E27FC236}">
                <a16:creationId xmlns:a16="http://schemas.microsoft.com/office/drawing/2014/main" id="{2CCA3A08-32A5-4FDA-8016-37B19FDFB67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13856" name="Rectangle 1897545627">
            <a:extLst xmlns:a="http://schemas.openxmlformats.org/drawingml/2006/main">
              <a:ext uri="{FF2B5EF4-FFF2-40B4-BE49-F238E27FC236}">
                <a16:creationId xmlns:a16="http://schemas.microsoft.com/office/drawing/2014/main" id="{D38CCB91-66FE-443C-B016-CF69266824BF}"/>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855031934" name="Rectangle 567799544">
            <a:extLst xmlns:a="http://schemas.openxmlformats.org/drawingml/2006/main">
              <a:ext uri="{FF2B5EF4-FFF2-40B4-BE49-F238E27FC236}">
                <a16:creationId xmlns:a16="http://schemas.microsoft.com/office/drawing/2014/main" id="{2E9E1733-E5B7-4877-816F-ECF189B6B1E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138174002" name="Rectangle 163568202">
            <a:extLst xmlns:a="http://schemas.openxmlformats.org/drawingml/2006/main">
              <a:ext uri="{FF2B5EF4-FFF2-40B4-BE49-F238E27FC236}">
                <a16:creationId xmlns:a16="http://schemas.microsoft.com/office/drawing/2014/main" id="{B6DD6A79-B949-49FC-AB85-DB34501337AF}"/>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973222532" name="Rectangle 1723731144">
            <a:extLst xmlns:a="http://schemas.openxmlformats.org/drawingml/2006/main">
              <a:ext uri="{FF2B5EF4-FFF2-40B4-BE49-F238E27FC236}">
                <a16:creationId xmlns:a16="http://schemas.microsoft.com/office/drawing/2014/main" id="{C5E9B950-A8CF-4DAD-8C54-A7BFC8D9144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296849491" name="Rectangle 326786159">
            <a:extLst xmlns:a="http://schemas.openxmlformats.org/drawingml/2006/main">
              <a:ext uri="{FF2B5EF4-FFF2-40B4-BE49-F238E27FC236}">
                <a16:creationId xmlns:a16="http://schemas.microsoft.com/office/drawing/2014/main" id="{4B843794-F951-4BC2-BC7D-912424CA64F6}"/>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571701445" name="Rectangle 1482802785">
            <a:extLst xmlns:a="http://schemas.openxmlformats.org/drawingml/2006/main">
              <a:ext uri="{FF2B5EF4-FFF2-40B4-BE49-F238E27FC236}">
                <a16:creationId xmlns:a16="http://schemas.microsoft.com/office/drawing/2014/main" id="{93836DE0-314A-4B60-889C-EDBE327B47D2}"/>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091940320" name="Rectangle 947956942">
            <a:extLst xmlns:a="http://schemas.openxmlformats.org/drawingml/2006/main">
              <a:ext uri="{FF2B5EF4-FFF2-40B4-BE49-F238E27FC236}">
                <a16:creationId xmlns:a16="http://schemas.microsoft.com/office/drawing/2014/main" id="{D8A332CE-9FF4-4ED0-B22B-29D2A7F22F10}"/>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969976208" name="Rectangle 2016319604">
            <a:extLst xmlns:a="http://schemas.openxmlformats.org/drawingml/2006/main">
              <a:ext uri="{FF2B5EF4-FFF2-40B4-BE49-F238E27FC236}">
                <a16:creationId xmlns:a16="http://schemas.microsoft.com/office/drawing/2014/main" id="{C07ADF9F-3F47-4EE4-9708-08DDF57FDB71}"/>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38871554" name="Rectangle 759240474">
            <a:extLst xmlns:a="http://schemas.openxmlformats.org/drawingml/2006/main">
              <a:ext uri="{FF2B5EF4-FFF2-40B4-BE49-F238E27FC236}">
                <a16:creationId xmlns:a16="http://schemas.microsoft.com/office/drawing/2014/main" id="{298859A8-05E5-4B7E-B841-2D1D17E9647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024100733" name="Rectangle 1102304899">
            <a:extLst xmlns:a="http://schemas.openxmlformats.org/drawingml/2006/main">
              <a:ext uri="{FF2B5EF4-FFF2-40B4-BE49-F238E27FC236}">
                <a16:creationId xmlns:a16="http://schemas.microsoft.com/office/drawing/2014/main" id="{125EA3B1-4D35-4D2A-9609-12A211EC3B7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897779771" name="Rectangle 1141042966">
            <a:extLst xmlns:a="http://schemas.openxmlformats.org/drawingml/2006/main">
              <a:ext uri="{FF2B5EF4-FFF2-40B4-BE49-F238E27FC236}">
                <a16:creationId xmlns:a16="http://schemas.microsoft.com/office/drawing/2014/main" id="{15787663-AEB7-4978-BDC2-A957193E15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1839465075" name="solidguide_normal">
            <a:extLst xmlns:a="http://schemas.openxmlformats.org/drawingml/2006/main">
              <a:ext uri="{FF2B5EF4-FFF2-40B4-BE49-F238E27FC236}">
                <a16:creationId xmlns:a16="http://schemas.microsoft.com/office/drawing/2014/main" id="{F85B375E-D3AC-4D2F-A81F-ED5418D7EF82}"/>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6110937" name="solidguide_normal">
            <a:extLst xmlns:a="http://schemas.openxmlformats.org/drawingml/2006/main">
              <a:ext uri="{FF2B5EF4-FFF2-40B4-BE49-F238E27FC236}">
                <a16:creationId xmlns:a16="http://schemas.microsoft.com/office/drawing/2014/main" id="{E92D434D-E77C-48B7-A349-63172A62AF9B}"/>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174030"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d3037fa5bff5479d">
            <a:extLst>
              <a:ext uri="{96DAC541-7B7A-43D3-8B79-37D633B846F1}">
                <asvg:svgBlip xmlns:asvg="http://schemas.microsoft.com/office/drawing/2016/SVG/main" r:embed="R9bad52e375b242f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917280"/>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0037652" name="Rectangle 1470283906">
            <a:extLst xmlns:a="http://schemas.openxmlformats.org/drawingml/2006/main">
              <a:ext uri="{FF2B5EF4-FFF2-40B4-BE49-F238E27FC236}">
                <a16:creationId xmlns:a16="http://schemas.microsoft.com/office/drawing/2014/main" id="{63548602-5665-4BE7-AB13-F4767D6E47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23598803" name="Rectangle 843139879">
            <a:extLst xmlns:a="http://schemas.openxmlformats.org/drawingml/2006/main">
              <a:ext uri="{FF2B5EF4-FFF2-40B4-BE49-F238E27FC236}">
                <a16:creationId xmlns:a16="http://schemas.microsoft.com/office/drawing/2014/main" id="{37140F61-E992-487A-BFAF-6515173C37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140226076" name="Rectangle: Rounded Corners 441777437">
            <a:extLst xmlns:a="http://schemas.openxmlformats.org/drawingml/2006/main">
              <a:ext uri="{FF2B5EF4-FFF2-40B4-BE49-F238E27FC236}">
                <a16:creationId xmlns:a16="http://schemas.microsoft.com/office/drawing/2014/main" id="{542905E7-9309-4ADB-A807-DA6DFEB4791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0226081"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45ed3a10b3af47a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65191941" name="Oval 1369448292">
            <a:extLst xmlns:a="http://schemas.openxmlformats.org/drawingml/2006/main">
              <a:ext uri="{FF2B5EF4-FFF2-40B4-BE49-F238E27FC236}">
                <a16:creationId xmlns:a16="http://schemas.microsoft.com/office/drawing/2014/main" id="{3FF98832-778D-4019-B70B-3D67F555AE0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2121261908" name="Rectangle 119453285">
            <a:extLst xmlns:a="http://schemas.openxmlformats.org/drawingml/2006/main">
              <a:ext uri="{FF2B5EF4-FFF2-40B4-BE49-F238E27FC236}">
                <a16:creationId xmlns:a16="http://schemas.microsoft.com/office/drawing/2014/main" id="{57DC82ED-5AB8-4622-809F-AA90EDB02C7C}"/>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2129618064" name="Oval 1329949566">
            <a:extLst xmlns:a="http://schemas.openxmlformats.org/drawingml/2006/main">
              <a:ext uri="{FF2B5EF4-FFF2-40B4-BE49-F238E27FC236}">
                <a16:creationId xmlns:a16="http://schemas.microsoft.com/office/drawing/2014/main" id="{986265B6-390B-4D80-B3E3-63711B15A3F2}"/>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501334284" name="Rectangle 1856458307">
            <a:extLst xmlns:a="http://schemas.openxmlformats.org/drawingml/2006/main">
              <a:ext uri="{FF2B5EF4-FFF2-40B4-BE49-F238E27FC236}">
                <a16:creationId xmlns:a16="http://schemas.microsoft.com/office/drawing/2014/main" id="{C0775C97-309F-4400-9560-BA49EEC7453A}"/>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14637293" name="Oval 167515331">
            <a:extLst xmlns:a="http://schemas.openxmlformats.org/drawingml/2006/main">
              <a:ext uri="{FF2B5EF4-FFF2-40B4-BE49-F238E27FC236}">
                <a16:creationId xmlns:a16="http://schemas.microsoft.com/office/drawing/2014/main" id="{B3E7E2F7-34F3-48D8-B324-29D2776A9A2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981855087" name="Rectangle 324280658">
            <a:extLst xmlns:a="http://schemas.openxmlformats.org/drawingml/2006/main">
              <a:ext uri="{FF2B5EF4-FFF2-40B4-BE49-F238E27FC236}">
                <a16:creationId xmlns:a16="http://schemas.microsoft.com/office/drawing/2014/main" id="{D4B346EE-865F-46AE-B33E-69D17F617F7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715461449" name="Rectangle 220100613">
            <a:extLst xmlns:a="http://schemas.openxmlformats.org/drawingml/2006/main">
              <a:ext uri="{FF2B5EF4-FFF2-40B4-BE49-F238E27FC236}">
                <a16:creationId xmlns:a16="http://schemas.microsoft.com/office/drawing/2014/main" id="{B92DA069-F5F2-49A7-A6E5-BFB3D45F66C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3394144" name="Rectangle 1638243303">
            <a:extLst xmlns:a="http://schemas.openxmlformats.org/drawingml/2006/main">
              <a:ext uri="{FF2B5EF4-FFF2-40B4-BE49-F238E27FC236}">
                <a16:creationId xmlns:a16="http://schemas.microsoft.com/office/drawing/2014/main" id="{56380379-9A12-434F-A861-009BB3FBCF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940651934"/>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1428178" name="Rectangle 914741475">
            <a:extLst xmlns:a="http://schemas.openxmlformats.org/drawingml/2006/main">
              <a:ext uri="{FF2B5EF4-FFF2-40B4-BE49-F238E27FC236}">
                <a16:creationId xmlns:a16="http://schemas.microsoft.com/office/drawing/2014/main" id="{BDF0ABBF-383B-422B-BC1E-43E40A21D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902627900" name="Rectangle 763526406">
            <a:extLst xmlns:a="http://schemas.openxmlformats.org/drawingml/2006/main">
              <a:ext uri="{FF2B5EF4-FFF2-40B4-BE49-F238E27FC236}">
                <a16:creationId xmlns:a16="http://schemas.microsoft.com/office/drawing/2014/main" id="{13412E27-65AC-4468-8BAC-185F7C69D1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466351089" name="Rectangle: Rounded Corners 611293625">
            <a:extLst xmlns:a="http://schemas.openxmlformats.org/drawingml/2006/main">
              <a:ext uri="{FF2B5EF4-FFF2-40B4-BE49-F238E27FC236}">
                <a16:creationId xmlns:a16="http://schemas.microsoft.com/office/drawing/2014/main" id="{80B442D7-0C8A-4A8D-AEFB-2ED81680B2E0}"/>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20"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4a7e83c6ff2d4f28"/>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82980303" name="Straight Connector 1032169778">
            <a:extLst xmlns:a="http://schemas.openxmlformats.org/drawingml/2006/main">
              <a:ext uri="{FF2B5EF4-FFF2-40B4-BE49-F238E27FC236}">
                <a16:creationId xmlns:a16="http://schemas.microsoft.com/office/drawing/2014/main" id="{A3F06940-30F2-4CC9-A480-2DC7D9B9C86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01316" name="Straight Connector 1768100698">
            <a:extLst xmlns:a="http://schemas.openxmlformats.org/drawingml/2006/main">
              <a:ext uri="{FF2B5EF4-FFF2-40B4-BE49-F238E27FC236}">
                <a16:creationId xmlns:a16="http://schemas.microsoft.com/office/drawing/2014/main" id="{961A5B61-183A-4DF3-8142-DBCABC681EF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92717" name="Rectangle 1922458400">
            <a:extLst xmlns:a="http://schemas.openxmlformats.org/drawingml/2006/main">
              <a:ext uri="{FF2B5EF4-FFF2-40B4-BE49-F238E27FC236}">
                <a16:creationId xmlns:a16="http://schemas.microsoft.com/office/drawing/2014/main" id="{8259702D-7B74-4228-90A1-5E98B6840B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68253556" name="Rectangle 1402654062">
            <a:extLst xmlns:a="http://schemas.openxmlformats.org/drawingml/2006/main">
              <a:ext uri="{FF2B5EF4-FFF2-40B4-BE49-F238E27FC236}">
                <a16:creationId xmlns:a16="http://schemas.microsoft.com/office/drawing/2014/main" id="{CCFECC9D-8E10-440C-8EAC-B5727900320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36436567" name="Oval 1006697960">
            <a:extLst xmlns:a="http://schemas.openxmlformats.org/drawingml/2006/main">
              <a:ext uri="{FF2B5EF4-FFF2-40B4-BE49-F238E27FC236}">
                <a16:creationId xmlns:a16="http://schemas.microsoft.com/office/drawing/2014/main" id="{B5EC8E5F-A475-43F2-B104-364D3E4A120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980250" name="Straight Connector 772079832">
            <a:extLst xmlns:a="http://schemas.openxmlformats.org/drawingml/2006/main">
              <a:ext uri="{FF2B5EF4-FFF2-40B4-BE49-F238E27FC236}">
                <a16:creationId xmlns:a16="http://schemas.microsoft.com/office/drawing/2014/main" id="{3C7A7EED-6E4B-4801-BB54-656F99651F6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452658" name="Oval 1493081963">
            <a:extLst xmlns:a="http://schemas.openxmlformats.org/drawingml/2006/main">
              <a:ext uri="{FF2B5EF4-FFF2-40B4-BE49-F238E27FC236}">
                <a16:creationId xmlns:a16="http://schemas.microsoft.com/office/drawing/2014/main" id="{D922B439-0E40-421E-A06C-C911206E307A}"/>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7078820" name="Oval 1125848367">
            <a:extLst xmlns:a="http://schemas.openxmlformats.org/drawingml/2006/main">
              <a:ext uri="{FF2B5EF4-FFF2-40B4-BE49-F238E27FC236}">
                <a16:creationId xmlns:a16="http://schemas.microsoft.com/office/drawing/2014/main" id="{934A3AD1-68F8-4CBB-8274-096B68CFF092}"/>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759294" name="Rectangle 1431459787">
            <a:extLst xmlns:a="http://schemas.openxmlformats.org/drawingml/2006/main">
              <a:ext uri="{FF2B5EF4-FFF2-40B4-BE49-F238E27FC236}">
                <a16:creationId xmlns:a16="http://schemas.microsoft.com/office/drawing/2014/main" id="{7ED7F0D4-5EF6-4635-BF55-27BFD460977A}"/>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709812491" name="Rectangle 551453139">
            <a:extLst xmlns:a="http://schemas.openxmlformats.org/drawingml/2006/main">
              <a:ext uri="{FF2B5EF4-FFF2-40B4-BE49-F238E27FC236}">
                <a16:creationId xmlns:a16="http://schemas.microsoft.com/office/drawing/2014/main" id="{21023A81-AF52-42A0-8AC0-720795091CC9}"/>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999790989" name="Rectangle 1387627842">
            <a:extLst xmlns:a="http://schemas.openxmlformats.org/drawingml/2006/main">
              <a:ext uri="{FF2B5EF4-FFF2-40B4-BE49-F238E27FC236}">
                <a16:creationId xmlns:a16="http://schemas.microsoft.com/office/drawing/2014/main" id="{C0CD8041-2306-4D82-947E-281056DCE1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2022431114" name="Straight Connector 1489075409">
            <a:extLst xmlns:a="http://schemas.openxmlformats.org/drawingml/2006/main">
              <a:ext uri="{FF2B5EF4-FFF2-40B4-BE49-F238E27FC236}">
                <a16:creationId xmlns:a16="http://schemas.microsoft.com/office/drawing/2014/main" id="{53338DD9-4813-4C3F-9408-A379D726E928}"/>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57512" name="Straight Connector 768615074">
            <a:extLst xmlns:a="http://schemas.openxmlformats.org/drawingml/2006/main">
              <a:ext uri="{FF2B5EF4-FFF2-40B4-BE49-F238E27FC236}">
                <a16:creationId xmlns:a16="http://schemas.microsoft.com/office/drawing/2014/main" id="{A3EB115F-B051-4204-A511-8C709A1BAC78}"/>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34"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582d5b0b0db344a9">
            <a:extLst>
              <a:ext uri="{96DAC541-7B7A-43D3-8B79-37D633B846F1}">
                <asvg:svgBlip xmlns:asvg="http://schemas.microsoft.com/office/drawing/2016/SVG/main" r:embed="R6851dfbb50474e6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391162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1984731" name="Rectangle 151304597">
            <a:extLst xmlns:a="http://schemas.openxmlformats.org/drawingml/2006/main">
              <a:ext uri="{FF2B5EF4-FFF2-40B4-BE49-F238E27FC236}">
                <a16:creationId xmlns:a16="http://schemas.microsoft.com/office/drawing/2014/main" id="{7F6D793F-5358-4890-88CF-7F0E6E4521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169591864" name="Rectangle 177396171">
            <a:extLst xmlns:a="http://schemas.openxmlformats.org/drawingml/2006/main">
              <a:ext uri="{FF2B5EF4-FFF2-40B4-BE49-F238E27FC236}">
                <a16:creationId xmlns:a16="http://schemas.microsoft.com/office/drawing/2014/main" id="{9D339F5F-18AC-41C7-B523-A0B23C9CA71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7376287" name="Rectangle: Rounded Corners 960318418">
            <a:extLst xmlns:a="http://schemas.openxmlformats.org/drawingml/2006/main">
              <a:ext uri="{FF2B5EF4-FFF2-40B4-BE49-F238E27FC236}">
                <a16:creationId xmlns:a16="http://schemas.microsoft.com/office/drawing/2014/main" id="{85323338-DABF-43B2-A302-F9F9FE089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229025" name="Straight Connector 53979157">
            <a:extLst xmlns:a="http://schemas.openxmlformats.org/drawingml/2006/main">
              <a:ext uri="{FF2B5EF4-FFF2-40B4-BE49-F238E27FC236}">
                <a16:creationId xmlns:a16="http://schemas.microsoft.com/office/drawing/2014/main" id="{62B94602-90E9-4DCD-B481-A3A05CD4737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941332" name="Straight Connector 627639122">
            <a:extLst xmlns:a="http://schemas.openxmlformats.org/drawingml/2006/main">
              <a:ext uri="{FF2B5EF4-FFF2-40B4-BE49-F238E27FC236}">
                <a16:creationId xmlns:a16="http://schemas.microsoft.com/office/drawing/2014/main" id="{90116DE0-6630-453A-8705-65B4A5BED992}"/>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9082808" name="Rectangle 466830898">
            <a:extLst xmlns:a="http://schemas.openxmlformats.org/drawingml/2006/main">
              <a:ext uri="{FF2B5EF4-FFF2-40B4-BE49-F238E27FC236}">
                <a16:creationId xmlns:a16="http://schemas.microsoft.com/office/drawing/2014/main" id="{F6DE9E24-5BC0-4A09-AED2-50C9B43B621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51218147" name="Rectangle 1905295987">
            <a:extLst xmlns:a="http://schemas.openxmlformats.org/drawingml/2006/main">
              <a:ext uri="{FF2B5EF4-FFF2-40B4-BE49-F238E27FC236}">
                <a16:creationId xmlns:a16="http://schemas.microsoft.com/office/drawing/2014/main" id="{7FE91D01-975A-4EE7-A1B7-BCC138DC3BD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0633290" name="Oval 917868853">
            <a:extLst xmlns:a="http://schemas.openxmlformats.org/drawingml/2006/main">
              <a:ext uri="{FF2B5EF4-FFF2-40B4-BE49-F238E27FC236}">
                <a16:creationId xmlns:a16="http://schemas.microsoft.com/office/drawing/2014/main" id="{82E0E709-8E1E-41E3-9AC8-01B832BB770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75918" name="Oval 1147861544">
            <a:extLst xmlns:a="http://schemas.openxmlformats.org/drawingml/2006/main">
              <a:ext uri="{FF2B5EF4-FFF2-40B4-BE49-F238E27FC236}">
                <a16:creationId xmlns:a16="http://schemas.microsoft.com/office/drawing/2014/main" id="{398211A4-4D32-4A56-8F85-59E36509284D}"/>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15425" name="Oval 453648762">
            <a:extLst xmlns:a="http://schemas.openxmlformats.org/drawingml/2006/main">
              <a:ext uri="{FF2B5EF4-FFF2-40B4-BE49-F238E27FC236}">
                <a16:creationId xmlns:a16="http://schemas.microsoft.com/office/drawing/2014/main" id="{6A00E4CD-7854-45F6-A559-3AF549B6FEE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876572" name="Oval 1758550888">
            <a:extLst xmlns:a="http://schemas.openxmlformats.org/drawingml/2006/main">
              <a:ext uri="{FF2B5EF4-FFF2-40B4-BE49-F238E27FC236}">
                <a16:creationId xmlns:a16="http://schemas.microsoft.com/office/drawing/2014/main" id="{C1EFC60B-0184-4499-B608-CC79E4F74ED8}"/>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67952" name="Rectangle: Rounded Corners 1781569673">
            <a:extLst xmlns:a="http://schemas.openxmlformats.org/drawingml/2006/main">
              <a:ext uri="{FF2B5EF4-FFF2-40B4-BE49-F238E27FC236}">
                <a16:creationId xmlns:a16="http://schemas.microsoft.com/office/drawing/2014/main" id="{08392872-6176-48FA-9610-8B846830B331}"/>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72286999" name="Rectangle: Rounded Corners 140372676">
            <a:extLst xmlns:a="http://schemas.openxmlformats.org/drawingml/2006/main">
              <a:ext uri="{FF2B5EF4-FFF2-40B4-BE49-F238E27FC236}">
                <a16:creationId xmlns:a16="http://schemas.microsoft.com/office/drawing/2014/main" id="{D69C93D3-42CF-42F2-954D-9DBF268010F5}"/>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660782699" name="Rectangle: Rounded Corners 457547252">
            <a:extLst xmlns:a="http://schemas.openxmlformats.org/drawingml/2006/main">
              <a:ext uri="{FF2B5EF4-FFF2-40B4-BE49-F238E27FC236}">
                <a16:creationId xmlns:a16="http://schemas.microsoft.com/office/drawing/2014/main" id="{F7059247-8A85-417F-92DB-2318B31C0D2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192023614" name="Rectangle 126664147">
            <a:extLst xmlns:a="http://schemas.openxmlformats.org/drawingml/2006/main">
              <a:ext uri="{FF2B5EF4-FFF2-40B4-BE49-F238E27FC236}">
                <a16:creationId xmlns:a16="http://schemas.microsoft.com/office/drawing/2014/main" id="{54FA5B14-B28D-42D5-AF39-13AE2017D77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92423639" name="Rectangle 638283189">
            <a:extLst xmlns:a="http://schemas.openxmlformats.org/drawingml/2006/main">
              <a:ext uri="{FF2B5EF4-FFF2-40B4-BE49-F238E27FC236}">
                <a16:creationId xmlns:a16="http://schemas.microsoft.com/office/drawing/2014/main" id="{B71827FA-84E2-45C7-AEF0-C078BE027B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4908282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32202aef4555449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00697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2562868" name="Rectangle 1072400785">
            <a:extLst xmlns:a="http://schemas.openxmlformats.org/drawingml/2006/main">
              <a:ext uri="{FF2B5EF4-FFF2-40B4-BE49-F238E27FC236}">
                <a16:creationId xmlns:a16="http://schemas.microsoft.com/office/drawing/2014/main" id="{ECA75845-286F-433D-AE22-4EC7A3A245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41276393" name="Rectangle 1682929385">
            <a:extLst xmlns:a="http://schemas.openxmlformats.org/drawingml/2006/main">
              <a:ext uri="{FF2B5EF4-FFF2-40B4-BE49-F238E27FC236}">
                <a16:creationId xmlns:a16="http://schemas.microsoft.com/office/drawing/2014/main" id="{CC002881-A6EC-4A6A-800F-2B3D069345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445885856" name="Rectangle: Rounded Corners 1080314407">
            <a:extLst xmlns:a="http://schemas.openxmlformats.org/drawingml/2006/main">
              <a:ext uri="{FF2B5EF4-FFF2-40B4-BE49-F238E27FC236}">
                <a16:creationId xmlns:a16="http://schemas.microsoft.com/office/drawing/2014/main" id="{AB38B918-D929-415C-9D5D-EBB462AFAC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57414753"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4d2190496daf4744"/>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210348491" name="Straight Connector 707499443">
            <a:extLst xmlns:a="http://schemas.openxmlformats.org/drawingml/2006/main">
              <a:ext uri="{FF2B5EF4-FFF2-40B4-BE49-F238E27FC236}">
                <a16:creationId xmlns:a16="http://schemas.microsoft.com/office/drawing/2014/main" id="{22BFA5E4-DB83-41B3-BCB8-D36D872A609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94941" name="Straight Connector 1076861610">
            <a:extLst xmlns:a="http://schemas.openxmlformats.org/drawingml/2006/main">
              <a:ext uri="{FF2B5EF4-FFF2-40B4-BE49-F238E27FC236}">
                <a16:creationId xmlns:a16="http://schemas.microsoft.com/office/drawing/2014/main" id="{72B3C820-6A24-45B4-BB8B-C9D2EBC947D5}"/>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414748" name="Rectangle 1618224149">
            <a:extLst xmlns:a="http://schemas.openxmlformats.org/drawingml/2006/main">
              <a:ext uri="{FF2B5EF4-FFF2-40B4-BE49-F238E27FC236}">
                <a16:creationId xmlns:a16="http://schemas.microsoft.com/office/drawing/2014/main" id="{334A116D-E9C0-48DA-BFC2-B04042966E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496968653" name="Rectangle 1957330890">
            <a:extLst xmlns:a="http://schemas.openxmlformats.org/drawingml/2006/main">
              <a:ext uri="{FF2B5EF4-FFF2-40B4-BE49-F238E27FC236}">
                <a16:creationId xmlns:a16="http://schemas.microsoft.com/office/drawing/2014/main" id="{EB26408E-1A7E-4D39-8116-B42C448ED8A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52159301" name="Oval 1428842632">
            <a:extLst xmlns:a="http://schemas.openxmlformats.org/drawingml/2006/main">
              <a:ext uri="{FF2B5EF4-FFF2-40B4-BE49-F238E27FC236}">
                <a16:creationId xmlns:a16="http://schemas.microsoft.com/office/drawing/2014/main" id="{BA11C600-5463-45CD-944D-59B26953F82C}"/>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086206" name="Oval 94324771">
            <a:extLst xmlns:a="http://schemas.openxmlformats.org/drawingml/2006/main">
              <a:ext uri="{FF2B5EF4-FFF2-40B4-BE49-F238E27FC236}">
                <a16:creationId xmlns:a16="http://schemas.microsoft.com/office/drawing/2014/main" id="{766DCC1A-7841-4F39-9423-8CD408A74450}"/>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683340" name="Oval 1474916117">
            <a:extLst xmlns:a="http://schemas.openxmlformats.org/drawingml/2006/main">
              <a:ext uri="{FF2B5EF4-FFF2-40B4-BE49-F238E27FC236}">
                <a16:creationId xmlns:a16="http://schemas.microsoft.com/office/drawing/2014/main" id="{735A0D32-A29D-47BC-BB55-8DE11B3A5A3F}"/>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074424" name="Rectangle 1335518815">
            <a:extLst xmlns:a="http://schemas.openxmlformats.org/drawingml/2006/main">
              <a:ext uri="{FF2B5EF4-FFF2-40B4-BE49-F238E27FC236}">
                <a16:creationId xmlns:a16="http://schemas.microsoft.com/office/drawing/2014/main" id="{841BBB27-C0FA-441E-9848-8B90AD3855AF}"/>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237927121" name="Rectangle 971869567">
            <a:extLst xmlns:a="http://schemas.openxmlformats.org/drawingml/2006/main">
              <a:ext uri="{FF2B5EF4-FFF2-40B4-BE49-F238E27FC236}">
                <a16:creationId xmlns:a16="http://schemas.microsoft.com/office/drawing/2014/main" id="{2AABD3F6-89B3-4AD0-A728-ED3AE8B7F518}"/>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469653872" name="Rectangle: Rounded Corners 76329123">
            <a:extLst xmlns:a="http://schemas.openxmlformats.org/drawingml/2006/main">
              <a:ext uri="{FF2B5EF4-FFF2-40B4-BE49-F238E27FC236}">
                <a16:creationId xmlns:a16="http://schemas.microsoft.com/office/drawing/2014/main" id="{FBAE3112-F0FB-4055-8FA5-525B6929098F}"/>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45674904" name="Rectangle 237806933">
            <a:extLst xmlns:a="http://schemas.openxmlformats.org/drawingml/2006/main">
              <a:ext uri="{FF2B5EF4-FFF2-40B4-BE49-F238E27FC236}">
                <a16:creationId xmlns:a16="http://schemas.microsoft.com/office/drawing/2014/main" id="{472F30AD-DCE3-4135-B523-400324B55D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024134339" name="solid-loss-curve">
            <a:extLst xmlns:a="http://schemas.openxmlformats.org/drawingml/2006/main">
              <a:ext uri="{FF2B5EF4-FFF2-40B4-BE49-F238E27FC236}">
                <a16:creationId xmlns:a16="http://schemas.microsoft.com/office/drawing/2014/main" id="{249E7257-82D7-4B84-9D83-BC2C0B88CF5C}"/>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4621336"/>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1876343" name="Rectangle 935271156">
            <a:extLst xmlns:a="http://schemas.openxmlformats.org/drawingml/2006/main">
              <a:ext uri="{FF2B5EF4-FFF2-40B4-BE49-F238E27FC236}">
                <a16:creationId xmlns:a16="http://schemas.microsoft.com/office/drawing/2014/main" id="{289BD789-E5DE-454A-A114-E672A1DD8C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88660971" name="Rectangle 251777344">
            <a:extLst xmlns:a="http://schemas.openxmlformats.org/drawingml/2006/main">
              <a:ext uri="{FF2B5EF4-FFF2-40B4-BE49-F238E27FC236}">
                <a16:creationId xmlns:a16="http://schemas.microsoft.com/office/drawing/2014/main" id="{02D2E160-05FA-4E85-A187-E9E6A4E9E4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89711765" name="Rectangle: Rounded Corners 1456392341">
            <a:extLst xmlns:a="http://schemas.openxmlformats.org/drawingml/2006/main">
              <a:ext uri="{FF2B5EF4-FFF2-40B4-BE49-F238E27FC236}">
                <a16:creationId xmlns:a16="http://schemas.microsoft.com/office/drawing/2014/main" id="{55A47D60-7EFB-4173-A8E6-1B3F50BC9CE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09127" name="Rectangle 615225220">
            <a:extLst xmlns:a="http://schemas.openxmlformats.org/drawingml/2006/main">
              <a:ext uri="{FF2B5EF4-FFF2-40B4-BE49-F238E27FC236}">
                <a16:creationId xmlns:a16="http://schemas.microsoft.com/office/drawing/2014/main" id="{0A994AFD-BF98-44C6-AA61-68273376FE6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887688545" name="Rectangle: Rounded Corners 1987074982">
            <a:extLst xmlns:a="http://schemas.openxmlformats.org/drawingml/2006/main">
              <a:ext uri="{FF2B5EF4-FFF2-40B4-BE49-F238E27FC236}">
                <a16:creationId xmlns:a16="http://schemas.microsoft.com/office/drawing/2014/main" id="{FF81D40C-5ADA-4393-88E5-90BB5550DEE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7091370" name="Rectangle 1286956634">
            <a:extLst xmlns:a="http://schemas.openxmlformats.org/drawingml/2006/main">
              <a:ext uri="{FF2B5EF4-FFF2-40B4-BE49-F238E27FC236}">
                <a16:creationId xmlns:a16="http://schemas.microsoft.com/office/drawing/2014/main" id="{E69A67AF-8F2A-45D5-A106-72C0BE3EC50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55478911" name="Rectangle 399762638">
            <a:extLst xmlns:a="http://schemas.openxmlformats.org/drawingml/2006/main">
              <a:ext uri="{FF2B5EF4-FFF2-40B4-BE49-F238E27FC236}">
                <a16:creationId xmlns:a16="http://schemas.microsoft.com/office/drawing/2014/main" id="{E6FF554F-A51E-4EC1-9DA6-0B8CF651BC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536308951" name="Straight Connector 1664744869">
            <a:extLst xmlns:a="http://schemas.openxmlformats.org/drawingml/2006/main">
              <a:ext uri="{FF2B5EF4-FFF2-40B4-BE49-F238E27FC236}">
                <a16:creationId xmlns:a16="http://schemas.microsoft.com/office/drawing/2014/main" id="{A53FA904-5F2F-4491-A7F9-7098C3DB8B2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786755" name="Straight Connector 598323690">
            <a:extLst xmlns:a="http://schemas.openxmlformats.org/drawingml/2006/main">
              <a:ext uri="{FF2B5EF4-FFF2-40B4-BE49-F238E27FC236}">
                <a16:creationId xmlns:a16="http://schemas.microsoft.com/office/drawing/2014/main" id="{14175581-77C7-41D9-9C12-60F7D293C76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277120" name="Rectangle 1233632033">
            <a:extLst xmlns:a="http://schemas.openxmlformats.org/drawingml/2006/main">
              <a:ext uri="{FF2B5EF4-FFF2-40B4-BE49-F238E27FC236}">
                <a16:creationId xmlns:a16="http://schemas.microsoft.com/office/drawing/2014/main" id="{F3D87A1A-A4B6-4A8D-8488-539866B46FA1}"/>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683729746" name="Rectangle 987778106">
            <a:extLst xmlns:a="http://schemas.openxmlformats.org/drawingml/2006/main">
              <a:ext uri="{FF2B5EF4-FFF2-40B4-BE49-F238E27FC236}">
                <a16:creationId xmlns:a16="http://schemas.microsoft.com/office/drawing/2014/main" id="{3BE73A56-82FA-47E3-8A7E-D3201BD3405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79591020" name="Rectangle 1454394643">
            <a:extLst xmlns:a="http://schemas.openxmlformats.org/drawingml/2006/main">
              <a:ext uri="{FF2B5EF4-FFF2-40B4-BE49-F238E27FC236}">
                <a16:creationId xmlns:a16="http://schemas.microsoft.com/office/drawing/2014/main" id="{FCC68BCA-7C24-4228-96E1-E8B2E7F7A2B0}"/>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784413102" name="Oval 1043049251">
            <a:extLst xmlns:a="http://schemas.openxmlformats.org/drawingml/2006/main">
              <a:ext uri="{FF2B5EF4-FFF2-40B4-BE49-F238E27FC236}">
                <a16:creationId xmlns:a16="http://schemas.microsoft.com/office/drawing/2014/main" id="{C9CF53C9-3248-4BF1-B1E1-39DC7A43F88F}"/>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4519" name="Oval 103022139">
            <a:extLst xmlns:a="http://schemas.openxmlformats.org/drawingml/2006/main">
              <a:ext uri="{FF2B5EF4-FFF2-40B4-BE49-F238E27FC236}">
                <a16:creationId xmlns:a16="http://schemas.microsoft.com/office/drawing/2014/main" id="{22F61823-222C-4FC6-9127-2500E0BD33E3}"/>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29831" name="Rectangle 1601714725">
            <a:extLst xmlns:a="http://schemas.openxmlformats.org/drawingml/2006/main">
              <a:ext uri="{FF2B5EF4-FFF2-40B4-BE49-F238E27FC236}">
                <a16:creationId xmlns:a16="http://schemas.microsoft.com/office/drawing/2014/main" id="{0B646F4C-30D7-452D-803C-E5034F5364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02427746" name="Rectangle 1242132362">
            <a:extLst xmlns:a="http://schemas.openxmlformats.org/drawingml/2006/main">
              <a:ext uri="{FF2B5EF4-FFF2-40B4-BE49-F238E27FC236}">
                <a16:creationId xmlns:a16="http://schemas.microsoft.com/office/drawing/2014/main" id="{3E68E940-E770-4AC6-8052-C8D358B5533C}"/>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37535633" name="Rectangle 2132047703">
            <a:extLst xmlns:a="http://schemas.openxmlformats.org/drawingml/2006/main">
              <a:ext uri="{FF2B5EF4-FFF2-40B4-BE49-F238E27FC236}">
                <a16:creationId xmlns:a16="http://schemas.microsoft.com/office/drawing/2014/main" id="{9745BBB2-0EBB-4C5A-94AC-E9A941AAAF4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600654081" name="Rectangle 1495975732">
            <a:extLst xmlns:a="http://schemas.openxmlformats.org/drawingml/2006/main">
              <a:ext uri="{FF2B5EF4-FFF2-40B4-BE49-F238E27FC236}">
                <a16:creationId xmlns:a16="http://schemas.microsoft.com/office/drawing/2014/main" id="{2C1417FD-6F97-41FF-AA49-0D89CFDA92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00242776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2f074167a5dd46b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0242776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917824a2c90d4803">
            <a:extLst>
              <a:ext uri="{96DAC541-7B7A-43D3-8B79-37D633B846F1}">
                <asvg:svgBlip xmlns:asvg="http://schemas.microsoft.com/office/drawing/2016/SVG/main" r:embed="Rb38eac1f626d4c8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164888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8268232" name="Rectangle 549712311">
            <a:extLst xmlns:a="http://schemas.openxmlformats.org/drawingml/2006/main">
              <a:ext uri="{FF2B5EF4-FFF2-40B4-BE49-F238E27FC236}">
                <a16:creationId xmlns:a16="http://schemas.microsoft.com/office/drawing/2014/main" id="{9CB95B6D-3DC9-4A49-B1AC-C0B8D45EBF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29666098" name="Rectangle 504424573">
            <a:extLst xmlns:a="http://schemas.openxmlformats.org/drawingml/2006/main">
              <a:ext uri="{FF2B5EF4-FFF2-40B4-BE49-F238E27FC236}">
                <a16:creationId xmlns:a16="http://schemas.microsoft.com/office/drawing/2014/main" id="{55C0B0D5-14E4-43F3-9682-EC4E502847A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411936120" name="Rectangle: Rounded Corners 8473207">
            <a:extLst xmlns:a="http://schemas.openxmlformats.org/drawingml/2006/main">
              <a:ext uri="{FF2B5EF4-FFF2-40B4-BE49-F238E27FC236}">
                <a16:creationId xmlns:a16="http://schemas.microsoft.com/office/drawing/2014/main" id="{37FB8DD5-5B26-4B8C-8548-24C21A00E2D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35889" name="Oval 1713827263">
            <a:extLst xmlns:a="http://schemas.openxmlformats.org/drawingml/2006/main">
              <a:ext uri="{FF2B5EF4-FFF2-40B4-BE49-F238E27FC236}">
                <a16:creationId xmlns:a16="http://schemas.microsoft.com/office/drawing/2014/main" id="{05EA2332-CDC5-4C2F-ACA5-BBF52612410E}"/>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650620" name="Oval 324013536">
            <a:extLst xmlns:a="http://schemas.openxmlformats.org/drawingml/2006/main">
              <a:ext uri="{FF2B5EF4-FFF2-40B4-BE49-F238E27FC236}">
                <a16:creationId xmlns:a16="http://schemas.microsoft.com/office/drawing/2014/main" id="{B8F3FC6F-5E10-4C71-A39D-1B99AA84534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77757" name="Oval 1149235491">
            <a:extLst xmlns:a="http://schemas.openxmlformats.org/drawingml/2006/main">
              <a:ext uri="{FF2B5EF4-FFF2-40B4-BE49-F238E27FC236}">
                <a16:creationId xmlns:a16="http://schemas.microsoft.com/office/drawing/2014/main" id="{68AE1B02-C4BD-46DB-9070-BAE763F4A61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20250" name="Oval 1750953689">
            <a:extLst xmlns:a="http://schemas.openxmlformats.org/drawingml/2006/main">
              <a:ext uri="{FF2B5EF4-FFF2-40B4-BE49-F238E27FC236}">
                <a16:creationId xmlns:a16="http://schemas.microsoft.com/office/drawing/2014/main" id="{5B8ECA80-EBA7-4B1B-B3D2-1EB1CD69239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411569" name="Oval 1513393046">
            <a:extLst xmlns:a="http://schemas.openxmlformats.org/drawingml/2006/main">
              <a:ext uri="{FF2B5EF4-FFF2-40B4-BE49-F238E27FC236}">
                <a16:creationId xmlns:a16="http://schemas.microsoft.com/office/drawing/2014/main" id="{8B7B00D6-29A2-4DB4-98BF-A16414E9872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661078" name="Oval 496081326">
            <a:extLst xmlns:a="http://schemas.openxmlformats.org/drawingml/2006/main">
              <a:ext uri="{FF2B5EF4-FFF2-40B4-BE49-F238E27FC236}">
                <a16:creationId xmlns:a16="http://schemas.microsoft.com/office/drawing/2014/main" id="{8F539AD8-C4FD-4756-8883-0C02325A2821}"/>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789383" name="Oval 953579843">
            <a:extLst xmlns:a="http://schemas.openxmlformats.org/drawingml/2006/main">
              <a:ext uri="{FF2B5EF4-FFF2-40B4-BE49-F238E27FC236}">
                <a16:creationId xmlns:a16="http://schemas.microsoft.com/office/drawing/2014/main" id="{1C998E93-6384-4231-B432-B2FA6CB75F4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3537776" name="Oval 268581152">
            <a:extLst xmlns:a="http://schemas.openxmlformats.org/drawingml/2006/main">
              <a:ext uri="{FF2B5EF4-FFF2-40B4-BE49-F238E27FC236}">
                <a16:creationId xmlns:a16="http://schemas.microsoft.com/office/drawing/2014/main" id="{9E14E694-F50B-4253-ADEB-0BC1F8CFDE34}"/>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803644" name="Oval 1782461718">
            <a:extLst xmlns:a="http://schemas.openxmlformats.org/drawingml/2006/main">
              <a:ext uri="{FF2B5EF4-FFF2-40B4-BE49-F238E27FC236}">
                <a16:creationId xmlns:a16="http://schemas.microsoft.com/office/drawing/2014/main" id="{81A13F59-F4CB-4A11-A2A1-669F74757C6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503525" name="Oval 1638488983">
            <a:extLst xmlns:a="http://schemas.openxmlformats.org/drawingml/2006/main">
              <a:ext uri="{FF2B5EF4-FFF2-40B4-BE49-F238E27FC236}">
                <a16:creationId xmlns:a16="http://schemas.microsoft.com/office/drawing/2014/main" id="{624B5EF9-61AD-40C4-B252-D4EFEF8AFBED}"/>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572643" name="Oval 1018913497">
            <a:extLst xmlns:a="http://schemas.openxmlformats.org/drawingml/2006/main">
              <a:ext uri="{FF2B5EF4-FFF2-40B4-BE49-F238E27FC236}">
                <a16:creationId xmlns:a16="http://schemas.microsoft.com/office/drawing/2014/main" id="{840B4B14-7EE8-4843-A5E0-FDE5839E577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290927" name="Oval 1292287629">
            <a:extLst xmlns:a="http://schemas.openxmlformats.org/drawingml/2006/main">
              <a:ext uri="{FF2B5EF4-FFF2-40B4-BE49-F238E27FC236}">
                <a16:creationId xmlns:a16="http://schemas.microsoft.com/office/drawing/2014/main" id="{36EC658F-EB80-4E32-A302-E1058BE9995D}"/>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6140" name="Oval 1410545746">
            <a:extLst xmlns:a="http://schemas.openxmlformats.org/drawingml/2006/main">
              <a:ext uri="{FF2B5EF4-FFF2-40B4-BE49-F238E27FC236}">
                <a16:creationId xmlns:a16="http://schemas.microsoft.com/office/drawing/2014/main" id="{E6D7DCFA-73E2-4783-84A2-1CDF1E17C759}"/>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8628413" name="Oval 1923839338">
            <a:extLst xmlns:a="http://schemas.openxmlformats.org/drawingml/2006/main">
              <a:ext uri="{FF2B5EF4-FFF2-40B4-BE49-F238E27FC236}">
                <a16:creationId xmlns:a16="http://schemas.microsoft.com/office/drawing/2014/main" id="{45B55D8B-1434-4794-B52C-1A114991EFD3}"/>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00234" name="Oval 452248781">
            <a:extLst xmlns:a="http://schemas.openxmlformats.org/drawingml/2006/main">
              <a:ext uri="{FF2B5EF4-FFF2-40B4-BE49-F238E27FC236}">
                <a16:creationId xmlns:a16="http://schemas.microsoft.com/office/drawing/2014/main" id="{B693B332-0EC1-495C-A780-46CDA7EF0999}"/>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684777" name="Rectangle 2036757279">
            <a:extLst xmlns:a="http://schemas.openxmlformats.org/drawingml/2006/main">
              <a:ext uri="{FF2B5EF4-FFF2-40B4-BE49-F238E27FC236}">
                <a16:creationId xmlns:a16="http://schemas.microsoft.com/office/drawing/2014/main" id="{5BF198A7-3E41-4E16-BD4E-88C5E6814C2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40584204" name="Rectangle 899691756">
            <a:extLst xmlns:a="http://schemas.openxmlformats.org/drawingml/2006/main">
              <a:ext uri="{FF2B5EF4-FFF2-40B4-BE49-F238E27FC236}">
                <a16:creationId xmlns:a16="http://schemas.microsoft.com/office/drawing/2014/main" id="{117D5FB7-E632-4FEE-898D-448E8D6F9B80}"/>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92091140" name="Rectangle 1393267236">
            <a:extLst xmlns:a="http://schemas.openxmlformats.org/drawingml/2006/main">
              <a:ext uri="{FF2B5EF4-FFF2-40B4-BE49-F238E27FC236}">
                <a16:creationId xmlns:a16="http://schemas.microsoft.com/office/drawing/2014/main" id="{8A71537E-E0E7-402F-885C-DCA193216F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5506440" name="Rectangle 1802476533">
            <a:extLst xmlns:a="http://schemas.openxmlformats.org/drawingml/2006/main">
              <a:ext uri="{FF2B5EF4-FFF2-40B4-BE49-F238E27FC236}">
                <a16:creationId xmlns:a16="http://schemas.microsoft.com/office/drawing/2014/main" id="{DFC6914C-2A0F-4CDF-8183-3BADC7D7C97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330746577" name="Rectangle 1736954645">
            <a:extLst xmlns:a="http://schemas.openxmlformats.org/drawingml/2006/main">
              <a:ext uri="{FF2B5EF4-FFF2-40B4-BE49-F238E27FC236}">
                <a16:creationId xmlns:a16="http://schemas.microsoft.com/office/drawing/2014/main" id="{341716E7-0F67-4B8B-B40B-D5D77FD155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47268357" name="Straight Arrow Connector 2036758667"/>
          <p:cNvCxnSpPr>
            <a:stCxn xmlns:a="http://schemas.openxmlformats.org/drawingml/2006/main" id="613135889" idx="6"/>
            <a:endCxn xmlns:a="http://schemas.openxmlformats.org/drawingml/2006/main" id="15712025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58" name="Straight Arrow Connector 2036758668"/>
          <p:cNvCxnSpPr>
            <a:stCxn xmlns:a="http://schemas.openxmlformats.org/drawingml/2006/main" id="613135889" idx="6"/>
            <a:endCxn xmlns:a="http://schemas.openxmlformats.org/drawingml/2006/main" id="1521411569"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59" name="Straight Arrow Connector 2036758669"/>
          <p:cNvCxnSpPr>
            <a:stCxn xmlns:a="http://schemas.openxmlformats.org/drawingml/2006/main" id="613135889" idx="6"/>
            <a:endCxn xmlns:a="http://schemas.openxmlformats.org/drawingml/2006/main" id="156766107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0" name="Straight Arrow Connector 2036758670"/>
          <p:cNvCxnSpPr>
            <a:stCxn xmlns:a="http://schemas.openxmlformats.org/drawingml/2006/main" id="613135889" idx="6"/>
            <a:endCxn xmlns:a="http://schemas.openxmlformats.org/drawingml/2006/main" id="120378938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1" name="Straight Arrow Connector 2036758671"/>
          <p:cNvCxnSpPr>
            <a:stCxn xmlns:a="http://schemas.openxmlformats.org/drawingml/2006/main" id="613135889" idx="6"/>
            <a:endCxn xmlns:a="http://schemas.openxmlformats.org/drawingml/2006/main" id="106353777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2" name="Straight Arrow Connector 2036758672"/>
          <p:cNvCxnSpPr>
            <a:stCxn xmlns:a="http://schemas.openxmlformats.org/drawingml/2006/main" id="1291650620" idx="6"/>
            <a:endCxn xmlns:a="http://schemas.openxmlformats.org/drawingml/2006/main" id="15712025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3" name="Straight Arrow Connector 2036758673"/>
          <p:cNvCxnSpPr>
            <a:stCxn xmlns:a="http://schemas.openxmlformats.org/drawingml/2006/main" id="1291650620" idx="6"/>
            <a:endCxn xmlns:a="http://schemas.openxmlformats.org/drawingml/2006/main" id="1521411569"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4" name="Straight Arrow Connector 2036758674"/>
          <p:cNvCxnSpPr>
            <a:stCxn xmlns:a="http://schemas.openxmlformats.org/drawingml/2006/main" id="1291650620" idx="6"/>
            <a:endCxn xmlns:a="http://schemas.openxmlformats.org/drawingml/2006/main" id="156766107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5" name="Straight Arrow Connector 2036758675"/>
          <p:cNvCxnSpPr>
            <a:stCxn xmlns:a="http://schemas.openxmlformats.org/drawingml/2006/main" id="1291650620" idx="6"/>
            <a:endCxn xmlns:a="http://schemas.openxmlformats.org/drawingml/2006/main" id="120378938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6" name="Straight Arrow Connector 2036758676"/>
          <p:cNvCxnSpPr>
            <a:stCxn xmlns:a="http://schemas.openxmlformats.org/drawingml/2006/main" id="1291650620" idx="6"/>
            <a:endCxn xmlns:a="http://schemas.openxmlformats.org/drawingml/2006/main" id="106353777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7" name="Straight Arrow Connector 2036758677"/>
          <p:cNvCxnSpPr>
            <a:stCxn xmlns:a="http://schemas.openxmlformats.org/drawingml/2006/main" id="1205877757" idx="6"/>
            <a:endCxn xmlns:a="http://schemas.openxmlformats.org/drawingml/2006/main" id="15712025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8" name="Straight Arrow Connector 2036758678"/>
          <p:cNvCxnSpPr>
            <a:stCxn xmlns:a="http://schemas.openxmlformats.org/drawingml/2006/main" id="1205877757" idx="6"/>
            <a:endCxn xmlns:a="http://schemas.openxmlformats.org/drawingml/2006/main" id="1521411569"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69"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0" name="Straight Arrow Connector 2036758680"/>
          <p:cNvCxnSpPr>
            <a:stCxn xmlns:a="http://schemas.openxmlformats.org/drawingml/2006/main" id="1205877757" idx="6"/>
            <a:endCxn xmlns:a="http://schemas.openxmlformats.org/drawingml/2006/main" id="120378938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1" name="Straight Arrow Connector 2036758681"/>
          <p:cNvCxnSpPr>
            <a:stCxn xmlns:a="http://schemas.openxmlformats.org/drawingml/2006/main" id="1205877757" idx="6"/>
            <a:endCxn xmlns:a="http://schemas.openxmlformats.org/drawingml/2006/main" id="106353777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2" name="Straight Arrow Connector 2036758682"/>
          <p:cNvCxnSpPr>
            <a:stCxn xmlns:a="http://schemas.openxmlformats.org/drawingml/2006/main" id="157120250" idx="6"/>
            <a:endCxn xmlns:a="http://schemas.openxmlformats.org/drawingml/2006/main" id="649803644"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3" name="Straight Arrow Connector 2036758683"/>
          <p:cNvCxnSpPr>
            <a:stCxn xmlns:a="http://schemas.openxmlformats.org/drawingml/2006/main" id="157120250" idx="6"/>
            <a:endCxn xmlns:a="http://schemas.openxmlformats.org/drawingml/2006/main" id="1334503525"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4" name="Straight Arrow Connector 2036758684"/>
          <p:cNvCxnSpPr>
            <a:stCxn xmlns:a="http://schemas.openxmlformats.org/drawingml/2006/main" id="157120250" idx="6"/>
            <a:endCxn xmlns:a="http://schemas.openxmlformats.org/drawingml/2006/main" id="58357264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5" name="Straight Arrow Connector 2036758685"/>
          <p:cNvCxnSpPr>
            <a:stCxn xmlns:a="http://schemas.openxmlformats.org/drawingml/2006/main" id="157120250" idx="6"/>
            <a:endCxn xmlns:a="http://schemas.openxmlformats.org/drawingml/2006/main" id="1374290927"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6" name="Straight Arrow Connector 2036758686"/>
          <p:cNvCxnSpPr>
            <a:stCxn xmlns:a="http://schemas.openxmlformats.org/drawingml/2006/main" id="157120250" idx="6"/>
            <a:endCxn xmlns:a="http://schemas.openxmlformats.org/drawingml/2006/main" id="6061614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7" name="Straight Arrow Connector 2036758687"/>
          <p:cNvCxnSpPr>
            <a:stCxn xmlns:a="http://schemas.openxmlformats.org/drawingml/2006/main" id="1521411569" idx="6"/>
            <a:endCxn xmlns:a="http://schemas.openxmlformats.org/drawingml/2006/main" id="649803644"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8" name="Straight Arrow Connector 2036758688"/>
          <p:cNvCxnSpPr>
            <a:stCxn xmlns:a="http://schemas.openxmlformats.org/drawingml/2006/main" id="1521411569" idx="6"/>
            <a:endCxn xmlns:a="http://schemas.openxmlformats.org/drawingml/2006/main" id="1334503525"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79" name="Straight Arrow Connector 2036758689"/>
          <p:cNvCxnSpPr>
            <a:stCxn xmlns:a="http://schemas.openxmlformats.org/drawingml/2006/main" id="1521411569" idx="6"/>
            <a:endCxn xmlns:a="http://schemas.openxmlformats.org/drawingml/2006/main" id="58357264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0" name="Straight Arrow Connector 2036758690"/>
          <p:cNvCxnSpPr>
            <a:stCxn xmlns:a="http://schemas.openxmlformats.org/drawingml/2006/main" id="1521411569" idx="6"/>
            <a:endCxn xmlns:a="http://schemas.openxmlformats.org/drawingml/2006/main" id="1374290927"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1" name="Straight Arrow Connector 2036758691"/>
          <p:cNvCxnSpPr>
            <a:stCxn xmlns:a="http://schemas.openxmlformats.org/drawingml/2006/main" id="1521411569" idx="6"/>
            <a:endCxn xmlns:a="http://schemas.openxmlformats.org/drawingml/2006/main" id="6061614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2" name="Straight Arrow Connector 2036758692"/>
          <p:cNvCxnSpPr>
            <a:stCxn xmlns:a="http://schemas.openxmlformats.org/drawingml/2006/main" id="1567661078" idx="6"/>
            <a:endCxn xmlns:a="http://schemas.openxmlformats.org/drawingml/2006/main" id="649803644"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3" name="Straight Arrow Connector 2036758693"/>
          <p:cNvCxnSpPr>
            <a:stCxn xmlns:a="http://schemas.openxmlformats.org/drawingml/2006/main" id="1567661078" idx="6"/>
            <a:endCxn xmlns:a="http://schemas.openxmlformats.org/drawingml/2006/main" id="1334503525"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4" name="Straight Arrow Connector 2036758694"/>
          <p:cNvCxnSpPr>
            <a:stCxn xmlns:a="http://schemas.openxmlformats.org/drawingml/2006/main" id="1567661078" idx="6"/>
            <a:endCxn xmlns:a="http://schemas.openxmlformats.org/drawingml/2006/main" id="58357264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5" name="Straight Arrow Connector 2036758695"/>
          <p:cNvCxnSpPr>
            <a:stCxn xmlns:a="http://schemas.openxmlformats.org/drawingml/2006/main" id="1567661078" idx="6"/>
            <a:endCxn xmlns:a="http://schemas.openxmlformats.org/drawingml/2006/main" id="1374290927"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6" name="Straight Arrow Connector 2036758696"/>
          <p:cNvCxnSpPr>
            <a:stCxn xmlns:a="http://schemas.openxmlformats.org/drawingml/2006/main" id="1567661078" idx="6"/>
            <a:endCxn xmlns:a="http://schemas.openxmlformats.org/drawingml/2006/main" id="6061614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7" name="Straight Arrow Connector 2036758697"/>
          <p:cNvCxnSpPr>
            <a:stCxn xmlns:a="http://schemas.openxmlformats.org/drawingml/2006/main" id="1203789383" idx="6"/>
            <a:endCxn xmlns:a="http://schemas.openxmlformats.org/drawingml/2006/main" id="649803644"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8" name="Straight Arrow Connector 2036758698"/>
          <p:cNvCxnSpPr>
            <a:stCxn xmlns:a="http://schemas.openxmlformats.org/drawingml/2006/main" id="1203789383" idx="6"/>
            <a:endCxn xmlns:a="http://schemas.openxmlformats.org/drawingml/2006/main" id="1334503525"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89" name="Straight Arrow Connector 2036758699"/>
          <p:cNvCxnSpPr>
            <a:stCxn xmlns:a="http://schemas.openxmlformats.org/drawingml/2006/main" id="1203789383" idx="6"/>
            <a:endCxn xmlns:a="http://schemas.openxmlformats.org/drawingml/2006/main" id="58357264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0" name="Straight Arrow Connector 2036758700"/>
          <p:cNvCxnSpPr>
            <a:stCxn xmlns:a="http://schemas.openxmlformats.org/drawingml/2006/main" id="1203789383" idx="6"/>
            <a:endCxn xmlns:a="http://schemas.openxmlformats.org/drawingml/2006/main" id="1374290927"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1" name="Straight Arrow Connector 2036758701"/>
          <p:cNvCxnSpPr>
            <a:stCxn xmlns:a="http://schemas.openxmlformats.org/drawingml/2006/main" id="1203789383" idx="6"/>
            <a:endCxn xmlns:a="http://schemas.openxmlformats.org/drawingml/2006/main" id="6061614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2" name="Straight Arrow Connector 2036758702"/>
          <p:cNvCxnSpPr>
            <a:stCxn xmlns:a="http://schemas.openxmlformats.org/drawingml/2006/main" id="1063537776" idx="6"/>
            <a:endCxn xmlns:a="http://schemas.openxmlformats.org/drawingml/2006/main" id="649803644"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3" name="Straight Arrow Connector 2036758703"/>
          <p:cNvCxnSpPr>
            <a:stCxn xmlns:a="http://schemas.openxmlformats.org/drawingml/2006/main" id="1063537776" idx="6"/>
            <a:endCxn xmlns:a="http://schemas.openxmlformats.org/drawingml/2006/main" id="1334503525"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4" name="Straight Arrow Connector 2036758704"/>
          <p:cNvCxnSpPr>
            <a:stCxn xmlns:a="http://schemas.openxmlformats.org/drawingml/2006/main" id="1063537776" idx="6"/>
            <a:endCxn xmlns:a="http://schemas.openxmlformats.org/drawingml/2006/main" id="58357264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5" name="Straight Arrow Connector 2036758705"/>
          <p:cNvCxnSpPr>
            <a:stCxn xmlns:a="http://schemas.openxmlformats.org/drawingml/2006/main" id="1063537776" idx="6"/>
            <a:endCxn xmlns:a="http://schemas.openxmlformats.org/drawingml/2006/main" id="1374290927"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6" name="Straight Arrow Connector 2036758706"/>
          <p:cNvCxnSpPr>
            <a:stCxn xmlns:a="http://schemas.openxmlformats.org/drawingml/2006/main" id="1063537776" idx="6"/>
            <a:endCxn xmlns:a="http://schemas.openxmlformats.org/drawingml/2006/main" id="6061614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7" name="Straight Arrow Connector 2036758707"/>
          <p:cNvCxnSpPr>
            <a:stCxn xmlns:a="http://schemas.openxmlformats.org/drawingml/2006/main" id="649803644" idx="6"/>
            <a:endCxn xmlns:a="http://schemas.openxmlformats.org/drawingml/2006/main" id="62862841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8" name="Straight Arrow Connector 2036758708"/>
          <p:cNvCxnSpPr>
            <a:stCxn xmlns:a="http://schemas.openxmlformats.org/drawingml/2006/main" id="649803644" idx="6"/>
            <a:endCxn xmlns:a="http://schemas.openxmlformats.org/drawingml/2006/main" id="21180023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99" name="Straight Arrow Connector 2036758709"/>
          <p:cNvCxnSpPr>
            <a:stCxn xmlns:a="http://schemas.openxmlformats.org/drawingml/2006/main" id="1334503525" idx="6"/>
            <a:endCxn xmlns:a="http://schemas.openxmlformats.org/drawingml/2006/main" id="62862841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0" name="Straight Arrow Connector 2036758710"/>
          <p:cNvCxnSpPr>
            <a:stCxn xmlns:a="http://schemas.openxmlformats.org/drawingml/2006/main" id="1334503525" idx="6"/>
            <a:endCxn xmlns:a="http://schemas.openxmlformats.org/drawingml/2006/main" id="21180023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1" name="Straight Arrow Connector 2036758711"/>
          <p:cNvCxnSpPr>
            <a:stCxn xmlns:a="http://schemas.openxmlformats.org/drawingml/2006/main" id="583572643" idx="6"/>
            <a:endCxn xmlns:a="http://schemas.openxmlformats.org/drawingml/2006/main" id="62862841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2" name="Straight Arrow Connector 2036758712"/>
          <p:cNvCxnSpPr>
            <a:stCxn xmlns:a="http://schemas.openxmlformats.org/drawingml/2006/main" id="583572643" idx="6"/>
            <a:endCxn xmlns:a="http://schemas.openxmlformats.org/drawingml/2006/main" id="21180023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3" name="Straight Arrow Connector 2036758713"/>
          <p:cNvCxnSpPr>
            <a:stCxn xmlns:a="http://schemas.openxmlformats.org/drawingml/2006/main" id="1374290927" idx="6"/>
            <a:endCxn xmlns:a="http://schemas.openxmlformats.org/drawingml/2006/main" id="62862841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4" name="Straight Arrow Connector 2036758714"/>
          <p:cNvCxnSpPr>
            <a:stCxn xmlns:a="http://schemas.openxmlformats.org/drawingml/2006/main" id="1374290927" idx="6"/>
            <a:endCxn xmlns:a="http://schemas.openxmlformats.org/drawingml/2006/main" id="21180023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5" name="Straight Arrow Connector 2036758715"/>
          <p:cNvCxnSpPr>
            <a:stCxn xmlns:a="http://schemas.openxmlformats.org/drawingml/2006/main" id="60616140" idx="6"/>
            <a:endCxn xmlns:a="http://schemas.openxmlformats.org/drawingml/2006/main" id="62862841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406" name="Straight Arrow Connector 2036758716"/>
          <p:cNvCxnSpPr>
            <a:stCxn xmlns:a="http://schemas.openxmlformats.org/drawingml/2006/main" id="60616140" idx="6"/>
            <a:endCxn xmlns:a="http://schemas.openxmlformats.org/drawingml/2006/main" id="21180023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6433671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6282666" name="">
            <a:extLst xmlns:a="http://schemas.openxmlformats.org/drawingml/2006/main">
              <a:ext uri="{FF2B5EF4-FFF2-40B4-BE49-F238E27FC236}">
                <a16:creationId xmlns:a16="http://schemas.microsoft.com/office/drawing/2014/main" id="{ED0DDE4F-9276-4B77-93DD-833D02DC9E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135167063" name="">
            <a:extLst xmlns:a="http://schemas.openxmlformats.org/drawingml/2006/main">
              <a:ext uri="{FF2B5EF4-FFF2-40B4-BE49-F238E27FC236}">
                <a16:creationId xmlns:a16="http://schemas.microsoft.com/office/drawing/2014/main" id="{C25342F1-C2AF-4855-8983-AB982CA8F4C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714185609" name="">
            <a:extLst xmlns:a="http://schemas.openxmlformats.org/drawingml/2006/main">
              <a:ext uri="{FF2B5EF4-FFF2-40B4-BE49-F238E27FC236}">
                <a16:creationId xmlns:a16="http://schemas.microsoft.com/office/drawing/2014/main" id="{612589F4-C987-4CCE-AD20-93C94E794C1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00485066" name="">
            <a:extLst xmlns:a="http://schemas.openxmlformats.org/drawingml/2006/main">
              <a:ext uri="{FF2B5EF4-FFF2-40B4-BE49-F238E27FC236}">
                <a16:creationId xmlns:a16="http://schemas.microsoft.com/office/drawing/2014/main" id="{AEF6EAF3-E227-44CA-834A-2C62F609CE80}"/>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756730589" name="">
            <a:extLst xmlns:a="http://schemas.openxmlformats.org/drawingml/2006/main">
              <a:ext uri="{FF2B5EF4-FFF2-40B4-BE49-F238E27FC236}">
                <a16:creationId xmlns:a16="http://schemas.microsoft.com/office/drawing/2014/main" id="{A14357A2-7116-446A-A704-863B2D36E6F6}"/>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2101301815" name="">
            <a:extLst xmlns:a="http://schemas.openxmlformats.org/drawingml/2006/main">
              <a:ext uri="{FF2B5EF4-FFF2-40B4-BE49-F238E27FC236}">
                <a16:creationId xmlns:a16="http://schemas.microsoft.com/office/drawing/2014/main" id="{35DDC8AB-FEA8-46ED-93DE-1C9D5295BF0F}"/>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07631931" name="">
            <a:extLst xmlns:a="http://schemas.openxmlformats.org/drawingml/2006/main">
              <a:ext uri="{FF2B5EF4-FFF2-40B4-BE49-F238E27FC236}">
                <a16:creationId xmlns:a16="http://schemas.microsoft.com/office/drawing/2014/main" id="{1E8FB027-0A58-4B8E-8716-66FE86E69FD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33703797" name="">
            <a:extLst xmlns:a="http://schemas.openxmlformats.org/drawingml/2006/main">
              <a:ext uri="{FF2B5EF4-FFF2-40B4-BE49-F238E27FC236}">
                <a16:creationId xmlns:a16="http://schemas.microsoft.com/office/drawing/2014/main" id="{FAA8A7B7-A22F-4E15-A33B-49A3BF832ED8}"/>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2008080805" name="">
            <a:extLst xmlns:a="http://schemas.openxmlformats.org/drawingml/2006/main">
              <a:ext uri="{FF2B5EF4-FFF2-40B4-BE49-F238E27FC236}">
                <a16:creationId xmlns:a16="http://schemas.microsoft.com/office/drawing/2014/main" id="{7B3F2787-B882-4B80-B15C-FBAD8197F33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65313709" name="">
            <a:extLst xmlns:a="http://schemas.openxmlformats.org/drawingml/2006/main">
              <a:ext uri="{FF2B5EF4-FFF2-40B4-BE49-F238E27FC236}">
                <a16:creationId xmlns:a16="http://schemas.microsoft.com/office/drawing/2014/main" id="{226BD615-7478-4004-91C0-5E5C1A2E4ABC}"/>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78638900" name="">
            <a:extLst xmlns:a="http://schemas.openxmlformats.org/drawingml/2006/main">
              <a:ext uri="{FF2B5EF4-FFF2-40B4-BE49-F238E27FC236}">
                <a16:creationId xmlns:a16="http://schemas.microsoft.com/office/drawing/2014/main" id="{51FF12FE-078C-43DD-87A0-37E3916C3DD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099599073" name="">
            <a:extLst xmlns:a="http://schemas.openxmlformats.org/drawingml/2006/main">
              <a:ext uri="{FF2B5EF4-FFF2-40B4-BE49-F238E27FC236}">
                <a16:creationId xmlns:a16="http://schemas.microsoft.com/office/drawing/2014/main" id="{552025FA-6578-40B3-83A3-8D0CB931060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193822204" name="">
            <a:extLst xmlns:a="http://schemas.openxmlformats.org/drawingml/2006/main">
              <a:ext uri="{FF2B5EF4-FFF2-40B4-BE49-F238E27FC236}">
                <a16:creationId xmlns:a16="http://schemas.microsoft.com/office/drawing/2014/main" id="{510A6F64-9551-4A0A-9B3E-32DAA7E0C1C6}"/>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719586127" name="">
            <a:extLst xmlns:a="http://schemas.openxmlformats.org/drawingml/2006/main">
              <a:ext uri="{FF2B5EF4-FFF2-40B4-BE49-F238E27FC236}">
                <a16:creationId xmlns:a16="http://schemas.microsoft.com/office/drawing/2014/main" id="{591FB5F1-796B-4EE5-8128-C14F2A33560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657959211" name="">
            <a:extLst xmlns:a="http://schemas.openxmlformats.org/drawingml/2006/main">
              <a:ext uri="{FF2B5EF4-FFF2-40B4-BE49-F238E27FC236}">
                <a16:creationId xmlns:a16="http://schemas.microsoft.com/office/drawing/2014/main" id="{E3A4DF8A-8211-4D09-BF8A-127141AED4A4}"/>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318572267" name="">
            <a:extLst xmlns:a="http://schemas.openxmlformats.org/drawingml/2006/main">
              <a:ext uri="{FF2B5EF4-FFF2-40B4-BE49-F238E27FC236}">
                <a16:creationId xmlns:a16="http://schemas.microsoft.com/office/drawing/2014/main" id="{B7F19F00-F053-4EE4-ACE1-D6BDAC6E34A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47127265" name="">
            <a:extLst xmlns:a="http://schemas.openxmlformats.org/drawingml/2006/main">
              <a:ext uri="{FF2B5EF4-FFF2-40B4-BE49-F238E27FC236}">
                <a16:creationId xmlns:a16="http://schemas.microsoft.com/office/drawing/2014/main" id="{7C7A03B2-E717-4CEF-BD4D-CBB80F91C8C1}"/>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27482836" name="">
            <a:extLst xmlns:a="http://schemas.openxmlformats.org/drawingml/2006/main">
              <a:ext uri="{FF2B5EF4-FFF2-40B4-BE49-F238E27FC236}">
                <a16:creationId xmlns:a16="http://schemas.microsoft.com/office/drawing/2014/main" id="{B212BA8A-56E6-4398-811F-CC942ABE44EA}"/>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488052364" name="">
            <a:extLst xmlns:a="http://schemas.openxmlformats.org/drawingml/2006/main">
              <a:ext uri="{FF2B5EF4-FFF2-40B4-BE49-F238E27FC236}">
                <a16:creationId xmlns:a16="http://schemas.microsoft.com/office/drawing/2014/main" id="{B53F7C8E-5B20-4ACE-97F9-CFE4D3B147E1}"/>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69428119" name="">
            <a:extLst xmlns:a="http://schemas.openxmlformats.org/drawingml/2006/main">
              <a:ext uri="{FF2B5EF4-FFF2-40B4-BE49-F238E27FC236}">
                <a16:creationId xmlns:a16="http://schemas.microsoft.com/office/drawing/2014/main" id="{CC884EDB-28C4-4770-9F97-C1E4EFA4CA0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31033505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1041474" name="">
            <a:extLst xmlns:a="http://schemas.openxmlformats.org/drawingml/2006/main">
              <a:ext uri="{FF2B5EF4-FFF2-40B4-BE49-F238E27FC236}">
                <a16:creationId xmlns:a16="http://schemas.microsoft.com/office/drawing/2014/main" id="{242E6479-E116-4130-824B-155142CEEC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4818741" name="">
            <a:extLst xmlns:a="http://schemas.openxmlformats.org/drawingml/2006/main">
              <a:ext uri="{FF2B5EF4-FFF2-40B4-BE49-F238E27FC236}">
                <a16:creationId xmlns:a16="http://schemas.microsoft.com/office/drawing/2014/main" id="{53A3026F-B72A-4B1C-9E56-B745730769B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907172010" name="">
            <a:extLst xmlns:a="http://schemas.openxmlformats.org/drawingml/2006/main">
              <a:ext uri="{FF2B5EF4-FFF2-40B4-BE49-F238E27FC236}">
                <a16:creationId xmlns:a16="http://schemas.microsoft.com/office/drawing/2014/main" id="{26626E91-1724-4CFA-A06D-4EDE35D68AB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878081361" name="">
            <a:extLst xmlns:a="http://schemas.openxmlformats.org/drawingml/2006/main">
              <a:ext uri="{FF2B5EF4-FFF2-40B4-BE49-F238E27FC236}">
                <a16:creationId xmlns:a16="http://schemas.microsoft.com/office/drawing/2014/main" id="{AC23F085-A0AF-4277-A23B-57EAA5B88B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62648334" name="">
            <a:extLst xmlns:a="http://schemas.openxmlformats.org/drawingml/2006/main">
              <a:ext uri="{FF2B5EF4-FFF2-40B4-BE49-F238E27FC236}">
                <a16:creationId xmlns:a16="http://schemas.microsoft.com/office/drawing/2014/main" id="{0213D0AC-7D35-4637-B90A-2618C3F55E26}"/>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190387129" name="">
            <a:extLst xmlns:a="http://schemas.openxmlformats.org/drawingml/2006/main">
              <a:ext uri="{FF2B5EF4-FFF2-40B4-BE49-F238E27FC236}">
                <a16:creationId xmlns:a16="http://schemas.microsoft.com/office/drawing/2014/main" id="{30AA27C6-F877-49D1-9A61-733AB98CDC3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143577477" name="">
            <a:extLst xmlns:a="http://schemas.openxmlformats.org/drawingml/2006/main">
              <a:ext uri="{FF2B5EF4-FFF2-40B4-BE49-F238E27FC236}">
                <a16:creationId xmlns:a16="http://schemas.microsoft.com/office/drawing/2014/main" id="{2752D81F-CAD0-4326-A309-AE0F940C05B0}"/>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2128816223" name="">
            <a:extLst xmlns:a="http://schemas.openxmlformats.org/drawingml/2006/main">
              <a:ext uri="{FF2B5EF4-FFF2-40B4-BE49-F238E27FC236}">
                <a16:creationId xmlns:a16="http://schemas.microsoft.com/office/drawing/2014/main" id="{381D2BD4-80A4-46F9-88D2-BA1F7849235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1932474119" name="">
            <a:extLst xmlns:a="http://schemas.openxmlformats.org/drawingml/2006/main">
              <a:ext uri="{FF2B5EF4-FFF2-40B4-BE49-F238E27FC236}">
                <a16:creationId xmlns:a16="http://schemas.microsoft.com/office/drawing/2014/main" id="{6415A505-3F48-4054-86A7-F24DBBCE445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441381704" name="">
            <a:extLst xmlns:a="http://schemas.openxmlformats.org/drawingml/2006/main">
              <a:ext uri="{FF2B5EF4-FFF2-40B4-BE49-F238E27FC236}">
                <a16:creationId xmlns:a16="http://schemas.microsoft.com/office/drawing/2014/main" id="{5A4BAF31-4BAE-4569-A17B-9B65E98174D6}"/>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06980556" name="">
            <a:extLst xmlns:a="http://schemas.openxmlformats.org/drawingml/2006/main">
              <a:ext uri="{FF2B5EF4-FFF2-40B4-BE49-F238E27FC236}">
                <a16:creationId xmlns:a16="http://schemas.microsoft.com/office/drawing/2014/main" id="{2EF877CA-88E8-4C3E-8CE0-D744551E9C31}"/>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599493855" name="">
            <a:extLst xmlns:a="http://schemas.openxmlformats.org/drawingml/2006/main">
              <a:ext uri="{FF2B5EF4-FFF2-40B4-BE49-F238E27FC236}">
                <a16:creationId xmlns:a16="http://schemas.microsoft.com/office/drawing/2014/main" id="{FD89F845-9AE1-491D-96F0-CE3D9B750F2E}"/>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449807123" name="">
            <a:extLst xmlns:a="http://schemas.openxmlformats.org/drawingml/2006/main">
              <a:ext uri="{FF2B5EF4-FFF2-40B4-BE49-F238E27FC236}">
                <a16:creationId xmlns:a16="http://schemas.microsoft.com/office/drawing/2014/main" id="{BC2E6BC1-CE15-4295-B4FA-79E5467666F3}"/>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410752250" name="">
            <a:extLst xmlns:a="http://schemas.openxmlformats.org/drawingml/2006/main">
              <a:ext uri="{FF2B5EF4-FFF2-40B4-BE49-F238E27FC236}">
                <a16:creationId xmlns:a16="http://schemas.microsoft.com/office/drawing/2014/main" id="{D221A29D-9457-43AC-9C0F-8BEE06FD8478}"/>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33489851" name="">
            <a:extLst xmlns:a="http://schemas.openxmlformats.org/drawingml/2006/main">
              <a:ext uri="{FF2B5EF4-FFF2-40B4-BE49-F238E27FC236}">
                <a16:creationId xmlns:a16="http://schemas.microsoft.com/office/drawing/2014/main" id="{69C7DD64-F2C5-4449-BC73-7020511A24FD}"/>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68706301" name="">
            <a:extLst xmlns:a="http://schemas.openxmlformats.org/drawingml/2006/main">
              <a:ext uri="{FF2B5EF4-FFF2-40B4-BE49-F238E27FC236}">
                <a16:creationId xmlns:a16="http://schemas.microsoft.com/office/drawing/2014/main" id="{D0C23F86-E844-4529-B429-535344270169}"/>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528298269" name="">
            <a:extLst xmlns:a="http://schemas.openxmlformats.org/drawingml/2006/main">
              <a:ext uri="{FF2B5EF4-FFF2-40B4-BE49-F238E27FC236}">
                <a16:creationId xmlns:a16="http://schemas.microsoft.com/office/drawing/2014/main" id="{6755DE91-D855-4F49-9B55-FE2C40C352DF}"/>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501710293" name="">
            <a:extLst xmlns:a="http://schemas.openxmlformats.org/drawingml/2006/main">
              <a:ext uri="{FF2B5EF4-FFF2-40B4-BE49-F238E27FC236}">
                <a16:creationId xmlns:a16="http://schemas.microsoft.com/office/drawing/2014/main" id="{203D01FE-D50D-422C-BF79-2E30AFD3A4E7}"/>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098453337" name="">
            <a:extLst xmlns:a="http://schemas.openxmlformats.org/drawingml/2006/main">
              <a:ext uri="{FF2B5EF4-FFF2-40B4-BE49-F238E27FC236}">
                <a16:creationId xmlns:a16="http://schemas.microsoft.com/office/drawing/2014/main" id="{EABCF54E-2C45-4305-90DE-849ECCD5DFF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380777987" name="">
            <a:extLst xmlns:a="http://schemas.openxmlformats.org/drawingml/2006/main">
              <a:ext uri="{FF2B5EF4-FFF2-40B4-BE49-F238E27FC236}">
                <a16:creationId xmlns:a16="http://schemas.microsoft.com/office/drawing/2014/main" id="{54AA3565-2637-4596-A89A-B804E459E12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0761474" name="">
            <a:extLst xmlns:a="http://schemas.openxmlformats.org/drawingml/2006/main">
              <a:ext uri="{FF2B5EF4-FFF2-40B4-BE49-F238E27FC236}">
                <a16:creationId xmlns:a16="http://schemas.microsoft.com/office/drawing/2014/main" id="{B6E19F83-3E76-4B41-AE95-AE443CC940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32263743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8668046" name="">
            <a:extLst xmlns:a="http://schemas.openxmlformats.org/drawingml/2006/main">
              <a:ext uri="{FF2B5EF4-FFF2-40B4-BE49-F238E27FC236}">
                <a16:creationId xmlns:a16="http://schemas.microsoft.com/office/drawing/2014/main" id="{2A64F09D-8B88-44BF-9510-A16BDC40C4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56205226" name="">
            <a:extLst xmlns:a="http://schemas.openxmlformats.org/drawingml/2006/main">
              <a:ext uri="{FF2B5EF4-FFF2-40B4-BE49-F238E27FC236}">
                <a16:creationId xmlns:a16="http://schemas.microsoft.com/office/drawing/2014/main" id="{EC6790C7-5F23-4197-A1F7-6B2DBD5CB1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098944835" name="">
            <a:extLst xmlns:a="http://schemas.openxmlformats.org/drawingml/2006/main">
              <a:ext uri="{FF2B5EF4-FFF2-40B4-BE49-F238E27FC236}">
                <a16:creationId xmlns:a16="http://schemas.microsoft.com/office/drawing/2014/main" id="{F94A68A1-26D2-43BF-99E4-5832EB74E2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38668051" name=""/>
          <p:cNvPicPr>
            <a:picLocks xmlns:a="http://schemas.openxmlformats.org/drawingml/2006/main" noChangeAspect="1"/>
          </p:cNvPicPr>
          <p:nvPr/>
        </p:nvPicPr>
        <p:blipFill rotWithShape="1">
          <a:blip xmlns:r="http://schemas.openxmlformats.org/officeDocument/2006/relationships" xmlns:a="http://schemas.openxmlformats.org/drawingml/2006/main" r:embed="R95e2d8b524f64184"/>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9010770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1091017" name="Rectangle 1153616344">
            <a:extLst xmlns:a="http://schemas.openxmlformats.org/drawingml/2006/main">
              <a:ext uri="{FF2B5EF4-FFF2-40B4-BE49-F238E27FC236}">
                <a16:creationId xmlns:a16="http://schemas.microsoft.com/office/drawing/2014/main" id="{95AF6CB2-D111-485A-96CC-76C322728C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466354445" name="Rectangle 900783331">
            <a:extLst xmlns:a="http://schemas.openxmlformats.org/drawingml/2006/main">
              <a:ext uri="{FF2B5EF4-FFF2-40B4-BE49-F238E27FC236}">
                <a16:creationId xmlns:a16="http://schemas.microsoft.com/office/drawing/2014/main" id="{B692D322-A63E-4E0E-B965-9E566557728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797429919" name="Rectangle 1675037776">
            <a:extLst xmlns:a="http://schemas.openxmlformats.org/drawingml/2006/main">
              <a:ext uri="{FF2B5EF4-FFF2-40B4-BE49-F238E27FC236}">
                <a16:creationId xmlns:a16="http://schemas.microsoft.com/office/drawing/2014/main" id="{40D1AFFB-7E83-4B0D-890E-BDC1FE7A68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774015090" name="">
            <a:extLst xmlns:a="http://schemas.openxmlformats.org/drawingml/2006/main">
              <a:ext uri="{FF2B5EF4-FFF2-40B4-BE49-F238E27FC236}">
                <a16:creationId xmlns:a16="http://schemas.microsoft.com/office/drawing/2014/main" id="{3400B27C-35BE-4124-A6E1-99D275E2AC4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93968056" name="">
            <a:extLst xmlns:a="http://schemas.openxmlformats.org/drawingml/2006/main">
              <a:ext uri="{FF2B5EF4-FFF2-40B4-BE49-F238E27FC236}">
                <a16:creationId xmlns:a16="http://schemas.microsoft.com/office/drawing/2014/main" id="{C60388FE-09EB-492A-BDFB-842EEDA0E928}"/>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599035728" name="">
            <a:extLst xmlns:a="http://schemas.openxmlformats.org/drawingml/2006/main">
              <a:ext uri="{FF2B5EF4-FFF2-40B4-BE49-F238E27FC236}">
                <a16:creationId xmlns:a16="http://schemas.microsoft.com/office/drawing/2014/main" id="{D8E356E6-DA95-43F1-A371-3C59BAA9F17C}"/>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006050748" name="">
            <a:extLst xmlns:a="http://schemas.openxmlformats.org/drawingml/2006/main">
              <a:ext uri="{FF2B5EF4-FFF2-40B4-BE49-F238E27FC236}">
                <a16:creationId xmlns:a16="http://schemas.microsoft.com/office/drawing/2014/main" id="{97B206A0-4199-42D1-9B81-4098258E4857}"/>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00605856" name="">
            <a:extLst xmlns:a="http://schemas.openxmlformats.org/drawingml/2006/main">
              <a:ext uri="{FF2B5EF4-FFF2-40B4-BE49-F238E27FC236}">
                <a16:creationId xmlns:a16="http://schemas.microsoft.com/office/drawing/2014/main" id="{C9F74452-1C56-49DA-AF61-00EDFA4D8B7C}"/>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670661812" name="">
            <a:extLst xmlns:a="http://schemas.openxmlformats.org/drawingml/2006/main">
              <a:ext uri="{FF2B5EF4-FFF2-40B4-BE49-F238E27FC236}">
                <a16:creationId xmlns:a16="http://schemas.microsoft.com/office/drawing/2014/main" id="{A2CE5DF6-DC18-459D-B04C-55539F3BFDB8}"/>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965616997" name="">
            <a:extLst xmlns:a="http://schemas.openxmlformats.org/drawingml/2006/main">
              <a:ext uri="{FF2B5EF4-FFF2-40B4-BE49-F238E27FC236}">
                <a16:creationId xmlns:a16="http://schemas.microsoft.com/office/drawing/2014/main" id="{DBA2BA85-34C9-4218-A5D3-C16F976261E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1862848438" name="">
            <a:extLst xmlns:a="http://schemas.openxmlformats.org/drawingml/2006/main">
              <a:ext uri="{FF2B5EF4-FFF2-40B4-BE49-F238E27FC236}">
                <a16:creationId xmlns:a16="http://schemas.microsoft.com/office/drawing/2014/main" id="{9436ABA7-1798-4539-8F6D-B4DD4439A8BB}"/>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531357979" name="">
            <a:extLst xmlns:a="http://schemas.openxmlformats.org/drawingml/2006/main">
              <a:ext uri="{FF2B5EF4-FFF2-40B4-BE49-F238E27FC236}">
                <a16:creationId xmlns:a16="http://schemas.microsoft.com/office/drawing/2014/main" id="{06BD84CD-C0E0-4B91-9776-3382CBFA4D1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965617011" name=""/>
          <p:cNvPicPr>
            <a:picLocks xmlns:a="http://schemas.openxmlformats.org/drawingml/2006/main" noChangeAspect="1"/>
          </p:cNvPicPr>
          <p:nvPr/>
        </p:nvPicPr>
        <p:blipFill rotWithShape="1">
          <a:blip xmlns:r="http://schemas.openxmlformats.org/officeDocument/2006/relationships" xmlns:a="http://schemas.openxmlformats.org/drawingml/2006/main" r:embed="R0000f35e44ee4aa5">
            <a:extLst>
              <a:ext uri="{96DAC541-7B7A-43D3-8B79-37D633B846F1}">
                <asvg:svgBlip xmlns:asvg="http://schemas.microsoft.com/office/drawing/2016/SVG/main" r:embed="Raf4d03cb7c5f48a1"/>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2778731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935962" name="Rectangle 1153616344">
            <a:extLst xmlns:a="http://schemas.openxmlformats.org/drawingml/2006/main">
              <a:ext uri="{FF2B5EF4-FFF2-40B4-BE49-F238E27FC236}">
                <a16:creationId xmlns:a16="http://schemas.microsoft.com/office/drawing/2014/main" id="{6DCA534F-8CB3-4953-975A-41F3A734C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09186710" name="Rectangle 900783331">
            <a:extLst xmlns:a="http://schemas.openxmlformats.org/drawingml/2006/main">
              <a:ext uri="{FF2B5EF4-FFF2-40B4-BE49-F238E27FC236}">
                <a16:creationId xmlns:a16="http://schemas.microsoft.com/office/drawing/2014/main" id="{8BE60AFC-3D81-4FB0-89BE-A0BDCC16CF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29096995" name="Rectangle 1675037776">
            <a:extLst xmlns:a="http://schemas.openxmlformats.org/drawingml/2006/main">
              <a:ext uri="{FF2B5EF4-FFF2-40B4-BE49-F238E27FC236}">
                <a16:creationId xmlns:a16="http://schemas.microsoft.com/office/drawing/2014/main" id="{BFAF2279-2F0F-4279-B21E-30D0B08698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677442144" name="">
            <a:extLst xmlns:a="http://schemas.openxmlformats.org/drawingml/2006/main">
              <a:ext uri="{FF2B5EF4-FFF2-40B4-BE49-F238E27FC236}">
                <a16:creationId xmlns:a16="http://schemas.microsoft.com/office/drawing/2014/main" id="{7AA23626-1BC1-49CF-B1E7-1A7F0DBE1E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9730434" name="">
            <a:extLst xmlns:a="http://schemas.openxmlformats.org/drawingml/2006/main">
              <a:ext uri="{FF2B5EF4-FFF2-40B4-BE49-F238E27FC236}">
                <a16:creationId xmlns:a16="http://schemas.microsoft.com/office/drawing/2014/main" id="{1BFA9DF1-A9B0-4F57-9003-3BC549FCA4FA}"/>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33854130" name="">
            <a:extLst xmlns:a="http://schemas.openxmlformats.org/drawingml/2006/main">
              <a:ext uri="{FF2B5EF4-FFF2-40B4-BE49-F238E27FC236}">
                <a16:creationId xmlns:a16="http://schemas.microsoft.com/office/drawing/2014/main" id="{8744C10E-B5D9-496F-B1B5-AD0C40F7A938}"/>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23832189" name="">
            <a:extLst xmlns:a="http://schemas.openxmlformats.org/drawingml/2006/main">
              <a:ext uri="{FF2B5EF4-FFF2-40B4-BE49-F238E27FC236}">
                <a16:creationId xmlns:a16="http://schemas.microsoft.com/office/drawing/2014/main" id="{CB962DFB-D3D7-4537-B38C-F7A493115215}"/>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14281806" name="">
            <a:extLst xmlns:a="http://schemas.openxmlformats.org/drawingml/2006/main">
              <a:ext uri="{FF2B5EF4-FFF2-40B4-BE49-F238E27FC236}">
                <a16:creationId xmlns:a16="http://schemas.microsoft.com/office/drawing/2014/main" id="{C7841FE4-8B2E-4B56-BD28-035E14291ED8}"/>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99730449" name=""/>
          <p:cNvPicPr>
            <a:picLocks xmlns:a="http://schemas.openxmlformats.org/drawingml/2006/main" noChangeAspect="1"/>
          </p:cNvPicPr>
          <p:nvPr/>
        </p:nvPicPr>
        <p:blipFill rotWithShape="1">
          <a:blip xmlns:r="http://schemas.openxmlformats.org/officeDocument/2006/relationships" xmlns:a="http://schemas.openxmlformats.org/drawingml/2006/main" r:embed="Rc29579412ebe4bec">
            <a:extLst>
              <a:ext uri="{96DAC541-7B7A-43D3-8B79-37D633B846F1}">
                <asvg:svgBlip xmlns:asvg="http://schemas.microsoft.com/office/drawing/2016/SVG/main" r:embed="R5be0c6edd0074e60"/>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99730450" name=""/>
          <p:cNvPicPr>
            <a:picLocks xmlns:a="http://schemas.openxmlformats.org/drawingml/2006/main" noChangeAspect="1"/>
          </p:cNvPicPr>
          <p:nvPr/>
        </p:nvPicPr>
        <p:blipFill rotWithShape="1">
          <a:blip xmlns:r="http://schemas.openxmlformats.org/officeDocument/2006/relationships" xmlns:a="http://schemas.openxmlformats.org/drawingml/2006/main" r:embed="R0240e2c470b947ec">
            <a:extLst>
              <a:ext uri="{96DAC541-7B7A-43D3-8B79-37D633B846F1}">
                <asvg:svgBlip xmlns:asvg="http://schemas.microsoft.com/office/drawing/2016/SVG/main" r:embed="R800f9e7ce8e14b94"/>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2015807645" name="">
            <a:extLst xmlns:a="http://schemas.openxmlformats.org/drawingml/2006/main">
              <a:ext uri="{FF2B5EF4-FFF2-40B4-BE49-F238E27FC236}">
                <a16:creationId xmlns:a16="http://schemas.microsoft.com/office/drawing/2014/main" id="{528EFA97-99B4-4905-8593-1B0FA143A8C3}"/>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551831832" name="">
            <a:extLst xmlns:a="http://schemas.openxmlformats.org/drawingml/2006/main">
              <a:ext uri="{FF2B5EF4-FFF2-40B4-BE49-F238E27FC236}">
                <a16:creationId xmlns:a16="http://schemas.microsoft.com/office/drawing/2014/main" id="{08A19CAD-3A47-4ABF-A8C2-28294991CA16}"/>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591879521" name="">
            <a:extLst xmlns:a="http://schemas.openxmlformats.org/drawingml/2006/main">
              <a:ext uri="{FF2B5EF4-FFF2-40B4-BE49-F238E27FC236}">
                <a16:creationId xmlns:a16="http://schemas.microsoft.com/office/drawing/2014/main" id="{496DE56C-C6AB-4682-A0FD-FCD8EC2460C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343724692" name="">
            <a:extLst xmlns:a="http://schemas.openxmlformats.org/drawingml/2006/main">
              <a:ext uri="{FF2B5EF4-FFF2-40B4-BE49-F238E27FC236}">
                <a16:creationId xmlns:a16="http://schemas.microsoft.com/office/drawing/2014/main" id="{E61D476B-56A6-476C-AF26-D928471FEF25}"/>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99730455" name=""/>
          <p:cNvPicPr>
            <a:picLocks xmlns:a="http://schemas.openxmlformats.org/drawingml/2006/main" noChangeAspect="1"/>
          </p:cNvPicPr>
          <p:nvPr/>
        </p:nvPicPr>
        <p:blipFill rotWithShape="1">
          <a:blip xmlns:r="http://schemas.openxmlformats.org/officeDocument/2006/relationships" xmlns:a="http://schemas.openxmlformats.org/drawingml/2006/main" r:embed="Ra077f171640144ac">
            <a:extLst>
              <a:ext uri="{96DAC541-7B7A-43D3-8B79-37D633B846F1}">
                <asvg:svgBlip xmlns:asvg="http://schemas.microsoft.com/office/drawing/2016/SVG/main" r:embed="R465896787dfe486b"/>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99730456" name=""/>
          <p:cNvPicPr>
            <a:picLocks xmlns:a="http://schemas.openxmlformats.org/drawingml/2006/main" noChangeAspect="1"/>
          </p:cNvPicPr>
          <p:nvPr/>
        </p:nvPicPr>
        <p:blipFill rotWithShape="1">
          <a:blip xmlns:r="http://schemas.openxmlformats.org/officeDocument/2006/relationships" xmlns:a="http://schemas.openxmlformats.org/drawingml/2006/main" r:embed="R025b69eee96d423f">
            <a:extLst>
              <a:ext uri="{96DAC541-7B7A-43D3-8B79-37D633B846F1}">
                <asvg:svgBlip xmlns:asvg="http://schemas.microsoft.com/office/drawing/2016/SVG/main" r:embed="R4e2d5322ac4a4e8b"/>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1739446486" name="">
            <a:extLst xmlns:a="http://schemas.openxmlformats.org/drawingml/2006/main">
              <a:ext uri="{FF2B5EF4-FFF2-40B4-BE49-F238E27FC236}">
                <a16:creationId xmlns:a16="http://schemas.microsoft.com/office/drawing/2014/main" id="{F525B051-3EAF-4F3A-9A48-31C71C81FA4B}"/>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541765918" name="">
            <a:extLst xmlns:a="http://schemas.openxmlformats.org/drawingml/2006/main">
              <a:ext uri="{FF2B5EF4-FFF2-40B4-BE49-F238E27FC236}">
                <a16:creationId xmlns:a16="http://schemas.microsoft.com/office/drawing/2014/main" id="{9814B2B4-5BBF-4530-B84C-19C40314E994}"/>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99730459" name=""/>
          <p:cNvPicPr>
            <a:picLocks xmlns:a="http://schemas.openxmlformats.org/drawingml/2006/main" noChangeAspect="1"/>
          </p:cNvPicPr>
          <p:nvPr/>
        </p:nvPicPr>
        <p:blipFill rotWithShape="1">
          <a:blip xmlns:r="http://schemas.openxmlformats.org/officeDocument/2006/relationships" xmlns:a="http://schemas.openxmlformats.org/drawingml/2006/main" r:embed="Rb120ecaea5c94d75">
            <a:extLst>
              <a:ext uri="{96DAC541-7B7A-43D3-8B79-37D633B846F1}">
                <asvg:svgBlip xmlns:asvg="http://schemas.microsoft.com/office/drawing/2016/SVG/main" r:embed="Rffd2ba2169b84f8b"/>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4992028" name="">
            <a:extLst xmlns:a="http://schemas.openxmlformats.org/drawingml/2006/main">
              <a:ext uri="{FF2B5EF4-FFF2-40B4-BE49-F238E27FC236}">
                <a16:creationId xmlns:a16="http://schemas.microsoft.com/office/drawing/2014/main" id="{136BC1EF-43F6-4106-A36E-7593509DF8BE}"/>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99730461" name=""/>
          <p:cNvPicPr>
            <a:picLocks xmlns:a="http://schemas.openxmlformats.org/drawingml/2006/main" noChangeAspect="1"/>
          </p:cNvPicPr>
          <p:nvPr/>
        </p:nvPicPr>
        <p:blipFill rotWithShape="1">
          <a:blip xmlns:r="http://schemas.openxmlformats.org/officeDocument/2006/relationships" xmlns:a="http://schemas.openxmlformats.org/drawingml/2006/main" r:embed="R572e1de39cac4ba8">
            <a:extLst>
              <a:ext uri="{96DAC541-7B7A-43D3-8B79-37D633B846F1}">
                <asvg:svgBlip xmlns:asvg="http://schemas.microsoft.com/office/drawing/2016/SVG/main" r:embed="R0052cde000bd47b5"/>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11992646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06" name=""/>
          <p:cNvPicPr>
            <a:picLocks xmlns:a="http://schemas.openxmlformats.org/drawingml/2006/main" noChangeAspect="1"/>
          </p:cNvPicPr>
          <p:nvPr/>
        </p:nvPicPr>
        <p:blipFill rotWithShape="1">
          <a:blip xmlns:r="http://schemas.openxmlformats.org/officeDocument/2006/relationships" xmlns:a="http://schemas.openxmlformats.org/drawingml/2006/main" r:embed="R0034a064707b42cb">
            <a:extLst>
              <a:ext uri="{96DAC541-7B7A-43D3-8B79-37D633B846F1}">
                <asvg:svgBlip xmlns:asvg="http://schemas.microsoft.com/office/drawing/2016/SVG/main" r:embed="R0ac7cdcf228e4265"/>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07" name=""/>
          <p:cNvPicPr>
            <a:picLocks xmlns:a="http://schemas.openxmlformats.org/drawingml/2006/main" noChangeAspect="1"/>
          </p:cNvPicPr>
          <p:nvPr/>
        </p:nvPicPr>
        <p:blipFill rotWithShape="1">
          <a:blip xmlns:r="http://schemas.openxmlformats.org/officeDocument/2006/relationships" xmlns:a="http://schemas.openxmlformats.org/drawingml/2006/main" r:embed="R2550d26e999c416d">
            <a:extLst>
              <a:ext uri="{96DAC541-7B7A-43D3-8B79-37D633B846F1}">
                <asvg:svgBlip xmlns:asvg="http://schemas.microsoft.com/office/drawing/2016/SVG/main" r:embed="R48f1c7f67783422b"/>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26089079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Dense layer</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Four weights connect two inputs to two hidden neurons</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47" name=""/>
          <p:cNvPicPr>
            <a:picLocks xmlns:a="http://schemas.openxmlformats.org/drawingml/2006/main" noChangeAspect="1"/>
          </p:cNvPicPr>
          <p:nvPr/>
        </p:nvPicPr>
        <p:blipFill rotWithShape="1">
          <a:blip xmlns:r="http://schemas.openxmlformats.org/officeDocument/2006/relationships" xmlns:a="http://schemas.openxmlformats.org/drawingml/2006/main" r:embed="R7cf766987664495e">
            <a:extLst>
              <a:ext uri="{96DAC541-7B7A-43D3-8B79-37D633B846F1}">
                <asvg:svgBlip xmlns:asvg="http://schemas.microsoft.com/office/drawing/2016/SVG/main" r:embed="Ra05627289fc443c4"/>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48" name=""/>
          <p:cNvPicPr>
            <a:picLocks xmlns:a="http://schemas.openxmlformats.org/drawingml/2006/main" noChangeAspect="1"/>
          </p:cNvPicPr>
          <p:nvPr/>
        </p:nvPicPr>
        <p:blipFill rotWithShape="1">
          <a:blip xmlns:r="http://schemas.openxmlformats.org/officeDocument/2006/relationships" xmlns:a="http://schemas.openxmlformats.org/drawingml/2006/main" r:embed="R6037934b6cb74d3f">
            <a:extLst>
              <a:ext uri="{96DAC541-7B7A-43D3-8B79-37D633B846F1}">
                <asvg:svgBlip xmlns:asvg="http://schemas.microsoft.com/office/drawing/2016/SVG/main" r:embed="R4ce40921f01541e3"/>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
        <p:nvSpPr>
          <p:cNvPr id="2105834487" name="">
            <a:extLst xmlns:a="http://schemas.openxmlformats.org/drawingml/2006/main">
              <a:ext uri="{FF2B5EF4-FFF2-40B4-BE49-F238E27FC236}">
                <a16:creationId xmlns:a16="http://schemas.microsoft.com/office/drawing/2014/main" id="{E35308F3-3694-4079-95A8-A72A72915F6A}"/>
              </a:ext>
            </a:extLst>
          </p:cNvPr>
          <p:cNvSpPr>
            <a:spLocks xmlns:a="http://schemas.openxmlformats.org/drawingml/2006/main" noGrp="1"/>
          </p:cNvSpPr>
          <p:nvPr/>
        </p:nvSpPr>
        <p:spPr>
          <a:xfrm xmlns:a="http://schemas.openxmlformats.org/drawingml/2006/main">
            <a:off x="590550"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sp>
      <p:sp>
        <p:nvSpPr>
          <p:cNvPr id="2105834488" name="">
            <a:extLst xmlns:a="http://schemas.openxmlformats.org/drawingml/2006/main">
              <a:ext uri="{FF2B5EF4-FFF2-40B4-BE49-F238E27FC236}">
                <a16:creationId xmlns:a16="http://schemas.microsoft.com/office/drawing/2014/main" id="{04556CB6-3DC9-4186-9F34-0F1A3898D375}"/>
              </a:ext>
            </a:extLst>
          </p:cNvPr>
          <p:cNvSpPr>
            <a:spLocks xmlns:a="http://schemas.openxmlformats.org/drawingml/2006/main" noGrp="1"/>
          </p:cNvSpPr>
          <p:nvPr/>
        </p:nvSpPr>
        <p:spPr>
          <a:xfrm xmlns:a="http://schemas.openxmlformats.org/drawingml/2006/main">
            <a:off x="876300" y="152400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The same four numbers will become the 2 × 2 matrix W on the next slide.</a:t>
            </a:r>
          </a:p>
        </p:txBody>
      </p:sp>
      <p:sp>
        <p:nvSpPr>
          <p:cNvPr id="2105834489" name="">
            <a:extLst xmlns:a="http://schemas.openxmlformats.org/drawingml/2006/main">
              <a:ext uri="{FF2B5EF4-FFF2-40B4-BE49-F238E27FC236}">
                <a16:creationId xmlns:a16="http://schemas.microsoft.com/office/drawing/2014/main" id="{EDDF3B53-C48B-4588-868E-E9EFA9059A62}"/>
              </a:ext>
            </a:extLst>
          </p:cNvPr>
          <p:cNvSpPr>
            <a:spLocks xmlns:a="http://schemas.openxmlformats.org/drawingml/2006/main" noGrp="1"/>
          </p:cNvSpPr>
          <p:nvPr/>
        </p:nvSpPr>
        <p:spPr>
          <a:xfrm xmlns:a="http://schemas.openxmlformats.org/drawingml/2006/main">
            <a:off x="2571750" y="2819400"/>
            <a:ext cx="3905250" cy="0"/>
          </a:xfrm>
          <a:prstGeom xmlns:a="http://schemas.openxmlformats.org/drawingml/2006/main" prst="line">
            <a:avLst/>
          </a:prstGeom>
          <a:ln xmlns:a="http://schemas.openxmlformats.org/drawingml/2006/main" w="28575">
            <a:solidFill>
              <a:srgbClr val="2563EB"/>
            </a:solidFill>
            <a:prstDash val="solid"/>
          </a:ln>
        </p:spPr>
      </p:sp>
      <p:sp>
        <p:nvSpPr>
          <p:cNvPr id="2105834490" name="">
            <a:extLst xmlns:a="http://schemas.openxmlformats.org/drawingml/2006/main">
              <a:ext uri="{FF2B5EF4-FFF2-40B4-BE49-F238E27FC236}">
                <a16:creationId xmlns:a16="http://schemas.microsoft.com/office/drawing/2014/main" id="{FBEB3EBC-4C87-49EC-965A-DEB6CD868DD1}"/>
              </a:ext>
            </a:extLst>
          </p:cNvPr>
          <p:cNvSpPr>
            <a:spLocks xmlns:a="http://schemas.openxmlformats.org/drawingml/2006/main" noGrp="1"/>
          </p:cNvSpPr>
          <p:nvPr/>
        </p:nvSpPr>
        <p:spPr>
          <a:xfrm xmlns:a="http://schemas.openxmlformats.org/drawingml/2006/main">
            <a:off x="2571750" y="4438650"/>
            <a:ext cx="3905250" cy="0"/>
          </a:xfrm>
          <a:prstGeom xmlns:a="http://schemas.openxmlformats.org/drawingml/2006/main" prst="line">
            <a:avLst/>
          </a:prstGeom>
          <a:ln xmlns:a="http://schemas.openxmlformats.org/drawingml/2006/main" w="28575">
            <a:solidFill>
              <a:srgbClr val="059669"/>
            </a:solidFill>
            <a:prstDash val="solid"/>
          </a:ln>
        </p:spPr>
      </p:sp>
      <p:sp>
        <p:nvSpPr>
          <p:cNvPr id="2105834491" name="">
            <a:extLst xmlns:a="http://schemas.openxmlformats.org/drawingml/2006/main">
              <a:ext uri="{FF2B5EF4-FFF2-40B4-BE49-F238E27FC236}">
                <a16:creationId xmlns:a16="http://schemas.microsoft.com/office/drawing/2014/main" id="{F6F78792-D760-42A3-8F1D-60ADD52F3692}"/>
              </a:ext>
            </a:extLst>
          </p:cNvPr>
          <p:cNvSpPr>
            <a:spLocks xmlns:a="http://schemas.openxmlformats.org/drawingml/2006/main" noGrp="1"/>
          </p:cNvSpPr>
          <p:nvPr/>
        </p:nvSpPr>
        <p:spPr>
          <a:xfrm xmlns:a="http://schemas.openxmlformats.org/drawingml/2006/main">
            <a:off x="2571750" y="4438650"/>
            <a:ext cx="1143000" cy="0"/>
          </a:xfrm>
          <a:prstGeom xmlns:a="http://schemas.openxmlformats.org/drawingml/2006/main" prst="line">
            <a:avLst/>
          </a:prstGeom>
          <a:ln xmlns:a="http://schemas.openxmlformats.org/drawingml/2006/main" w="19050">
            <a:solidFill>
              <a:srgbClr val="2563EB"/>
            </a:solidFill>
            <a:prstDash val="solid"/>
          </a:ln>
        </p:spPr>
      </p:sp>
      <p:sp>
        <p:nvSpPr>
          <p:cNvPr id="2105834492" name="">
            <a:extLst xmlns:a="http://schemas.openxmlformats.org/drawingml/2006/main">
              <a:ext uri="{FF2B5EF4-FFF2-40B4-BE49-F238E27FC236}">
                <a16:creationId xmlns:a16="http://schemas.microsoft.com/office/drawing/2014/main" id="{797938B7-DD80-418E-B89B-DDC3CD323E43}"/>
              </a:ext>
            </a:extLst>
          </p:cNvPr>
          <p:cNvSpPr>
            <a:spLocks xmlns:a="http://schemas.openxmlformats.org/drawingml/2006/main" noGrp="1"/>
          </p:cNvSpPr>
          <p:nvPr/>
        </p:nvSpPr>
        <p:spPr>
          <a:xfrm xmlns:a="http://schemas.openxmlformats.org/drawingml/2006/main">
            <a:off x="3714750" y="2819400"/>
            <a:ext cx="0" cy="1619250"/>
          </a:xfrm>
          <a:prstGeom xmlns:a="http://schemas.openxmlformats.org/drawingml/2006/main" prst="line">
            <a:avLst/>
          </a:prstGeom>
          <a:ln xmlns:a="http://schemas.openxmlformats.org/drawingml/2006/main" w="19050">
            <a:solidFill>
              <a:srgbClr val="2563EB"/>
            </a:solidFill>
            <a:prstDash val="solid"/>
          </a:ln>
        </p:spPr>
      </p:sp>
      <p:sp>
        <p:nvSpPr>
          <p:cNvPr id="2105834493" name="">
            <a:extLst xmlns:a="http://schemas.openxmlformats.org/drawingml/2006/main">
              <a:ext uri="{FF2B5EF4-FFF2-40B4-BE49-F238E27FC236}">
                <a16:creationId xmlns:a16="http://schemas.microsoft.com/office/drawing/2014/main" id="{FE34222B-01DA-4531-BE70-2DAC7889AB22}"/>
              </a:ext>
            </a:extLst>
          </p:cNvPr>
          <p:cNvSpPr>
            <a:spLocks xmlns:a="http://schemas.openxmlformats.org/drawingml/2006/main" noGrp="1"/>
          </p:cNvSpPr>
          <p:nvPr/>
        </p:nvSpPr>
        <p:spPr>
          <a:xfrm xmlns:a="http://schemas.openxmlformats.org/drawingml/2006/main">
            <a:off x="3714750" y="2819400"/>
            <a:ext cx="2762250" cy="0"/>
          </a:xfrm>
          <a:prstGeom xmlns:a="http://schemas.openxmlformats.org/drawingml/2006/main" prst="line">
            <a:avLst/>
          </a:prstGeom>
          <a:ln xmlns:a="http://schemas.openxmlformats.org/drawingml/2006/main" w="19050">
            <a:solidFill>
              <a:srgbClr val="2563EB"/>
            </a:solidFill>
            <a:prstDash val="solid"/>
          </a:ln>
        </p:spPr>
      </p:sp>
      <p:sp>
        <p:nvSpPr>
          <p:cNvPr id="2105834494" name="">
            <a:extLst xmlns:a="http://schemas.openxmlformats.org/drawingml/2006/main">
              <a:ext uri="{FF2B5EF4-FFF2-40B4-BE49-F238E27FC236}">
                <a16:creationId xmlns:a16="http://schemas.microsoft.com/office/drawing/2014/main" id="{9EEEA23B-4290-4354-A7C7-B8A192D73245}"/>
              </a:ext>
            </a:extLst>
          </p:cNvPr>
          <p:cNvSpPr>
            <a:spLocks xmlns:a="http://schemas.openxmlformats.org/drawingml/2006/main" noGrp="1"/>
          </p:cNvSpPr>
          <p:nvPr/>
        </p:nvSpPr>
        <p:spPr>
          <a:xfrm xmlns:a="http://schemas.openxmlformats.org/drawingml/2006/main">
            <a:off x="2571750" y="2819400"/>
            <a:ext cx="1714500" cy="0"/>
          </a:xfrm>
          <a:prstGeom xmlns:a="http://schemas.openxmlformats.org/drawingml/2006/main" prst="line">
            <a:avLst/>
          </a:prstGeom>
          <a:ln xmlns:a="http://schemas.openxmlformats.org/drawingml/2006/main" w="19050">
            <a:solidFill>
              <a:srgbClr val="059669"/>
            </a:solidFill>
            <a:prstDash val="solid"/>
          </a:ln>
        </p:spPr>
      </p:sp>
      <p:sp>
        <p:nvSpPr>
          <p:cNvPr id="2105834495" name="">
            <a:extLst xmlns:a="http://schemas.openxmlformats.org/drawingml/2006/main">
              <a:ext uri="{FF2B5EF4-FFF2-40B4-BE49-F238E27FC236}">
                <a16:creationId xmlns:a16="http://schemas.microsoft.com/office/drawing/2014/main" id="{F8F18F6D-DE1C-41FA-8896-CBB21833DD49}"/>
              </a:ext>
            </a:extLst>
          </p:cNvPr>
          <p:cNvSpPr>
            <a:spLocks xmlns:a="http://schemas.openxmlformats.org/drawingml/2006/main" noGrp="1"/>
          </p:cNvSpPr>
          <p:nvPr/>
        </p:nvSpPr>
        <p:spPr>
          <a:xfrm xmlns:a="http://schemas.openxmlformats.org/drawingml/2006/main">
            <a:off x="4286250" y="2819400"/>
            <a:ext cx="0" cy="1619250"/>
          </a:xfrm>
          <a:prstGeom xmlns:a="http://schemas.openxmlformats.org/drawingml/2006/main" prst="line">
            <a:avLst/>
          </a:prstGeom>
          <a:ln xmlns:a="http://schemas.openxmlformats.org/drawingml/2006/main" w="19050">
            <a:solidFill>
              <a:srgbClr val="059669"/>
            </a:solidFill>
            <a:prstDash val="solid"/>
          </a:ln>
        </p:spPr>
      </p:sp>
      <p:sp>
        <p:nvSpPr>
          <p:cNvPr id="2105834496" name="">
            <a:extLst xmlns:a="http://schemas.openxmlformats.org/drawingml/2006/main">
              <a:ext uri="{FF2B5EF4-FFF2-40B4-BE49-F238E27FC236}">
                <a16:creationId xmlns:a16="http://schemas.microsoft.com/office/drawing/2014/main" id="{BED0A7B0-5AD4-4918-A250-CD2F2DD103F1}"/>
              </a:ext>
            </a:extLst>
          </p:cNvPr>
          <p:cNvSpPr>
            <a:spLocks xmlns:a="http://schemas.openxmlformats.org/drawingml/2006/main" noGrp="1"/>
          </p:cNvSpPr>
          <p:nvPr/>
        </p:nvSpPr>
        <p:spPr>
          <a:xfrm xmlns:a="http://schemas.openxmlformats.org/drawingml/2006/main">
            <a:off x="4286250" y="4438650"/>
            <a:ext cx="2190750" cy="0"/>
          </a:xfrm>
          <a:prstGeom xmlns:a="http://schemas.openxmlformats.org/drawingml/2006/main" prst="line">
            <a:avLst/>
          </a:prstGeom>
          <a:ln xmlns:a="http://schemas.openxmlformats.org/drawingml/2006/main" w="19050">
            <a:solidFill>
              <a:srgbClr val="059669"/>
            </a:solidFill>
            <a:prstDash val="solid"/>
          </a:ln>
        </p:spPr>
      </p:sp>
      <p:sp>
        <p:nvSpPr>
          <p:cNvPr id="2105834497" name="">
            <a:extLst xmlns:a="http://schemas.openxmlformats.org/drawingml/2006/main">
              <a:ext uri="{FF2B5EF4-FFF2-40B4-BE49-F238E27FC236}">
                <a16:creationId xmlns:a16="http://schemas.microsoft.com/office/drawing/2014/main" id="{991ACDCC-E79C-465F-994C-7B6B5FBE73B4}"/>
              </a:ext>
            </a:extLst>
          </p:cNvPr>
          <p:cNvSpPr>
            <a:spLocks xmlns:a="http://schemas.openxmlformats.org/drawingml/2006/main" noGrp="1"/>
          </p:cNvSpPr>
          <p:nvPr/>
        </p:nvSpPr>
        <p:spPr>
          <a:xfrm xmlns:a="http://schemas.openxmlformats.org/drawingml/2006/main">
            <a:off x="1409700" y="2000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latin typeface="Calibri"/>
                <a:ea typeface="Calibri"/>
                <a:cs typeface="Calibri"/>
              </a:defRPr>
            </a:pPr>
            <a:r>
              <a:rPr sz="1350" b="1">
                <a:solidFill>
                  <a:srgbClr val="667085"/>
                </a:solidFill>
                <a:latin typeface="Calibri"/>
                <a:ea typeface="Calibri"/>
                <a:cs typeface="Calibri"/>
              </a:rPr>
              <a:t>input layer</a:t>
            </a:r>
          </a:p>
        </p:txBody>
      </p:sp>
      <p:sp>
        <p:nvSpPr>
          <p:cNvPr id="2105834498" name="">
            <a:extLst xmlns:a="http://schemas.openxmlformats.org/drawingml/2006/main">
              <a:ext uri="{FF2B5EF4-FFF2-40B4-BE49-F238E27FC236}">
                <a16:creationId xmlns:a16="http://schemas.microsoft.com/office/drawing/2014/main" id="{75C51121-E003-4C4D-9734-312D8E3A9EEA}"/>
              </a:ext>
            </a:extLst>
          </p:cNvPr>
          <p:cNvSpPr>
            <a:spLocks xmlns:a="http://schemas.openxmlformats.org/drawingml/2006/main" noGrp="1"/>
          </p:cNvSpPr>
          <p:nvPr/>
        </p:nvSpPr>
        <p:spPr>
          <a:xfrm xmlns:a="http://schemas.openxmlformats.org/drawingml/2006/main">
            <a:off x="6191250" y="2000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latin typeface="Calibri"/>
                <a:ea typeface="Calibri"/>
                <a:cs typeface="Calibri"/>
              </a:defRPr>
            </a:pPr>
            <a:r>
              <a:rPr sz="1350" b="1">
                <a:solidFill>
                  <a:srgbClr val="667085"/>
                </a:solidFill>
                <a:latin typeface="Calibri"/>
                <a:ea typeface="Calibri"/>
                <a:cs typeface="Calibri"/>
              </a:rPr>
              <a:t>hidden layer</a:t>
            </a:r>
          </a:p>
        </p:txBody>
      </p:sp>
      <p:sp>
        <p:nvSpPr>
          <p:cNvPr id="2105834499" name="">
            <a:extLst xmlns:a="http://schemas.openxmlformats.org/drawingml/2006/main">
              <a:ext uri="{FF2B5EF4-FFF2-40B4-BE49-F238E27FC236}">
                <a16:creationId xmlns:a16="http://schemas.microsoft.com/office/drawing/2014/main" id="{B9594153-7DF0-4E0D-9C57-6ADF7105EF1F}"/>
              </a:ext>
            </a:extLst>
          </p:cNvPr>
          <p:cNvSpPr>
            <a:spLocks xmlns:a="http://schemas.openxmlformats.org/drawingml/2006/main" noGrp="1"/>
          </p:cNvSpPr>
          <p:nvPr/>
        </p:nvSpPr>
        <p:spPr>
          <a:xfrm xmlns:a="http://schemas.openxmlformats.org/drawingml/2006/main">
            <a:off x="1695450" y="2381250"/>
            <a:ext cx="876300" cy="876300"/>
          </a:xfrm>
          <a:prstGeom xmlns:a="http://schemas.openxmlformats.org/drawingml/2006/main" prst="roundRect">
            <a:avLst>
              <a:gd name="adj" fmla="val 13043"/>
            </a:avLst>
          </a:prstGeom>
          <a:solidFill xmlns:a="http://schemas.openxmlformats.org/drawingml/2006/main">
            <a:srgbClr val="EFF6FF"/>
          </a:solidFill>
          <a:ln xmlns:a="http://schemas.openxmlformats.org/drawingml/2006/main" w="9525">
            <a:solidFill>
              <a:srgbClr val="2563EB"/>
            </a:solidFill>
            <a:prstDash val="solid"/>
          </a:ln>
        </p:spPr>
      </p:sp>
      <p:sp>
        <p:nvSpPr>
          <p:cNvPr id="2105834500" name="">
            <a:extLst xmlns:a="http://schemas.openxmlformats.org/drawingml/2006/main">
              <a:ext uri="{FF2B5EF4-FFF2-40B4-BE49-F238E27FC236}">
                <a16:creationId xmlns:a16="http://schemas.microsoft.com/office/drawing/2014/main" id="{A5894B0D-AC77-49A9-8CBC-665A89A10902}"/>
              </a:ext>
            </a:extLst>
          </p:cNvPr>
          <p:cNvSpPr>
            <a:spLocks xmlns:a="http://schemas.openxmlformats.org/drawingml/2006/main" noGrp="1"/>
          </p:cNvSpPr>
          <p:nvPr/>
        </p:nvSpPr>
        <p:spPr>
          <a:xfrm xmlns:a="http://schemas.openxmlformats.org/drawingml/2006/main">
            <a:off x="1695450" y="24955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563EB"/>
                </a:solidFill>
                <a:latin typeface="Calibri"/>
                <a:ea typeface="Calibri"/>
                <a:cs typeface="Calibri"/>
              </a:defRPr>
            </a:pPr>
            <a:r>
              <a:rPr sz="1650" b="1">
                <a:solidFill>
                  <a:srgbClr val="2563EB"/>
                </a:solidFill>
                <a:latin typeface="Calibri"/>
                <a:ea typeface="Calibri"/>
                <a:cs typeface="Calibri"/>
              </a:rPr>
              <a:t>x₁</a:t>
            </a:r>
          </a:p>
        </p:txBody>
      </p:sp>
      <p:sp>
        <p:nvSpPr>
          <p:cNvPr id="2105834501" name="">
            <a:extLst xmlns:a="http://schemas.openxmlformats.org/drawingml/2006/main">
              <a:ext uri="{FF2B5EF4-FFF2-40B4-BE49-F238E27FC236}">
                <a16:creationId xmlns:a16="http://schemas.microsoft.com/office/drawing/2014/main" id="{AB3F9472-E3CC-4326-8A3C-F6A2B4BC3255}"/>
              </a:ext>
            </a:extLst>
          </p:cNvPr>
          <p:cNvSpPr>
            <a:spLocks xmlns:a="http://schemas.openxmlformats.org/drawingml/2006/main" noGrp="1"/>
          </p:cNvSpPr>
          <p:nvPr/>
        </p:nvSpPr>
        <p:spPr>
          <a:xfrm xmlns:a="http://schemas.openxmlformats.org/drawingml/2006/main">
            <a:off x="1695450" y="282892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B0F19"/>
                </a:solidFill>
                <a:latin typeface="Calibri"/>
                <a:ea typeface="Calibri"/>
                <a:cs typeface="Calibri"/>
              </a:defRPr>
            </a:pPr>
            <a:r>
              <a:rPr sz="1350" b="1">
                <a:solidFill>
                  <a:srgbClr val="0B0F19"/>
                </a:solidFill>
                <a:latin typeface="Calibri"/>
                <a:ea typeface="Calibri"/>
                <a:cs typeface="Calibri"/>
              </a:rPr>
              <a:t>= 2</a:t>
            </a:r>
          </a:p>
        </p:txBody>
      </p:sp>
      <p:sp>
        <p:nvSpPr>
          <p:cNvPr id="2105834502" name="">
            <a:extLst xmlns:a="http://schemas.openxmlformats.org/drawingml/2006/main">
              <a:ext uri="{FF2B5EF4-FFF2-40B4-BE49-F238E27FC236}">
                <a16:creationId xmlns:a16="http://schemas.microsoft.com/office/drawing/2014/main" id="{D02D6FC0-405D-4BF7-AFDA-59250E1F7953}"/>
              </a:ext>
            </a:extLst>
          </p:cNvPr>
          <p:cNvSpPr>
            <a:spLocks xmlns:a="http://schemas.openxmlformats.org/drawingml/2006/main" noGrp="1"/>
          </p:cNvSpPr>
          <p:nvPr/>
        </p:nvSpPr>
        <p:spPr>
          <a:xfrm xmlns:a="http://schemas.openxmlformats.org/drawingml/2006/main">
            <a:off x="1695450" y="4000500"/>
            <a:ext cx="876300" cy="876300"/>
          </a:xfrm>
          <a:prstGeom xmlns:a="http://schemas.openxmlformats.org/drawingml/2006/main" prst="roundRect">
            <a:avLst>
              <a:gd name="adj" fmla="val 13043"/>
            </a:avLst>
          </a:prstGeom>
          <a:solidFill xmlns:a="http://schemas.openxmlformats.org/drawingml/2006/main">
            <a:srgbClr val="EFF6FF"/>
          </a:solidFill>
          <a:ln xmlns:a="http://schemas.openxmlformats.org/drawingml/2006/main" w="9525">
            <a:solidFill>
              <a:srgbClr val="2563EB"/>
            </a:solidFill>
            <a:prstDash val="solid"/>
          </a:ln>
        </p:spPr>
      </p:sp>
      <p:sp>
        <p:nvSpPr>
          <p:cNvPr id="2105834503" name="">
            <a:extLst xmlns:a="http://schemas.openxmlformats.org/drawingml/2006/main">
              <a:ext uri="{FF2B5EF4-FFF2-40B4-BE49-F238E27FC236}">
                <a16:creationId xmlns:a16="http://schemas.microsoft.com/office/drawing/2014/main" id="{780A25F8-1723-479A-8181-A5A3C01D95A0}"/>
              </a:ext>
            </a:extLst>
          </p:cNvPr>
          <p:cNvSpPr>
            <a:spLocks xmlns:a="http://schemas.openxmlformats.org/drawingml/2006/main" noGrp="1"/>
          </p:cNvSpPr>
          <p:nvPr/>
        </p:nvSpPr>
        <p:spPr>
          <a:xfrm xmlns:a="http://schemas.openxmlformats.org/drawingml/2006/main">
            <a:off x="1695450" y="411480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563EB"/>
                </a:solidFill>
                <a:latin typeface="Calibri"/>
                <a:ea typeface="Calibri"/>
                <a:cs typeface="Calibri"/>
              </a:defRPr>
            </a:pPr>
            <a:r>
              <a:rPr sz="1650" b="1">
                <a:solidFill>
                  <a:srgbClr val="2563EB"/>
                </a:solidFill>
                <a:latin typeface="Calibri"/>
                <a:ea typeface="Calibri"/>
                <a:cs typeface="Calibri"/>
              </a:rPr>
              <a:t>x₂</a:t>
            </a:r>
          </a:p>
        </p:txBody>
      </p:sp>
      <p:sp>
        <p:nvSpPr>
          <p:cNvPr id="2105834504" name="">
            <a:extLst xmlns:a="http://schemas.openxmlformats.org/drawingml/2006/main">
              <a:ext uri="{FF2B5EF4-FFF2-40B4-BE49-F238E27FC236}">
                <a16:creationId xmlns:a16="http://schemas.microsoft.com/office/drawing/2014/main" id="{C2095631-7240-46E7-97F4-FB86054CA831}"/>
              </a:ext>
            </a:extLst>
          </p:cNvPr>
          <p:cNvSpPr>
            <a:spLocks xmlns:a="http://schemas.openxmlformats.org/drawingml/2006/main" noGrp="1"/>
          </p:cNvSpPr>
          <p:nvPr/>
        </p:nvSpPr>
        <p:spPr>
          <a:xfrm xmlns:a="http://schemas.openxmlformats.org/drawingml/2006/main">
            <a:off x="1695450" y="44481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B0F19"/>
                </a:solidFill>
                <a:latin typeface="Calibri"/>
                <a:ea typeface="Calibri"/>
                <a:cs typeface="Calibri"/>
              </a:defRPr>
            </a:pPr>
            <a:r>
              <a:rPr sz="1350" b="1">
                <a:solidFill>
                  <a:srgbClr val="0B0F19"/>
                </a:solidFill>
                <a:latin typeface="Calibri"/>
                <a:ea typeface="Calibri"/>
                <a:cs typeface="Calibri"/>
              </a:rPr>
              <a:t>= 1</a:t>
            </a:r>
          </a:p>
        </p:txBody>
      </p:sp>
      <p:sp>
        <p:nvSpPr>
          <p:cNvPr id="2105834505" name="">
            <a:extLst xmlns:a="http://schemas.openxmlformats.org/drawingml/2006/main">
              <a:ext uri="{FF2B5EF4-FFF2-40B4-BE49-F238E27FC236}">
                <a16:creationId xmlns:a16="http://schemas.microsoft.com/office/drawing/2014/main" id="{B7979AA2-6BFB-4DD8-AF3D-BE7C397E183A}"/>
              </a:ext>
            </a:extLst>
          </p:cNvPr>
          <p:cNvSpPr>
            <a:spLocks xmlns:a="http://schemas.openxmlformats.org/drawingml/2006/main" noGrp="1"/>
          </p:cNvSpPr>
          <p:nvPr/>
        </p:nvSpPr>
        <p:spPr>
          <a:xfrm xmlns:a="http://schemas.openxmlformats.org/drawingml/2006/main">
            <a:off x="6477000" y="2381250"/>
            <a:ext cx="876300" cy="876300"/>
          </a:xfrm>
          <a:prstGeom xmlns:a="http://schemas.openxmlformats.org/drawingml/2006/main" prst="roundRect">
            <a:avLst>
              <a:gd name="adj" fmla="val 13043"/>
            </a:avLst>
          </a:prstGeom>
          <a:solidFill xmlns:a="http://schemas.openxmlformats.org/drawingml/2006/main">
            <a:srgbClr val="DBEAFE"/>
          </a:solidFill>
          <a:ln xmlns:a="http://schemas.openxmlformats.org/drawingml/2006/main" w="9525">
            <a:solidFill>
              <a:srgbClr val="2563EB"/>
            </a:solidFill>
            <a:prstDash val="solid"/>
          </a:ln>
        </p:spPr>
      </p:sp>
      <p:sp>
        <p:nvSpPr>
          <p:cNvPr id="2105834506" name="">
            <a:extLst xmlns:a="http://schemas.openxmlformats.org/drawingml/2006/main">
              <a:ext uri="{FF2B5EF4-FFF2-40B4-BE49-F238E27FC236}">
                <a16:creationId xmlns:a16="http://schemas.microsoft.com/office/drawing/2014/main" id="{117DCBD0-348A-41D5-85CA-CDBBC3EBE989}"/>
              </a:ext>
            </a:extLst>
          </p:cNvPr>
          <p:cNvSpPr>
            <a:spLocks xmlns:a="http://schemas.openxmlformats.org/drawingml/2006/main" noGrp="1"/>
          </p:cNvSpPr>
          <p:nvPr/>
        </p:nvSpPr>
        <p:spPr>
          <a:xfrm xmlns:a="http://schemas.openxmlformats.org/drawingml/2006/main">
            <a:off x="6477000" y="24955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563EB"/>
                </a:solidFill>
                <a:latin typeface="Calibri"/>
                <a:ea typeface="Calibri"/>
                <a:cs typeface="Calibri"/>
              </a:defRPr>
            </a:pPr>
            <a:r>
              <a:rPr sz="1650" b="1">
                <a:solidFill>
                  <a:srgbClr val="2563EB"/>
                </a:solidFill>
                <a:latin typeface="Calibri"/>
                <a:ea typeface="Calibri"/>
                <a:cs typeface="Calibri"/>
              </a:rPr>
              <a:t>z₁</a:t>
            </a:r>
          </a:p>
        </p:txBody>
      </p:sp>
      <p:sp>
        <p:nvSpPr>
          <p:cNvPr id="2105834507" name="">
            <a:extLst xmlns:a="http://schemas.openxmlformats.org/drawingml/2006/main">
              <a:ext uri="{FF2B5EF4-FFF2-40B4-BE49-F238E27FC236}">
                <a16:creationId xmlns:a16="http://schemas.microsoft.com/office/drawing/2014/main" id="{BC2F780F-5844-46BC-9DE3-744286E20251}"/>
              </a:ext>
            </a:extLst>
          </p:cNvPr>
          <p:cNvSpPr>
            <a:spLocks xmlns:a="http://schemas.openxmlformats.org/drawingml/2006/main" noGrp="1"/>
          </p:cNvSpPr>
          <p:nvPr/>
        </p:nvSpPr>
        <p:spPr>
          <a:xfrm xmlns:a="http://schemas.openxmlformats.org/drawingml/2006/main">
            <a:off x="6477000" y="282892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B0F19"/>
                </a:solidFill>
                <a:latin typeface="Calibri"/>
                <a:ea typeface="Calibri"/>
                <a:cs typeface="Calibri"/>
              </a:defRPr>
            </a:pPr>
            <a:r>
              <a:rPr sz="1350" b="1">
                <a:solidFill>
                  <a:srgbClr val="0B0F19"/>
                </a:solidFill>
                <a:latin typeface="Calibri"/>
                <a:ea typeface="Calibri"/>
                <a:cs typeface="Calibri"/>
              </a:rPr>
              <a:t>= 0.1</a:t>
            </a:r>
          </a:p>
        </p:txBody>
      </p:sp>
      <p:sp>
        <p:nvSpPr>
          <p:cNvPr id="2105834508" name="">
            <a:extLst xmlns:a="http://schemas.openxmlformats.org/drawingml/2006/main">
              <a:ext uri="{FF2B5EF4-FFF2-40B4-BE49-F238E27FC236}">
                <a16:creationId xmlns:a16="http://schemas.microsoft.com/office/drawing/2014/main" id="{72554E5A-09CD-4DD6-87CE-060F9F25394A}"/>
              </a:ext>
            </a:extLst>
          </p:cNvPr>
          <p:cNvSpPr>
            <a:spLocks xmlns:a="http://schemas.openxmlformats.org/drawingml/2006/main" noGrp="1"/>
          </p:cNvSpPr>
          <p:nvPr/>
        </p:nvSpPr>
        <p:spPr>
          <a:xfrm xmlns:a="http://schemas.openxmlformats.org/drawingml/2006/main">
            <a:off x="6477000" y="4000500"/>
            <a:ext cx="876300" cy="876300"/>
          </a:xfrm>
          <a:prstGeom xmlns:a="http://schemas.openxmlformats.org/drawingml/2006/main" prst="roundRect">
            <a:avLst>
              <a:gd name="adj" fmla="val 13043"/>
            </a:avLst>
          </a:prstGeom>
          <a:solidFill xmlns:a="http://schemas.openxmlformats.org/drawingml/2006/main">
            <a:srgbClr val="D1FAE5"/>
          </a:solidFill>
          <a:ln xmlns:a="http://schemas.openxmlformats.org/drawingml/2006/main" w="9525">
            <a:solidFill>
              <a:srgbClr val="059669"/>
            </a:solidFill>
            <a:prstDash val="solid"/>
          </a:ln>
        </p:spPr>
      </p:sp>
      <p:sp>
        <p:nvSpPr>
          <p:cNvPr id="2105834509" name="">
            <a:extLst xmlns:a="http://schemas.openxmlformats.org/drawingml/2006/main">
              <a:ext uri="{FF2B5EF4-FFF2-40B4-BE49-F238E27FC236}">
                <a16:creationId xmlns:a16="http://schemas.microsoft.com/office/drawing/2014/main" id="{A93EB069-9273-400C-ABA6-3E1525F6FFC5}"/>
              </a:ext>
            </a:extLst>
          </p:cNvPr>
          <p:cNvSpPr>
            <a:spLocks xmlns:a="http://schemas.openxmlformats.org/drawingml/2006/main" noGrp="1"/>
          </p:cNvSpPr>
          <p:nvPr/>
        </p:nvSpPr>
        <p:spPr>
          <a:xfrm xmlns:a="http://schemas.openxmlformats.org/drawingml/2006/main">
            <a:off x="6477000" y="411480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59669"/>
                </a:solidFill>
                <a:latin typeface="Calibri"/>
                <a:ea typeface="Calibri"/>
                <a:cs typeface="Calibri"/>
              </a:defRPr>
            </a:pPr>
            <a:r>
              <a:rPr sz="1650" b="1">
                <a:solidFill>
                  <a:srgbClr val="059669"/>
                </a:solidFill>
                <a:latin typeface="Calibri"/>
                <a:ea typeface="Calibri"/>
                <a:cs typeface="Calibri"/>
              </a:rPr>
              <a:t>z₂</a:t>
            </a:r>
          </a:p>
        </p:txBody>
      </p:sp>
      <p:sp>
        <p:nvSpPr>
          <p:cNvPr id="2105834510" name="">
            <a:extLst xmlns:a="http://schemas.openxmlformats.org/drawingml/2006/main">
              <a:ext uri="{FF2B5EF4-FFF2-40B4-BE49-F238E27FC236}">
                <a16:creationId xmlns:a16="http://schemas.microsoft.com/office/drawing/2014/main" id="{921CF0E4-8C93-4FD9-9910-134A090F530D}"/>
              </a:ext>
            </a:extLst>
          </p:cNvPr>
          <p:cNvSpPr>
            <a:spLocks xmlns:a="http://schemas.openxmlformats.org/drawingml/2006/main" noGrp="1"/>
          </p:cNvSpPr>
          <p:nvPr/>
        </p:nvSpPr>
        <p:spPr>
          <a:xfrm xmlns:a="http://schemas.openxmlformats.org/drawingml/2006/main">
            <a:off x="6477000" y="44481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B0F19"/>
                </a:solidFill>
                <a:latin typeface="Calibri"/>
                <a:ea typeface="Calibri"/>
                <a:cs typeface="Calibri"/>
              </a:defRPr>
            </a:pPr>
            <a:r>
              <a:rPr sz="1350" b="1">
                <a:solidFill>
                  <a:srgbClr val="0B0F19"/>
                </a:solidFill>
                <a:latin typeface="Calibri"/>
                <a:ea typeface="Calibri"/>
                <a:cs typeface="Calibri"/>
              </a:rPr>
              <a:t>= 1.3</a:t>
            </a:r>
          </a:p>
        </p:txBody>
      </p:sp>
      <p:sp>
        <p:nvSpPr>
          <p:cNvPr id="2105834511" name="">
            <a:extLst xmlns:a="http://schemas.openxmlformats.org/drawingml/2006/main">
              <a:ext uri="{FF2B5EF4-FFF2-40B4-BE49-F238E27FC236}">
                <a16:creationId xmlns:a16="http://schemas.microsoft.com/office/drawing/2014/main" id="{58262600-4475-4A38-8638-033ECD38BA60}"/>
              </a:ext>
            </a:extLst>
          </p:cNvPr>
          <p:cNvSpPr>
            <a:spLocks xmlns:a="http://schemas.openxmlformats.org/drawingml/2006/main" noGrp="1"/>
          </p:cNvSpPr>
          <p:nvPr/>
        </p:nvSpPr>
        <p:spPr>
          <a:xfrm xmlns:a="http://schemas.openxmlformats.org/drawingml/2006/main">
            <a:off x="4048125" y="2495550"/>
            <a:ext cx="8763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2563EB"/>
            </a:solidFill>
            <a:prstDash val="solid"/>
          </a:ln>
        </p:spPr>
      </p:sp>
      <p:sp>
        <p:nvSpPr>
          <p:cNvPr id="2105834512" name="">
            <a:extLst xmlns:a="http://schemas.openxmlformats.org/drawingml/2006/main">
              <a:ext uri="{FF2B5EF4-FFF2-40B4-BE49-F238E27FC236}">
                <a16:creationId xmlns:a16="http://schemas.microsoft.com/office/drawing/2014/main" id="{CCA8E215-5CC4-438C-935E-1C7CCE75D85E}"/>
              </a:ext>
            </a:extLst>
          </p:cNvPr>
          <p:cNvSpPr>
            <a:spLocks xmlns:a="http://schemas.openxmlformats.org/drawingml/2006/main" noGrp="1"/>
          </p:cNvSpPr>
          <p:nvPr/>
        </p:nvSpPr>
        <p:spPr>
          <a:xfrm xmlns:a="http://schemas.openxmlformats.org/drawingml/2006/main">
            <a:off x="4048125" y="2495550"/>
            <a:ext cx="87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563EB"/>
                </a:solidFill>
                <a:latin typeface="Calibri"/>
                <a:ea typeface="Calibri"/>
                <a:cs typeface="Calibri"/>
              </a:defRPr>
            </a:pPr>
            <a:r>
              <a:rPr sz="1125" b="1">
                <a:solidFill>
                  <a:srgbClr val="2563EB"/>
                </a:solidFill>
                <a:latin typeface="Calibri"/>
                <a:ea typeface="Calibri"/>
                <a:cs typeface="Calibri"/>
              </a:rPr>
              <a:t>w₁₁ = 0.2</a:t>
            </a:r>
          </a:p>
        </p:txBody>
      </p:sp>
      <p:sp>
        <p:nvSpPr>
          <p:cNvPr id="2105834513" name="">
            <a:extLst xmlns:a="http://schemas.openxmlformats.org/drawingml/2006/main">
              <a:ext uri="{FF2B5EF4-FFF2-40B4-BE49-F238E27FC236}">
                <a16:creationId xmlns:a16="http://schemas.microsoft.com/office/drawing/2014/main" id="{3FD31335-F5B2-45E8-A69B-F938F0B9C54F}"/>
              </a:ext>
            </a:extLst>
          </p:cNvPr>
          <p:cNvSpPr>
            <a:spLocks xmlns:a="http://schemas.openxmlformats.org/drawingml/2006/main" noGrp="1"/>
          </p:cNvSpPr>
          <p:nvPr/>
        </p:nvSpPr>
        <p:spPr>
          <a:xfrm xmlns:a="http://schemas.openxmlformats.org/drawingml/2006/main">
            <a:off x="3038475" y="3619500"/>
            <a:ext cx="9906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2563EB"/>
            </a:solidFill>
            <a:prstDash val="solid"/>
          </a:ln>
        </p:spPr>
      </p:sp>
      <p:sp>
        <p:nvSpPr>
          <p:cNvPr id="2105834514" name="">
            <a:extLst xmlns:a="http://schemas.openxmlformats.org/drawingml/2006/main">
              <a:ext uri="{FF2B5EF4-FFF2-40B4-BE49-F238E27FC236}">
                <a16:creationId xmlns:a16="http://schemas.microsoft.com/office/drawing/2014/main" id="{FF75493A-7C66-4970-944B-3ADABFC6F727}"/>
              </a:ext>
            </a:extLst>
          </p:cNvPr>
          <p:cNvSpPr>
            <a:spLocks xmlns:a="http://schemas.openxmlformats.org/drawingml/2006/main" noGrp="1"/>
          </p:cNvSpPr>
          <p:nvPr/>
        </p:nvSpPr>
        <p:spPr>
          <a:xfrm xmlns:a="http://schemas.openxmlformats.org/drawingml/2006/main">
            <a:off x="3038475" y="36195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563EB"/>
                </a:solidFill>
                <a:latin typeface="Calibri"/>
                <a:ea typeface="Calibri"/>
                <a:cs typeface="Calibri"/>
              </a:defRPr>
            </a:pPr>
            <a:r>
              <a:rPr sz="1125" b="1">
                <a:solidFill>
                  <a:srgbClr val="2563EB"/>
                </a:solidFill>
                <a:latin typeface="Calibri"/>
                <a:ea typeface="Calibri"/>
                <a:cs typeface="Calibri"/>
              </a:rPr>
              <a:t>w₁₂ = −0.4</a:t>
            </a:r>
          </a:p>
        </p:txBody>
      </p:sp>
      <p:sp>
        <p:nvSpPr>
          <p:cNvPr id="2105834515" name="">
            <a:extLst xmlns:a="http://schemas.openxmlformats.org/drawingml/2006/main">
              <a:ext uri="{FF2B5EF4-FFF2-40B4-BE49-F238E27FC236}">
                <a16:creationId xmlns:a16="http://schemas.microsoft.com/office/drawing/2014/main" id="{E3EE68FE-603D-45C8-9336-372D78F40B38}"/>
              </a:ext>
            </a:extLst>
          </p:cNvPr>
          <p:cNvSpPr>
            <a:spLocks xmlns:a="http://schemas.openxmlformats.org/drawingml/2006/main" noGrp="1"/>
          </p:cNvSpPr>
          <p:nvPr/>
        </p:nvSpPr>
        <p:spPr>
          <a:xfrm xmlns:a="http://schemas.openxmlformats.org/drawingml/2006/main">
            <a:off x="4400550" y="3619500"/>
            <a:ext cx="8763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059669"/>
            </a:solidFill>
            <a:prstDash val="solid"/>
          </a:ln>
        </p:spPr>
      </p:sp>
      <p:sp>
        <p:nvSpPr>
          <p:cNvPr id="2105834516" name="">
            <a:extLst xmlns:a="http://schemas.openxmlformats.org/drawingml/2006/main">
              <a:ext uri="{FF2B5EF4-FFF2-40B4-BE49-F238E27FC236}">
                <a16:creationId xmlns:a16="http://schemas.microsoft.com/office/drawing/2014/main" id="{B8926E73-292F-4AC0-9AB3-432731570F57}"/>
              </a:ext>
            </a:extLst>
          </p:cNvPr>
          <p:cNvSpPr>
            <a:spLocks xmlns:a="http://schemas.openxmlformats.org/drawingml/2006/main" noGrp="1"/>
          </p:cNvSpPr>
          <p:nvPr/>
        </p:nvSpPr>
        <p:spPr>
          <a:xfrm xmlns:a="http://schemas.openxmlformats.org/drawingml/2006/main">
            <a:off x="4400550" y="3619500"/>
            <a:ext cx="87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59669"/>
                </a:solidFill>
                <a:latin typeface="Calibri"/>
                <a:ea typeface="Calibri"/>
                <a:cs typeface="Calibri"/>
              </a:defRPr>
            </a:pPr>
            <a:r>
              <a:rPr sz="1125" b="1">
                <a:solidFill>
                  <a:srgbClr val="059669"/>
                </a:solidFill>
                <a:latin typeface="Calibri"/>
                <a:ea typeface="Calibri"/>
                <a:cs typeface="Calibri"/>
              </a:rPr>
              <a:t>w₂₁ = 0.7</a:t>
            </a:r>
          </a:p>
        </p:txBody>
      </p:sp>
      <p:sp>
        <p:nvSpPr>
          <p:cNvPr id="2105834517" name="">
            <a:extLst xmlns:a="http://schemas.openxmlformats.org/drawingml/2006/main">
              <a:ext uri="{FF2B5EF4-FFF2-40B4-BE49-F238E27FC236}">
                <a16:creationId xmlns:a16="http://schemas.microsoft.com/office/drawing/2014/main" id="{06E5A14B-A07E-4453-B0C4-B452A698EA22}"/>
              </a:ext>
            </a:extLst>
          </p:cNvPr>
          <p:cNvSpPr>
            <a:spLocks xmlns:a="http://schemas.openxmlformats.org/drawingml/2006/main" noGrp="1"/>
          </p:cNvSpPr>
          <p:nvPr/>
        </p:nvSpPr>
        <p:spPr>
          <a:xfrm xmlns:a="http://schemas.openxmlformats.org/drawingml/2006/main">
            <a:off x="5010150" y="4114800"/>
            <a:ext cx="8763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059669"/>
            </a:solidFill>
            <a:prstDash val="solid"/>
          </a:ln>
        </p:spPr>
      </p:sp>
      <p:sp>
        <p:nvSpPr>
          <p:cNvPr id="2105834518" name="">
            <a:extLst xmlns:a="http://schemas.openxmlformats.org/drawingml/2006/main">
              <a:ext uri="{FF2B5EF4-FFF2-40B4-BE49-F238E27FC236}">
                <a16:creationId xmlns:a16="http://schemas.microsoft.com/office/drawing/2014/main" id="{0A7B56D2-2CD6-4AC8-BC8F-931F169533D7}"/>
              </a:ext>
            </a:extLst>
          </p:cNvPr>
          <p:cNvSpPr>
            <a:spLocks xmlns:a="http://schemas.openxmlformats.org/drawingml/2006/main" noGrp="1"/>
          </p:cNvSpPr>
          <p:nvPr/>
        </p:nvSpPr>
        <p:spPr>
          <a:xfrm xmlns:a="http://schemas.openxmlformats.org/drawingml/2006/main">
            <a:off x="5010150" y="4114800"/>
            <a:ext cx="87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59669"/>
                </a:solidFill>
                <a:latin typeface="Calibri"/>
                <a:ea typeface="Calibri"/>
                <a:cs typeface="Calibri"/>
              </a:defRPr>
            </a:pPr>
            <a:r>
              <a:rPr sz="1125" b="1">
                <a:solidFill>
                  <a:srgbClr val="059669"/>
                </a:solidFill>
                <a:latin typeface="Calibri"/>
                <a:ea typeface="Calibri"/>
                <a:cs typeface="Calibri"/>
              </a:rPr>
              <a:t>w₂₂ = 0.1</a:t>
            </a:r>
          </a:p>
        </p:txBody>
      </p:sp>
      <p:sp>
        <p:nvSpPr>
          <p:cNvPr id="2105834519" name="">
            <a:extLst xmlns:a="http://schemas.openxmlformats.org/drawingml/2006/main">
              <a:ext uri="{FF2B5EF4-FFF2-40B4-BE49-F238E27FC236}">
                <a16:creationId xmlns:a16="http://schemas.microsoft.com/office/drawing/2014/main" id="{DB4065C4-05CF-4C58-A5B5-03B206F46A00}"/>
              </a:ext>
            </a:extLst>
          </p:cNvPr>
          <p:cNvSpPr>
            <a:spLocks xmlns:a="http://schemas.openxmlformats.org/drawingml/2006/main" noGrp="1"/>
          </p:cNvSpPr>
          <p:nvPr/>
        </p:nvSpPr>
        <p:spPr>
          <a:xfrm xmlns:a="http://schemas.openxmlformats.org/drawingml/2006/main">
            <a:off x="7953375" y="2286000"/>
            <a:ext cx="2857500"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9525">
            <a:solidFill>
              <a:srgbClr val="2563EB"/>
            </a:solidFill>
            <a:prstDash val="solid"/>
          </a:ln>
        </p:spPr>
      </p:sp>
      <p:sp>
        <p:nvSpPr>
          <p:cNvPr id="2105834520" name="">
            <a:extLst xmlns:a="http://schemas.openxmlformats.org/drawingml/2006/main">
              <a:ext uri="{FF2B5EF4-FFF2-40B4-BE49-F238E27FC236}">
                <a16:creationId xmlns:a16="http://schemas.microsoft.com/office/drawing/2014/main" id="{CB13C74F-638C-4237-A0D4-83AE7778B94F}"/>
              </a:ext>
            </a:extLst>
          </p:cNvPr>
          <p:cNvSpPr>
            <a:spLocks xmlns:a="http://schemas.openxmlformats.org/drawingml/2006/main" noGrp="1"/>
          </p:cNvSpPr>
          <p:nvPr/>
        </p:nvSpPr>
        <p:spPr>
          <a:xfrm xmlns:a="http://schemas.openxmlformats.org/drawingml/2006/main">
            <a:off x="8191500" y="24003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563EB"/>
                </a:solidFill>
                <a:latin typeface="Calibri"/>
                <a:ea typeface="Calibri"/>
                <a:cs typeface="Calibri"/>
              </a:defRPr>
            </a:pPr>
            <a:r>
              <a:rPr sz="1350" b="1">
                <a:solidFill>
                  <a:srgbClr val="2563EB"/>
                </a:solidFill>
                <a:latin typeface="Calibri"/>
                <a:ea typeface="Calibri"/>
                <a:cs typeface="Calibri"/>
              </a:rPr>
              <a:t>hidden neuron 1</a:t>
            </a:r>
          </a:p>
        </p:txBody>
      </p:sp>
      <p:sp>
        <p:nvSpPr>
          <p:cNvPr id="2105834521" name="">
            <a:extLst xmlns:a="http://schemas.openxmlformats.org/drawingml/2006/main">
              <a:ext uri="{FF2B5EF4-FFF2-40B4-BE49-F238E27FC236}">
                <a16:creationId xmlns:a16="http://schemas.microsoft.com/office/drawing/2014/main" id="{ADC1BFE5-DBC9-4481-A03D-3ED07B7ABDBB}"/>
              </a:ext>
            </a:extLst>
          </p:cNvPr>
          <p:cNvSpPr>
            <a:spLocks xmlns:a="http://schemas.openxmlformats.org/drawingml/2006/main" noGrp="1"/>
          </p:cNvSpPr>
          <p:nvPr/>
        </p:nvSpPr>
        <p:spPr>
          <a:xfrm xmlns:a="http://schemas.openxmlformats.org/drawingml/2006/main">
            <a:off x="8191500" y="27432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B0F19"/>
                </a:solidFill>
                <a:latin typeface="Calibri"/>
                <a:ea typeface="Calibri"/>
                <a:cs typeface="Calibri"/>
              </a:defRPr>
            </a:pPr>
            <a:r>
              <a:rPr sz="1350" b="1">
                <a:solidFill>
                  <a:srgbClr val="0B0F19"/>
                </a:solidFill>
                <a:latin typeface="Calibri"/>
                <a:ea typeface="Calibri"/>
                <a:cs typeface="Calibri"/>
              </a:rPr>
              <a:t>0.2·2 + (−0.4)·1 + 0.1 = 0.1</a:t>
            </a:r>
          </a:p>
        </p:txBody>
      </p:sp>
      <p:sp>
        <p:nvSpPr>
          <p:cNvPr id="2105834522" name="">
            <a:extLst xmlns:a="http://schemas.openxmlformats.org/drawingml/2006/main">
              <a:ext uri="{FF2B5EF4-FFF2-40B4-BE49-F238E27FC236}">
                <a16:creationId xmlns:a16="http://schemas.microsoft.com/office/drawing/2014/main" id="{8EAD1E3E-0B1D-4390-8286-6BCA2A5FA8DC}"/>
              </a:ext>
            </a:extLst>
          </p:cNvPr>
          <p:cNvSpPr>
            <a:spLocks xmlns:a="http://schemas.openxmlformats.org/drawingml/2006/main" noGrp="1"/>
          </p:cNvSpPr>
          <p:nvPr/>
        </p:nvSpPr>
        <p:spPr>
          <a:xfrm xmlns:a="http://schemas.openxmlformats.org/drawingml/2006/main">
            <a:off x="8191500" y="3143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085"/>
                </a:solidFill>
                <a:latin typeface="Calibri"/>
                <a:ea typeface="Calibri"/>
                <a:cs typeface="Calibri"/>
              </a:defRPr>
            </a:pPr>
            <a:r>
              <a:rPr sz="1200" b="0">
                <a:solidFill>
                  <a:srgbClr val="667085"/>
                </a:solidFill>
                <a:latin typeface="Calibri"/>
                <a:ea typeface="Calibri"/>
                <a:cs typeface="Calibri"/>
              </a:rPr>
              <a:t>bias b₁ = 0.1</a:t>
            </a:r>
          </a:p>
        </p:txBody>
      </p:sp>
      <p:sp>
        <p:nvSpPr>
          <p:cNvPr id="2105834523" name="">
            <a:extLst xmlns:a="http://schemas.openxmlformats.org/drawingml/2006/main">
              <a:ext uri="{FF2B5EF4-FFF2-40B4-BE49-F238E27FC236}">
                <a16:creationId xmlns:a16="http://schemas.microsoft.com/office/drawing/2014/main" id="{9B6F3532-35B8-438B-B87F-C285D8C9416B}"/>
              </a:ext>
            </a:extLst>
          </p:cNvPr>
          <p:cNvSpPr>
            <a:spLocks xmlns:a="http://schemas.openxmlformats.org/drawingml/2006/main" noGrp="1"/>
          </p:cNvSpPr>
          <p:nvPr/>
        </p:nvSpPr>
        <p:spPr>
          <a:xfrm xmlns:a="http://schemas.openxmlformats.org/drawingml/2006/main">
            <a:off x="7953375" y="3667125"/>
            <a:ext cx="2857500"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9525">
            <a:solidFill>
              <a:srgbClr val="059669"/>
            </a:solidFill>
            <a:prstDash val="solid"/>
          </a:ln>
        </p:spPr>
      </p:sp>
      <p:sp>
        <p:nvSpPr>
          <p:cNvPr id="2105834524" name="">
            <a:extLst xmlns:a="http://schemas.openxmlformats.org/drawingml/2006/main">
              <a:ext uri="{FF2B5EF4-FFF2-40B4-BE49-F238E27FC236}">
                <a16:creationId xmlns:a16="http://schemas.microsoft.com/office/drawing/2014/main" id="{A77F78CE-13D1-4E86-B42E-3AE04D0F9456}"/>
              </a:ext>
            </a:extLst>
          </p:cNvPr>
          <p:cNvSpPr>
            <a:spLocks xmlns:a="http://schemas.openxmlformats.org/drawingml/2006/main" noGrp="1"/>
          </p:cNvSpPr>
          <p:nvPr/>
        </p:nvSpPr>
        <p:spPr>
          <a:xfrm xmlns:a="http://schemas.openxmlformats.org/drawingml/2006/main">
            <a:off x="8191500" y="37814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59669"/>
                </a:solidFill>
                <a:latin typeface="Calibri"/>
                <a:ea typeface="Calibri"/>
                <a:cs typeface="Calibri"/>
              </a:defRPr>
            </a:pPr>
            <a:r>
              <a:rPr sz="1350" b="1">
                <a:solidFill>
                  <a:srgbClr val="059669"/>
                </a:solidFill>
                <a:latin typeface="Calibri"/>
                <a:ea typeface="Calibri"/>
                <a:cs typeface="Calibri"/>
              </a:rPr>
              <a:t>hidden neuron 2</a:t>
            </a:r>
          </a:p>
        </p:txBody>
      </p:sp>
      <p:sp>
        <p:nvSpPr>
          <p:cNvPr id="2105834525" name="">
            <a:extLst xmlns:a="http://schemas.openxmlformats.org/drawingml/2006/main">
              <a:ext uri="{FF2B5EF4-FFF2-40B4-BE49-F238E27FC236}">
                <a16:creationId xmlns:a16="http://schemas.microsoft.com/office/drawing/2014/main" id="{1D651849-491B-4CDD-979D-491A1FCA7E72}"/>
              </a:ext>
            </a:extLst>
          </p:cNvPr>
          <p:cNvSpPr>
            <a:spLocks xmlns:a="http://schemas.openxmlformats.org/drawingml/2006/main" noGrp="1"/>
          </p:cNvSpPr>
          <p:nvPr/>
        </p:nvSpPr>
        <p:spPr>
          <a:xfrm xmlns:a="http://schemas.openxmlformats.org/drawingml/2006/main">
            <a:off x="8191500" y="41243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B0F19"/>
                </a:solidFill>
                <a:latin typeface="Calibri"/>
                <a:ea typeface="Calibri"/>
                <a:cs typeface="Calibri"/>
              </a:defRPr>
            </a:pPr>
            <a:r>
              <a:rPr sz="1350" b="1">
                <a:solidFill>
                  <a:srgbClr val="0B0F19"/>
                </a:solidFill>
                <a:latin typeface="Calibri"/>
                <a:ea typeface="Calibri"/>
                <a:cs typeface="Calibri"/>
              </a:rPr>
              <a:t>0.7·2 + 0.1·1 − 0.2 = 1.3</a:t>
            </a:r>
          </a:p>
        </p:txBody>
      </p:sp>
      <p:sp>
        <p:nvSpPr>
          <p:cNvPr id="2105834526" name="">
            <a:extLst xmlns:a="http://schemas.openxmlformats.org/drawingml/2006/main">
              <a:ext uri="{FF2B5EF4-FFF2-40B4-BE49-F238E27FC236}">
                <a16:creationId xmlns:a16="http://schemas.microsoft.com/office/drawing/2014/main" id="{E420AC2D-8336-46A8-B991-317271715D64}"/>
              </a:ext>
            </a:extLst>
          </p:cNvPr>
          <p:cNvSpPr>
            <a:spLocks xmlns:a="http://schemas.openxmlformats.org/drawingml/2006/main" noGrp="1"/>
          </p:cNvSpPr>
          <p:nvPr/>
        </p:nvSpPr>
        <p:spPr>
          <a:xfrm xmlns:a="http://schemas.openxmlformats.org/drawingml/2006/main">
            <a:off x="8191500" y="45243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085"/>
                </a:solidFill>
                <a:latin typeface="Calibri"/>
                <a:ea typeface="Calibri"/>
                <a:cs typeface="Calibri"/>
              </a:defRPr>
            </a:pPr>
            <a:r>
              <a:rPr sz="1200" b="0">
                <a:solidFill>
                  <a:srgbClr val="667085"/>
                </a:solidFill>
                <a:latin typeface="Calibri"/>
                <a:ea typeface="Calibri"/>
                <a:cs typeface="Calibri"/>
              </a:rPr>
              <a:t>bias b₂ = −0.2</a:t>
            </a:r>
          </a:p>
        </p:txBody>
      </p:sp>
      <p:sp>
        <p:nvSpPr>
          <p:cNvPr id="2105834527" name="">
            <a:extLst xmlns:a="http://schemas.openxmlformats.org/drawingml/2006/main">
              <a:ext uri="{FF2B5EF4-FFF2-40B4-BE49-F238E27FC236}">
                <a16:creationId xmlns:a16="http://schemas.microsoft.com/office/drawing/2014/main" id="{FC6E5017-F951-488F-9C71-65A5866DFDDF}"/>
              </a:ext>
            </a:extLst>
          </p:cNvPr>
          <p:cNvSpPr>
            <a:spLocks xmlns:a="http://schemas.openxmlformats.org/drawingml/2006/main" noGrp="1"/>
          </p:cNvSpPr>
          <p:nvPr/>
        </p:nvSpPr>
        <p:spPr>
          <a:xfrm xmlns:a="http://schemas.openxmlformats.org/drawingml/2006/main">
            <a:off x="1143000" y="542925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0F19"/>
                </a:solidFill>
                <a:latin typeface="Calibri"/>
                <a:ea typeface="Calibri"/>
                <a:cs typeface="Calibri"/>
              </a:defRPr>
            </a:pPr>
            <a:r>
              <a:rPr sz="1425" b="1">
                <a:solidFill>
                  <a:srgbClr val="0B0F19"/>
                </a:solidFill>
                <a:latin typeface="Calibri"/>
                <a:ea typeface="Calibri"/>
                <a:cs typeface="Calibri"/>
              </a:rPr>
              <a:t>Each hidden neuron receives both inputs; its incoming weights form one row of W.</a:t>
            </a:r>
          </a:p>
        </p:txBody>
      </p:sp>
    </p:spTree>
    <p:extLst>
      <p:ext uri="{BB962C8B-B14F-4D97-AF65-F5344CB8AC3E}">
        <p14:creationId xmlns:p14="http://schemas.microsoft.com/office/powerpoint/2010/main" val="126089079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Matrix multiplication</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Two hidden neurons compute two weighted sums at once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48" name=""/>
          <p:cNvPicPr>
            <a:picLocks xmlns:a="http://schemas.openxmlformats.org/drawingml/2006/main" noChangeAspect="1"/>
          </p:cNvPicPr>
          <p:nvPr/>
        </p:nvPicPr>
        <p:blipFill rotWithShape="1">
          <a:blip xmlns:r="http://schemas.openxmlformats.org/officeDocument/2006/relationships" xmlns:a="http://schemas.openxmlformats.org/drawingml/2006/main" r:embed="R20e48aa78c0a49a5">
            <a:extLst>
              <a:ext uri="{96DAC541-7B7A-43D3-8B79-37D633B846F1}">
                <asvg:svgBlip xmlns:asvg="http://schemas.microsoft.com/office/drawing/2016/SVG/main" r:embed="R9ab3887641ce4504"/>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49" name=""/>
          <p:cNvPicPr>
            <a:picLocks xmlns:a="http://schemas.openxmlformats.org/drawingml/2006/main" noChangeAspect="1"/>
          </p:cNvPicPr>
          <p:nvPr/>
        </p:nvPicPr>
        <p:blipFill rotWithShape="1">
          <a:blip xmlns:r="http://schemas.openxmlformats.org/officeDocument/2006/relationships" xmlns:a="http://schemas.openxmlformats.org/drawingml/2006/main" r:embed="R525d8c6239ee4f57">
            <a:extLst>
              <a:ext uri="{96DAC541-7B7A-43D3-8B79-37D633B846F1}">
                <asvg:svgBlip xmlns:asvg="http://schemas.microsoft.com/office/drawing/2016/SVG/main" r:embed="Rc49e3364d3dd4b49"/>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
        <p:nvSpPr>
          <p:cNvPr id="2105834487" name="">
            <a:extLst xmlns:a="http://schemas.openxmlformats.org/drawingml/2006/main">
              <a:ext uri="{FF2B5EF4-FFF2-40B4-BE49-F238E27FC236}">
                <a16:creationId xmlns:a16="http://schemas.microsoft.com/office/drawing/2014/main" id="{999F3AA8-4B1E-43EB-9CD0-45D062263A80}"/>
              </a:ext>
            </a:extLst>
          </p:cNvPr>
          <p:cNvSpPr>
            <a:spLocks xmlns:a="http://schemas.openxmlformats.org/drawingml/2006/main" noGrp="1"/>
          </p:cNvSpPr>
          <p:nvPr/>
        </p:nvSpPr>
        <p:spPr>
          <a:xfrm xmlns:a="http://schemas.openxmlformats.org/drawingml/2006/main">
            <a:off x="590550"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sp>
      <p:sp>
        <p:nvSpPr>
          <p:cNvPr id="2105834488" name="">
            <a:extLst xmlns:a="http://schemas.openxmlformats.org/drawingml/2006/main">
              <a:ext uri="{FF2B5EF4-FFF2-40B4-BE49-F238E27FC236}">
                <a16:creationId xmlns:a16="http://schemas.microsoft.com/office/drawing/2014/main" id="{C112CF00-20D9-4770-908E-836B0D195980}"/>
              </a:ext>
            </a:extLst>
          </p:cNvPr>
          <p:cNvSpPr>
            <a:spLocks xmlns:a="http://schemas.openxmlformats.org/drawingml/2006/main" noGrp="1"/>
          </p:cNvSpPr>
          <p:nvPr/>
        </p:nvSpPr>
        <p:spPr>
          <a:xfrm xmlns:a="http://schemas.openxmlformats.org/drawingml/2006/main">
            <a:off x="876300" y="151447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A layer with 2 inputs and 2 neurons has four weights: a 2 × 2 matrix.</a:t>
            </a:r>
          </a:p>
        </p:txBody>
      </p:sp>
      <p:sp>
        <p:nvSpPr>
          <p:cNvPr id="2105834489" name="">
            <a:extLst xmlns:a="http://schemas.openxmlformats.org/drawingml/2006/main">
              <a:ext uri="{FF2B5EF4-FFF2-40B4-BE49-F238E27FC236}">
                <a16:creationId xmlns:a16="http://schemas.microsoft.com/office/drawing/2014/main" id="{BBB004A6-D9C2-48A5-8B9A-BD9A62E7C38B}"/>
              </a:ext>
            </a:extLst>
          </p:cNvPr>
          <p:cNvSpPr>
            <a:spLocks xmlns:a="http://schemas.openxmlformats.org/drawingml/2006/main" noGrp="1"/>
          </p:cNvSpPr>
          <p:nvPr/>
        </p:nvSpPr>
        <p:spPr>
          <a:xfrm xmlns:a="http://schemas.openxmlformats.org/drawingml/2006/main">
            <a:off x="904875" y="2533650"/>
            <a:ext cx="428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B0F19"/>
                </a:solidFill>
                <a:latin typeface="Calibri"/>
                <a:ea typeface="Calibri"/>
                <a:cs typeface="Calibri"/>
              </a:defRPr>
            </a:pPr>
            <a:r>
              <a:rPr sz="2400" b="1">
                <a:solidFill>
                  <a:srgbClr val="0B0F19"/>
                </a:solidFill>
                <a:latin typeface="Calibri"/>
                <a:ea typeface="Calibri"/>
                <a:cs typeface="Calibri"/>
              </a:rPr>
              <a:t>z</a:t>
            </a:r>
          </a:p>
        </p:txBody>
      </p:sp>
      <p:sp>
        <p:nvSpPr>
          <p:cNvPr id="2105834490" name="">
            <a:extLst xmlns:a="http://schemas.openxmlformats.org/drawingml/2006/main">
              <a:ext uri="{FF2B5EF4-FFF2-40B4-BE49-F238E27FC236}">
                <a16:creationId xmlns:a16="http://schemas.microsoft.com/office/drawing/2014/main" id="{542B7ED3-7114-46F5-A594-1215F020F8AA}"/>
              </a:ext>
            </a:extLst>
          </p:cNvPr>
          <p:cNvSpPr>
            <a:spLocks xmlns:a="http://schemas.openxmlformats.org/drawingml/2006/main" noGrp="1"/>
          </p:cNvSpPr>
          <p:nvPr/>
        </p:nvSpPr>
        <p:spPr>
          <a:xfrm xmlns:a="http://schemas.openxmlformats.org/drawingml/2006/main">
            <a:off x="1438275" y="2533650"/>
            <a:ext cx="400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491" name="">
            <a:extLst xmlns:a="http://schemas.openxmlformats.org/drawingml/2006/main">
              <a:ext uri="{FF2B5EF4-FFF2-40B4-BE49-F238E27FC236}">
                <a16:creationId xmlns:a16="http://schemas.microsoft.com/office/drawing/2014/main" id="{78D851E0-D912-44C3-9DAF-FFEBD74E007E}"/>
              </a:ext>
            </a:extLst>
          </p:cNvPr>
          <p:cNvSpPr>
            <a:spLocks xmlns:a="http://schemas.openxmlformats.org/drawingml/2006/main" noGrp="1"/>
          </p:cNvSpPr>
          <p:nvPr/>
        </p:nvSpPr>
        <p:spPr>
          <a:xfrm xmlns:a="http://schemas.openxmlformats.org/drawingml/2006/main">
            <a:off x="2619375" y="197167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W</a:t>
            </a:r>
          </a:p>
        </p:txBody>
      </p:sp>
      <p:sp>
        <p:nvSpPr>
          <p:cNvPr id="2105834492" name="">
            <a:extLst xmlns:a="http://schemas.openxmlformats.org/drawingml/2006/main">
              <a:ext uri="{FF2B5EF4-FFF2-40B4-BE49-F238E27FC236}">
                <a16:creationId xmlns:a16="http://schemas.microsoft.com/office/drawing/2014/main" id="{92F5D751-A8C0-4E34-B518-01ADF1CBFBA3}"/>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2105834493" name="">
            <a:extLst xmlns:a="http://schemas.openxmlformats.org/drawingml/2006/main">
              <a:ext uri="{FF2B5EF4-FFF2-40B4-BE49-F238E27FC236}">
                <a16:creationId xmlns:a16="http://schemas.microsoft.com/office/drawing/2014/main" id="{3DC42CE6-FD1A-4038-8AEB-99213412A0E9}"/>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2105834494" name="">
            <a:extLst xmlns:a="http://schemas.openxmlformats.org/drawingml/2006/main">
              <a:ext uri="{FF2B5EF4-FFF2-40B4-BE49-F238E27FC236}">
                <a16:creationId xmlns:a16="http://schemas.microsoft.com/office/drawing/2014/main" id="{D10215E7-8EA9-42E2-912E-5D95FC94A203}"/>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2105834495" name="">
            <a:extLst xmlns:a="http://schemas.openxmlformats.org/drawingml/2006/main">
              <a:ext uri="{FF2B5EF4-FFF2-40B4-BE49-F238E27FC236}">
                <a16:creationId xmlns:a16="http://schemas.microsoft.com/office/drawing/2014/main" id="{5F256B57-409E-4FF7-B24D-F108AE79D7FC}"/>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−0.4</a:t>
            </a:r>
          </a:p>
        </p:txBody>
      </p:sp>
      <p:sp>
        <p:nvSpPr>
          <p:cNvPr id="2105834496" name="">
            <a:extLst xmlns:a="http://schemas.openxmlformats.org/drawingml/2006/main">
              <a:ext uri="{FF2B5EF4-FFF2-40B4-BE49-F238E27FC236}">
                <a16:creationId xmlns:a16="http://schemas.microsoft.com/office/drawing/2014/main" id="{54AFE0AC-F724-450A-9501-5082DA4EF38F}"/>
              </a:ext>
            </a:extLst>
          </p:cNvPr>
          <p:cNvSpPr>
            <a:spLocks xmlns:a="http://schemas.openxmlformats.org/drawingml/2006/main" noGrp="1"/>
          </p:cNvSpPr>
          <p:nvPr/>
        </p:nvSpPr>
        <p:spPr>
          <a:xfrm xmlns:a="http://schemas.openxmlformats.org/drawingml/2006/main">
            <a:off x="2047875" y="2933700"/>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2105834497" name="">
            <a:extLst xmlns:a="http://schemas.openxmlformats.org/drawingml/2006/main">
              <a:ext uri="{FF2B5EF4-FFF2-40B4-BE49-F238E27FC236}">
                <a16:creationId xmlns:a16="http://schemas.microsoft.com/office/drawing/2014/main" id="{853B88DB-7796-4394-A86A-13D18731D97C}"/>
              </a:ext>
            </a:extLst>
          </p:cNvPr>
          <p:cNvSpPr>
            <a:spLocks xmlns:a="http://schemas.openxmlformats.org/drawingml/2006/main" noGrp="1"/>
          </p:cNvSpPr>
          <p:nvPr/>
        </p:nvSpPr>
        <p:spPr>
          <a:xfrm xmlns:a="http://schemas.openxmlformats.org/drawingml/2006/main">
            <a:off x="2047875"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0.7</a:t>
            </a:r>
          </a:p>
        </p:txBody>
      </p:sp>
      <p:sp>
        <p:nvSpPr>
          <p:cNvPr id="2105834498" name="">
            <a:extLst xmlns:a="http://schemas.openxmlformats.org/drawingml/2006/main">
              <a:ext uri="{FF2B5EF4-FFF2-40B4-BE49-F238E27FC236}">
                <a16:creationId xmlns:a16="http://schemas.microsoft.com/office/drawing/2014/main" id="{62A5FA0E-50D2-4267-8E70-63EA148E2F30}"/>
              </a:ext>
            </a:extLst>
          </p:cNvPr>
          <p:cNvSpPr>
            <a:spLocks xmlns:a="http://schemas.openxmlformats.org/drawingml/2006/main" noGrp="1"/>
          </p:cNvSpPr>
          <p:nvPr/>
        </p:nvSpPr>
        <p:spPr>
          <a:xfrm xmlns:a="http://schemas.openxmlformats.org/drawingml/2006/main">
            <a:off x="2733675" y="2933700"/>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2105834499" name="">
            <a:extLst xmlns:a="http://schemas.openxmlformats.org/drawingml/2006/main">
              <a:ext uri="{FF2B5EF4-FFF2-40B4-BE49-F238E27FC236}">
                <a16:creationId xmlns:a16="http://schemas.microsoft.com/office/drawing/2014/main" id="{811577D5-222F-46A7-89CD-68BD919A35AC}"/>
              </a:ext>
            </a:extLst>
          </p:cNvPr>
          <p:cNvSpPr>
            <a:spLocks xmlns:a="http://schemas.openxmlformats.org/drawingml/2006/main" noGrp="1"/>
          </p:cNvSpPr>
          <p:nvPr/>
        </p:nvSpPr>
        <p:spPr>
          <a:xfrm xmlns:a="http://schemas.openxmlformats.org/drawingml/2006/main">
            <a:off x="2733675"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2105834500" name="">
            <a:extLst xmlns:a="http://schemas.openxmlformats.org/drawingml/2006/main">
              <a:ext uri="{FF2B5EF4-FFF2-40B4-BE49-F238E27FC236}">
                <a16:creationId xmlns:a16="http://schemas.microsoft.com/office/drawing/2014/main" id="{B525A1E4-4072-4CA3-988A-4367FDB54687}"/>
              </a:ext>
            </a:extLst>
          </p:cNvPr>
          <p:cNvSpPr>
            <a:spLocks xmlns:a="http://schemas.openxmlformats.org/drawingml/2006/main" noGrp="1"/>
          </p:cNvSpPr>
          <p:nvPr/>
        </p:nvSpPr>
        <p:spPr>
          <a:xfrm xmlns:a="http://schemas.openxmlformats.org/drawingml/2006/main">
            <a:off x="3552825" y="2543175"/>
            <a:ext cx="4381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501" name="">
            <a:extLst xmlns:a="http://schemas.openxmlformats.org/drawingml/2006/main">
              <a:ext uri="{FF2B5EF4-FFF2-40B4-BE49-F238E27FC236}">
                <a16:creationId xmlns:a16="http://schemas.microsoft.com/office/drawing/2014/main" id="{DEE76EF5-AF67-42AF-97DC-654E172D8820}"/>
              </a:ext>
            </a:extLst>
          </p:cNvPr>
          <p:cNvSpPr>
            <a:spLocks xmlns:a="http://schemas.openxmlformats.org/drawingml/2006/main" noGrp="1"/>
          </p:cNvSpPr>
          <p:nvPr/>
        </p:nvSpPr>
        <p:spPr>
          <a:xfrm xmlns:a="http://schemas.openxmlformats.org/drawingml/2006/main">
            <a:off x="42291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x</a:t>
            </a:r>
          </a:p>
        </p:txBody>
      </p:sp>
      <p:sp>
        <p:nvSpPr>
          <p:cNvPr id="2105834502" name="">
            <a:extLst xmlns:a="http://schemas.openxmlformats.org/drawingml/2006/main">
              <a:ext uri="{FF2B5EF4-FFF2-40B4-BE49-F238E27FC236}">
                <a16:creationId xmlns:a16="http://schemas.microsoft.com/office/drawing/2014/main" id="{2F4E891C-0C17-4E36-892B-98817CD7B609}"/>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03" name="">
            <a:extLst xmlns:a="http://schemas.openxmlformats.org/drawingml/2006/main">
              <a:ext uri="{FF2B5EF4-FFF2-40B4-BE49-F238E27FC236}">
                <a16:creationId xmlns:a16="http://schemas.microsoft.com/office/drawing/2014/main" id="{4DA286E2-983E-44A3-A9B6-C12CE808A89D}"/>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2</a:t>
            </a:r>
          </a:p>
        </p:txBody>
      </p:sp>
      <p:sp>
        <p:nvSpPr>
          <p:cNvPr id="2105834504" name="">
            <a:extLst xmlns:a="http://schemas.openxmlformats.org/drawingml/2006/main">
              <a:ext uri="{FF2B5EF4-FFF2-40B4-BE49-F238E27FC236}">
                <a16:creationId xmlns:a16="http://schemas.microsoft.com/office/drawing/2014/main" id="{F81A9588-25F3-47FC-88D4-1015E137B8B9}"/>
              </a:ext>
            </a:extLst>
          </p:cNvPr>
          <p:cNvSpPr>
            <a:spLocks xmlns:a="http://schemas.openxmlformats.org/drawingml/2006/main" noGrp="1"/>
          </p:cNvSpPr>
          <p:nvPr/>
        </p:nvSpPr>
        <p:spPr>
          <a:xfrm xmlns:a="http://schemas.openxmlformats.org/drawingml/2006/main">
            <a:off x="4229100" y="29337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05" name="">
            <a:extLst xmlns:a="http://schemas.openxmlformats.org/drawingml/2006/main">
              <a:ext uri="{FF2B5EF4-FFF2-40B4-BE49-F238E27FC236}">
                <a16:creationId xmlns:a16="http://schemas.microsoft.com/office/drawing/2014/main" id="{AE30C189-FDDA-4A98-81B4-11F0F81BCA21}"/>
              </a:ext>
            </a:extLst>
          </p:cNvPr>
          <p:cNvSpPr>
            <a:spLocks xmlns:a="http://schemas.openxmlformats.org/drawingml/2006/main" noGrp="1"/>
          </p:cNvSpPr>
          <p:nvPr/>
        </p:nvSpPr>
        <p:spPr>
          <a:xfrm xmlns:a="http://schemas.openxmlformats.org/drawingml/2006/main">
            <a:off x="4229100"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1</a:t>
            </a:r>
          </a:p>
        </p:txBody>
      </p:sp>
      <p:sp>
        <p:nvSpPr>
          <p:cNvPr id="2105834506" name="">
            <a:extLst xmlns:a="http://schemas.openxmlformats.org/drawingml/2006/main">
              <a:ext uri="{FF2B5EF4-FFF2-40B4-BE49-F238E27FC236}">
                <a16:creationId xmlns:a16="http://schemas.microsoft.com/office/drawing/2014/main" id="{A139E098-4B0E-44E7-8BB0-5B6A54EB346E}"/>
              </a:ext>
            </a:extLst>
          </p:cNvPr>
          <p:cNvSpPr>
            <a:spLocks xmlns:a="http://schemas.openxmlformats.org/drawingml/2006/main" noGrp="1"/>
          </p:cNvSpPr>
          <p:nvPr/>
        </p:nvSpPr>
        <p:spPr>
          <a:xfrm xmlns:a="http://schemas.openxmlformats.org/drawingml/2006/main">
            <a:off x="5076825" y="2543175"/>
            <a:ext cx="4381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507" name="">
            <a:extLst xmlns:a="http://schemas.openxmlformats.org/drawingml/2006/main">
              <a:ext uri="{FF2B5EF4-FFF2-40B4-BE49-F238E27FC236}">
                <a16:creationId xmlns:a16="http://schemas.microsoft.com/office/drawing/2014/main" id="{190F9518-B0FF-4629-A156-ED62C85C82A4}"/>
              </a:ext>
            </a:extLst>
          </p:cNvPr>
          <p:cNvSpPr>
            <a:spLocks xmlns:a="http://schemas.openxmlformats.org/drawingml/2006/main" noGrp="1"/>
          </p:cNvSpPr>
          <p:nvPr/>
        </p:nvSpPr>
        <p:spPr>
          <a:xfrm xmlns:a="http://schemas.openxmlformats.org/drawingml/2006/main">
            <a:off x="5762625"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b</a:t>
            </a:r>
          </a:p>
        </p:txBody>
      </p:sp>
      <p:sp>
        <p:nvSpPr>
          <p:cNvPr id="2105834508" name="">
            <a:extLst xmlns:a="http://schemas.openxmlformats.org/drawingml/2006/main">
              <a:ext uri="{FF2B5EF4-FFF2-40B4-BE49-F238E27FC236}">
                <a16:creationId xmlns:a16="http://schemas.microsoft.com/office/drawing/2014/main" id="{C25100DB-17FB-4E11-8806-7CC5FDAD8ECE}"/>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09" name="">
            <a:extLst xmlns:a="http://schemas.openxmlformats.org/drawingml/2006/main">
              <a:ext uri="{FF2B5EF4-FFF2-40B4-BE49-F238E27FC236}">
                <a16:creationId xmlns:a16="http://schemas.microsoft.com/office/drawing/2014/main" id="{3516BDEB-546F-4AD6-95A6-2773D7477268}"/>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2105834510" name="">
            <a:extLst xmlns:a="http://schemas.openxmlformats.org/drawingml/2006/main">
              <a:ext uri="{FF2B5EF4-FFF2-40B4-BE49-F238E27FC236}">
                <a16:creationId xmlns:a16="http://schemas.microsoft.com/office/drawing/2014/main" id="{D16AF112-816D-4C23-A9E3-F10924F7A729}"/>
              </a:ext>
            </a:extLst>
          </p:cNvPr>
          <p:cNvSpPr>
            <a:spLocks xmlns:a="http://schemas.openxmlformats.org/drawingml/2006/main" noGrp="1"/>
          </p:cNvSpPr>
          <p:nvPr/>
        </p:nvSpPr>
        <p:spPr>
          <a:xfrm xmlns:a="http://schemas.openxmlformats.org/drawingml/2006/main">
            <a:off x="5762625" y="29337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11" name="">
            <a:extLst xmlns:a="http://schemas.openxmlformats.org/drawingml/2006/main">
              <a:ext uri="{FF2B5EF4-FFF2-40B4-BE49-F238E27FC236}">
                <a16:creationId xmlns:a16="http://schemas.microsoft.com/office/drawing/2014/main" id="{D1D058D6-B17B-4170-A436-2468AF0CF6AA}"/>
              </a:ext>
            </a:extLst>
          </p:cNvPr>
          <p:cNvSpPr>
            <a:spLocks xmlns:a="http://schemas.openxmlformats.org/drawingml/2006/main" noGrp="1"/>
          </p:cNvSpPr>
          <p:nvPr/>
        </p:nvSpPr>
        <p:spPr>
          <a:xfrm xmlns:a="http://schemas.openxmlformats.org/drawingml/2006/main">
            <a:off x="5762625"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2105834512" name="">
            <a:extLst xmlns:a="http://schemas.openxmlformats.org/drawingml/2006/main">
              <a:ext uri="{FF2B5EF4-FFF2-40B4-BE49-F238E27FC236}">
                <a16:creationId xmlns:a16="http://schemas.microsoft.com/office/drawing/2014/main" id="{45852B00-4F07-40D5-AC84-58F5D82D59FE}"/>
              </a:ext>
            </a:extLst>
          </p:cNvPr>
          <p:cNvSpPr>
            <a:spLocks xmlns:a="http://schemas.openxmlformats.org/drawingml/2006/main" noGrp="1"/>
          </p:cNvSpPr>
          <p:nvPr/>
        </p:nvSpPr>
        <p:spPr>
          <a:xfrm xmlns:a="http://schemas.openxmlformats.org/drawingml/2006/main">
            <a:off x="6600825" y="2543175"/>
            <a:ext cx="4381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513" name="">
            <a:extLst xmlns:a="http://schemas.openxmlformats.org/drawingml/2006/main">
              <a:ext uri="{FF2B5EF4-FFF2-40B4-BE49-F238E27FC236}">
                <a16:creationId xmlns:a16="http://schemas.microsoft.com/office/drawing/2014/main" id="{B658B4FA-BC50-48F1-B43B-EE7EE424572B}"/>
              </a:ext>
            </a:extLst>
          </p:cNvPr>
          <p:cNvSpPr>
            <a:spLocks xmlns:a="http://schemas.openxmlformats.org/drawingml/2006/main" noGrp="1"/>
          </p:cNvSpPr>
          <p:nvPr/>
        </p:nvSpPr>
        <p:spPr>
          <a:xfrm xmlns:a="http://schemas.openxmlformats.org/drawingml/2006/main">
            <a:off x="73533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z</a:t>
            </a:r>
          </a:p>
        </p:txBody>
      </p:sp>
      <p:sp>
        <p:nvSpPr>
          <p:cNvPr id="2105834514" name="">
            <a:extLst xmlns:a="http://schemas.openxmlformats.org/drawingml/2006/main">
              <a:ext uri="{FF2B5EF4-FFF2-40B4-BE49-F238E27FC236}">
                <a16:creationId xmlns:a16="http://schemas.microsoft.com/office/drawing/2014/main" id="{7C3A461E-D4EF-4BD5-B12F-E9ADA6887AAD}"/>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2105834515" name="">
            <a:extLst xmlns:a="http://schemas.openxmlformats.org/drawingml/2006/main">
              <a:ext uri="{FF2B5EF4-FFF2-40B4-BE49-F238E27FC236}">
                <a16:creationId xmlns:a16="http://schemas.microsoft.com/office/drawing/2014/main" id="{3233429B-651A-4893-BCEF-EEBCF07D86F0}"/>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2105834516" name="">
            <a:extLst xmlns:a="http://schemas.openxmlformats.org/drawingml/2006/main">
              <a:ext uri="{FF2B5EF4-FFF2-40B4-BE49-F238E27FC236}">
                <a16:creationId xmlns:a16="http://schemas.microsoft.com/office/drawing/2014/main" id="{A507968C-4785-4626-B9DE-17E705156EB2}"/>
              </a:ext>
            </a:extLst>
          </p:cNvPr>
          <p:cNvSpPr>
            <a:spLocks xmlns:a="http://schemas.openxmlformats.org/drawingml/2006/main" noGrp="1"/>
          </p:cNvSpPr>
          <p:nvPr/>
        </p:nvSpPr>
        <p:spPr>
          <a:xfrm xmlns:a="http://schemas.openxmlformats.org/drawingml/2006/main">
            <a:off x="7353300" y="2933700"/>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2105834517" name="">
            <a:extLst xmlns:a="http://schemas.openxmlformats.org/drawingml/2006/main">
              <a:ext uri="{FF2B5EF4-FFF2-40B4-BE49-F238E27FC236}">
                <a16:creationId xmlns:a16="http://schemas.microsoft.com/office/drawing/2014/main" id="{F412E914-500F-4CF9-8C2B-0FEDAC262E21}"/>
              </a:ext>
            </a:extLst>
          </p:cNvPr>
          <p:cNvSpPr>
            <a:spLocks xmlns:a="http://schemas.openxmlformats.org/drawingml/2006/main" noGrp="1"/>
          </p:cNvSpPr>
          <p:nvPr/>
        </p:nvSpPr>
        <p:spPr>
          <a:xfrm xmlns:a="http://schemas.openxmlformats.org/drawingml/2006/main">
            <a:off x="7353300"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1.3</a:t>
            </a:r>
          </a:p>
        </p:txBody>
      </p:sp>
      <p:sp>
        <p:nvSpPr>
          <p:cNvPr id="2105834518" name="">
            <a:extLst xmlns:a="http://schemas.openxmlformats.org/drawingml/2006/main">
              <a:ext uri="{FF2B5EF4-FFF2-40B4-BE49-F238E27FC236}">
                <a16:creationId xmlns:a16="http://schemas.microsoft.com/office/drawing/2014/main" id="{CF79573D-B6A2-420F-A6D5-75EC9AF4B5C0}"/>
              </a:ext>
            </a:extLst>
          </p:cNvPr>
          <p:cNvSpPr>
            <a:spLocks xmlns:a="http://schemas.openxmlformats.org/drawingml/2006/main" noGrp="1"/>
          </p:cNvSpPr>
          <p:nvPr/>
        </p:nvSpPr>
        <p:spPr>
          <a:xfrm xmlns:a="http://schemas.openxmlformats.org/drawingml/2006/main">
            <a:off x="8743950" y="20288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hidden neuron 1</a:t>
            </a:r>
          </a:p>
        </p:txBody>
      </p:sp>
      <p:sp>
        <p:nvSpPr>
          <p:cNvPr id="2105834519" name="">
            <a:extLst xmlns:a="http://schemas.openxmlformats.org/drawingml/2006/main">
              <a:ext uri="{FF2B5EF4-FFF2-40B4-BE49-F238E27FC236}">
                <a16:creationId xmlns:a16="http://schemas.microsoft.com/office/drawing/2014/main" id="{4F396590-B6E2-4DCF-A8D9-A35903C2F3D3}"/>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oundRect">
            <a:avLst>
              <a:gd name="adj" fmla="val 16216"/>
            </a:avLst>
          </a:prstGeom>
          <a:solidFill xmlns:a="http://schemas.openxmlformats.org/drawingml/2006/main">
            <a:srgbClr val="DBEAFE"/>
          </a:solidFill>
          <a:ln xmlns:a="http://schemas.openxmlformats.org/drawingml/2006/main" w="9525">
            <a:solidFill>
              <a:srgbClr val="2563EB"/>
            </a:solidFill>
            <a:prstDash val="solid"/>
          </a:ln>
        </p:spPr>
      </p:sp>
      <p:sp>
        <p:nvSpPr>
          <p:cNvPr id="2105834520" name="">
            <a:extLst xmlns:a="http://schemas.openxmlformats.org/drawingml/2006/main">
              <a:ext uri="{FF2B5EF4-FFF2-40B4-BE49-F238E27FC236}">
                <a16:creationId xmlns:a16="http://schemas.microsoft.com/office/drawing/2014/main" id="{7BCF60B3-D4F0-4876-A904-DA74A45DE9E3}"/>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2563EB"/>
                </a:solidFill>
                <a:latin typeface="Calibri"/>
                <a:ea typeface="Calibri"/>
                <a:cs typeface="Calibri"/>
              </a:defRPr>
            </a:pPr>
            <a:r>
              <a:rPr sz="1875" b="1">
                <a:solidFill>
                  <a:srgbClr val="2563EB"/>
                </a:solidFill>
                <a:latin typeface="Calibri"/>
                <a:ea typeface="Calibri"/>
                <a:cs typeface="Calibri"/>
              </a:rPr>
              <a:t>z₁</a:t>
            </a:r>
          </a:p>
        </p:txBody>
      </p:sp>
      <p:sp>
        <p:nvSpPr>
          <p:cNvPr id="2105834521" name="">
            <a:extLst xmlns:a="http://schemas.openxmlformats.org/drawingml/2006/main">
              <a:ext uri="{FF2B5EF4-FFF2-40B4-BE49-F238E27FC236}">
                <a16:creationId xmlns:a16="http://schemas.microsoft.com/office/drawing/2014/main" id="{C616548A-AC54-4EB1-88B4-AF11CA642873}"/>
              </a:ext>
            </a:extLst>
          </p:cNvPr>
          <p:cNvSpPr>
            <a:spLocks xmlns:a="http://schemas.openxmlformats.org/drawingml/2006/main" noGrp="1"/>
          </p:cNvSpPr>
          <p:nvPr/>
        </p:nvSpPr>
        <p:spPr>
          <a:xfrm xmlns:a="http://schemas.openxmlformats.org/drawingml/2006/main">
            <a:off x="8743950" y="3333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hidden neuron 2</a:t>
            </a:r>
          </a:p>
        </p:txBody>
      </p:sp>
      <p:sp>
        <p:nvSpPr>
          <p:cNvPr id="2105834522" name="">
            <a:extLst xmlns:a="http://schemas.openxmlformats.org/drawingml/2006/main">
              <a:ext uri="{FF2B5EF4-FFF2-40B4-BE49-F238E27FC236}">
                <a16:creationId xmlns:a16="http://schemas.microsoft.com/office/drawing/2014/main" id="{0C82EE56-CF61-4D7A-BD14-5FC827C5AE08}"/>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oundRect">
            <a:avLst>
              <a:gd name="adj" fmla="val 16216"/>
            </a:avLst>
          </a:prstGeom>
          <a:solidFill xmlns:a="http://schemas.openxmlformats.org/drawingml/2006/main">
            <a:srgbClr val="D1FAE5"/>
          </a:solidFill>
          <a:ln xmlns:a="http://schemas.openxmlformats.org/drawingml/2006/main" w="9525">
            <a:solidFill>
              <a:srgbClr val="059669"/>
            </a:solidFill>
            <a:prstDash val="solid"/>
          </a:ln>
        </p:spPr>
      </p:sp>
      <p:sp>
        <p:nvSpPr>
          <p:cNvPr id="2105834523" name="">
            <a:extLst xmlns:a="http://schemas.openxmlformats.org/drawingml/2006/main">
              <a:ext uri="{FF2B5EF4-FFF2-40B4-BE49-F238E27FC236}">
                <a16:creationId xmlns:a16="http://schemas.microsoft.com/office/drawing/2014/main" id="{329F7C30-D4BC-4333-AEBC-99CEFB9E152C}"/>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059669"/>
                </a:solidFill>
                <a:latin typeface="Calibri"/>
                <a:ea typeface="Calibri"/>
                <a:cs typeface="Calibri"/>
              </a:defRPr>
            </a:pPr>
            <a:r>
              <a:rPr sz="1875" b="1">
                <a:solidFill>
                  <a:srgbClr val="059669"/>
                </a:solidFill>
                <a:latin typeface="Calibri"/>
                <a:ea typeface="Calibri"/>
                <a:cs typeface="Calibri"/>
              </a:rPr>
              <a:t>z₂</a:t>
            </a:r>
          </a:p>
        </p:txBody>
      </p:sp>
      <p:sp>
        <p:nvSpPr>
          <p:cNvPr id="2105834524" name="">
            <a:extLst xmlns:a="http://schemas.openxmlformats.org/drawingml/2006/main">
              <a:ext uri="{FF2B5EF4-FFF2-40B4-BE49-F238E27FC236}">
                <a16:creationId xmlns:a16="http://schemas.microsoft.com/office/drawing/2014/main" id="{19E705F7-92A2-42B4-A291-600854A1E22A}"/>
              </a:ext>
            </a:extLst>
          </p:cNvPr>
          <p:cNvSpPr>
            <a:spLocks xmlns:a="http://schemas.openxmlformats.org/drawingml/2006/main" noGrp="1"/>
          </p:cNvSpPr>
          <p:nvPr/>
        </p:nvSpPr>
        <p:spPr>
          <a:xfrm xmlns:a="http://schemas.openxmlformats.org/drawingml/2006/main">
            <a:off x="1219200" y="40957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latin typeface="Calibri"/>
                <a:ea typeface="Calibri"/>
                <a:cs typeface="Calibri"/>
              </a:defRPr>
            </a:pPr>
            <a:r>
              <a:rPr sz="1575" b="1">
                <a:solidFill>
                  <a:srgbClr val="2563EB"/>
                </a:solidFill>
                <a:latin typeface="Calibri"/>
                <a:ea typeface="Calibri"/>
                <a:cs typeface="Calibri"/>
              </a:rPr>
              <a:t>Row 1 → z₁ = 0.2·2 + (−0.4)·1 + 0.1 = 0.1</a:t>
            </a:r>
          </a:p>
        </p:txBody>
      </p:sp>
      <p:sp>
        <p:nvSpPr>
          <p:cNvPr id="2105834525" name="">
            <a:extLst xmlns:a="http://schemas.openxmlformats.org/drawingml/2006/main">
              <a:ext uri="{FF2B5EF4-FFF2-40B4-BE49-F238E27FC236}">
                <a16:creationId xmlns:a16="http://schemas.microsoft.com/office/drawing/2014/main" id="{B4AA6D30-517B-4A95-B3D4-C6EC8E7B453D}"/>
              </a:ext>
            </a:extLst>
          </p:cNvPr>
          <p:cNvSpPr>
            <a:spLocks xmlns:a="http://schemas.openxmlformats.org/drawingml/2006/main" noGrp="1"/>
          </p:cNvSpPr>
          <p:nvPr/>
        </p:nvSpPr>
        <p:spPr>
          <a:xfrm xmlns:a="http://schemas.openxmlformats.org/drawingml/2006/main">
            <a:off x="1219200" y="4572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59669"/>
                </a:solidFill>
                <a:latin typeface="Calibri"/>
                <a:ea typeface="Calibri"/>
                <a:cs typeface="Calibri"/>
              </a:defRPr>
            </a:pPr>
            <a:r>
              <a:rPr sz="1575" b="1">
                <a:solidFill>
                  <a:srgbClr val="059669"/>
                </a:solidFill>
                <a:latin typeface="Calibri"/>
                <a:ea typeface="Calibri"/>
                <a:cs typeface="Calibri"/>
              </a:rPr>
              <a:t>Row 2 → z₂ = 0.7·2 + 0.1·1 − 0.2 = 1.3</a:t>
            </a:r>
          </a:p>
        </p:txBody>
      </p:sp>
      <p:sp>
        <p:nvSpPr>
          <p:cNvPr id="2105834526" name="">
            <a:extLst xmlns:a="http://schemas.openxmlformats.org/drawingml/2006/main">
              <a:ext uri="{FF2B5EF4-FFF2-40B4-BE49-F238E27FC236}">
                <a16:creationId xmlns:a16="http://schemas.microsoft.com/office/drawing/2014/main" id="{E4C3A08D-9F2F-4F3F-98E1-8B7C408DFDC7}"/>
              </a:ext>
            </a:extLst>
          </p:cNvPr>
          <p:cNvSpPr>
            <a:spLocks xmlns:a="http://schemas.openxmlformats.org/drawingml/2006/main" noGrp="1"/>
          </p:cNvSpPr>
          <p:nvPr/>
        </p:nvSpPr>
        <p:spPr>
          <a:xfrm xmlns:a="http://schemas.openxmlformats.org/drawingml/2006/main">
            <a:off x="1143000" y="53625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latin typeface="Calibri"/>
                <a:ea typeface="Calibri"/>
                <a:cs typeface="Calibri"/>
              </a:defRPr>
            </a:pPr>
            <a:r>
              <a:rPr sz="1425" b="1">
                <a:solidFill>
                  <a:srgbClr val="0B0F19"/>
                </a:solidFill>
                <a:latin typeface="Calibri"/>
                <a:ea typeface="Calibri"/>
                <a:cs typeface="Calibri"/>
              </a:rPr>
              <a:t>One row of W contains all weights entering one hidden neuron.</a:t>
            </a:r>
          </a:p>
        </p:txBody>
      </p:sp>
    </p:spTree>
    <p:extLst>
      <p:ext uri="{BB962C8B-B14F-4D97-AF65-F5344CB8AC3E}">
        <p14:creationId xmlns:p14="http://schemas.microsoft.com/office/powerpoint/2010/main" val="126089079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300832697" name=""/>
          <p:cNvPicPr>
            <a:picLocks xmlns:a="http://schemas.openxmlformats.org/drawingml/2006/main" noChangeAspect="1"/>
          </p:cNvPicPr>
          <p:nvPr/>
        </p:nvPicPr>
        <p:blipFill rotWithShape="1">
          <a:blip xmlns:r="http://schemas.openxmlformats.org/officeDocument/2006/relationships" xmlns:a="http://schemas.openxmlformats.org/drawingml/2006/main" r:embed="R7006a861718348fa"/>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374029371"/>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
        <p:nvSpPr>
          <p:cNvPr id="1300832693" name="">
            <a:extLst xmlns:a="http://schemas.openxmlformats.org/drawingml/2006/main">
              <a:ext uri="{FF2B5EF4-FFF2-40B4-BE49-F238E27FC236}">
                <a16:creationId xmlns:a16="http://schemas.microsoft.com/office/drawing/2014/main" id="{D25A3342-31B6-42DC-8938-4302F399BAC8}"/>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Use: vision tasks such as image classification, object detection, and segmentation.</a:t>
            </a:r>
          </a:p>
        </p:txBody>
      </p:sp>
      <p:sp>
        <p:nvSpPr>
          <p:cNvPr id="1300832694" name="">
            <a:extLst xmlns:a="http://schemas.openxmlformats.org/drawingml/2006/main">
              <a:ext uri="{FF2B5EF4-FFF2-40B4-BE49-F238E27FC236}">
                <a16:creationId xmlns:a16="http://schemas.microsoft.com/office/drawing/2014/main" id="{29374E74-D550-4215-8133-75F863965F3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695" name="">
            <a:extLst xmlns:a="http://schemas.openxmlformats.org/drawingml/2006/main">
              <a:ext uri="{FF2B5EF4-FFF2-40B4-BE49-F238E27FC236}">
                <a16:creationId xmlns:a16="http://schemas.microsoft.com/office/drawing/2014/main" id="{5BBD8C84-60E8-4417-BB71-92A7A8D0BEA9}"/>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A small filter slides across the image</a:t>
            </a:r>
          </a:p>
        </p:txBody>
      </p:sp>
      <p:sp>
        <p:nvSpPr>
          <p:cNvPr id="1300832696" name="">
            <a:extLst xmlns:a="http://schemas.openxmlformats.org/drawingml/2006/main">
              <a:ext uri="{FF2B5EF4-FFF2-40B4-BE49-F238E27FC236}">
                <a16:creationId xmlns:a16="http://schemas.microsoft.com/office/drawing/2014/main" id="{94AF6223-BE56-42F3-AF77-C4C2C180AAF7}"/>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7" name="">
            <a:extLst xmlns:a="http://schemas.openxmlformats.org/drawingml/2006/main">
              <a:ext uri="{FF2B5EF4-FFF2-40B4-BE49-F238E27FC236}">
                <a16:creationId xmlns:a16="http://schemas.microsoft.com/office/drawing/2014/main" id="{0C2A82E2-0367-4D23-A21C-CFDCA24D8B25}"/>
              </a:ext>
            </a:extLst>
          </p:cNvPr>
          <p:cNvSpPr>
            <a:spLocks xmlns:a="http://schemas.openxmlformats.org/drawingml/2006/main" noGrp="1"/>
          </p:cNvSpPr>
          <p:nvPr/>
        </p:nvSpPr>
        <p:spPr>
          <a:xfrm xmlns:a="http://schemas.openxmlformats.org/drawingml/2006/main">
            <a:off x="16097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8" name="">
            <a:extLst xmlns:a="http://schemas.openxmlformats.org/drawingml/2006/main">
              <a:ext uri="{FF2B5EF4-FFF2-40B4-BE49-F238E27FC236}">
                <a16:creationId xmlns:a16="http://schemas.microsoft.com/office/drawing/2014/main" id="{972F10B1-C79A-462A-9EF5-C7B90E30FC09}"/>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699" name="">
            <a:extLst xmlns:a="http://schemas.openxmlformats.org/drawingml/2006/main">
              <a:ext uri="{FF2B5EF4-FFF2-40B4-BE49-F238E27FC236}">
                <a16:creationId xmlns:a16="http://schemas.microsoft.com/office/drawing/2014/main" id="{9552E51B-4BF1-4DEE-847F-DBDCB44920CB}"/>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0" name="">
            <a:extLst xmlns:a="http://schemas.openxmlformats.org/drawingml/2006/main">
              <a:ext uri="{FF2B5EF4-FFF2-40B4-BE49-F238E27FC236}">
                <a16:creationId xmlns:a16="http://schemas.microsoft.com/office/drawing/2014/main" id="{47B6B722-2636-4700-9D0E-1ECF199A5931}"/>
              </a:ext>
            </a:extLst>
          </p:cNvPr>
          <p:cNvSpPr>
            <a:spLocks xmlns:a="http://schemas.openxmlformats.org/drawingml/2006/main" noGrp="1"/>
          </p:cNvSpPr>
          <p:nvPr/>
        </p:nvSpPr>
        <p:spPr>
          <a:xfrm xmlns:a="http://schemas.openxmlformats.org/drawingml/2006/main">
            <a:off x="1609725"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701" name="">
            <a:extLst xmlns:a="http://schemas.openxmlformats.org/drawingml/2006/main">
              <a:ext uri="{FF2B5EF4-FFF2-40B4-BE49-F238E27FC236}">
                <a16:creationId xmlns:a16="http://schemas.microsoft.com/office/drawing/2014/main" id="{C1580935-95E6-4E6C-BAE3-A3AC47BA0C23}"/>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2" name="">
            <a:extLst xmlns:a="http://schemas.openxmlformats.org/drawingml/2006/main">
              <a:ext uri="{FF2B5EF4-FFF2-40B4-BE49-F238E27FC236}">
                <a16:creationId xmlns:a16="http://schemas.microsoft.com/office/drawing/2014/main" id="{7685F79B-5AF5-4D54-A033-728275927407}"/>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3" name="">
            <a:extLst xmlns:a="http://schemas.openxmlformats.org/drawingml/2006/main">
              <a:ext uri="{FF2B5EF4-FFF2-40B4-BE49-F238E27FC236}">
                <a16:creationId xmlns:a16="http://schemas.microsoft.com/office/drawing/2014/main" id="{BEB418B7-5EC2-420D-9089-AD0749C8E65A}"/>
              </a:ext>
            </a:extLst>
          </p:cNvPr>
          <p:cNvSpPr>
            <a:spLocks xmlns:a="http://schemas.openxmlformats.org/drawingml/2006/main" noGrp="1"/>
          </p:cNvSpPr>
          <p:nvPr/>
        </p:nvSpPr>
        <p:spPr>
          <a:xfrm xmlns:a="http://schemas.openxmlformats.org/drawingml/2006/main">
            <a:off x="16097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4" name="">
            <a:extLst xmlns:a="http://schemas.openxmlformats.org/drawingml/2006/main">
              <a:ext uri="{FF2B5EF4-FFF2-40B4-BE49-F238E27FC236}">
                <a16:creationId xmlns:a16="http://schemas.microsoft.com/office/drawing/2014/main" id="{90CF50AA-3857-42B4-99E6-2E3B6DD139D9}"/>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5" name="">
            <a:extLst xmlns:a="http://schemas.openxmlformats.org/drawingml/2006/main">
              <a:ext uri="{FF2B5EF4-FFF2-40B4-BE49-F238E27FC236}">
                <a16:creationId xmlns:a16="http://schemas.microsoft.com/office/drawing/2014/main" id="{873D75E8-77FC-4F87-8B77-7D1364C56B16}"/>
              </a:ext>
            </a:extLst>
          </p:cNvPr>
          <p:cNvSpPr>
            <a:spLocks xmlns:a="http://schemas.openxmlformats.org/drawingml/2006/main" noGrp="1"/>
          </p:cNvSpPr>
          <p:nvPr/>
        </p:nvSpPr>
        <p:spPr>
          <a:xfrm xmlns:a="http://schemas.openxmlformats.org/drawingml/2006/main">
            <a:off x="1238250" y="4076700"/>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00832706" name="">
            <a:extLst xmlns:a="http://schemas.openxmlformats.org/drawingml/2006/main">
              <a:ext uri="{FF2B5EF4-FFF2-40B4-BE49-F238E27FC236}">
                <a16:creationId xmlns:a16="http://schemas.microsoft.com/office/drawing/2014/main" id="{E5FE24FB-D19F-4EA7-A429-9CAB59A2073B}"/>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667085"/>
                </a:solidFill>
                <a:latin typeface="Calibri"/>
                <a:ea typeface="Calibri"/>
                <a:cs typeface="Calibri"/>
              </a:defRPr>
            </a:pPr>
            <a:r>
              <a:rPr sz="2025" b="1">
                <a:solidFill>
                  <a:srgbClr val="667085"/>
                </a:solidFill>
                <a:latin typeface="Calibri"/>
                <a:ea typeface="Calibri"/>
                <a:cs typeface="Calibri"/>
              </a:rPr>
              <a:t>×</a:t>
            </a:r>
          </a:p>
        </p:txBody>
      </p:sp>
      <p:sp>
        <p:nvSpPr>
          <p:cNvPr id="1300832707" name="">
            <a:extLst xmlns:a="http://schemas.openxmlformats.org/drawingml/2006/main">
              <a:ext uri="{FF2B5EF4-FFF2-40B4-BE49-F238E27FC236}">
                <a16:creationId xmlns:a16="http://schemas.microsoft.com/office/drawing/2014/main" id="{436A9760-88E4-439D-B861-62839075E076}"/>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08" name="">
            <a:extLst xmlns:a="http://schemas.openxmlformats.org/drawingml/2006/main">
              <a:ext uri="{FF2B5EF4-FFF2-40B4-BE49-F238E27FC236}">
                <a16:creationId xmlns:a16="http://schemas.microsoft.com/office/drawing/2014/main" id="{C5AD3D74-4863-4EBA-8CCF-B8A4A6C42A3B}"/>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09" name="">
            <a:extLst xmlns:a="http://schemas.openxmlformats.org/drawingml/2006/main">
              <a:ext uri="{FF2B5EF4-FFF2-40B4-BE49-F238E27FC236}">
                <a16:creationId xmlns:a16="http://schemas.microsoft.com/office/drawing/2014/main" id="{CB574A18-60E4-44F1-B52F-42450B5DF8B5}"/>
              </a:ext>
            </a:extLst>
          </p:cNvPr>
          <p:cNvSpPr>
            <a:spLocks xmlns:a="http://schemas.openxmlformats.org/drawingml/2006/main" noGrp="1"/>
          </p:cNvSpPr>
          <p:nvPr/>
        </p:nvSpPr>
        <p:spPr>
          <a:xfrm xmlns:a="http://schemas.openxmlformats.org/drawingml/2006/main">
            <a:off x="2924175" y="321945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10" name="">
            <a:extLst xmlns:a="http://schemas.openxmlformats.org/drawingml/2006/main">
              <a:ext uri="{FF2B5EF4-FFF2-40B4-BE49-F238E27FC236}">
                <a16:creationId xmlns:a16="http://schemas.microsoft.com/office/drawing/2014/main" id="{BFA950E7-3C60-437E-8F92-B9176126FD4D}"/>
              </a:ext>
            </a:extLst>
          </p:cNvPr>
          <p:cNvSpPr>
            <a:spLocks xmlns:a="http://schemas.openxmlformats.org/drawingml/2006/main" noGrp="1"/>
          </p:cNvSpPr>
          <p:nvPr/>
        </p:nvSpPr>
        <p:spPr>
          <a:xfrm xmlns:a="http://schemas.openxmlformats.org/drawingml/2006/main">
            <a:off x="3286125" y="321945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11" name="">
            <a:extLst xmlns:a="http://schemas.openxmlformats.org/drawingml/2006/main">
              <a:ext uri="{FF2B5EF4-FFF2-40B4-BE49-F238E27FC236}">
                <a16:creationId xmlns:a16="http://schemas.microsoft.com/office/drawing/2014/main" id="{680ECE21-17BE-4AD3-95D3-5E5B7EF0BCF4}"/>
              </a:ext>
            </a:extLst>
          </p:cNvPr>
          <p:cNvSpPr>
            <a:spLocks xmlns:a="http://schemas.openxmlformats.org/drawingml/2006/main" noGrp="1"/>
          </p:cNvSpPr>
          <p:nvPr/>
        </p:nvSpPr>
        <p:spPr>
          <a:xfrm xmlns:a="http://schemas.openxmlformats.org/drawingml/2006/main">
            <a:off x="2857500" y="40767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300832712" name="">
            <a:extLst xmlns:a="http://schemas.openxmlformats.org/drawingml/2006/main">
              <a:ext uri="{FF2B5EF4-FFF2-40B4-BE49-F238E27FC236}">
                <a16:creationId xmlns:a16="http://schemas.microsoft.com/office/drawing/2014/main" id="{4D2DAA17-4ACF-49ED-907F-FD2EFFB30349}"/>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713" name="">
            <a:extLst xmlns:a="http://schemas.openxmlformats.org/drawingml/2006/main">
              <a:ext uri="{FF2B5EF4-FFF2-40B4-BE49-F238E27FC236}">
                <a16:creationId xmlns:a16="http://schemas.microsoft.com/office/drawing/2014/main" id="{65C1F681-931C-4FC4-8EDB-7B16A751DBA0}"/>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How it works</a:t>
            </a:r>
          </a:p>
        </p:txBody>
      </p:sp>
      <p:sp>
        <p:nvSpPr>
          <p:cNvPr id="1300832714" name="">
            <a:extLst xmlns:a="http://schemas.openxmlformats.org/drawingml/2006/main">
              <a:ext uri="{FF2B5EF4-FFF2-40B4-BE49-F238E27FC236}">
                <a16:creationId xmlns:a16="http://schemas.microsoft.com/office/drawing/2014/main" id="{8EABF000-C7CE-4DE5-BDF7-B14FE12E63A6}"/>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300832715" name="">
            <a:extLst xmlns:a="http://schemas.openxmlformats.org/drawingml/2006/main">
              <a:ext uri="{FF2B5EF4-FFF2-40B4-BE49-F238E27FC236}">
                <a16:creationId xmlns:a16="http://schemas.microsoft.com/office/drawing/2014/main" id="{86C9BCCB-D1C5-4390-86CA-1FE52F9964F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Convolution: the same filter scans every local region.</a:t>
            </a:r>
          </a:p>
        </p:txBody>
      </p:sp>
      <p:sp>
        <p:nvSpPr>
          <p:cNvPr id="1300832716" name="">
            <a:extLst xmlns:a="http://schemas.openxmlformats.org/drawingml/2006/main">
              <a:ext uri="{FF2B5EF4-FFF2-40B4-BE49-F238E27FC236}">
                <a16:creationId xmlns:a16="http://schemas.microsoft.com/office/drawing/2014/main" id="{931FE5CD-0C82-47FA-8D6B-68101EAA12BB}"/>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300832717" name="">
            <a:extLst xmlns:a="http://schemas.openxmlformats.org/drawingml/2006/main">
              <a:ext uri="{FF2B5EF4-FFF2-40B4-BE49-F238E27FC236}">
                <a16:creationId xmlns:a16="http://schemas.microsoft.com/office/drawing/2014/main" id="{BF46D342-E353-43BF-89AC-3FF98BCBDAF5}"/>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Activation map: strong matches mark useful features.</a:t>
            </a:r>
          </a:p>
        </p:txBody>
      </p:sp>
      <p:sp>
        <p:nvSpPr>
          <p:cNvPr id="1300832718" name="">
            <a:extLst xmlns:a="http://schemas.openxmlformats.org/drawingml/2006/main">
              <a:ext uri="{FF2B5EF4-FFF2-40B4-BE49-F238E27FC236}">
                <a16:creationId xmlns:a16="http://schemas.microsoft.com/office/drawing/2014/main" id="{2ED7EF28-CBA7-4F1E-8C88-1A5870CB6E98}"/>
              </a:ext>
            </a:extLst>
          </p:cNvPr>
          <p:cNvSpPr>
            <a:spLocks xmlns:a="http://schemas.openxmlformats.org/drawingml/2006/main" noGrp="1"/>
          </p:cNvSpPr>
          <p:nvPr/>
        </p:nvSpPr>
        <p:spPr>
          <a:xfrm xmlns:a="http://schemas.openxmlformats.org/drawingml/2006/main">
            <a:off x="5038725" y="39338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00832719" name="">
            <a:extLst xmlns:a="http://schemas.openxmlformats.org/drawingml/2006/main">
              <a:ext uri="{FF2B5EF4-FFF2-40B4-BE49-F238E27FC236}">
                <a16:creationId xmlns:a16="http://schemas.microsoft.com/office/drawing/2014/main" id="{F0898479-FB46-451C-BB23-97CD0EBA1FC9}"/>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Deeper layers combine edges → textures → objects.</a:t>
            </a:r>
          </a:p>
        </p:txBody>
      </p:sp>
      <p:sp>
        <p:nvSpPr>
          <p:cNvPr id="1300832720" name="">
            <a:extLst xmlns:a="http://schemas.openxmlformats.org/drawingml/2006/main">
              <a:ext uri="{FF2B5EF4-FFF2-40B4-BE49-F238E27FC236}">
                <a16:creationId xmlns:a16="http://schemas.microsoft.com/office/drawing/2014/main" id="{D068FB98-635B-4BE6-A65A-19A168221C8F}"/>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374029371"/>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
        <p:nvSpPr>
          <p:cNvPr id="1489389116" name="">
            <a:extLst xmlns:a="http://schemas.openxmlformats.org/drawingml/2006/main">
              <a:ext uri="{FF2B5EF4-FFF2-40B4-BE49-F238E27FC236}">
                <a16:creationId xmlns:a16="http://schemas.microsoft.com/office/drawing/2014/main" id="{FC157337-B9D8-4D96-B35E-9D3E8DF64CE1}"/>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45639256" name=""/>
          <p:cNvPicPr>
            <a:picLocks xmlns:a="http://schemas.openxmlformats.org/drawingml/2006/main" noChangeAspect="1"/>
          </p:cNvPicPr>
          <p:nvPr/>
        </p:nvPicPr>
        <p:blipFill rotWithShape="1">
          <a:blip xmlns:r="http://schemas.openxmlformats.org/officeDocument/2006/relationships" xmlns:a="http://schemas.openxmlformats.org/drawingml/2006/main" r:embed="Rfb0d2377c39e4f64"/>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537323237" name="">
            <a:extLst xmlns:a="http://schemas.openxmlformats.org/drawingml/2006/main">
              <a:ext uri="{FF2B5EF4-FFF2-40B4-BE49-F238E27FC236}">
                <a16:creationId xmlns:a16="http://schemas.microsoft.com/office/drawing/2014/main" id="{E3ED684E-06EB-4672-BC1C-9911D86B168F}"/>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76773463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2045639250" name="">
            <a:extLst xmlns:a="http://schemas.openxmlformats.org/drawingml/2006/main">
              <a:ext uri="{FF2B5EF4-FFF2-40B4-BE49-F238E27FC236}">
                <a16:creationId xmlns:a16="http://schemas.microsoft.com/office/drawing/2014/main" id="{C40C2473-EF25-4C4F-9712-6F881A2131D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All pass information through time; gates improve what can be remembered.</a:t>
            </a:r>
          </a:p>
        </p:txBody>
      </p:sp>
      <p:sp>
        <p:nvSpPr>
          <p:cNvPr id="2045639251" name="">
            <a:extLst xmlns:a="http://schemas.openxmlformats.org/drawingml/2006/main">
              <a:ext uri="{FF2B5EF4-FFF2-40B4-BE49-F238E27FC236}">
                <a16:creationId xmlns:a16="http://schemas.microsoft.com/office/drawing/2014/main" id="{1B60D64E-E9BB-4D82-827D-AEE48D61BB4B}"/>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2045639252" name="">
            <a:extLst xmlns:a="http://schemas.openxmlformats.org/drawingml/2006/main">
              <a:ext uri="{FF2B5EF4-FFF2-40B4-BE49-F238E27FC236}">
                <a16:creationId xmlns:a16="http://schemas.microsoft.com/office/drawing/2014/main" id="{7B9EC054-A5B6-4DB0-A659-7A9E486CAD64}"/>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2045639253" name="">
            <a:extLst xmlns:a="http://schemas.openxmlformats.org/drawingml/2006/main">
              <a:ext uri="{FF2B5EF4-FFF2-40B4-BE49-F238E27FC236}">
                <a16:creationId xmlns:a16="http://schemas.microsoft.com/office/drawing/2014/main" id="{F6CF95A1-74A5-475D-B085-22432B8F560D}"/>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Carries one hidden state</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from token to token.</a:t>
            </a:r>
          </a:p>
        </p:txBody>
      </p:sp>
      <p:sp>
        <p:nvSpPr>
          <p:cNvPr id="2045639254" name="">
            <a:extLst xmlns:a="http://schemas.openxmlformats.org/drawingml/2006/main">
              <a:ext uri="{FF2B5EF4-FFF2-40B4-BE49-F238E27FC236}">
                <a16:creationId xmlns:a16="http://schemas.microsoft.com/office/drawing/2014/main" id="{1E8E39FC-F009-4FC1-B690-41655FAEEFC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045639255" name="">
            <a:extLst xmlns:a="http://schemas.openxmlformats.org/drawingml/2006/main">
              <a:ext uri="{FF2B5EF4-FFF2-40B4-BE49-F238E27FC236}">
                <a16:creationId xmlns:a16="http://schemas.microsoft.com/office/drawing/2014/main" id="{729E95FB-CE20-4F88-999D-07CC3C97C6C6}"/>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2045639256" name="">
            <a:extLst xmlns:a="http://schemas.openxmlformats.org/drawingml/2006/main">
              <a:ext uri="{FF2B5EF4-FFF2-40B4-BE49-F238E27FC236}">
                <a16:creationId xmlns:a16="http://schemas.microsoft.com/office/drawing/2014/main" id="{F9074D8F-147A-41EF-8F91-FD49713A96DE}"/>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2045639257" name="">
            <a:extLst xmlns:a="http://schemas.openxmlformats.org/drawingml/2006/main">
              <a:ext uri="{FF2B5EF4-FFF2-40B4-BE49-F238E27FC236}">
                <a16:creationId xmlns:a16="http://schemas.microsoft.com/office/drawing/2014/main" id="{15A94520-A739-400F-A758-E8E7DED0557C}"/>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5639258" name="">
            <a:extLst xmlns:a="http://schemas.openxmlformats.org/drawingml/2006/main">
              <a:ext uri="{FF2B5EF4-FFF2-40B4-BE49-F238E27FC236}">
                <a16:creationId xmlns:a16="http://schemas.microsoft.com/office/drawing/2014/main" id="{FD784711-1DB3-4E62-9326-936C827058E4}"/>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Adds a memory cell plus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input / forget / output gates.</a:t>
            </a:r>
          </a:p>
        </p:txBody>
      </p:sp>
      <p:sp>
        <p:nvSpPr>
          <p:cNvPr id="2045639259" name="">
            <a:extLst xmlns:a="http://schemas.openxmlformats.org/drawingml/2006/main">
              <a:ext uri="{FF2B5EF4-FFF2-40B4-BE49-F238E27FC236}">
                <a16:creationId xmlns:a16="http://schemas.microsoft.com/office/drawing/2014/main" id="{3A941CC2-3EAC-4B41-A8AB-FF476DF512B6}"/>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45639260" name="">
            <a:extLst xmlns:a="http://schemas.openxmlformats.org/drawingml/2006/main">
              <a:ext uri="{FF2B5EF4-FFF2-40B4-BE49-F238E27FC236}">
                <a16:creationId xmlns:a16="http://schemas.microsoft.com/office/drawing/2014/main" id="{7A2C24EA-0DDB-4452-A4BA-DD0984374EBB}"/>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2045639261" name="">
            <a:extLst xmlns:a="http://schemas.openxmlformats.org/drawingml/2006/main">
              <a:ext uri="{FF2B5EF4-FFF2-40B4-BE49-F238E27FC236}">
                <a16:creationId xmlns:a16="http://schemas.microsoft.com/office/drawing/2014/main" id="{1EE6E293-097F-4589-BB27-602625D24600}"/>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2045639262" name="">
            <a:extLst xmlns:a="http://schemas.openxmlformats.org/drawingml/2006/main">
              <a:ext uri="{FF2B5EF4-FFF2-40B4-BE49-F238E27FC236}">
                <a16:creationId xmlns:a16="http://schemas.microsoft.com/office/drawing/2014/main" id="{CF2946DD-8110-48F2-9384-1BE4ADF4788D}"/>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045639263" name="">
            <a:extLst xmlns:a="http://schemas.openxmlformats.org/drawingml/2006/main">
              <a:ext uri="{FF2B5EF4-FFF2-40B4-BE49-F238E27FC236}">
                <a16:creationId xmlns:a16="http://schemas.microsoft.com/office/drawing/2014/main" id="{95EFBA3B-C3D8-494F-8DE9-174A6F24DDEF}"/>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Uses update and reset gates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with a simpler state.</a:t>
            </a:r>
          </a:p>
        </p:txBody>
      </p:sp>
      <p:sp>
        <p:nvSpPr>
          <p:cNvPr id="2045639264" name="">
            <a:extLst xmlns:a="http://schemas.openxmlformats.org/drawingml/2006/main">
              <a:ext uri="{FF2B5EF4-FFF2-40B4-BE49-F238E27FC236}">
                <a16:creationId xmlns:a16="http://schemas.microsoft.com/office/drawing/2014/main" id="{8D0764F5-7D1B-4666-9257-5F515C43A810}"/>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2045639265" name="">
            <a:extLst xmlns:a="http://schemas.openxmlformats.org/drawingml/2006/main">
              <a:ext uri="{FF2B5EF4-FFF2-40B4-BE49-F238E27FC236}">
                <a16:creationId xmlns:a16="http://schemas.microsoft.com/office/drawing/2014/main" id="{6B0F8D1A-D6DC-48EB-AAC9-E7ED25AE3ED6}"/>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2045639266" name="">
            <a:extLst xmlns:a="http://schemas.openxmlformats.org/drawingml/2006/main">
              <a:ext uri="{FF2B5EF4-FFF2-40B4-BE49-F238E27FC236}">
                <a16:creationId xmlns:a16="http://schemas.microsoft.com/office/drawing/2014/main" id="{C8304A1C-71E3-4D15-BC7D-353AE79C47D4}"/>
              </a:ext>
            </a:extLst>
          </p:cNvPr>
          <p:cNvSpPr>
            <a:spLocks xmlns:a="http://schemas.openxmlformats.org/drawingml/2006/main" noGrp="1"/>
          </p:cNvSpPr>
          <p:nvPr/>
        </p:nvSpPr>
        <p:spPr>
          <a:xfrm xmlns:a="http://schemas.openxmlformats.org/drawingml/2006/main">
            <a:off x="876300"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767734637"/>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1265857178" name=""/>
          <p:cNvPicPr>
            <a:picLocks xmlns:a="http://schemas.openxmlformats.org/drawingml/2006/main" noChangeAspect="1"/>
          </p:cNvPicPr>
          <p:nvPr/>
        </p:nvPicPr>
        <p:blipFill rotWithShape="1">
          <a:blip xmlns:r="http://schemas.openxmlformats.org/officeDocument/2006/relationships" xmlns:a="http://schemas.openxmlformats.org/drawingml/2006/main" r:embed="R10882a26d0fb46ab"/>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701356203"/>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Attention removes the fixed-vector bottleneck</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
        <p:nvSpPr>
          <p:cNvPr id="1265857173" name="">
            <a:extLst xmlns:a="http://schemas.openxmlformats.org/drawingml/2006/main">
              <a:ext uri="{FF2B5EF4-FFF2-40B4-BE49-F238E27FC236}">
                <a16:creationId xmlns:a16="http://schemas.microsoft.com/office/drawing/2014/main" id="{A45F53FD-3CFB-46B7-A130-1AB68944C15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Instead of compressing every source token into one vector, each output step can consult the most relevant encoder states.</a:t>
            </a:r>
          </a:p>
        </p:txBody>
      </p:sp>
      <p:sp>
        <p:nvSpPr>
          <p:cNvPr id="1265857174" name="">
            <a:extLst xmlns:a="http://schemas.openxmlformats.org/drawingml/2006/main">
              <a:ext uri="{FF2B5EF4-FFF2-40B4-BE49-F238E27FC236}">
                <a16:creationId xmlns:a16="http://schemas.microsoft.com/office/drawing/2014/main" id="{FE8AB629-DDEF-4E70-83A0-007F7BC6088D}"/>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75" name="">
            <a:extLst xmlns:a="http://schemas.openxmlformats.org/drawingml/2006/main">
              <a:ext uri="{FF2B5EF4-FFF2-40B4-BE49-F238E27FC236}">
                <a16:creationId xmlns:a16="http://schemas.microsoft.com/office/drawing/2014/main" id="{6A842875-B576-4A19-96F9-2946B0C815AC}"/>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1265857176" name="">
            <a:extLst xmlns:a="http://schemas.openxmlformats.org/drawingml/2006/main">
              <a:ext uri="{FF2B5EF4-FFF2-40B4-BE49-F238E27FC236}">
                <a16:creationId xmlns:a16="http://schemas.microsoft.com/office/drawing/2014/main" id="{2B79F492-5DAD-4085-9A9A-246453CFC67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7" name="">
            <a:extLst xmlns:a="http://schemas.openxmlformats.org/drawingml/2006/main">
              <a:ext uri="{FF2B5EF4-FFF2-40B4-BE49-F238E27FC236}">
                <a16:creationId xmlns:a16="http://schemas.microsoft.com/office/drawing/2014/main" id="{1178E9A2-E5A8-4691-A3BA-FE888F70A3B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78" name="">
            <a:extLst xmlns:a="http://schemas.openxmlformats.org/drawingml/2006/main">
              <a:ext uri="{FF2B5EF4-FFF2-40B4-BE49-F238E27FC236}">
                <a16:creationId xmlns:a16="http://schemas.microsoft.com/office/drawing/2014/main" id="{8525079A-22F8-441E-BDDD-6A0CD029794A}"/>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9" name="">
            <a:extLst xmlns:a="http://schemas.openxmlformats.org/drawingml/2006/main">
              <a:ext uri="{FF2B5EF4-FFF2-40B4-BE49-F238E27FC236}">
                <a16:creationId xmlns:a16="http://schemas.microsoft.com/office/drawing/2014/main" id="{5A7074B1-BEB3-4B1D-B5A9-7E59247BE473}"/>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80" name="">
            <a:extLst xmlns:a="http://schemas.openxmlformats.org/drawingml/2006/main">
              <a:ext uri="{FF2B5EF4-FFF2-40B4-BE49-F238E27FC236}">
                <a16:creationId xmlns:a16="http://schemas.microsoft.com/office/drawing/2014/main" id="{F7468D6B-A1B9-4913-8D46-96F9E22B62C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1" name="">
            <a:extLst xmlns:a="http://schemas.openxmlformats.org/drawingml/2006/main">
              <a:ext uri="{FF2B5EF4-FFF2-40B4-BE49-F238E27FC236}">
                <a16:creationId xmlns:a16="http://schemas.microsoft.com/office/drawing/2014/main" id="{91D5B253-AFA4-4409-936B-4E6E855F8B0C}"/>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82" name="">
            <a:extLst xmlns:a="http://schemas.openxmlformats.org/drawingml/2006/main">
              <a:ext uri="{FF2B5EF4-FFF2-40B4-BE49-F238E27FC236}">
                <a16:creationId xmlns:a16="http://schemas.microsoft.com/office/drawing/2014/main" id="{2FBB322F-9208-4C34-9A3E-0C5BBAA3A25B}"/>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3" name="">
            <a:extLst xmlns:a="http://schemas.openxmlformats.org/drawingml/2006/main">
              <a:ext uri="{FF2B5EF4-FFF2-40B4-BE49-F238E27FC236}">
                <a16:creationId xmlns:a16="http://schemas.microsoft.com/office/drawing/2014/main" id="{61F1E860-C404-40E2-9FF2-029622E524AC}"/>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84" name="">
            <a:extLst xmlns:a="http://schemas.openxmlformats.org/drawingml/2006/main">
              <a:ext uri="{FF2B5EF4-FFF2-40B4-BE49-F238E27FC236}">
                <a16:creationId xmlns:a16="http://schemas.microsoft.com/office/drawing/2014/main" id="{C8D4493C-A8B4-47B0-8892-643A403DA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75" b="1">
                <a:solidFill>
                  <a:srgbClr val="667085"/>
                </a:solidFill>
                <a:latin typeface="Calibri"/>
                <a:ea typeface="Calibri"/>
                <a:cs typeface="Calibri"/>
              </a:defRPr>
            </a:pPr>
            <a:r>
              <a:rPr sz="2175" b="1">
                <a:solidFill>
                  <a:srgbClr val="667085"/>
                </a:solidFill>
                <a:latin typeface="Calibri"/>
                <a:ea typeface="Calibri"/>
                <a:cs typeface="Calibri"/>
              </a:rPr>
              <a:t>→</a:t>
            </a:r>
          </a:p>
        </p:txBody>
      </p:sp>
      <p:sp>
        <p:nvSpPr>
          <p:cNvPr id="1265857185" name="">
            <a:extLst xmlns:a="http://schemas.openxmlformats.org/drawingml/2006/main">
              <a:ext uri="{FF2B5EF4-FFF2-40B4-BE49-F238E27FC236}">
                <a16:creationId xmlns:a16="http://schemas.microsoft.com/office/drawing/2014/main" id="{77D4DCC6-9189-4945-839A-2670B032E539}"/>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265857186" name="">
            <a:extLst xmlns:a="http://schemas.openxmlformats.org/drawingml/2006/main">
              <a:ext uri="{FF2B5EF4-FFF2-40B4-BE49-F238E27FC236}">
                <a16:creationId xmlns:a16="http://schemas.microsoft.com/office/drawing/2014/main" id="{2AC1B27A-9DCD-473F-A18F-445D7F477830}"/>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DC2626"/>
                </a:solidFill>
                <a:latin typeface="Calibri"/>
                <a:ea typeface="Calibri"/>
                <a:cs typeface="Calibri"/>
              </a:defRPr>
            </a:pPr>
            <a:r>
              <a:rPr sz="1275" b="1">
                <a:solidFill>
                  <a:srgbClr val="DC2626"/>
                </a:solidFill>
                <a:latin typeface="Calibri"/>
                <a:ea typeface="Calibri"/>
                <a:cs typeface="Calibri"/>
              </a:rPr>
              <a:t>one fixed context vector</a:t>
            </a:r>
          </a:p>
        </p:txBody>
      </p:sp>
      <p:sp>
        <p:nvSpPr>
          <p:cNvPr id="1265857187" name="">
            <a:extLst xmlns:a="http://schemas.openxmlformats.org/drawingml/2006/main">
              <a:ext uri="{FF2B5EF4-FFF2-40B4-BE49-F238E27FC236}">
                <a16:creationId xmlns:a16="http://schemas.microsoft.com/office/drawing/2014/main" id="{F0E1DE8F-13B6-4D92-9DDB-241B1DABEF38}"/>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88" name="">
            <a:extLst xmlns:a="http://schemas.openxmlformats.org/drawingml/2006/main">
              <a:ext uri="{FF2B5EF4-FFF2-40B4-BE49-F238E27FC236}">
                <a16:creationId xmlns:a16="http://schemas.microsoft.com/office/drawing/2014/main" id="{53481F5E-C95C-4603-B4B0-1A4D0ACA1E0D}"/>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265857189" name="">
            <a:extLst xmlns:a="http://schemas.openxmlformats.org/drawingml/2006/main">
              <a:ext uri="{FF2B5EF4-FFF2-40B4-BE49-F238E27FC236}">
                <a16:creationId xmlns:a16="http://schemas.microsoft.com/office/drawing/2014/main" id="{0D36D3EB-505B-4C33-AE63-64F6E2913144}"/>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0" name="">
            <a:extLst xmlns:a="http://schemas.openxmlformats.org/drawingml/2006/main">
              <a:ext uri="{FF2B5EF4-FFF2-40B4-BE49-F238E27FC236}">
                <a16:creationId xmlns:a16="http://schemas.microsoft.com/office/drawing/2014/main" id="{0507F957-C747-479A-B2B4-1C3C85A7655E}"/>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91" name="">
            <a:extLst xmlns:a="http://schemas.openxmlformats.org/drawingml/2006/main">
              <a:ext uri="{FF2B5EF4-FFF2-40B4-BE49-F238E27FC236}">
                <a16:creationId xmlns:a16="http://schemas.microsoft.com/office/drawing/2014/main" id="{9E5EF9F8-7730-4D36-B8C4-47B3E0EC510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1265857192" name="">
            <a:extLst xmlns:a="http://schemas.openxmlformats.org/drawingml/2006/main">
              <a:ext uri="{FF2B5EF4-FFF2-40B4-BE49-F238E27FC236}">
                <a16:creationId xmlns:a16="http://schemas.microsoft.com/office/drawing/2014/main" id="{228A56D4-B921-41CD-BE0F-ADF033E00311}"/>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93" name="">
            <a:extLst xmlns:a="http://schemas.openxmlformats.org/drawingml/2006/main">
              <a:ext uri="{FF2B5EF4-FFF2-40B4-BE49-F238E27FC236}">
                <a16:creationId xmlns:a16="http://schemas.microsoft.com/office/drawing/2014/main" id="{B3F2FEA6-9350-45B1-9C88-5B0CE3F59292}"/>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4" name="">
            <a:extLst xmlns:a="http://schemas.openxmlformats.org/drawingml/2006/main">
              <a:ext uri="{FF2B5EF4-FFF2-40B4-BE49-F238E27FC236}">
                <a16:creationId xmlns:a16="http://schemas.microsoft.com/office/drawing/2014/main" id="{B14B8C1A-E7C3-449C-AA57-17F1D82589C0}"/>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95" name="">
            <a:extLst xmlns:a="http://schemas.openxmlformats.org/drawingml/2006/main">
              <a:ext uri="{FF2B5EF4-FFF2-40B4-BE49-F238E27FC236}">
                <a16:creationId xmlns:a16="http://schemas.microsoft.com/office/drawing/2014/main" id="{4CE01531-1F2A-46B4-B483-48F52206391F}"/>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6" name="">
            <a:extLst xmlns:a="http://schemas.openxmlformats.org/drawingml/2006/main">
              <a:ext uri="{FF2B5EF4-FFF2-40B4-BE49-F238E27FC236}">
                <a16:creationId xmlns:a16="http://schemas.microsoft.com/office/drawing/2014/main" id="{CBC7B39F-DA73-4B48-B08A-FE1FF3B68A08}"/>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97" name="">
            <a:extLst xmlns:a="http://schemas.openxmlformats.org/drawingml/2006/main">
              <a:ext uri="{FF2B5EF4-FFF2-40B4-BE49-F238E27FC236}">
                <a16:creationId xmlns:a16="http://schemas.microsoft.com/office/drawing/2014/main" id="{1B62F4C6-388F-4849-8D1B-4A3F3B371899}"/>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265857198" name="">
            <a:extLst xmlns:a="http://schemas.openxmlformats.org/drawingml/2006/main">
              <a:ext uri="{FF2B5EF4-FFF2-40B4-BE49-F238E27FC236}">
                <a16:creationId xmlns:a16="http://schemas.microsoft.com/office/drawing/2014/main" id="{ECE5B166-033F-4771-80A1-0C56BBC2B14F}"/>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265857199" name="">
            <a:extLst xmlns:a="http://schemas.openxmlformats.org/drawingml/2006/main">
              <a:ext uri="{FF2B5EF4-FFF2-40B4-BE49-F238E27FC236}">
                <a16:creationId xmlns:a16="http://schemas.microsoft.com/office/drawing/2014/main" id="{4B896261-D987-4F51-91CD-1106DE80622C}"/>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65857200" name="">
            <a:extLst xmlns:a="http://schemas.openxmlformats.org/drawingml/2006/main">
              <a:ext uri="{FF2B5EF4-FFF2-40B4-BE49-F238E27FC236}">
                <a16:creationId xmlns:a16="http://schemas.microsoft.com/office/drawing/2014/main" id="{BDAABAC2-EAFA-4C87-A117-53157614DEAF}"/>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1265857201" name="">
            <a:extLst xmlns:a="http://schemas.openxmlformats.org/drawingml/2006/main">
              <a:ext uri="{FF2B5EF4-FFF2-40B4-BE49-F238E27FC236}">
                <a16:creationId xmlns:a16="http://schemas.microsoft.com/office/drawing/2014/main" id="{DEC57FD5-EAFF-4262-8BDA-1A1AC7367B27}"/>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1265857202" name="">
            <a:extLst xmlns:a="http://schemas.openxmlformats.org/drawingml/2006/main">
              <a:ext uri="{FF2B5EF4-FFF2-40B4-BE49-F238E27FC236}">
                <a16:creationId xmlns:a16="http://schemas.microsoft.com/office/drawing/2014/main" id="{D7E04522-33A0-413F-AD34-EA9489451D11}"/>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265857203" name="">
            <a:extLst xmlns:a="http://schemas.openxmlformats.org/drawingml/2006/main">
              <a:ext uri="{FF2B5EF4-FFF2-40B4-BE49-F238E27FC236}">
                <a16:creationId xmlns:a16="http://schemas.microsoft.com/office/drawing/2014/main" id="{7C97F635-BFFF-4FC4-A026-E7FCEFA471D4}"/>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70135620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702402680" name="Rectangle: Rounded Corners 1456392341">
            <a:extLst xmlns:a="http://schemas.openxmlformats.org/drawingml/2006/main">
              <a:ext uri="{FF2B5EF4-FFF2-40B4-BE49-F238E27FC236}">
                <a16:creationId xmlns:a16="http://schemas.microsoft.com/office/drawing/2014/main" id="{19927358-3175-4366-A16F-2ABD44C4A28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701777" name="Rectangle: Rounded Corners 1987074982">
            <a:extLst xmlns:a="http://schemas.openxmlformats.org/drawingml/2006/main">
              <a:ext uri="{FF2B5EF4-FFF2-40B4-BE49-F238E27FC236}">
                <a16:creationId xmlns:a16="http://schemas.microsoft.com/office/drawing/2014/main" id="{9DF4CBFE-625D-4467-9E5F-37AF9CA5801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37969" name="Rectangle 1286956634">
            <a:extLst xmlns:a="http://schemas.openxmlformats.org/drawingml/2006/main">
              <a:ext uri="{FF2B5EF4-FFF2-40B4-BE49-F238E27FC236}">
                <a16:creationId xmlns:a16="http://schemas.microsoft.com/office/drawing/2014/main" id="{EA4F8432-3DB4-45DB-AF02-2AD59005004A}"/>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407919690" name="Rectangle 399762638">
            <a:extLst xmlns:a="http://schemas.openxmlformats.org/drawingml/2006/main">
              <a:ext uri="{FF2B5EF4-FFF2-40B4-BE49-F238E27FC236}">
                <a16:creationId xmlns:a16="http://schemas.microsoft.com/office/drawing/2014/main" id="{72512C51-F006-483A-B379-EB742DD71E6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610436294" name="Rectangle 1233632033">
            <a:extLst xmlns:a="http://schemas.openxmlformats.org/drawingml/2006/main">
              <a:ext uri="{FF2B5EF4-FFF2-40B4-BE49-F238E27FC236}">
                <a16:creationId xmlns:a16="http://schemas.microsoft.com/office/drawing/2014/main" id="{0FAC0626-1A68-4FF7-BFFD-02CD274B95C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403769851" name="Rectangle 987778106">
            <a:extLst xmlns:a="http://schemas.openxmlformats.org/drawingml/2006/main">
              <a:ext uri="{FF2B5EF4-FFF2-40B4-BE49-F238E27FC236}">
                <a16:creationId xmlns:a16="http://schemas.microsoft.com/office/drawing/2014/main" id="{C00B2037-CD81-496E-A170-F8EB35C6B0C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208035993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9afee1b3c254907"/>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8566853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
        <p:nvSpPr>
          <p:cNvPr id="2080359922" name="">
            <a:extLst xmlns:a="http://schemas.openxmlformats.org/drawingml/2006/main">
              <a:ext uri="{FF2B5EF4-FFF2-40B4-BE49-F238E27FC236}">
                <a16:creationId xmlns:a16="http://schemas.microsoft.com/office/drawing/2014/main" id="{CF178D2E-925C-41F1-A1A7-C3446EFC601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Split text into tokens and map each token to an integer ID.</a:t>
            </a:r>
          </a:p>
        </p:txBody>
      </p:sp>
      <p:sp>
        <p:nvSpPr>
          <p:cNvPr id="2080359923" name="">
            <a:extLst xmlns:a="http://schemas.openxmlformats.org/drawingml/2006/main">
              <a:ext uri="{FF2B5EF4-FFF2-40B4-BE49-F238E27FC236}">
                <a16:creationId xmlns:a16="http://schemas.microsoft.com/office/drawing/2014/main" id="{52E6D4B6-C8EC-4D73-BDFC-04F87A7E928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3B853A1-6946-4E7E-A0F2-0F5587C3A82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Text  →  tokens  →  token IDs</a:t>
            </a:r>
          </a:p>
        </p:txBody>
      </p:sp>
      <p:sp>
        <p:nvSpPr>
          <p:cNvPr id="2080359925" name="">
            <a:extLst xmlns:a="http://schemas.openxmlformats.org/drawingml/2006/main">
              <a:ext uri="{FF2B5EF4-FFF2-40B4-BE49-F238E27FC236}">
                <a16:creationId xmlns:a16="http://schemas.microsoft.com/office/drawing/2014/main" id="{A2FC8529-2C55-4E3A-A131-62069654B41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1 of 9</a:t>
            </a:r>
          </a:p>
        </p:txBody>
      </p:sp>
      <p:sp>
        <p:nvSpPr>
          <p:cNvPr id="2080359926" name="">
            <a:extLst xmlns:a="http://schemas.openxmlformats.org/drawingml/2006/main">
              <a:ext uri="{FF2B5EF4-FFF2-40B4-BE49-F238E27FC236}">
                <a16:creationId xmlns:a16="http://schemas.microsoft.com/office/drawing/2014/main" id="{5D94C2D5-11D1-4FCF-A110-4FE5BE43108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27" name="">
            <a:extLst xmlns:a="http://schemas.openxmlformats.org/drawingml/2006/main">
              <a:ext uri="{FF2B5EF4-FFF2-40B4-BE49-F238E27FC236}">
                <a16:creationId xmlns:a16="http://schemas.microsoft.com/office/drawing/2014/main" id="{BE0C1B26-09C4-4C86-AC12-B025D54BC3CD}"/>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3172BB7A-C7F7-4F71-8D12-7A0ED3DC759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9725FC3-B8FE-45FC-BE9F-D598E6A2BE07}"/>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A0561C70-98FA-4A26-8C64-58FD5679A17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22BE124C-CAA5-42BA-AA2E-CE46D8012D8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B4144BD-E6B0-4F17-9823-B9C572DA24E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06BE6F11-4D37-4D25-92A8-33845D45BBE6}"/>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388DC4AE-5693-4810-88FD-9CEBFE5749C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3C833DD8-3A6F-45C1-A517-9B028B98207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F45DCCE7-8600-42FD-947B-F8FF200E4E1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A19B3FF-3DBB-49CC-8416-7540E98CBB1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C9AC0B1B-27D6-4BB3-A165-467F5F9FF181}"/>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EBD29BFF-E4FC-42C6-BE91-369C99421A4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DAA6C0F8-C332-457A-9595-5F63F781D07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27494C0-24EA-4F3F-A8CF-4D51C6143D48}"/>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92CC105-8484-4365-9F0F-E5CF5D274DC3}"/>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15ACA4DB-87B1-422F-A6D9-FE241505ABEC}"/>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38974CFC-3AB6-46EC-8303-60AEB9E6D39B}"/>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3CEE8235-6BCA-4F75-AC42-C12F4AF7DD7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3B44C76-79A6-4366-B608-182EE7E9BB2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12A118A0-6B6F-49BE-90C8-2C040BCEE0AC}"/>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3DECBA6F-F06B-4CD3-9B8C-73EE867812B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B8FFAC22-C118-4782-8BD6-CE4858999C2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1ABDE7D2-56BE-4790-B784-B6E227C24F18}"/>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92280BE9-28AE-445A-90CF-1409CEAF1EAD}"/>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38CF469C-4E2B-46D2-9229-1ECC1CA7CF0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2080359922" name="">
            <a:extLst xmlns:a="http://schemas.openxmlformats.org/drawingml/2006/main">
              <a:ext uri="{FF2B5EF4-FFF2-40B4-BE49-F238E27FC236}">
                <a16:creationId xmlns:a16="http://schemas.microsoft.com/office/drawing/2014/main" id="{C4B55019-7233-4E57-9C09-EAF0B1B8181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Turn each token ID into a learned dense vector.</a:t>
            </a:r>
          </a:p>
        </p:txBody>
      </p:sp>
      <p:sp>
        <p:nvSpPr>
          <p:cNvPr id="2080359923" name="">
            <a:extLst xmlns:a="http://schemas.openxmlformats.org/drawingml/2006/main">
              <a:ext uri="{FF2B5EF4-FFF2-40B4-BE49-F238E27FC236}">
                <a16:creationId xmlns:a16="http://schemas.microsoft.com/office/drawing/2014/main" id="{1D294A1F-1B78-42C9-B0C4-236E2FB4ACF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0CFE633-C9EB-4A56-84C4-D95050CFF42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token ID  →  embedding vector</a:t>
            </a:r>
          </a:p>
        </p:txBody>
      </p:sp>
      <p:sp>
        <p:nvSpPr>
          <p:cNvPr id="2080359925" name="">
            <a:extLst xmlns:a="http://schemas.openxmlformats.org/drawingml/2006/main">
              <a:ext uri="{FF2B5EF4-FFF2-40B4-BE49-F238E27FC236}">
                <a16:creationId xmlns:a16="http://schemas.microsoft.com/office/drawing/2014/main" id="{6E7B72E4-0BF6-4ECF-B375-1BF2021C8A52}"/>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2 of 9</a:t>
            </a:r>
          </a:p>
        </p:txBody>
      </p:sp>
      <p:sp>
        <p:nvSpPr>
          <p:cNvPr id="2080359926" name="">
            <a:extLst xmlns:a="http://schemas.openxmlformats.org/drawingml/2006/main">
              <a:ext uri="{FF2B5EF4-FFF2-40B4-BE49-F238E27FC236}">
                <a16:creationId xmlns:a16="http://schemas.microsoft.com/office/drawing/2014/main" id="{EA119CC0-06A7-4581-BB68-9483D172EF5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B6523C93-C6F5-40A4-9412-CF524959F2CF}"/>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09FFAB62-78DA-4C68-BF51-DE72B8A79353}"/>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5331F033-FE58-447E-B81B-96810FEE0C53}"/>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0" name="">
            <a:extLst xmlns:a="http://schemas.openxmlformats.org/drawingml/2006/main">
              <a:ext uri="{FF2B5EF4-FFF2-40B4-BE49-F238E27FC236}">
                <a16:creationId xmlns:a16="http://schemas.microsoft.com/office/drawing/2014/main" id="{9AA9832D-E838-470A-AA75-496287261FF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A1FDA0A-A8BC-4CC3-997D-0377CB1BEAF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4C195F1-A589-471B-9014-8854C3994AD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5F0BD9F4-976B-4D9E-9521-96F7CE144D7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F3FD0A9A-3A38-4222-9035-68BDB73140C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CF858367-048F-403D-8F36-C4F78B218F1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8E77ED4D-CDF8-41ED-9F7D-87C234736CCD}"/>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92E08BFC-4838-4985-9295-D9AC2102DE14}"/>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572DBDB0-21F2-4CEE-B457-0E5D777A53E2}"/>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106BFF1-C835-4CD0-8598-2C0B3B9B692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C57D75D-00F3-4D23-A904-A6258DADEC82}"/>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3EDE073-2810-4BD4-8F0F-E0C2D2261424}"/>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E943D62B-776D-4CC0-9A2E-A9859CBBBECC}"/>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5DAE809-3AD4-4B9B-87A6-43CB872F00C9}"/>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62E3082A-311B-4D06-90ED-A7BC8A4E2943}"/>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10803A6-E595-4B54-ABBF-1ACE678E5E2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AA2FD0B-2373-46C3-B32A-59068F1D080B}"/>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B70C16A-8483-494D-8B53-7EFCAEBFF11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D61B3928-495B-4544-8A11-BDDBFD07CC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E4201F-A53C-45CA-8F39-5C06B5177AD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B65B744A-4B2E-4109-A752-503B5737B596}"/>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1C65BB2-FE0F-46D9-8600-742B92AF65A1}"/>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D057CA0-4F03-4AD5-A6EB-B562E4CAFF18}"/>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2080359922" name="">
            <a:extLst xmlns:a="http://schemas.openxmlformats.org/drawingml/2006/main">
              <a:ext uri="{FF2B5EF4-FFF2-40B4-BE49-F238E27FC236}">
                <a16:creationId xmlns:a16="http://schemas.microsoft.com/office/drawing/2014/main" id="{E10EE1B1-BA07-4271-94CD-349E565FFE8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Add position information so the model can distinguish word order.</a:t>
            </a:r>
          </a:p>
        </p:txBody>
      </p:sp>
      <p:sp>
        <p:nvSpPr>
          <p:cNvPr id="2080359923" name="">
            <a:extLst xmlns:a="http://schemas.openxmlformats.org/drawingml/2006/main">
              <a:ext uri="{FF2B5EF4-FFF2-40B4-BE49-F238E27FC236}">
                <a16:creationId xmlns:a16="http://schemas.microsoft.com/office/drawing/2014/main" id="{2D8255EE-A5DC-48D7-A9C8-9AA6D60F1D4F}"/>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0139D74C-77DE-4BB1-AEDE-464790ABAAE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token embedding  +  position signal</a:t>
            </a:r>
          </a:p>
        </p:txBody>
      </p:sp>
      <p:sp>
        <p:nvSpPr>
          <p:cNvPr id="2080359925" name="">
            <a:extLst xmlns:a="http://schemas.openxmlformats.org/drawingml/2006/main">
              <a:ext uri="{FF2B5EF4-FFF2-40B4-BE49-F238E27FC236}">
                <a16:creationId xmlns:a16="http://schemas.microsoft.com/office/drawing/2014/main" id="{29359E97-C41D-4BCE-9321-FECC343D886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3 of 9</a:t>
            </a:r>
          </a:p>
        </p:txBody>
      </p:sp>
      <p:sp>
        <p:nvSpPr>
          <p:cNvPr id="2080359926" name="">
            <a:extLst xmlns:a="http://schemas.openxmlformats.org/drawingml/2006/main">
              <a:ext uri="{FF2B5EF4-FFF2-40B4-BE49-F238E27FC236}">
                <a16:creationId xmlns:a16="http://schemas.microsoft.com/office/drawing/2014/main" id="{6B725700-FF38-4015-BE13-280E24B14A2C}"/>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6BA206F-2986-4B0F-974C-8ADFCD07499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7AA38F5-1BB9-40B4-A2B7-CF190D17D8C9}"/>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46A7812-9632-405F-A481-988298A70D0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4FDE52AA-0DBB-42CD-A205-387ADFB97DC5}"/>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8835800B-BD5B-4248-A387-9059BA998D3F}"/>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F7CDC35-AA67-4B15-A168-E596E891B9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3" name="">
            <a:extLst xmlns:a="http://schemas.openxmlformats.org/drawingml/2006/main">
              <a:ext uri="{FF2B5EF4-FFF2-40B4-BE49-F238E27FC236}">
                <a16:creationId xmlns:a16="http://schemas.microsoft.com/office/drawing/2014/main" id="{7B04D310-496A-4FD2-AE82-C233F5764E68}"/>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1C87022D-8444-41E4-860F-E4A02AB8D07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855A61E9-4CAF-45EC-BF1F-A24EB518629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67F1F22-CD66-4510-BD2E-0E8EAB39716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266D547-4659-4DD6-B413-85C13F821F6F}"/>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AF4AD599-DB2B-45D6-AB77-5901736B606E}"/>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1A5B2ED6-2FF4-4F32-ADE9-C368E2E74F2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608B61A-85D6-446C-8350-E36C5245450C}"/>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125330AD-C3E8-4442-93F4-AB67CBBF35B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F4FA7FF8-3FD5-48A6-9549-8A1683F020E2}"/>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3861DAA8-59E7-4244-8885-7A64E25F73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BB76754F-5E2A-4300-9779-B5A7461B7AC6}"/>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64FEBEF0-5868-400C-BCD2-518EBDEED6EE}"/>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F6C4D72A-7B47-4DF7-A9C4-FEC35BF78EE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6B15341-BAB2-4E0F-A945-3AC399EBC4E2}"/>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8C29C81B-BB4A-45D7-A493-F4A813404CC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33A03B39-10BB-46F1-830F-ADAB190BDC3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4D77F34-278A-477D-A051-500F6FD76C77}"/>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3F9CB11-004D-45AC-B7E2-54DFF9702F7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28EF6D4E-3B80-4C00-9566-C5E11A91644D}"/>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2080359922" name="">
            <a:extLst xmlns:a="http://schemas.openxmlformats.org/drawingml/2006/main">
              <a:ext uri="{FF2B5EF4-FFF2-40B4-BE49-F238E27FC236}">
                <a16:creationId xmlns:a16="http://schemas.microsoft.com/office/drawing/2014/main" id="{495F209D-CF03-4C8C-B1E0-9A63F16194D9}"/>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Let every input token weigh the other input tokens for context.</a:t>
            </a:r>
          </a:p>
        </p:txBody>
      </p:sp>
      <p:sp>
        <p:nvSpPr>
          <p:cNvPr id="2080359923" name="">
            <a:extLst xmlns:a="http://schemas.openxmlformats.org/drawingml/2006/main">
              <a:ext uri="{FF2B5EF4-FFF2-40B4-BE49-F238E27FC236}">
                <a16:creationId xmlns:a16="http://schemas.microsoft.com/office/drawing/2014/main" id="{EF0796AE-EF89-4200-B629-87D92FD98F7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126F2EDF-0A91-431B-A754-C0F75DDD0E0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each token  ↔  all input tokens</a:t>
            </a:r>
          </a:p>
        </p:txBody>
      </p:sp>
      <p:sp>
        <p:nvSpPr>
          <p:cNvPr id="2080359925" name="">
            <a:extLst xmlns:a="http://schemas.openxmlformats.org/drawingml/2006/main">
              <a:ext uri="{FF2B5EF4-FFF2-40B4-BE49-F238E27FC236}">
                <a16:creationId xmlns:a16="http://schemas.microsoft.com/office/drawing/2014/main" id="{D0958104-FDC4-4C63-80C1-B2B440A3AF0B}"/>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4 of 9</a:t>
            </a:r>
          </a:p>
        </p:txBody>
      </p:sp>
      <p:sp>
        <p:nvSpPr>
          <p:cNvPr id="2080359926" name="">
            <a:extLst xmlns:a="http://schemas.openxmlformats.org/drawingml/2006/main">
              <a:ext uri="{FF2B5EF4-FFF2-40B4-BE49-F238E27FC236}">
                <a16:creationId xmlns:a16="http://schemas.microsoft.com/office/drawing/2014/main" id="{37EE980C-BB90-4828-BCEB-6A43A7AC2293}"/>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54A30EA-BCA5-4585-8910-F4B4E01FFBC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FB1BDBE9-10C3-498D-A983-6D152ACB7D8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676A051B-27F8-4A4A-8427-0B9088B437A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06E57F3F-672C-4012-8236-04A6092DB08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EE83418E-2D22-4659-86D5-E8B731FF822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BAA61CE4-2EBF-4DB6-ABC9-0DCEAD11D1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B858DF6F-0EC7-4374-9DE6-8A0575165D2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D615B4CC-4BC2-4755-AD42-7FBFC23777E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FA93244B-15A4-401D-8328-AFD7D23D6FA6}"/>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6" name="">
            <a:extLst xmlns:a="http://schemas.openxmlformats.org/drawingml/2006/main">
              <a:ext uri="{FF2B5EF4-FFF2-40B4-BE49-F238E27FC236}">
                <a16:creationId xmlns:a16="http://schemas.microsoft.com/office/drawing/2014/main" id="{21B1A8D9-81E6-4C22-A0A1-87CB334442D1}"/>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26209D16-7728-4BFA-AACF-C9FF47C78FB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23ED1646-6068-48DB-BC55-C9A9B568DAAF}"/>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90E0916A-9953-42F1-8F7C-1284BD1403B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2AA5CFE-885A-4022-B31B-B8790577BB4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86843145-9516-4504-9AA9-711087138909}"/>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333F02C-BBE9-4745-8C47-A3E0F099CDD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F6E666E-6902-4D61-B2C0-88879AE7E04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21F74CF-A72A-40D6-89D7-3203A6EA0722}"/>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1405EE7-FBAF-4AD0-AD42-9C1952FF2FB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6B73E29B-CA0F-498D-A391-66EE2B27981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9ACD3B20-5E4B-440C-B8C5-85E703E62C2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C65562-51A9-460C-802E-D9571F13EB4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425B156-EBCE-426E-97E3-262EA53831E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12F6481-B8FC-4F0E-B03A-18E7CF4DEE3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7C85ADE-860E-4C1D-AF00-D2D2A254D6A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1058B5FF-FBED-4404-B7C0-09CD39494863}"/>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2080359922" name="">
            <a:extLst xmlns:a="http://schemas.openxmlformats.org/drawingml/2006/main">
              <a:ext uri="{FF2B5EF4-FFF2-40B4-BE49-F238E27FC236}">
                <a16:creationId xmlns:a16="http://schemas.microsoft.com/office/drawing/2014/main" id="{EC3BE3BF-4060-4F33-BFD5-249E366A430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One attention head learns one kind of token-to-token relationship.</a:t>
            </a:r>
          </a:p>
        </p:txBody>
      </p:sp>
      <p:sp>
        <p:nvSpPr>
          <p:cNvPr id="2080359923" name="">
            <a:extLst xmlns:a="http://schemas.openxmlformats.org/drawingml/2006/main">
              <a:ext uri="{FF2B5EF4-FFF2-40B4-BE49-F238E27FC236}">
                <a16:creationId xmlns:a16="http://schemas.microsoft.com/office/drawing/2014/main" id="{9EB0CAEC-6678-4D7B-9BBE-E021FD12C98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5C34DBFA-5C70-4A80-913E-AF76F2CC17E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one learned perspective</a:t>
            </a:r>
          </a:p>
        </p:txBody>
      </p:sp>
      <p:sp>
        <p:nvSpPr>
          <p:cNvPr id="2080359925" name="">
            <a:extLst xmlns:a="http://schemas.openxmlformats.org/drawingml/2006/main">
              <a:ext uri="{FF2B5EF4-FFF2-40B4-BE49-F238E27FC236}">
                <a16:creationId xmlns:a16="http://schemas.microsoft.com/office/drawing/2014/main" id="{5AB6BDFA-DCA5-452D-AB4D-18D8099949D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5 of 9</a:t>
            </a:r>
          </a:p>
        </p:txBody>
      </p:sp>
      <p:sp>
        <p:nvSpPr>
          <p:cNvPr id="2080359926" name="">
            <a:extLst xmlns:a="http://schemas.openxmlformats.org/drawingml/2006/main">
              <a:ext uri="{FF2B5EF4-FFF2-40B4-BE49-F238E27FC236}">
                <a16:creationId xmlns:a16="http://schemas.microsoft.com/office/drawing/2014/main" id="{55D74846-AB38-4F33-9C42-2932D7C0414E}"/>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38588C6A-D464-4CD0-87EC-C4632ADDCA26}"/>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D6225219-CF73-417F-A0D0-FFB8F733338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08601C48-C237-430B-A9C1-68B58E76C30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7E31697E-39C8-454F-BC74-DD84E492B811}"/>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C4B5B7E5-D81A-484F-94C0-9BB430D94FB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66B0002A-2248-4247-B395-9239FC7D500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33E5F61D-59DD-46AE-BAB1-E8E216ACC52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C2D2642B-7FCB-4EEF-8915-659F66BCF9C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33EEF63-4AED-47E5-BC18-D5AB0313910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1057444-BA61-40E8-8208-C82ED2BEE36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70CAE90D-FC96-488A-810F-A4F2C14161A9}"/>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036183A1-987F-4E2C-83D1-A1441DD56C4B}"/>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9" name="">
            <a:extLst xmlns:a="http://schemas.openxmlformats.org/drawingml/2006/main">
              <a:ext uri="{FF2B5EF4-FFF2-40B4-BE49-F238E27FC236}">
                <a16:creationId xmlns:a16="http://schemas.microsoft.com/office/drawing/2014/main" id="{1BCF030E-B11E-4137-B20E-62B580D3F8D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6D42A456-699F-404E-B202-F5B6AB92FC9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F688D7DC-80DC-4606-9E71-F0C554F7784A}"/>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DF00628-28BD-437F-8ECE-7CBA6C3C0CF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06D5DE09-DCF3-46E3-8685-52EAC8C8B6E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5E84F5C-0A8D-47C9-8274-B828E5C9E14F}"/>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5CB8C3F-80B8-468C-A14D-ACD25140866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0B1A95C-BE40-4457-9AE0-4F92FF4C74B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F11524E8-423F-4C55-9EE7-61FE8583B804}"/>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2A3180-1D62-4285-83DC-567806F621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6F26B6FF-2194-4281-A264-E45FB5156A8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640D165-5AA0-4D6E-B7A9-7AF2E9A260B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D50A7E8-7EBA-4316-9809-19100DA12026}"/>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56A2E9AB-B6A2-4525-98AD-A5EAE2FF3F8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2080359922" name="">
            <a:extLst xmlns:a="http://schemas.openxmlformats.org/drawingml/2006/main">
              <a:ext uri="{FF2B5EF4-FFF2-40B4-BE49-F238E27FC236}">
                <a16:creationId xmlns:a16="http://schemas.microsoft.com/office/drawing/2014/main" id="{B3851631-8D85-4EF4-B7A9-64E66B6356B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Several heads learn complementary relationships in parallel.</a:t>
            </a:r>
          </a:p>
        </p:txBody>
      </p:sp>
      <p:sp>
        <p:nvSpPr>
          <p:cNvPr id="2080359923" name="">
            <a:extLst xmlns:a="http://schemas.openxmlformats.org/drawingml/2006/main">
              <a:ext uri="{FF2B5EF4-FFF2-40B4-BE49-F238E27FC236}">
                <a16:creationId xmlns:a16="http://schemas.microsoft.com/office/drawing/2014/main" id="{9C8AF8FE-DF58-4534-A74C-9499B62F814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A02ECBBD-A600-4207-80D9-EFED471517F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many perspectives  →  combined context</a:t>
            </a:r>
          </a:p>
        </p:txBody>
      </p:sp>
      <p:sp>
        <p:nvSpPr>
          <p:cNvPr id="2080359925" name="">
            <a:extLst xmlns:a="http://schemas.openxmlformats.org/drawingml/2006/main">
              <a:ext uri="{FF2B5EF4-FFF2-40B4-BE49-F238E27FC236}">
                <a16:creationId xmlns:a16="http://schemas.microsoft.com/office/drawing/2014/main" id="{928DF0F9-06BC-4DB8-A54D-7E6920BCF05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6 of 9</a:t>
            </a:r>
          </a:p>
        </p:txBody>
      </p:sp>
      <p:sp>
        <p:nvSpPr>
          <p:cNvPr id="2080359926" name="">
            <a:extLst xmlns:a="http://schemas.openxmlformats.org/drawingml/2006/main">
              <a:ext uri="{FF2B5EF4-FFF2-40B4-BE49-F238E27FC236}">
                <a16:creationId xmlns:a16="http://schemas.microsoft.com/office/drawing/2014/main" id="{826B5A6E-1C80-4CA3-913D-97A6451E11E6}"/>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4A8A20CE-F062-4EFE-98B9-13604C6F595A}"/>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4CC06CBE-8578-45EE-AE3F-F9364606237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FAC7911-98C8-4A41-9BEA-2AA3874C7F2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E068E3E7-2801-4739-815C-F199404503D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F3BE6010-FBEE-41CD-A6F4-D64911F4FEC1}"/>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710B015-EFF5-4F2A-8382-3ECF0AE96AC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9544A75D-EABE-4ED4-A396-1C9FBD7EC2F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233DACE1-86C0-4EC9-A40E-39FB53FCD170}"/>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05A96CF6-B11B-42FC-9017-D5C830A3A163}"/>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BC120A9-B275-4127-B956-B245BC0EE89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1882F75E-DF05-4E50-BE0D-117E797E535E}"/>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BE90495E-EF6D-4486-B4BC-720B07579A95}"/>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42BFF3F-3018-46A1-A473-4D575726C96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5F2DE99-E213-412E-9DE1-CD650BA549E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F529357-7F49-4E49-9819-4A8DB6801E5E}"/>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2" name="">
            <a:extLst xmlns:a="http://schemas.openxmlformats.org/drawingml/2006/main">
              <a:ext uri="{FF2B5EF4-FFF2-40B4-BE49-F238E27FC236}">
                <a16:creationId xmlns:a16="http://schemas.microsoft.com/office/drawing/2014/main" id="{19F1F798-89C3-44AD-B7D6-A7FF1CB75C5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F6A09992-5423-4421-ACBD-40AE6F93D35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C8084A5-E96F-413E-B9FF-A632BD187D67}"/>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A430AFA6-AB5B-4333-944D-3EABEDD37F6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C3F7AC-FFBE-4A9E-AB01-F16E0FF9634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CA52D58-B289-4F6A-8BDC-59693C2999C3}"/>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768EBC9E-47C1-42BF-A69C-C4DF74506A3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EA766BB-EF5C-4122-83F2-21651887F0F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E8FC097-46B6-4D0F-AA94-52F0C1FD3D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1153A8D0-5971-4BA9-9C48-5A2E3CE2959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E0C19D42-AC10-4DE8-94A3-44544E4DFF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080359922" name="">
            <a:extLst xmlns:a="http://schemas.openxmlformats.org/drawingml/2006/main">
              <a:ext uri="{FF2B5EF4-FFF2-40B4-BE49-F238E27FC236}">
                <a16:creationId xmlns:a16="http://schemas.microsoft.com/office/drawing/2014/main" id="{055D9E7B-4181-4107-85AB-23DF7643302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Repeat self-attention and a feed-forward network to refine representations.</a:t>
            </a:r>
          </a:p>
        </p:txBody>
      </p:sp>
      <p:sp>
        <p:nvSpPr>
          <p:cNvPr id="2080359923" name="">
            <a:extLst xmlns:a="http://schemas.openxmlformats.org/drawingml/2006/main">
              <a:ext uri="{FF2B5EF4-FFF2-40B4-BE49-F238E27FC236}">
                <a16:creationId xmlns:a16="http://schemas.microsoft.com/office/drawing/2014/main" id="{15B74FE7-0727-4487-9876-E15CC63631D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2129CD6F-15EF-4927-A3AE-FC9CC5964BC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self-attention  +  feed-forward</a:t>
            </a:r>
          </a:p>
        </p:txBody>
      </p:sp>
      <p:sp>
        <p:nvSpPr>
          <p:cNvPr id="2080359925" name="">
            <a:extLst xmlns:a="http://schemas.openxmlformats.org/drawingml/2006/main">
              <a:ext uri="{FF2B5EF4-FFF2-40B4-BE49-F238E27FC236}">
                <a16:creationId xmlns:a16="http://schemas.microsoft.com/office/drawing/2014/main" id="{03F548CF-F5BD-47AD-AA12-42C947724CCE}"/>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7 of 9</a:t>
            </a:r>
          </a:p>
        </p:txBody>
      </p:sp>
      <p:sp>
        <p:nvSpPr>
          <p:cNvPr id="2080359926" name="">
            <a:extLst xmlns:a="http://schemas.openxmlformats.org/drawingml/2006/main">
              <a:ext uri="{FF2B5EF4-FFF2-40B4-BE49-F238E27FC236}">
                <a16:creationId xmlns:a16="http://schemas.microsoft.com/office/drawing/2014/main" id="{58E588DC-6447-4936-92B6-BE4B200E3ABF}"/>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05B78109-9A5E-4103-A12D-66279DD1FF9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A9A8FA95-0342-4976-8037-EFB8DAC282D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92DB852C-D9B4-4C17-88C1-F8B9BD8ED822}"/>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93EA9E7A-33FE-4568-B586-6A35BBF4297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4048B26-8EA1-4837-B196-EEDE81D0147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F2E5EE9B-E55E-449E-9809-792881BAC3C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86E6F051-512D-4C46-8938-716FB68AC47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9FAF839-11B3-44DC-B5C0-722445543E5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DAD7B466-4F2B-4FA9-B58E-40AFA972A33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EFBA8FEE-2F33-4B3A-B424-2EB2B7B438CF}"/>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D45F4FD6-E2F3-4767-8849-DC7D150E0468}"/>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D52A0990-7747-4452-9C3A-9BACD0B69F28}"/>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8AB9E625-0359-4C5A-9C28-491FDAD0D36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8A73756-3367-4739-9473-A5E13DEE236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B8EB129-9C29-43B4-9EC4-D7C3D07C05FD}"/>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73D289E-DED9-442B-8060-44ACB3CD736E}"/>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EA5DBD5B-BA5C-411B-B887-FDDD8739CF55}"/>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A77E8D5-7470-42E0-8CDE-48425449A7F0}"/>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5" name="">
            <a:extLst xmlns:a="http://schemas.openxmlformats.org/drawingml/2006/main">
              <a:ext uri="{FF2B5EF4-FFF2-40B4-BE49-F238E27FC236}">
                <a16:creationId xmlns:a16="http://schemas.microsoft.com/office/drawing/2014/main" id="{2C45AFA3-B3B8-4609-899B-7D54AA080AD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3B59F45-2C80-4033-A4D0-18853D3781D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3B3E55E8-2C73-4B90-8D7D-FF94288EB79F}"/>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C81301E0-6A0F-4824-BBF2-4AF47404CA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7954CCF1-C380-45F1-9087-3FB896AA554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3300B2C7-B899-41D4-AD86-CDC1EBA775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598D2EE-5261-419F-A4ED-5F3AFF3CFF5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8CF19574-B464-4A83-9832-D775E11AB9D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2080359922" name="">
            <a:extLst xmlns:a="http://schemas.openxmlformats.org/drawingml/2006/main">
              <a:ext uri="{FF2B5EF4-FFF2-40B4-BE49-F238E27FC236}">
                <a16:creationId xmlns:a16="http://schemas.microsoft.com/office/drawing/2014/main" id="{D455B0B9-BEF2-4961-B963-12A38A51D480}"/>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Use masked self-attention, cross-attention, and feed-forward layers to generate.</a:t>
            </a:r>
          </a:p>
        </p:txBody>
      </p:sp>
      <p:sp>
        <p:nvSpPr>
          <p:cNvPr id="2080359923" name="">
            <a:extLst xmlns:a="http://schemas.openxmlformats.org/drawingml/2006/main">
              <a:ext uri="{FF2B5EF4-FFF2-40B4-BE49-F238E27FC236}">
                <a16:creationId xmlns:a16="http://schemas.microsoft.com/office/drawing/2014/main" id="{BBAC377E-2A6F-4E6D-A1EE-5255E809A55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FEF5C17C-09A9-4C45-9499-73D3F460174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D97706"/>
                </a:solidFill>
                <a:latin typeface="Calibri"/>
                <a:ea typeface="Calibri"/>
                <a:cs typeface="Calibri"/>
              </a:defRPr>
            </a:pPr>
            <a:r>
              <a:rPr sz="2325" b="1">
                <a:solidFill>
                  <a:srgbClr val="D97706"/>
                </a:solidFill>
                <a:latin typeface="Calibri"/>
                <a:ea typeface="Calibri"/>
                <a:cs typeface="Calibri"/>
              </a:rPr>
              <a:t>past outputs + encoder context</a:t>
            </a:r>
          </a:p>
        </p:txBody>
      </p:sp>
      <p:sp>
        <p:nvSpPr>
          <p:cNvPr id="2080359925" name="">
            <a:extLst xmlns:a="http://schemas.openxmlformats.org/drawingml/2006/main">
              <a:ext uri="{FF2B5EF4-FFF2-40B4-BE49-F238E27FC236}">
                <a16:creationId xmlns:a16="http://schemas.microsoft.com/office/drawing/2014/main" id="{C98FBD21-2C3B-4082-82D2-57FDD46F1AA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8 of 9</a:t>
            </a:r>
          </a:p>
        </p:txBody>
      </p:sp>
      <p:sp>
        <p:nvSpPr>
          <p:cNvPr id="2080359926" name="">
            <a:extLst xmlns:a="http://schemas.openxmlformats.org/drawingml/2006/main">
              <a:ext uri="{FF2B5EF4-FFF2-40B4-BE49-F238E27FC236}">
                <a16:creationId xmlns:a16="http://schemas.microsoft.com/office/drawing/2014/main" id="{FFB4E46E-B4F2-4728-AE5C-8FB5158D32D8}"/>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6B6641B2-F69A-4CB2-88EB-B660CB483A3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708B3B10-DE06-483D-B2C3-FEDAF2234E76}"/>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4E8809F8-F22F-4337-88E4-E188FC87524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B17C812A-2ADC-456D-A9BE-2C85A9F87E99}"/>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0B54836-098B-497C-B4E8-FEB37534812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54FDEA90-8A70-4FDD-8FA3-AEBFE9FA90E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AFDD279-AA6A-4FF7-9E12-EC0B96DF2922}"/>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B52E9C43-DDA4-46ED-BF04-B3142D57632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781411DE-8019-4491-A0C3-A8CA71D1F60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AE233E65-4755-417C-B626-210EFAE5BDB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C1535FE0-2F08-4CE2-9A6A-B6E2F9E655D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6B6B6298-A643-4689-AD39-5F4D17AA617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598B6A65-A914-4865-B381-CC2A642E994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9D0D946-DBB6-4810-B061-B2D9FA6C7F3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44B484B2-44A6-4769-BFCC-C8D9DF7121F3}"/>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1E8C2657-3628-4880-B738-FE9EA02FCE6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92FED728-A9D1-485F-ABE8-964A896BBC5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BED8780-46FC-49B9-B8D5-BD6AE6D394CC}"/>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02CED5B-917D-4B46-9685-490D322C4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F9159B-0D03-4B76-A02E-CB36EF6A8A7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E5AF1F0B-A464-4628-92EA-82246636E7CE}"/>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48" name="">
            <a:extLst xmlns:a="http://schemas.openxmlformats.org/drawingml/2006/main">
              <a:ext uri="{FF2B5EF4-FFF2-40B4-BE49-F238E27FC236}">
                <a16:creationId xmlns:a16="http://schemas.microsoft.com/office/drawing/2014/main" id="{B9D370F4-0708-4F9E-A6DD-A009AF27EF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29AF7395-0F9A-4D70-BF4A-C73E5AF738CE}"/>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F0D5CEE8-561C-4284-B059-13AF6A9E5A5E}"/>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AF435F7-80D1-40CB-8BDE-6E91325925A0}"/>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BA13174-4DE6-49E2-94EC-75CF23F7B77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158566853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
        <p:nvSpPr>
          <p:cNvPr id="2080359922" name="">
            <a:extLst xmlns:a="http://schemas.openxmlformats.org/drawingml/2006/main">
              <a:ext uri="{FF2B5EF4-FFF2-40B4-BE49-F238E27FC236}">
                <a16:creationId xmlns:a16="http://schemas.microsoft.com/office/drawing/2014/main" id="{AC3B88D5-2356-4C3D-9168-2426A97A95E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Convert the final decoder state into probabilities for the next token.</a:t>
            </a:r>
          </a:p>
        </p:txBody>
      </p:sp>
      <p:sp>
        <p:nvSpPr>
          <p:cNvPr id="2080359923" name="">
            <a:extLst xmlns:a="http://schemas.openxmlformats.org/drawingml/2006/main">
              <a:ext uri="{FF2B5EF4-FFF2-40B4-BE49-F238E27FC236}">
                <a16:creationId xmlns:a16="http://schemas.microsoft.com/office/drawing/2014/main" id="{42EFB700-F9A2-4FEC-B571-F4568FD4C25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16C521E8-2833-410F-86BC-78E9AF98B11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D97706"/>
                </a:solidFill>
                <a:latin typeface="Calibri"/>
                <a:ea typeface="Calibri"/>
                <a:cs typeface="Calibri"/>
              </a:defRPr>
            </a:pPr>
            <a:r>
              <a:rPr sz="2325" b="1">
                <a:solidFill>
                  <a:srgbClr val="D97706"/>
                </a:solidFill>
                <a:latin typeface="Calibri"/>
                <a:ea typeface="Calibri"/>
                <a:cs typeface="Calibri"/>
              </a:rPr>
              <a:t>linear layer  →  softmax  →  next token</a:t>
            </a:r>
          </a:p>
        </p:txBody>
      </p:sp>
      <p:sp>
        <p:nvSpPr>
          <p:cNvPr id="2080359925" name="">
            <a:extLst xmlns:a="http://schemas.openxmlformats.org/drawingml/2006/main">
              <a:ext uri="{FF2B5EF4-FFF2-40B4-BE49-F238E27FC236}">
                <a16:creationId xmlns:a16="http://schemas.microsoft.com/office/drawing/2014/main" id="{CD2F6B34-D3F3-4EFB-A34A-B3FCC56BF129}"/>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9 of 9</a:t>
            </a:r>
          </a:p>
        </p:txBody>
      </p:sp>
      <p:sp>
        <p:nvSpPr>
          <p:cNvPr id="2080359926" name="">
            <a:extLst xmlns:a="http://schemas.openxmlformats.org/drawingml/2006/main">
              <a:ext uri="{FF2B5EF4-FFF2-40B4-BE49-F238E27FC236}">
                <a16:creationId xmlns:a16="http://schemas.microsoft.com/office/drawing/2014/main" id="{D727D86D-9E0D-49AD-93CA-A4979891FEFB}"/>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CF9D2DBB-A331-44AA-AE1A-C9A60F40D2C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51C48FD-D69A-4870-AD3A-88F8CEDFE0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6A3ED0B-E99E-4AC5-9034-6EE084B3ADD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3D1E339F-3F25-43C2-8CBD-8D7DF6FF002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16D3CFF-92A2-4D99-B652-A263E192370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DCD43E5-1F8D-4A7F-8785-F7C2760453ED}"/>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9FCCACC-8248-4966-85BB-436C8A46D77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12E80BE-AFE4-4B2A-83DC-6F87361AB027}"/>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E641221-6F16-464F-9828-601CD81F9D1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6B94BB7-D714-4183-8E30-F7EF747EF55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A45F812D-8AF5-47AE-BC0D-BF8FD5F0E32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E56F79A4-DB3C-4A6E-B00E-F621C456ED2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CDFFEA2E-08E1-4C45-90FE-DDB413F527A6}"/>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4558D67F-83CD-42F1-AC00-C583EF2B5D8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6E73E5A7-8972-4912-A5BF-0FF5996A444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84294FD6-1987-4E5F-BB29-2FEB25BA0F9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8900E535-CE64-4426-A48D-FFDDA941B68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7D4E1AD5-28C8-4E07-9ADB-47F532364F68}"/>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5F987F85-DE0D-4498-B9FA-80D69F400E9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1F923783-FABC-4282-BD0A-9A8884C24AC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0F712DC9-7263-4185-B1C6-D4C435C7629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650FCECB-BD82-4D1E-AF25-669CC94378B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2BCF2F-AF9A-48E4-8007-21FE32275C4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758A8022-2939-473E-B70E-524CA890AD6F}"/>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51" name="">
            <a:extLst xmlns:a="http://schemas.openxmlformats.org/drawingml/2006/main">
              <a:ext uri="{FF2B5EF4-FFF2-40B4-BE49-F238E27FC236}">
                <a16:creationId xmlns:a16="http://schemas.microsoft.com/office/drawing/2014/main" id="{5DC98FD9-B662-42C2-BB88-D6696DFF060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4B2ABCA6-1B39-47D6-8B62-3B72D64036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585668532"/>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3436867" name="Rectangle 596912551">
            <a:extLst xmlns:a="http://schemas.openxmlformats.org/drawingml/2006/main">
              <a:ext uri="{FF2B5EF4-FFF2-40B4-BE49-F238E27FC236}">
                <a16:creationId xmlns:a16="http://schemas.microsoft.com/office/drawing/2014/main" id="{9F96BEC4-6404-4EB0-89B7-56958C847D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13522659" name="Rectangle 290873250">
            <a:extLst xmlns:a="http://schemas.openxmlformats.org/drawingml/2006/main">
              <a:ext uri="{FF2B5EF4-FFF2-40B4-BE49-F238E27FC236}">
                <a16:creationId xmlns:a16="http://schemas.microsoft.com/office/drawing/2014/main" id="{124E218C-A9C0-40D7-857E-4F9F4A3E4C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350757244" name="Rectangle: Rounded Corners 81270832">
            <a:extLst xmlns:a="http://schemas.openxmlformats.org/drawingml/2006/main">
              <a:ext uri="{FF2B5EF4-FFF2-40B4-BE49-F238E27FC236}">
                <a16:creationId xmlns:a16="http://schemas.microsoft.com/office/drawing/2014/main" id="{21395006-9591-4B74-AC1C-DC70E12869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882613" name="Rectangle: Rounded Corners 1587413913">
            <a:extLst xmlns:a="http://schemas.openxmlformats.org/drawingml/2006/main">
              <a:ext uri="{FF2B5EF4-FFF2-40B4-BE49-F238E27FC236}">
                <a16:creationId xmlns:a16="http://schemas.microsoft.com/office/drawing/2014/main" id="{5B772E93-C6FC-41D0-8E2E-9471BD13A7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541940471" name="Rectangle: Rounded Corners 493815563">
            <a:extLst xmlns:a="http://schemas.openxmlformats.org/drawingml/2006/main">
              <a:ext uri="{FF2B5EF4-FFF2-40B4-BE49-F238E27FC236}">
                <a16:creationId xmlns:a16="http://schemas.microsoft.com/office/drawing/2014/main" id="{C67D0B6B-1A0D-47C7-9755-FEDF55CF022B}"/>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53012664" name="Rectangle: Rounded Corners 770580154">
            <a:extLst xmlns:a="http://schemas.openxmlformats.org/drawingml/2006/main">
              <a:ext uri="{FF2B5EF4-FFF2-40B4-BE49-F238E27FC236}">
                <a16:creationId xmlns:a16="http://schemas.microsoft.com/office/drawing/2014/main" id="{E6A5CB53-E116-4738-8E5A-5D33E525B0FF}"/>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853264436" name="Arrow: Right 719400496">
            <a:extLst xmlns:a="http://schemas.openxmlformats.org/drawingml/2006/main">
              <a:ext uri="{FF2B5EF4-FFF2-40B4-BE49-F238E27FC236}">
                <a16:creationId xmlns:a16="http://schemas.microsoft.com/office/drawing/2014/main" id="{5EB7B24D-A85C-4D97-9361-E968B3EB093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08576" name="Rectangle: Rounded Corners 1479447591">
            <a:extLst xmlns:a="http://schemas.openxmlformats.org/drawingml/2006/main">
              <a:ext uri="{FF2B5EF4-FFF2-40B4-BE49-F238E27FC236}">
                <a16:creationId xmlns:a16="http://schemas.microsoft.com/office/drawing/2014/main" id="{D60A2B02-B95D-4665-92AD-FCC5671448EE}"/>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93860394" name="Rectangle: Rounded Corners 2028005840">
            <a:extLst xmlns:a="http://schemas.openxmlformats.org/drawingml/2006/main">
              <a:ext uri="{FF2B5EF4-FFF2-40B4-BE49-F238E27FC236}">
                <a16:creationId xmlns:a16="http://schemas.microsoft.com/office/drawing/2014/main" id="{C3B9DE7E-04DF-4826-9759-F7BD0B5B0A01}"/>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69185320" name="Rectangle: Rounded Corners 1882830141">
            <a:extLst xmlns:a="http://schemas.openxmlformats.org/drawingml/2006/main">
              <a:ext uri="{FF2B5EF4-FFF2-40B4-BE49-F238E27FC236}">
                <a16:creationId xmlns:a16="http://schemas.microsoft.com/office/drawing/2014/main" id="{BEDE4D90-1273-4764-B4BF-6493CB830FFC}"/>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24678627" name="Rectangle: Rounded Corners 60243026">
            <a:extLst xmlns:a="http://schemas.openxmlformats.org/drawingml/2006/main">
              <a:ext uri="{FF2B5EF4-FFF2-40B4-BE49-F238E27FC236}">
                <a16:creationId xmlns:a16="http://schemas.microsoft.com/office/drawing/2014/main" id="{AA66AFD3-35C3-4BE4-9F54-984425DAB52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7392900" name="Rectangle: Rounded Corners 1134928050">
            <a:extLst xmlns:a="http://schemas.openxmlformats.org/drawingml/2006/main">
              <a:ext uri="{FF2B5EF4-FFF2-40B4-BE49-F238E27FC236}">
                <a16:creationId xmlns:a16="http://schemas.microsoft.com/office/drawing/2014/main" id="{897FB192-8599-4AED-AEDD-092B19F0FCB4}"/>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71150560" name="Rectangle 1354337603">
            <a:extLst xmlns:a="http://schemas.openxmlformats.org/drawingml/2006/main">
              <a:ext uri="{FF2B5EF4-FFF2-40B4-BE49-F238E27FC236}">
                <a16:creationId xmlns:a16="http://schemas.microsoft.com/office/drawing/2014/main" id="{F10D79D7-2C5C-4D57-BD34-6334667DAC8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640070829" name="Rectangle 564634627">
            <a:extLst xmlns:a="http://schemas.openxmlformats.org/drawingml/2006/main">
              <a:ext uri="{FF2B5EF4-FFF2-40B4-BE49-F238E27FC236}">
                <a16:creationId xmlns:a16="http://schemas.microsoft.com/office/drawing/2014/main" id="{853E1BCB-0D06-442F-ACC0-58CA6AB7C58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63813255"/>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3893351" name="Rectangle 804913496">
            <a:extLst xmlns:a="http://schemas.openxmlformats.org/drawingml/2006/main">
              <a:ext uri="{FF2B5EF4-FFF2-40B4-BE49-F238E27FC236}">
                <a16:creationId xmlns:a16="http://schemas.microsoft.com/office/drawing/2014/main" id="{7482FCB2-EC66-4BA6-9358-25A689853E6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356419469" name="Rectangle 977578111">
            <a:extLst xmlns:a="http://schemas.openxmlformats.org/drawingml/2006/main">
              <a:ext uri="{FF2B5EF4-FFF2-40B4-BE49-F238E27FC236}">
                <a16:creationId xmlns:a16="http://schemas.microsoft.com/office/drawing/2014/main" id="{ABAB1793-8BD6-40DA-8ECC-77EBFF6B49D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84880014" name="Rectangle: Rounded Corners 1169649151">
            <a:extLst xmlns:a="http://schemas.openxmlformats.org/drawingml/2006/main">
              <a:ext uri="{FF2B5EF4-FFF2-40B4-BE49-F238E27FC236}">
                <a16:creationId xmlns:a16="http://schemas.microsoft.com/office/drawing/2014/main" id="{A710CAE4-332B-4DAB-9B18-045596AD2D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651984" name="Straight Connector 2011469827">
            <a:extLst xmlns:a="http://schemas.openxmlformats.org/drawingml/2006/main">
              <a:ext uri="{FF2B5EF4-FFF2-40B4-BE49-F238E27FC236}">
                <a16:creationId xmlns:a16="http://schemas.microsoft.com/office/drawing/2014/main" id="{13E46A82-4CCE-4556-8018-AC12057E349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865780" name="Straight Connector 181034433">
            <a:extLst xmlns:a="http://schemas.openxmlformats.org/drawingml/2006/main">
              <a:ext uri="{FF2B5EF4-FFF2-40B4-BE49-F238E27FC236}">
                <a16:creationId xmlns:a16="http://schemas.microsoft.com/office/drawing/2014/main" id="{16558268-447F-4A26-BE7F-18CAF6279AE5}"/>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95786" name="Oval 1553006746">
            <a:extLst xmlns:a="http://schemas.openxmlformats.org/drawingml/2006/main">
              <a:ext uri="{FF2B5EF4-FFF2-40B4-BE49-F238E27FC236}">
                <a16:creationId xmlns:a16="http://schemas.microsoft.com/office/drawing/2014/main" id="{B4030F64-2E1F-4363-B06B-087236A6230A}"/>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478556" name="Rectangle 1709600281">
            <a:extLst xmlns:a="http://schemas.openxmlformats.org/drawingml/2006/main">
              <a:ext uri="{FF2B5EF4-FFF2-40B4-BE49-F238E27FC236}">
                <a16:creationId xmlns:a16="http://schemas.microsoft.com/office/drawing/2014/main" id="{B0EAB679-2B9D-4E23-A27F-C6C3D3769DE7}"/>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978204502" name="Oval 21898783">
            <a:extLst xmlns:a="http://schemas.openxmlformats.org/drawingml/2006/main">
              <a:ext uri="{FF2B5EF4-FFF2-40B4-BE49-F238E27FC236}">
                <a16:creationId xmlns:a16="http://schemas.microsoft.com/office/drawing/2014/main" id="{1C8CF4A7-45F7-4FEC-9625-BA09B6295C6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738200" name="Rectangle 948343370">
            <a:extLst xmlns:a="http://schemas.openxmlformats.org/drawingml/2006/main">
              <a:ext uri="{FF2B5EF4-FFF2-40B4-BE49-F238E27FC236}">
                <a16:creationId xmlns:a16="http://schemas.microsoft.com/office/drawing/2014/main" id="{35F4FDBC-5072-44CF-9FFC-84DA67ED87CB}"/>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701759374" name="Oval 2041526387">
            <a:extLst xmlns:a="http://schemas.openxmlformats.org/drawingml/2006/main">
              <a:ext uri="{FF2B5EF4-FFF2-40B4-BE49-F238E27FC236}">
                <a16:creationId xmlns:a16="http://schemas.microsoft.com/office/drawing/2014/main" id="{EDB4FEBB-0721-410B-9771-4B4E5C416598}"/>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643463" name="Rectangle 1876813262">
            <a:extLst xmlns:a="http://schemas.openxmlformats.org/drawingml/2006/main">
              <a:ext uri="{FF2B5EF4-FFF2-40B4-BE49-F238E27FC236}">
                <a16:creationId xmlns:a16="http://schemas.microsoft.com/office/drawing/2014/main" id="{1651D852-8827-4A79-BBDE-1BB56C9F057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22960769" name="Oval 1942427474">
            <a:extLst xmlns:a="http://schemas.openxmlformats.org/drawingml/2006/main">
              <a:ext uri="{FF2B5EF4-FFF2-40B4-BE49-F238E27FC236}">
                <a16:creationId xmlns:a16="http://schemas.microsoft.com/office/drawing/2014/main" id="{D13684B6-2E17-42C0-B841-60913700FD5A}"/>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217465" name="Rectangle 888296365">
            <a:extLst xmlns:a="http://schemas.openxmlformats.org/drawingml/2006/main">
              <a:ext uri="{FF2B5EF4-FFF2-40B4-BE49-F238E27FC236}">
                <a16:creationId xmlns:a16="http://schemas.microsoft.com/office/drawing/2014/main" id="{2D8D53CB-F001-4488-A49E-58B99F1EFA09}"/>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253854124" name="Oval 358440105">
            <a:extLst xmlns:a="http://schemas.openxmlformats.org/drawingml/2006/main">
              <a:ext uri="{FF2B5EF4-FFF2-40B4-BE49-F238E27FC236}">
                <a16:creationId xmlns:a16="http://schemas.microsoft.com/office/drawing/2014/main" id="{3D01F7EE-2B3C-4BB8-B7C1-E4FBE8D17760}"/>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7316863" name="Rectangle 1076600515">
            <a:extLst xmlns:a="http://schemas.openxmlformats.org/drawingml/2006/main">
              <a:ext uri="{FF2B5EF4-FFF2-40B4-BE49-F238E27FC236}">
                <a16:creationId xmlns:a16="http://schemas.microsoft.com/office/drawing/2014/main" id="{4DB31A21-FC31-4A57-B251-6A323FB938B6}"/>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31297655" name="Oval 1935212152">
            <a:extLst xmlns:a="http://schemas.openxmlformats.org/drawingml/2006/main">
              <a:ext uri="{FF2B5EF4-FFF2-40B4-BE49-F238E27FC236}">
                <a16:creationId xmlns:a16="http://schemas.microsoft.com/office/drawing/2014/main" id="{0C0D2F05-FD81-4D3E-AC03-27719CA651D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10922" name="Rectangle 40298214">
            <a:extLst xmlns:a="http://schemas.openxmlformats.org/drawingml/2006/main">
              <a:ext uri="{FF2B5EF4-FFF2-40B4-BE49-F238E27FC236}">
                <a16:creationId xmlns:a16="http://schemas.microsoft.com/office/drawing/2014/main" id="{0BD82E11-A2E0-442C-8751-BA973DD20969}"/>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199405477" name="Oval 1096938976">
            <a:extLst xmlns:a="http://schemas.openxmlformats.org/drawingml/2006/main">
              <a:ext uri="{FF2B5EF4-FFF2-40B4-BE49-F238E27FC236}">
                <a16:creationId xmlns:a16="http://schemas.microsoft.com/office/drawing/2014/main" id="{13D8E35E-EA6C-4289-949F-C944E08E12F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765761" name="Rectangle 251020529">
            <a:extLst xmlns:a="http://schemas.openxmlformats.org/drawingml/2006/main">
              <a:ext uri="{FF2B5EF4-FFF2-40B4-BE49-F238E27FC236}">
                <a16:creationId xmlns:a16="http://schemas.microsoft.com/office/drawing/2014/main" id="{B52ECAE3-1350-4650-A9E0-844DD966883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73705827" name="Rectangle 1844580113">
            <a:extLst xmlns:a="http://schemas.openxmlformats.org/drawingml/2006/main">
              <a:ext uri="{FF2B5EF4-FFF2-40B4-BE49-F238E27FC236}">
                <a16:creationId xmlns:a16="http://schemas.microsoft.com/office/drawing/2014/main" id="{03B7D0EE-DBDA-4534-920F-009210C00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8417121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3552911" name="Rectangle 316490786">
            <a:extLst xmlns:a="http://schemas.openxmlformats.org/drawingml/2006/main">
              <a:ext uri="{FF2B5EF4-FFF2-40B4-BE49-F238E27FC236}">
                <a16:creationId xmlns:a16="http://schemas.microsoft.com/office/drawing/2014/main" id="{B94FF49F-5190-4A4D-8A7D-86D30C78945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22446549" name="Rectangle 1088829960">
            <a:extLst xmlns:a="http://schemas.openxmlformats.org/drawingml/2006/main">
              <a:ext uri="{FF2B5EF4-FFF2-40B4-BE49-F238E27FC236}">
                <a16:creationId xmlns:a16="http://schemas.microsoft.com/office/drawing/2014/main" id="{C15D6038-EB7E-4DD9-ADF1-D9C921639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57224284" name="Rectangle: Rounded Corners 1185614033">
            <a:extLst xmlns:a="http://schemas.openxmlformats.org/drawingml/2006/main">
              <a:ext uri="{FF2B5EF4-FFF2-40B4-BE49-F238E27FC236}">
                <a16:creationId xmlns:a16="http://schemas.microsoft.com/office/drawing/2014/main" id="{9835E55D-A127-4C7A-9D16-86B9CEFB7C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353798" name="Rectangle: Rounded Corners 1637263549">
            <a:extLst xmlns:a="http://schemas.openxmlformats.org/drawingml/2006/main">
              <a:ext uri="{FF2B5EF4-FFF2-40B4-BE49-F238E27FC236}">
                <a16:creationId xmlns:a16="http://schemas.microsoft.com/office/drawing/2014/main" id="{F1F3C7AA-E8DD-4929-893B-F5C8B5DA8B7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9279007" name="Arrow: Right 483904790">
            <a:extLst xmlns:a="http://schemas.openxmlformats.org/drawingml/2006/main">
              <a:ext uri="{FF2B5EF4-FFF2-40B4-BE49-F238E27FC236}">
                <a16:creationId xmlns:a16="http://schemas.microsoft.com/office/drawing/2014/main" id="{115075AE-590C-44C7-B48E-5C10D9CBC82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605945375" name="Rectangle: Rounded Corners 112366508">
            <a:extLst xmlns:a="http://schemas.openxmlformats.org/drawingml/2006/main">
              <a:ext uri="{FF2B5EF4-FFF2-40B4-BE49-F238E27FC236}">
                <a16:creationId xmlns:a16="http://schemas.microsoft.com/office/drawing/2014/main" id="{F0ECC46D-D44A-4C54-A196-08EC30248C75}"/>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89361872" name="Rectangle: Rounded Corners 1684869887">
            <a:extLst xmlns:a="http://schemas.openxmlformats.org/drawingml/2006/main">
              <a:ext uri="{FF2B5EF4-FFF2-40B4-BE49-F238E27FC236}">
                <a16:creationId xmlns:a16="http://schemas.microsoft.com/office/drawing/2014/main" id="{21784DC6-4A1C-434F-82C9-75A90461F71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27803153" name="Arrow: Right 582027638">
            <a:extLst xmlns:a="http://schemas.openxmlformats.org/drawingml/2006/main">
              <a:ext uri="{FF2B5EF4-FFF2-40B4-BE49-F238E27FC236}">
                <a16:creationId xmlns:a16="http://schemas.microsoft.com/office/drawing/2014/main" id="{EF49CD3D-871A-415B-8430-9B11ADB8C4BB}"/>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6139577" name="Rectangle: Rounded Corners 415203980">
            <a:extLst xmlns:a="http://schemas.openxmlformats.org/drawingml/2006/main">
              <a:ext uri="{FF2B5EF4-FFF2-40B4-BE49-F238E27FC236}">
                <a16:creationId xmlns:a16="http://schemas.microsoft.com/office/drawing/2014/main" id="{530755E3-3F7A-4999-8B90-B4DD3C906A8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01387832" name="Rectangle 1659565154">
            <a:extLst xmlns:a="http://schemas.openxmlformats.org/drawingml/2006/main">
              <a:ext uri="{FF2B5EF4-FFF2-40B4-BE49-F238E27FC236}">
                <a16:creationId xmlns:a16="http://schemas.microsoft.com/office/drawing/2014/main" id="{0BD48328-ADD3-463B-B8B6-4D5979526B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272745036"/>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165543" name="Rectangle 2031595678">
            <a:extLst xmlns:a="http://schemas.openxmlformats.org/drawingml/2006/main">
              <a:ext uri="{FF2B5EF4-FFF2-40B4-BE49-F238E27FC236}">
                <a16:creationId xmlns:a16="http://schemas.microsoft.com/office/drawing/2014/main" id="{E916E953-EB3B-4898-B72F-08948E6368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25087571" name="Rectangle 1958034541">
            <a:extLst xmlns:a="http://schemas.openxmlformats.org/drawingml/2006/main">
              <a:ext uri="{FF2B5EF4-FFF2-40B4-BE49-F238E27FC236}">
                <a16:creationId xmlns:a16="http://schemas.microsoft.com/office/drawing/2014/main" id="{58B4B6D6-B8D8-4F16-B72E-8A546C2918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1630732" name="Rectangle: Rounded Corners 856291304">
            <a:extLst xmlns:a="http://schemas.openxmlformats.org/drawingml/2006/main">
              <a:ext uri="{FF2B5EF4-FFF2-40B4-BE49-F238E27FC236}">
                <a16:creationId xmlns:a16="http://schemas.microsoft.com/office/drawing/2014/main" id="{7CAF9447-5BCE-4CE3-8A26-F3B730D1ED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215124" name="Oval 915562435">
            <a:extLst xmlns:a="http://schemas.openxmlformats.org/drawingml/2006/main">
              <a:ext uri="{FF2B5EF4-FFF2-40B4-BE49-F238E27FC236}">
                <a16:creationId xmlns:a16="http://schemas.microsoft.com/office/drawing/2014/main" id="{21B23CD1-2901-417D-B5D4-AF7B363B34C6}"/>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118423998" name="Oval 2063706273">
            <a:extLst xmlns:a="http://schemas.openxmlformats.org/drawingml/2006/main">
              <a:ext uri="{FF2B5EF4-FFF2-40B4-BE49-F238E27FC236}">
                <a16:creationId xmlns:a16="http://schemas.microsoft.com/office/drawing/2014/main" id="{C71E483F-08F4-4B09-B7E6-AA5175ADD1B2}"/>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01493646" name="Oval 1843251255">
            <a:extLst xmlns:a="http://schemas.openxmlformats.org/drawingml/2006/main">
              <a:ext uri="{FF2B5EF4-FFF2-40B4-BE49-F238E27FC236}">
                <a16:creationId xmlns:a16="http://schemas.microsoft.com/office/drawing/2014/main" id="{02B18650-5EA2-4ECA-9164-FAFF241FBAB5}"/>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56409661" name="Arrow: Right 1047507270">
            <a:extLst xmlns:a="http://schemas.openxmlformats.org/drawingml/2006/main">
              <a:ext uri="{FF2B5EF4-FFF2-40B4-BE49-F238E27FC236}">
                <a16:creationId xmlns:a16="http://schemas.microsoft.com/office/drawing/2014/main" id="{BBDEA5AE-A17C-4E96-9381-FAB85F1D0D6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97590484" name="Arrow: Right 416431706">
            <a:extLst xmlns:a="http://schemas.openxmlformats.org/drawingml/2006/main">
              <a:ext uri="{FF2B5EF4-FFF2-40B4-BE49-F238E27FC236}">
                <a16:creationId xmlns:a16="http://schemas.microsoft.com/office/drawing/2014/main" id="{183590D0-0EF6-45D5-8BAC-302A59F9F8E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86271915" name="Rectangle: Rounded Corners 685887359">
            <a:extLst xmlns:a="http://schemas.openxmlformats.org/drawingml/2006/main">
              <a:ext uri="{FF2B5EF4-FFF2-40B4-BE49-F238E27FC236}">
                <a16:creationId xmlns:a16="http://schemas.microsoft.com/office/drawing/2014/main" id="{CA698101-E9AF-4BDD-B58F-9603A05EE75F}"/>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8031317" name="Rectangle 1087270730">
            <a:extLst xmlns:a="http://schemas.openxmlformats.org/drawingml/2006/main">
              <a:ext uri="{FF2B5EF4-FFF2-40B4-BE49-F238E27FC236}">
                <a16:creationId xmlns:a16="http://schemas.microsoft.com/office/drawing/2014/main" id="{6EBBDF0B-E976-4FB6-BAB0-F0D828A456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791571851"/>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8023135" name="Rectangle 274056230">
            <a:extLst xmlns:a="http://schemas.openxmlformats.org/drawingml/2006/main">
              <a:ext uri="{FF2B5EF4-FFF2-40B4-BE49-F238E27FC236}">
                <a16:creationId xmlns:a16="http://schemas.microsoft.com/office/drawing/2014/main" id="{0F8956B0-52D6-4577-84E7-79E6EDADC4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92586346" name="Rectangle 2069842662">
            <a:extLst xmlns:a="http://schemas.openxmlformats.org/drawingml/2006/main">
              <a:ext uri="{FF2B5EF4-FFF2-40B4-BE49-F238E27FC236}">
                <a16:creationId xmlns:a16="http://schemas.microsoft.com/office/drawing/2014/main" id="{50FA9094-BF04-42F4-A5E6-7ACDBA793D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47127227" name="Rectangle: Rounded Corners 1012080298">
            <a:extLst xmlns:a="http://schemas.openxmlformats.org/drawingml/2006/main">
              <a:ext uri="{FF2B5EF4-FFF2-40B4-BE49-F238E27FC236}">
                <a16:creationId xmlns:a16="http://schemas.microsoft.com/office/drawing/2014/main" id="{A5EE7E3F-E091-40C3-9BE5-2517E30C2E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738190" name="Rectangle: Rounded Corners 268010825">
            <a:extLst xmlns:a="http://schemas.openxmlformats.org/drawingml/2006/main">
              <a:ext uri="{FF2B5EF4-FFF2-40B4-BE49-F238E27FC236}">
                <a16:creationId xmlns:a16="http://schemas.microsoft.com/office/drawing/2014/main" id="{A5F24D51-EA2C-41CF-BC9C-6C57137CB720}"/>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944305236" name="Rectangle 859411994">
            <a:extLst xmlns:a="http://schemas.openxmlformats.org/drawingml/2006/main">
              <a:ext uri="{FF2B5EF4-FFF2-40B4-BE49-F238E27FC236}">
                <a16:creationId xmlns:a16="http://schemas.microsoft.com/office/drawing/2014/main" id="{A49F2A0A-7FA7-4F84-9BF9-31A261764B1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96663599" name="Rectangle: Rounded Corners 462313761">
            <a:extLst xmlns:a="http://schemas.openxmlformats.org/drawingml/2006/main">
              <a:ext uri="{FF2B5EF4-FFF2-40B4-BE49-F238E27FC236}">
                <a16:creationId xmlns:a16="http://schemas.microsoft.com/office/drawing/2014/main" id="{81BAEFCE-C350-4CE9-8F55-AB0EB617BAF2}"/>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47257886" name="Rectangle 256178726">
            <a:extLst xmlns:a="http://schemas.openxmlformats.org/drawingml/2006/main">
              <a:ext uri="{FF2B5EF4-FFF2-40B4-BE49-F238E27FC236}">
                <a16:creationId xmlns:a16="http://schemas.microsoft.com/office/drawing/2014/main" id="{BCF9BE35-1F05-4A81-BD14-A774DB5A0567}"/>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53182702" name="Rectangle: Rounded Corners 570514558">
            <a:extLst xmlns:a="http://schemas.openxmlformats.org/drawingml/2006/main">
              <a:ext uri="{FF2B5EF4-FFF2-40B4-BE49-F238E27FC236}">
                <a16:creationId xmlns:a16="http://schemas.microsoft.com/office/drawing/2014/main" id="{5B8A9A1E-74BD-4D1B-A20D-BF26C7E8864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947835" name="Rectangle: Rounded Corners 1825339525">
            <a:extLst xmlns:a="http://schemas.openxmlformats.org/drawingml/2006/main">
              <a:ext uri="{FF2B5EF4-FFF2-40B4-BE49-F238E27FC236}">
                <a16:creationId xmlns:a16="http://schemas.microsoft.com/office/drawing/2014/main" id="{4A7FAB98-DC05-4B94-9531-F921452F939E}"/>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0035476" name="Rectangle: Rounded Corners 1330424870">
            <a:extLst xmlns:a="http://schemas.openxmlformats.org/drawingml/2006/main">
              <a:ext uri="{FF2B5EF4-FFF2-40B4-BE49-F238E27FC236}">
                <a16:creationId xmlns:a16="http://schemas.microsoft.com/office/drawing/2014/main" id="{96864714-198F-4A68-8C7B-BCDD876ED79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071561" name="Rectangle: Rounded Corners 1894137061">
            <a:extLst xmlns:a="http://schemas.openxmlformats.org/drawingml/2006/main">
              <a:ext uri="{FF2B5EF4-FFF2-40B4-BE49-F238E27FC236}">
                <a16:creationId xmlns:a16="http://schemas.microsoft.com/office/drawing/2014/main" id="{A9C95750-38E5-452B-8C50-B9D383971A7F}"/>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700703" name="Rectangle: Rounded Corners 402898928">
            <a:extLst xmlns:a="http://schemas.openxmlformats.org/drawingml/2006/main">
              <a:ext uri="{FF2B5EF4-FFF2-40B4-BE49-F238E27FC236}">
                <a16:creationId xmlns:a16="http://schemas.microsoft.com/office/drawing/2014/main" id="{6DB40E15-F806-48C3-95E1-303BA7725D14}"/>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298411" name="Rectangle 1777770755">
            <a:extLst xmlns:a="http://schemas.openxmlformats.org/drawingml/2006/main">
              <a:ext uri="{FF2B5EF4-FFF2-40B4-BE49-F238E27FC236}">
                <a16:creationId xmlns:a16="http://schemas.microsoft.com/office/drawing/2014/main" id="{CD4616E9-1D01-424C-9BC9-171558FC973E}"/>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261109068" name="Rectangle 664374673">
            <a:extLst xmlns:a="http://schemas.openxmlformats.org/drawingml/2006/main">
              <a:ext uri="{FF2B5EF4-FFF2-40B4-BE49-F238E27FC236}">
                <a16:creationId xmlns:a16="http://schemas.microsoft.com/office/drawing/2014/main" id="{D02412C3-BD49-457B-9C93-82BAA354C95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
        <p:nvSpPr>
          <p:cNvPr id="497061539" name="qk-score-formula">
            <a:extLst xmlns:a="http://schemas.openxmlformats.org/drawingml/2006/main">
              <a:ext uri="{FF2B5EF4-FFF2-40B4-BE49-F238E27FC236}">
                <a16:creationId xmlns:a16="http://schemas.microsoft.com/office/drawing/2014/main" id="{1E949D9B-F2AE-4ADA-8A5A-1CE8D34C2D5C}"/>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380079264" name="dot-product-explanation">
            <a:extLst xmlns:a="http://schemas.openxmlformats.org/drawingml/2006/main">
              <a:ext uri="{FF2B5EF4-FFF2-40B4-BE49-F238E27FC236}">
                <a16:creationId xmlns:a16="http://schemas.microsoft.com/office/drawing/2014/main" id="{7CDDD278-2354-46C6-BC78-430A27046C19}"/>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4470058"/>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5154146" name="Rectangle 1701338696">
            <a:extLst xmlns:a="http://schemas.openxmlformats.org/drawingml/2006/main">
              <a:ext uri="{FF2B5EF4-FFF2-40B4-BE49-F238E27FC236}">
                <a16:creationId xmlns:a16="http://schemas.microsoft.com/office/drawing/2014/main" id="{81CC1C4A-6AEA-4819-A7BD-CB89107FD0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7913816" name="Rectangle 1786653114">
            <a:extLst xmlns:a="http://schemas.openxmlformats.org/drawingml/2006/main">
              <a:ext uri="{FF2B5EF4-FFF2-40B4-BE49-F238E27FC236}">
                <a16:creationId xmlns:a16="http://schemas.microsoft.com/office/drawing/2014/main" id="{6F9A5FD8-BE66-4799-A6EE-95C2A854A3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005696804" name="Rectangle: Rounded Corners 464705818">
            <a:extLst xmlns:a="http://schemas.openxmlformats.org/drawingml/2006/main">
              <a:ext uri="{FF2B5EF4-FFF2-40B4-BE49-F238E27FC236}">
                <a16:creationId xmlns:a16="http://schemas.microsoft.com/office/drawing/2014/main" id="{A11E196E-AABB-473B-B1E4-6A5BC89C10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75898" name="Rectangle: Rounded Corners 1141548239">
            <a:extLst xmlns:a="http://schemas.openxmlformats.org/drawingml/2006/main">
              <a:ext uri="{FF2B5EF4-FFF2-40B4-BE49-F238E27FC236}">
                <a16:creationId xmlns:a16="http://schemas.microsoft.com/office/drawing/2014/main" id="{4F8A55DF-EDFF-41A6-A7C9-125C0A7825F6}"/>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204578" name="Rectangle: Rounded Corners 498832919">
            <a:extLst xmlns:a="http://schemas.openxmlformats.org/drawingml/2006/main">
              <a:ext uri="{FF2B5EF4-FFF2-40B4-BE49-F238E27FC236}">
                <a16:creationId xmlns:a16="http://schemas.microsoft.com/office/drawing/2014/main" id="{619D11A5-A565-4A99-A835-894CE61B2D03}"/>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660367" name="Rectangle: Rounded Corners 1769908897">
            <a:extLst xmlns:a="http://schemas.openxmlformats.org/drawingml/2006/main">
              <a:ext uri="{FF2B5EF4-FFF2-40B4-BE49-F238E27FC236}">
                <a16:creationId xmlns:a16="http://schemas.microsoft.com/office/drawing/2014/main" id="{41EF5D04-2064-491B-A2D0-62DC1F94FF2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352749" name="Rectangle: Rounded Corners 1914348486">
            <a:extLst xmlns:a="http://schemas.openxmlformats.org/drawingml/2006/main">
              <a:ext uri="{FF2B5EF4-FFF2-40B4-BE49-F238E27FC236}">
                <a16:creationId xmlns:a16="http://schemas.microsoft.com/office/drawing/2014/main" id="{6582E59F-346B-4585-8008-0F20E3F1FFE3}"/>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2859275" name="Rectangle: Rounded Corners 1678518739">
            <a:extLst xmlns:a="http://schemas.openxmlformats.org/drawingml/2006/main">
              <a:ext uri="{FF2B5EF4-FFF2-40B4-BE49-F238E27FC236}">
                <a16:creationId xmlns:a16="http://schemas.microsoft.com/office/drawing/2014/main" id="{9F979E59-45C2-4B02-A8CF-F02A6EFECE6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393079" name="Arrow: Right 2119966246">
            <a:extLst xmlns:a="http://schemas.openxmlformats.org/drawingml/2006/main">
              <a:ext uri="{FF2B5EF4-FFF2-40B4-BE49-F238E27FC236}">
                <a16:creationId xmlns:a16="http://schemas.microsoft.com/office/drawing/2014/main" id="{6A05F8E8-8923-427C-93BB-5B86D75141B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176181375" name="Rectangle: Rounded Corners 211572738">
            <a:extLst xmlns:a="http://schemas.openxmlformats.org/drawingml/2006/main">
              <a:ext uri="{FF2B5EF4-FFF2-40B4-BE49-F238E27FC236}">
                <a16:creationId xmlns:a16="http://schemas.microsoft.com/office/drawing/2014/main" id="{01159179-45CE-49F8-B27E-0E18776EA95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503962" name="Rectangle: Rounded Corners 1030269239">
            <a:extLst xmlns:a="http://schemas.openxmlformats.org/drawingml/2006/main">
              <a:ext uri="{FF2B5EF4-FFF2-40B4-BE49-F238E27FC236}">
                <a16:creationId xmlns:a16="http://schemas.microsoft.com/office/drawing/2014/main" id="{B93F5C5C-F32B-4390-839E-E790FF69C27E}"/>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268729" name="Rectangle: Rounded Corners 642494706">
            <a:extLst xmlns:a="http://schemas.openxmlformats.org/drawingml/2006/main">
              <a:ext uri="{FF2B5EF4-FFF2-40B4-BE49-F238E27FC236}">
                <a16:creationId xmlns:a16="http://schemas.microsoft.com/office/drawing/2014/main" id="{5042DD76-6D70-48F4-B85B-24B56E5389D0}"/>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508904" name="Rectangle: Rounded Corners 1203968868">
            <a:extLst xmlns:a="http://schemas.openxmlformats.org/drawingml/2006/main">
              <a:ext uri="{FF2B5EF4-FFF2-40B4-BE49-F238E27FC236}">
                <a16:creationId xmlns:a16="http://schemas.microsoft.com/office/drawing/2014/main" id="{ABEE3592-BB8E-415D-AA07-F19FBF986350}"/>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670052" name="Rectangle: Rounded Corners 666818066">
            <a:extLst xmlns:a="http://schemas.openxmlformats.org/drawingml/2006/main">
              <a:ext uri="{FF2B5EF4-FFF2-40B4-BE49-F238E27FC236}">
                <a16:creationId xmlns:a16="http://schemas.microsoft.com/office/drawing/2014/main" id="{1DCD253A-0E67-4CB3-BDAD-086624D418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177737" name="Rectangle 1940968764">
            <a:extLst xmlns:a="http://schemas.openxmlformats.org/drawingml/2006/main">
              <a:ext uri="{FF2B5EF4-FFF2-40B4-BE49-F238E27FC236}">
                <a16:creationId xmlns:a16="http://schemas.microsoft.com/office/drawing/2014/main" id="{58C43449-9E07-4060-8DDC-933FA5EBE951}"/>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981646223" name="Rectangle 1848061419">
            <a:extLst xmlns:a="http://schemas.openxmlformats.org/drawingml/2006/main">
              <a:ext uri="{FF2B5EF4-FFF2-40B4-BE49-F238E27FC236}">
                <a16:creationId xmlns:a16="http://schemas.microsoft.com/office/drawing/2014/main" id="{45CC2329-5457-4BCC-8905-4AA5651F799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692295456" name="Rectangle 2016234214">
            <a:extLst xmlns:a="http://schemas.openxmlformats.org/drawingml/2006/main">
              <a:ext uri="{FF2B5EF4-FFF2-40B4-BE49-F238E27FC236}">
                <a16:creationId xmlns:a16="http://schemas.microsoft.com/office/drawing/2014/main" id="{AFFC069E-FCB7-4817-8A91-5BDA84F9BA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
        <p:nvSpPr>
          <p:cNvPr id="274271176" name="scaled-dot-product-attention-formula">
            <a:extLst xmlns:a="http://schemas.openxmlformats.org/drawingml/2006/main">
              <a:ext uri="{FF2B5EF4-FFF2-40B4-BE49-F238E27FC236}">
                <a16:creationId xmlns:a16="http://schemas.microsoft.com/office/drawing/2014/main" id="{4397DDB9-7E5E-4EA2-9F4C-8CE824B297FE}"/>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34549540" name="scaling-explanation">
            <a:extLst xmlns:a="http://schemas.openxmlformats.org/drawingml/2006/main">
              <a:ext uri="{FF2B5EF4-FFF2-40B4-BE49-F238E27FC236}">
                <a16:creationId xmlns:a16="http://schemas.microsoft.com/office/drawing/2014/main" id="{CDDEE90B-FAB7-4D6D-8CB2-1D5384BF48DE}"/>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429678054"/>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0842816" name="Rectangle 667720717">
            <a:extLst xmlns:a="http://schemas.openxmlformats.org/drawingml/2006/main">
              <a:ext uri="{FF2B5EF4-FFF2-40B4-BE49-F238E27FC236}">
                <a16:creationId xmlns:a16="http://schemas.microsoft.com/office/drawing/2014/main" id="{1071D602-4811-4B5D-A980-8CF2613AF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09946567" name="Rectangle 1521779778">
            <a:extLst xmlns:a="http://schemas.openxmlformats.org/drawingml/2006/main">
              <a:ext uri="{FF2B5EF4-FFF2-40B4-BE49-F238E27FC236}">
                <a16:creationId xmlns:a16="http://schemas.microsoft.com/office/drawing/2014/main" id="{B8B9A33E-7167-49B5-8856-0195FFE507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040705848" name="Rectangle: Rounded Corners 832807897">
            <a:extLst xmlns:a="http://schemas.openxmlformats.org/drawingml/2006/main">
              <a:ext uri="{FF2B5EF4-FFF2-40B4-BE49-F238E27FC236}">
                <a16:creationId xmlns:a16="http://schemas.microsoft.com/office/drawing/2014/main" id="{446050C6-35E1-47DD-BF2F-1898649B75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33248" name="Rectangle: Rounded Corners 1099418884">
            <a:extLst xmlns:a="http://schemas.openxmlformats.org/drawingml/2006/main">
              <a:ext uri="{FF2B5EF4-FFF2-40B4-BE49-F238E27FC236}">
                <a16:creationId xmlns:a16="http://schemas.microsoft.com/office/drawing/2014/main" id="{561FDA28-0B86-401D-9A19-782B3EF5F087}"/>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002141919" name="Rectangle 605842497">
            <a:extLst xmlns:a="http://schemas.openxmlformats.org/drawingml/2006/main">
              <a:ext uri="{FF2B5EF4-FFF2-40B4-BE49-F238E27FC236}">
                <a16:creationId xmlns:a16="http://schemas.microsoft.com/office/drawing/2014/main" id="{36770559-D730-462A-B89A-67C74816D5F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414288910" name="Rectangle: Rounded Corners 1810780251">
            <a:extLst xmlns:a="http://schemas.openxmlformats.org/drawingml/2006/main">
              <a:ext uri="{FF2B5EF4-FFF2-40B4-BE49-F238E27FC236}">
                <a16:creationId xmlns:a16="http://schemas.microsoft.com/office/drawing/2014/main" id="{5108198F-4289-4AFB-8D35-18DC6E3F2BD0}"/>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497153466" name="Rectangle 1903860279">
            <a:extLst xmlns:a="http://schemas.openxmlformats.org/drawingml/2006/main">
              <a:ext uri="{FF2B5EF4-FFF2-40B4-BE49-F238E27FC236}">
                <a16:creationId xmlns:a16="http://schemas.microsoft.com/office/drawing/2014/main" id="{38BE3133-F5A2-4CF5-9653-8D5FCCE0FD54}"/>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32121611" name="Rectangle: Rounded Corners 453837605">
            <a:extLst xmlns:a="http://schemas.openxmlformats.org/drawingml/2006/main">
              <a:ext uri="{FF2B5EF4-FFF2-40B4-BE49-F238E27FC236}">
                <a16:creationId xmlns:a16="http://schemas.microsoft.com/office/drawing/2014/main" id="{D53FC1B0-C81E-45D8-9E4C-506F0B401728}"/>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71380" name="Rectangle 1961512127">
            <a:extLst xmlns:a="http://schemas.openxmlformats.org/drawingml/2006/main">
              <a:ext uri="{FF2B5EF4-FFF2-40B4-BE49-F238E27FC236}">
                <a16:creationId xmlns:a16="http://schemas.microsoft.com/office/drawing/2014/main" id="{40C89167-3D08-416F-A4DD-72B80D7FD43B}"/>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96327624" name="Rectangle: Rounded Corners 866508350">
            <a:extLst xmlns:a="http://schemas.openxmlformats.org/drawingml/2006/main">
              <a:ext uri="{FF2B5EF4-FFF2-40B4-BE49-F238E27FC236}">
                <a16:creationId xmlns:a16="http://schemas.microsoft.com/office/drawing/2014/main" id="{ADEC6F6E-92C4-4401-9528-E787D226652C}"/>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699298245" name="Rectangle 1031075147">
            <a:extLst xmlns:a="http://schemas.openxmlformats.org/drawingml/2006/main">
              <a:ext uri="{FF2B5EF4-FFF2-40B4-BE49-F238E27FC236}">
                <a16:creationId xmlns:a16="http://schemas.microsoft.com/office/drawing/2014/main" id="{F7528926-097A-43C3-AA22-72EFE11F218D}"/>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429487709" name="Arrow: Right 691035972">
            <a:extLst xmlns:a="http://schemas.openxmlformats.org/drawingml/2006/main">
              <a:ext uri="{FF2B5EF4-FFF2-40B4-BE49-F238E27FC236}">
                <a16:creationId xmlns:a16="http://schemas.microsoft.com/office/drawing/2014/main" id="{E694032A-21A8-4055-8F6A-2AD5DCCF7B81}"/>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26432698" name="Rectangle: Rounded Corners 997542731">
            <a:extLst xmlns:a="http://schemas.openxmlformats.org/drawingml/2006/main">
              <a:ext uri="{FF2B5EF4-FFF2-40B4-BE49-F238E27FC236}">
                <a16:creationId xmlns:a16="http://schemas.microsoft.com/office/drawing/2014/main" id="{6D4E42B2-36B4-45BA-92F2-506E5A9C4FF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62797231" name="Rectangle 1562003282">
            <a:extLst xmlns:a="http://schemas.openxmlformats.org/drawingml/2006/main">
              <a:ext uri="{FF2B5EF4-FFF2-40B4-BE49-F238E27FC236}">
                <a16:creationId xmlns:a16="http://schemas.microsoft.com/office/drawing/2014/main" id="{23FF8ADF-6155-417B-957C-D685AE1ED16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703584353"/>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1360708" name="Rectangle 836461681">
            <a:extLst xmlns:a="http://schemas.openxmlformats.org/drawingml/2006/main">
              <a:ext uri="{FF2B5EF4-FFF2-40B4-BE49-F238E27FC236}">
                <a16:creationId xmlns:a16="http://schemas.microsoft.com/office/drawing/2014/main" id="{2726064C-F75F-457D-A51F-C778B62B90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398923933" name="Rectangle 1767099124">
            <a:extLst xmlns:a="http://schemas.openxmlformats.org/drawingml/2006/main">
              <a:ext uri="{FF2B5EF4-FFF2-40B4-BE49-F238E27FC236}">
                <a16:creationId xmlns:a16="http://schemas.microsoft.com/office/drawing/2014/main" id="{39746478-1CC2-47BE-A6F4-D0F8799E34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409352072" name="Rectangle: Rounded Corners 658275056">
            <a:extLst xmlns:a="http://schemas.openxmlformats.org/drawingml/2006/main">
              <a:ext uri="{FF2B5EF4-FFF2-40B4-BE49-F238E27FC236}">
                <a16:creationId xmlns:a16="http://schemas.microsoft.com/office/drawing/2014/main" id="{87241F04-89DA-434C-B2CD-FADC473F59D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394107" name="Oval 1632534857">
            <a:extLst xmlns:a="http://schemas.openxmlformats.org/drawingml/2006/main">
              <a:ext uri="{FF2B5EF4-FFF2-40B4-BE49-F238E27FC236}">
                <a16:creationId xmlns:a16="http://schemas.microsoft.com/office/drawing/2014/main" id="{700DB692-1745-4C79-8A01-6C5E2824C3C3}"/>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41582483" name="Oval 1413970628">
            <a:extLst xmlns:a="http://schemas.openxmlformats.org/drawingml/2006/main">
              <a:ext uri="{FF2B5EF4-FFF2-40B4-BE49-F238E27FC236}">
                <a16:creationId xmlns:a16="http://schemas.microsoft.com/office/drawing/2014/main" id="{BCCD414B-9280-45E5-93A0-03328D95A4B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33436403" name="Oval 1148745044">
            <a:extLst xmlns:a="http://schemas.openxmlformats.org/drawingml/2006/main">
              <a:ext uri="{FF2B5EF4-FFF2-40B4-BE49-F238E27FC236}">
                <a16:creationId xmlns:a16="http://schemas.microsoft.com/office/drawing/2014/main" id="{FDD4A8FA-645D-4FC6-90F1-4FF9D2807ED2}"/>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25370881" name="Oval 1579502936">
            <a:extLst xmlns:a="http://schemas.openxmlformats.org/drawingml/2006/main">
              <a:ext uri="{FF2B5EF4-FFF2-40B4-BE49-F238E27FC236}">
                <a16:creationId xmlns:a16="http://schemas.microsoft.com/office/drawing/2014/main" id="{274BE71F-B14E-49AA-A84D-383962029244}"/>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046716211" name="Oval 638914901">
            <a:extLst xmlns:a="http://schemas.openxmlformats.org/drawingml/2006/main">
              <a:ext uri="{FF2B5EF4-FFF2-40B4-BE49-F238E27FC236}">
                <a16:creationId xmlns:a16="http://schemas.microsoft.com/office/drawing/2014/main" id="{BD7B3260-1C82-4881-A38D-D9ECF37E0A8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0862106" name="Oval 1524084679">
            <a:extLst xmlns:a="http://schemas.openxmlformats.org/drawingml/2006/main">
              <a:ext uri="{FF2B5EF4-FFF2-40B4-BE49-F238E27FC236}">
                <a16:creationId xmlns:a16="http://schemas.microsoft.com/office/drawing/2014/main" id="{F3125D9E-49DF-4C02-8D9D-C62EDA302E65}"/>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10486117" name="Oval 1617060268">
            <a:extLst xmlns:a="http://schemas.openxmlformats.org/drawingml/2006/main">
              <a:ext uri="{FF2B5EF4-FFF2-40B4-BE49-F238E27FC236}">
                <a16:creationId xmlns:a16="http://schemas.microsoft.com/office/drawing/2014/main" id="{764D7CAD-2E2F-4DFB-A3FA-6859CFB801A5}"/>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30030713" name="Oval 1577893088">
            <a:extLst xmlns:a="http://schemas.openxmlformats.org/drawingml/2006/main">
              <a:ext uri="{FF2B5EF4-FFF2-40B4-BE49-F238E27FC236}">
                <a16:creationId xmlns:a16="http://schemas.microsoft.com/office/drawing/2014/main" id="{0DAC93D6-8CDA-48BB-A3F3-63565AA3DE06}"/>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206870" name="Oval 1071333543">
            <a:extLst xmlns:a="http://schemas.openxmlformats.org/drawingml/2006/main">
              <a:ext uri="{FF2B5EF4-FFF2-40B4-BE49-F238E27FC236}">
                <a16:creationId xmlns:a16="http://schemas.microsoft.com/office/drawing/2014/main" id="{B8841E5F-1C8F-489E-9E1B-801593769AED}"/>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70508079" name="Oval 399974577">
            <a:extLst xmlns:a="http://schemas.openxmlformats.org/drawingml/2006/main">
              <a:ext uri="{FF2B5EF4-FFF2-40B4-BE49-F238E27FC236}">
                <a16:creationId xmlns:a16="http://schemas.microsoft.com/office/drawing/2014/main" id="{BCBC6D01-6F27-48F4-A644-34FEECCDC910}"/>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99039674" name="Oval 1223483228">
            <a:extLst xmlns:a="http://schemas.openxmlformats.org/drawingml/2006/main">
              <a:ext uri="{FF2B5EF4-FFF2-40B4-BE49-F238E27FC236}">
                <a16:creationId xmlns:a16="http://schemas.microsoft.com/office/drawing/2014/main" id="{DD9D3480-B8CF-4225-8ED8-CACCB5006ADC}"/>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902249" name="Oval 494721319">
            <a:extLst xmlns:a="http://schemas.openxmlformats.org/drawingml/2006/main">
              <a:ext uri="{FF2B5EF4-FFF2-40B4-BE49-F238E27FC236}">
                <a16:creationId xmlns:a16="http://schemas.microsoft.com/office/drawing/2014/main" id="{F3927BB4-C0D9-4485-91F2-BC201DFFFB6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4463481" name="Straight Connector 484203624">
            <a:extLst xmlns:a="http://schemas.openxmlformats.org/drawingml/2006/main">
              <a:ext uri="{FF2B5EF4-FFF2-40B4-BE49-F238E27FC236}">
                <a16:creationId xmlns:a16="http://schemas.microsoft.com/office/drawing/2014/main" id="{E01845B4-5C34-49EF-8AB8-5C321EC9DD4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522504" name="Straight Connector 390803704">
            <a:extLst xmlns:a="http://schemas.openxmlformats.org/drawingml/2006/main">
              <a:ext uri="{FF2B5EF4-FFF2-40B4-BE49-F238E27FC236}">
                <a16:creationId xmlns:a16="http://schemas.microsoft.com/office/drawing/2014/main" id="{24D4A07D-352A-4302-95C3-EE6349EEAB57}"/>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861485" name="Straight Connector 1483356268">
            <a:extLst xmlns:a="http://schemas.openxmlformats.org/drawingml/2006/main">
              <a:ext uri="{FF2B5EF4-FFF2-40B4-BE49-F238E27FC236}">
                <a16:creationId xmlns:a16="http://schemas.microsoft.com/office/drawing/2014/main" id="{A5130EF3-433F-4C69-A699-728A83F2CDD6}"/>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432658" name="Straight Connector 491113418">
            <a:extLst xmlns:a="http://schemas.openxmlformats.org/drawingml/2006/main">
              <a:ext uri="{FF2B5EF4-FFF2-40B4-BE49-F238E27FC236}">
                <a16:creationId xmlns:a16="http://schemas.microsoft.com/office/drawing/2014/main" id="{4FF666E9-471F-489E-BC86-D57ACA307D5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44881" name="Straight Connector 1895177637">
            <a:extLst xmlns:a="http://schemas.openxmlformats.org/drawingml/2006/main">
              <a:ext uri="{FF2B5EF4-FFF2-40B4-BE49-F238E27FC236}">
                <a16:creationId xmlns:a16="http://schemas.microsoft.com/office/drawing/2014/main" id="{731E12AC-2C89-4E9F-8F4D-1D2C673610DF}"/>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87061" name="Straight Connector 1498279708">
            <a:extLst xmlns:a="http://schemas.openxmlformats.org/drawingml/2006/main">
              <a:ext uri="{FF2B5EF4-FFF2-40B4-BE49-F238E27FC236}">
                <a16:creationId xmlns:a16="http://schemas.microsoft.com/office/drawing/2014/main" id="{6106E4CB-67D5-4B56-80C5-607806E391D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53678" name="Straight Connector 139583842">
            <a:extLst xmlns:a="http://schemas.openxmlformats.org/drawingml/2006/main">
              <a:ext uri="{FF2B5EF4-FFF2-40B4-BE49-F238E27FC236}">
                <a16:creationId xmlns:a16="http://schemas.microsoft.com/office/drawing/2014/main" id="{A8436324-A213-4D96-8D19-0299A8374894}"/>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4848" name="Straight Connector 810730709">
            <a:extLst xmlns:a="http://schemas.openxmlformats.org/drawingml/2006/main">
              <a:ext uri="{FF2B5EF4-FFF2-40B4-BE49-F238E27FC236}">
                <a16:creationId xmlns:a16="http://schemas.microsoft.com/office/drawing/2014/main" id="{FB6444C1-1437-495A-9312-DC643C3EC0F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627298" name="Straight Connector 521066155">
            <a:extLst xmlns:a="http://schemas.openxmlformats.org/drawingml/2006/main">
              <a:ext uri="{FF2B5EF4-FFF2-40B4-BE49-F238E27FC236}">
                <a16:creationId xmlns:a16="http://schemas.microsoft.com/office/drawing/2014/main" id="{B41E19AA-F749-4BD2-A8A3-90DF1330650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564699" name="Straight Connector 316407275">
            <a:extLst xmlns:a="http://schemas.openxmlformats.org/drawingml/2006/main">
              <a:ext uri="{FF2B5EF4-FFF2-40B4-BE49-F238E27FC236}">
                <a16:creationId xmlns:a16="http://schemas.microsoft.com/office/drawing/2014/main" id="{E4482820-5E5E-4AC1-9D3F-775B26FE32F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20811" name="Straight Connector 218150276">
            <a:extLst xmlns:a="http://schemas.openxmlformats.org/drawingml/2006/main">
              <a:ext uri="{FF2B5EF4-FFF2-40B4-BE49-F238E27FC236}">
                <a16:creationId xmlns:a16="http://schemas.microsoft.com/office/drawing/2014/main" id="{923687B9-2199-478F-AA32-EA788378C94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633007" name="Straight Connector 499927860">
            <a:extLst xmlns:a="http://schemas.openxmlformats.org/drawingml/2006/main">
              <a:ext uri="{FF2B5EF4-FFF2-40B4-BE49-F238E27FC236}">
                <a16:creationId xmlns:a16="http://schemas.microsoft.com/office/drawing/2014/main" id="{7C05ED4A-473C-4693-B8C2-9229523F1877}"/>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028" name="Straight Connector 1350622295">
            <a:extLst xmlns:a="http://schemas.openxmlformats.org/drawingml/2006/main">
              <a:ext uri="{FF2B5EF4-FFF2-40B4-BE49-F238E27FC236}">
                <a16:creationId xmlns:a16="http://schemas.microsoft.com/office/drawing/2014/main" id="{8D58C1C8-04E2-4981-B798-82B9305D40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795919" name="Straight Connector 45691064">
            <a:extLst xmlns:a="http://schemas.openxmlformats.org/drawingml/2006/main">
              <a:ext uri="{FF2B5EF4-FFF2-40B4-BE49-F238E27FC236}">
                <a16:creationId xmlns:a16="http://schemas.microsoft.com/office/drawing/2014/main" id="{9C580239-BE2B-421B-A39E-4F6CBC4722B0}"/>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193819" name="Straight Connector 1145050028">
            <a:extLst xmlns:a="http://schemas.openxmlformats.org/drawingml/2006/main">
              <a:ext uri="{FF2B5EF4-FFF2-40B4-BE49-F238E27FC236}">
                <a16:creationId xmlns:a16="http://schemas.microsoft.com/office/drawing/2014/main" id="{19966D22-10F4-4171-B875-9BCE8EBB08B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316025" name="Straight Connector 969983034">
            <a:extLst xmlns:a="http://schemas.openxmlformats.org/drawingml/2006/main">
              <a:ext uri="{FF2B5EF4-FFF2-40B4-BE49-F238E27FC236}">
                <a16:creationId xmlns:a16="http://schemas.microsoft.com/office/drawing/2014/main" id="{4C874874-34B8-41E7-8C65-26DA4DF5872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576235" name="Straight Connector 452016390">
            <a:extLst xmlns:a="http://schemas.openxmlformats.org/drawingml/2006/main">
              <a:ext uri="{FF2B5EF4-FFF2-40B4-BE49-F238E27FC236}">
                <a16:creationId xmlns:a16="http://schemas.microsoft.com/office/drawing/2014/main" id="{58C96C58-B8FD-4DF0-B087-177AE428527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909541" name="Straight Connector 1200418004">
            <a:extLst xmlns:a="http://schemas.openxmlformats.org/drawingml/2006/main">
              <a:ext uri="{FF2B5EF4-FFF2-40B4-BE49-F238E27FC236}">
                <a16:creationId xmlns:a16="http://schemas.microsoft.com/office/drawing/2014/main" id="{DC620BEB-D7B7-47D6-948D-6DFB5D4B0567}"/>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097283" name="Straight Connector 1516866411">
            <a:extLst xmlns:a="http://schemas.openxmlformats.org/drawingml/2006/main">
              <a:ext uri="{FF2B5EF4-FFF2-40B4-BE49-F238E27FC236}">
                <a16:creationId xmlns:a16="http://schemas.microsoft.com/office/drawing/2014/main" id="{AA0BFCD1-7489-47C8-8DAF-81BBB31BF8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581577" name="Straight Connector 251999135">
            <a:extLst xmlns:a="http://schemas.openxmlformats.org/drawingml/2006/main">
              <a:ext uri="{FF2B5EF4-FFF2-40B4-BE49-F238E27FC236}">
                <a16:creationId xmlns:a16="http://schemas.microsoft.com/office/drawing/2014/main" id="{AF6C2E84-722D-47B2-B2BB-20DC27C3933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73794" name="Straight Connector 86571184">
            <a:extLst xmlns:a="http://schemas.openxmlformats.org/drawingml/2006/main">
              <a:ext uri="{FF2B5EF4-FFF2-40B4-BE49-F238E27FC236}">
                <a16:creationId xmlns:a16="http://schemas.microsoft.com/office/drawing/2014/main" id="{2240D68B-633A-48EA-AAAB-DB5B24C68781}"/>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88511" name="Straight Connector 602661193">
            <a:extLst xmlns:a="http://schemas.openxmlformats.org/drawingml/2006/main">
              <a:ext uri="{FF2B5EF4-FFF2-40B4-BE49-F238E27FC236}">
                <a16:creationId xmlns:a16="http://schemas.microsoft.com/office/drawing/2014/main" id="{AEEF6C22-5051-4A58-A5EB-7CC80D10470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24628" name="Straight Connector 2078817605">
            <a:extLst xmlns:a="http://schemas.openxmlformats.org/drawingml/2006/main">
              <a:ext uri="{FF2B5EF4-FFF2-40B4-BE49-F238E27FC236}">
                <a16:creationId xmlns:a16="http://schemas.microsoft.com/office/drawing/2014/main" id="{D4A65765-3744-414F-BFAF-23E1AA1C215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328513" name="Straight Connector 37467791">
            <a:extLst xmlns:a="http://schemas.openxmlformats.org/drawingml/2006/main">
              <a:ext uri="{FF2B5EF4-FFF2-40B4-BE49-F238E27FC236}">
                <a16:creationId xmlns:a16="http://schemas.microsoft.com/office/drawing/2014/main" id="{7119AEB1-F8BC-4CDF-8178-05D953B8727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046202" name="Rectangle 118172492">
            <a:extLst xmlns:a="http://schemas.openxmlformats.org/drawingml/2006/main">
              <a:ext uri="{FF2B5EF4-FFF2-40B4-BE49-F238E27FC236}">
                <a16:creationId xmlns:a16="http://schemas.microsoft.com/office/drawing/2014/main" id="{02495594-3971-4DE7-A442-B015577A96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93134528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4977396" name="Rectangle 1367258729">
            <a:extLst xmlns:a="http://schemas.openxmlformats.org/drawingml/2006/main">
              <a:ext uri="{FF2B5EF4-FFF2-40B4-BE49-F238E27FC236}">
                <a16:creationId xmlns:a16="http://schemas.microsoft.com/office/drawing/2014/main" id="{8597675B-E26D-4BD8-ADAF-6564BEDECB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606580264" name="Rectangle 1284678877">
            <a:extLst xmlns:a="http://schemas.openxmlformats.org/drawingml/2006/main">
              <a:ext uri="{FF2B5EF4-FFF2-40B4-BE49-F238E27FC236}">
                <a16:creationId xmlns:a16="http://schemas.microsoft.com/office/drawing/2014/main" id="{87B18D1F-D358-4C8E-A586-50A1B3C3243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79450311" name="Rectangle: Rounded Corners 800864107">
            <a:extLst xmlns:a="http://schemas.openxmlformats.org/drawingml/2006/main">
              <a:ext uri="{FF2B5EF4-FFF2-40B4-BE49-F238E27FC236}">
                <a16:creationId xmlns:a16="http://schemas.microsoft.com/office/drawing/2014/main" id="{83D24930-E742-4451-95F2-CF9AA455A3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170052" name="Oval 233773315">
            <a:extLst xmlns:a="http://schemas.openxmlformats.org/drawingml/2006/main">
              <a:ext uri="{FF2B5EF4-FFF2-40B4-BE49-F238E27FC236}">
                <a16:creationId xmlns:a16="http://schemas.microsoft.com/office/drawing/2014/main" id="{9BDEC8C4-A4DD-41D9-BD07-9F77E98DBB8A}"/>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850080" name="Straight Connector 1564947674">
            <a:extLst xmlns:a="http://schemas.openxmlformats.org/drawingml/2006/main">
              <a:ext uri="{FF2B5EF4-FFF2-40B4-BE49-F238E27FC236}">
                <a16:creationId xmlns:a16="http://schemas.microsoft.com/office/drawing/2014/main" id="{8F5F03E2-DF2C-4A38-9309-85BB0D36ABF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113613" name="Straight Connector 995560161">
            <a:extLst xmlns:a="http://schemas.openxmlformats.org/drawingml/2006/main">
              <a:ext uri="{FF2B5EF4-FFF2-40B4-BE49-F238E27FC236}">
                <a16:creationId xmlns:a16="http://schemas.microsoft.com/office/drawing/2014/main" id="{E903A1FB-49BD-4725-9362-203628C9548C}"/>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1644268" name="Rectangle 1698038425">
            <a:extLst xmlns:a="http://schemas.openxmlformats.org/drawingml/2006/main">
              <a:ext uri="{FF2B5EF4-FFF2-40B4-BE49-F238E27FC236}">
                <a16:creationId xmlns:a16="http://schemas.microsoft.com/office/drawing/2014/main" id="{6817D440-FF46-49DF-9EA4-E6ED0A9CE4A2}"/>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875732447" name="Oval 79558485">
            <a:extLst xmlns:a="http://schemas.openxmlformats.org/drawingml/2006/main">
              <a:ext uri="{FF2B5EF4-FFF2-40B4-BE49-F238E27FC236}">
                <a16:creationId xmlns:a16="http://schemas.microsoft.com/office/drawing/2014/main" id="{FD03D515-624A-4B7E-8160-2DDE7D125472}"/>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93662" name="Straight Connector 1609830998">
            <a:extLst xmlns:a="http://schemas.openxmlformats.org/drawingml/2006/main">
              <a:ext uri="{FF2B5EF4-FFF2-40B4-BE49-F238E27FC236}">
                <a16:creationId xmlns:a16="http://schemas.microsoft.com/office/drawing/2014/main" id="{2549D6FE-95EA-43D5-BA4B-1AC88CF56816}"/>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102310" name="Straight Connector 1713490366">
            <a:extLst xmlns:a="http://schemas.openxmlformats.org/drawingml/2006/main">
              <a:ext uri="{FF2B5EF4-FFF2-40B4-BE49-F238E27FC236}">
                <a16:creationId xmlns:a16="http://schemas.microsoft.com/office/drawing/2014/main" id="{6195870C-4A87-4AB8-98B2-21F247B3B3D0}"/>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978232" name="Rectangle 1540777176">
            <a:extLst xmlns:a="http://schemas.openxmlformats.org/drawingml/2006/main">
              <a:ext uri="{FF2B5EF4-FFF2-40B4-BE49-F238E27FC236}">
                <a16:creationId xmlns:a16="http://schemas.microsoft.com/office/drawing/2014/main" id="{157421E4-902F-4BBF-8814-2AA4059FE637}"/>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051281870" name="Oval 1805008483">
            <a:extLst xmlns:a="http://schemas.openxmlformats.org/drawingml/2006/main">
              <a:ext uri="{FF2B5EF4-FFF2-40B4-BE49-F238E27FC236}">
                <a16:creationId xmlns:a16="http://schemas.microsoft.com/office/drawing/2014/main" id="{56720A60-1159-4286-85EA-EC083E89EB6B}"/>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998832" name="Straight Connector 1911549704">
            <a:extLst xmlns:a="http://schemas.openxmlformats.org/drawingml/2006/main">
              <a:ext uri="{FF2B5EF4-FFF2-40B4-BE49-F238E27FC236}">
                <a16:creationId xmlns:a16="http://schemas.microsoft.com/office/drawing/2014/main" id="{A19E5841-481F-4670-B0D5-CF2B6C2FA6FB}"/>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01685" name="Straight Connector 1791936671">
            <a:extLst xmlns:a="http://schemas.openxmlformats.org/drawingml/2006/main">
              <a:ext uri="{FF2B5EF4-FFF2-40B4-BE49-F238E27FC236}">
                <a16:creationId xmlns:a16="http://schemas.microsoft.com/office/drawing/2014/main" id="{6665B6D7-DDD3-499B-BACB-250E48EF74B8}"/>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307760" name="Rectangle 109414286">
            <a:extLst xmlns:a="http://schemas.openxmlformats.org/drawingml/2006/main">
              <a:ext uri="{FF2B5EF4-FFF2-40B4-BE49-F238E27FC236}">
                <a16:creationId xmlns:a16="http://schemas.microsoft.com/office/drawing/2014/main" id="{142D9DAC-C99D-4269-9F98-B813CE122AA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734234572" name="Oval 446622830">
            <a:extLst xmlns:a="http://schemas.openxmlformats.org/drawingml/2006/main">
              <a:ext uri="{FF2B5EF4-FFF2-40B4-BE49-F238E27FC236}">
                <a16:creationId xmlns:a16="http://schemas.microsoft.com/office/drawing/2014/main" id="{0B10E2EF-4B92-41F2-8068-7E54DCE6654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588" name="Straight Connector 858706386">
            <a:extLst xmlns:a="http://schemas.openxmlformats.org/drawingml/2006/main">
              <a:ext uri="{FF2B5EF4-FFF2-40B4-BE49-F238E27FC236}">
                <a16:creationId xmlns:a16="http://schemas.microsoft.com/office/drawing/2014/main" id="{66B2F36F-09F1-4E16-A33D-AA3238762A5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65155" name="Straight Connector 1428863682">
            <a:extLst xmlns:a="http://schemas.openxmlformats.org/drawingml/2006/main">
              <a:ext uri="{FF2B5EF4-FFF2-40B4-BE49-F238E27FC236}">
                <a16:creationId xmlns:a16="http://schemas.microsoft.com/office/drawing/2014/main" id="{99673C32-3684-422F-B095-213F1891632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258987" name="Rectangle 1133392472">
            <a:extLst xmlns:a="http://schemas.openxmlformats.org/drawingml/2006/main">
              <a:ext uri="{FF2B5EF4-FFF2-40B4-BE49-F238E27FC236}">
                <a16:creationId xmlns:a16="http://schemas.microsoft.com/office/drawing/2014/main" id="{5AD0A576-4C49-42E3-9DC1-923F67DF04B5}"/>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7524594" name="Rectangle 438456562">
            <a:extLst xmlns:a="http://schemas.openxmlformats.org/drawingml/2006/main">
              <a:ext uri="{FF2B5EF4-FFF2-40B4-BE49-F238E27FC236}">
                <a16:creationId xmlns:a16="http://schemas.microsoft.com/office/drawing/2014/main" id="{76774156-63F4-40AD-BE62-6ACB236B16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46706972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2444887" name="Rectangle 1411052237">
            <a:extLst xmlns:a="http://schemas.openxmlformats.org/drawingml/2006/main">
              <a:ext uri="{FF2B5EF4-FFF2-40B4-BE49-F238E27FC236}">
                <a16:creationId xmlns:a16="http://schemas.microsoft.com/office/drawing/2014/main" id="{E92D82EF-9AAF-4D5C-8513-7992380824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386128207" name="Rectangle 106512870">
            <a:extLst xmlns:a="http://schemas.openxmlformats.org/drawingml/2006/main">
              <a:ext uri="{FF2B5EF4-FFF2-40B4-BE49-F238E27FC236}">
                <a16:creationId xmlns:a16="http://schemas.microsoft.com/office/drawing/2014/main" id="{0A89081F-0506-41D7-BD29-63CEF1E585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39934259" name="Rectangle: Rounded Corners 87118212">
            <a:extLst xmlns:a="http://schemas.openxmlformats.org/drawingml/2006/main">
              <a:ext uri="{FF2B5EF4-FFF2-40B4-BE49-F238E27FC236}">
                <a16:creationId xmlns:a16="http://schemas.microsoft.com/office/drawing/2014/main" id="{776B4219-BAD4-4CDE-98CD-F6672B54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278405" name="Rectangle: Rounded Corners 437710827">
            <a:extLst xmlns:a="http://schemas.openxmlformats.org/drawingml/2006/main">
              <a:ext uri="{FF2B5EF4-FFF2-40B4-BE49-F238E27FC236}">
                <a16:creationId xmlns:a16="http://schemas.microsoft.com/office/drawing/2014/main" id="{FCECCCAB-4D71-4F9F-9041-1303D33309D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010732553" name="Rectangle 1111010882">
            <a:extLst xmlns:a="http://schemas.openxmlformats.org/drawingml/2006/main">
              <a:ext uri="{FF2B5EF4-FFF2-40B4-BE49-F238E27FC236}">
                <a16:creationId xmlns:a16="http://schemas.microsoft.com/office/drawing/2014/main" id="{9D8D6279-CDCA-4FA0-8DE2-6F60E393CF49}"/>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553446154" name="Rectangle: Rounded Corners 1831606846">
            <a:extLst xmlns:a="http://schemas.openxmlformats.org/drawingml/2006/main">
              <a:ext uri="{FF2B5EF4-FFF2-40B4-BE49-F238E27FC236}">
                <a16:creationId xmlns:a16="http://schemas.microsoft.com/office/drawing/2014/main" id="{EB703EB2-1B59-4BC2-887F-2B41A5552F3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150919285" name="Rectangle 1646324530">
            <a:extLst xmlns:a="http://schemas.openxmlformats.org/drawingml/2006/main">
              <a:ext uri="{FF2B5EF4-FFF2-40B4-BE49-F238E27FC236}">
                <a16:creationId xmlns:a16="http://schemas.microsoft.com/office/drawing/2014/main" id="{6F7AF95B-AA10-47CB-AADC-367326C486C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39786396" name="Rectangle: Rounded Corners 1489327302">
            <a:extLst xmlns:a="http://schemas.openxmlformats.org/drawingml/2006/main">
              <a:ext uri="{FF2B5EF4-FFF2-40B4-BE49-F238E27FC236}">
                <a16:creationId xmlns:a16="http://schemas.microsoft.com/office/drawing/2014/main" id="{CC68D317-0BD1-479D-B8C7-E19F4AE45D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740023933" name="Rectangle 1229374656">
            <a:extLst xmlns:a="http://schemas.openxmlformats.org/drawingml/2006/main">
              <a:ext uri="{FF2B5EF4-FFF2-40B4-BE49-F238E27FC236}">
                <a16:creationId xmlns:a16="http://schemas.microsoft.com/office/drawing/2014/main" id="{B927D2D6-A9C5-48C0-8897-6AECE264F41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984186429"/>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1198597" name="Rectangle 1844228020">
            <a:extLst xmlns:a="http://schemas.openxmlformats.org/drawingml/2006/main">
              <a:ext uri="{FF2B5EF4-FFF2-40B4-BE49-F238E27FC236}">
                <a16:creationId xmlns:a16="http://schemas.microsoft.com/office/drawing/2014/main" id="{F52AA0A3-12BA-4843-9E62-DC23FC7A66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2031110590" name="Rectangle 619868867">
            <a:extLst xmlns:a="http://schemas.openxmlformats.org/drawingml/2006/main">
              <a:ext uri="{FF2B5EF4-FFF2-40B4-BE49-F238E27FC236}">
                <a16:creationId xmlns:a16="http://schemas.microsoft.com/office/drawing/2014/main" id="{641D3A5D-D7FA-4FCC-B9C1-F056DEBF939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460349515" name="Rectangle: Rounded Corners 1987948612">
            <a:extLst xmlns:a="http://schemas.openxmlformats.org/drawingml/2006/main">
              <a:ext uri="{FF2B5EF4-FFF2-40B4-BE49-F238E27FC236}">
                <a16:creationId xmlns:a16="http://schemas.microsoft.com/office/drawing/2014/main" id="{FA295707-FE81-4E78-AF5E-2FA74DE121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306989" name="Rectangle: Rounded Corners 1704183002">
            <a:extLst xmlns:a="http://schemas.openxmlformats.org/drawingml/2006/main">
              <a:ext uri="{FF2B5EF4-FFF2-40B4-BE49-F238E27FC236}">
                <a16:creationId xmlns:a16="http://schemas.microsoft.com/office/drawing/2014/main" id="{62229472-AFA5-4D1E-AC9F-44A09B0D9D70}"/>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84585296" name="Rectangle: Rounded Corners 2064136095">
            <a:extLst xmlns:a="http://schemas.openxmlformats.org/drawingml/2006/main">
              <a:ext uri="{FF2B5EF4-FFF2-40B4-BE49-F238E27FC236}">
                <a16:creationId xmlns:a16="http://schemas.microsoft.com/office/drawing/2014/main" id="{51622285-BBB4-4D40-BD1C-96B6BD70DBAB}"/>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063206681" name="Rectangle: Rounded Corners 1859104578">
            <a:extLst xmlns:a="http://schemas.openxmlformats.org/drawingml/2006/main">
              <a:ext uri="{FF2B5EF4-FFF2-40B4-BE49-F238E27FC236}">
                <a16:creationId xmlns:a16="http://schemas.microsoft.com/office/drawing/2014/main" id="{36376C70-1253-4267-A281-1A9EEFE34F3A}"/>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403307916" name="Rectangle: Rounded Corners 1016569497">
            <a:extLst xmlns:a="http://schemas.openxmlformats.org/drawingml/2006/main">
              <a:ext uri="{FF2B5EF4-FFF2-40B4-BE49-F238E27FC236}">
                <a16:creationId xmlns:a16="http://schemas.microsoft.com/office/drawing/2014/main" id="{798E2092-F0DE-41D7-B0ED-81F6258899CC}"/>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7954075" name="Straight Connector 94601081">
            <a:extLst xmlns:a="http://schemas.openxmlformats.org/drawingml/2006/main">
              <a:ext uri="{FF2B5EF4-FFF2-40B4-BE49-F238E27FC236}">
                <a16:creationId xmlns:a16="http://schemas.microsoft.com/office/drawing/2014/main" id="{7599E530-E3E7-4F7A-8BA9-1505BFBA0B3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805729" name="Straight Connector 1000744926">
            <a:extLst xmlns:a="http://schemas.openxmlformats.org/drawingml/2006/main">
              <a:ext uri="{FF2B5EF4-FFF2-40B4-BE49-F238E27FC236}">
                <a16:creationId xmlns:a16="http://schemas.microsoft.com/office/drawing/2014/main" id="{8CAB3B78-627B-4B09-BB66-DD27F2AA913A}"/>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0344568" name="Straight Connector 781772780">
            <a:extLst xmlns:a="http://schemas.openxmlformats.org/drawingml/2006/main">
              <a:ext uri="{FF2B5EF4-FFF2-40B4-BE49-F238E27FC236}">
                <a16:creationId xmlns:a16="http://schemas.microsoft.com/office/drawing/2014/main" id="{7FEAA1D6-0ACD-4D21-8C28-3F4FB9B76E73}"/>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2191215" name="Rectangle 1007733503">
            <a:extLst xmlns:a="http://schemas.openxmlformats.org/drawingml/2006/main">
              <a:ext uri="{FF2B5EF4-FFF2-40B4-BE49-F238E27FC236}">
                <a16:creationId xmlns:a16="http://schemas.microsoft.com/office/drawing/2014/main" id="{D6F9DEFD-B5F6-4719-9FA6-1E005CFF27B7}"/>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99960156" name="Rectangle 1520419495">
            <a:extLst xmlns:a="http://schemas.openxmlformats.org/drawingml/2006/main">
              <a:ext uri="{FF2B5EF4-FFF2-40B4-BE49-F238E27FC236}">
                <a16:creationId xmlns:a16="http://schemas.microsoft.com/office/drawing/2014/main" id="{62BD1BFA-2E11-43BE-8C5C-64CA83BD62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78560052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42682" name="Rectangle 1860349465">
            <a:extLst xmlns:a="http://schemas.openxmlformats.org/drawingml/2006/main">
              <a:ext uri="{FF2B5EF4-FFF2-40B4-BE49-F238E27FC236}">
                <a16:creationId xmlns:a16="http://schemas.microsoft.com/office/drawing/2014/main" id="{7FB4C4FB-2034-4AC2-8AEC-CE857403930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342615" name="Rectangle 1379853287">
            <a:extLst xmlns:a="http://schemas.openxmlformats.org/drawingml/2006/main">
              <a:ext uri="{FF2B5EF4-FFF2-40B4-BE49-F238E27FC236}">
                <a16:creationId xmlns:a16="http://schemas.microsoft.com/office/drawing/2014/main" id="{C8033089-240E-469A-B80E-034CE5FA09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66359360" name="Rectangle: Rounded Corners 1919655130">
            <a:extLst xmlns:a="http://schemas.openxmlformats.org/drawingml/2006/main">
              <a:ext uri="{FF2B5EF4-FFF2-40B4-BE49-F238E27FC236}">
                <a16:creationId xmlns:a16="http://schemas.microsoft.com/office/drawing/2014/main" id="{E29F9144-362C-4910-8CB2-5EA848BF5B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319326" name="Rectangle: Rounded Corners 1257118693">
            <a:extLst xmlns:a="http://schemas.openxmlformats.org/drawingml/2006/main">
              <a:ext uri="{FF2B5EF4-FFF2-40B4-BE49-F238E27FC236}">
                <a16:creationId xmlns:a16="http://schemas.microsoft.com/office/drawing/2014/main" id="{DDF5A37A-1AAB-48B7-84EC-1F04D7C495A5}"/>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081445026" name="Rectangle: Rounded Corners 139886069">
            <a:extLst xmlns:a="http://schemas.openxmlformats.org/drawingml/2006/main">
              <a:ext uri="{FF2B5EF4-FFF2-40B4-BE49-F238E27FC236}">
                <a16:creationId xmlns:a16="http://schemas.microsoft.com/office/drawing/2014/main" id="{EBB1742E-B3E2-4541-A548-AD2C0B0B712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2000421340" name="Rectangle: Rounded Corners 1995249494">
            <a:extLst xmlns:a="http://schemas.openxmlformats.org/drawingml/2006/main">
              <a:ext uri="{FF2B5EF4-FFF2-40B4-BE49-F238E27FC236}">
                <a16:creationId xmlns:a16="http://schemas.microsoft.com/office/drawing/2014/main" id="{4ACBBE23-5127-4ADD-909F-90325DF70F56}"/>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529451534" name="Rectangle: Rounded Corners 486029296">
            <a:extLst xmlns:a="http://schemas.openxmlformats.org/drawingml/2006/main">
              <a:ext uri="{FF2B5EF4-FFF2-40B4-BE49-F238E27FC236}">
                <a16:creationId xmlns:a16="http://schemas.microsoft.com/office/drawing/2014/main" id="{F5C71A45-CD65-4CC7-92CD-EAA3E059651D}"/>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239895383" name="Rectangle: Rounded Corners 2009773558">
            <a:extLst xmlns:a="http://schemas.openxmlformats.org/drawingml/2006/main">
              <a:ext uri="{FF2B5EF4-FFF2-40B4-BE49-F238E27FC236}">
                <a16:creationId xmlns:a16="http://schemas.microsoft.com/office/drawing/2014/main" id="{5187751B-F20F-4154-8C17-B158A4A1E76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048860886" name="Rectangle: Rounded Corners 607891528">
            <a:extLst xmlns:a="http://schemas.openxmlformats.org/drawingml/2006/main">
              <a:ext uri="{FF2B5EF4-FFF2-40B4-BE49-F238E27FC236}">
                <a16:creationId xmlns:a16="http://schemas.microsoft.com/office/drawing/2014/main" id="{99A4C762-3ED6-4853-BC75-BE9DF108915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367736029" name="Rectangle: Rounded Corners 1953501824">
            <a:extLst xmlns:a="http://schemas.openxmlformats.org/drawingml/2006/main">
              <a:ext uri="{FF2B5EF4-FFF2-40B4-BE49-F238E27FC236}">
                <a16:creationId xmlns:a16="http://schemas.microsoft.com/office/drawing/2014/main" id="{EF9550F5-E9AE-4952-860B-994A59991B12}"/>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03284896" name="Arrow: Right 237891345">
            <a:extLst xmlns:a="http://schemas.openxmlformats.org/drawingml/2006/main">
              <a:ext uri="{FF2B5EF4-FFF2-40B4-BE49-F238E27FC236}">
                <a16:creationId xmlns:a16="http://schemas.microsoft.com/office/drawing/2014/main" id="{1BF5BB4E-1C85-4F72-BEA0-6ECF3AFFFF33}"/>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925961" name="Rectangle 567787381">
            <a:extLst xmlns:a="http://schemas.openxmlformats.org/drawingml/2006/main">
              <a:ext uri="{FF2B5EF4-FFF2-40B4-BE49-F238E27FC236}">
                <a16:creationId xmlns:a16="http://schemas.microsoft.com/office/drawing/2014/main" id="{5C15BAE2-3B81-485F-A938-1FC26E1AED1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05802355" name="Rectangle 1811573039">
            <a:extLst xmlns:a="http://schemas.openxmlformats.org/drawingml/2006/main">
              <a:ext uri="{FF2B5EF4-FFF2-40B4-BE49-F238E27FC236}">
                <a16:creationId xmlns:a16="http://schemas.microsoft.com/office/drawing/2014/main" id="{72A99FC9-3C75-4E4F-A0F6-83C0AFCD8F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81567156"/>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4290779" name="Rectangle 698847192">
            <a:extLst xmlns:a="http://schemas.openxmlformats.org/drawingml/2006/main">
              <a:ext uri="{FF2B5EF4-FFF2-40B4-BE49-F238E27FC236}">
                <a16:creationId xmlns:a16="http://schemas.microsoft.com/office/drawing/2014/main" id="{66600834-8257-4E2A-8334-74CB609AC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677790860" name="Rectangle 892173066">
            <a:extLst xmlns:a="http://schemas.openxmlformats.org/drawingml/2006/main">
              <a:ext uri="{FF2B5EF4-FFF2-40B4-BE49-F238E27FC236}">
                <a16:creationId xmlns:a16="http://schemas.microsoft.com/office/drawing/2014/main" id="{70C43697-D43F-4212-BFE3-9F6ECC959C7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865271150" name="Rectangle: Rounded Corners 634225882">
            <a:extLst xmlns:a="http://schemas.openxmlformats.org/drawingml/2006/main">
              <a:ext uri="{FF2B5EF4-FFF2-40B4-BE49-F238E27FC236}">
                <a16:creationId xmlns:a16="http://schemas.microsoft.com/office/drawing/2014/main" id="{D697C6D0-DB99-465B-B88C-968C61C1AD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55711" name="Rectangle: Rounded Corners 2010502302">
            <a:extLst xmlns:a="http://schemas.openxmlformats.org/drawingml/2006/main">
              <a:ext uri="{FF2B5EF4-FFF2-40B4-BE49-F238E27FC236}">
                <a16:creationId xmlns:a16="http://schemas.microsoft.com/office/drawing/2014/main" id="{E44F78A1-B014-4ABC-A3F1-9885F6B98DFA}"/>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234815" name="Rectangle: Rounded Corners 1366762973">
            <a:extLst xmlns:a="http://schemas.openxmlformats.org/drawingml/2006/main">
              <a:ext uri="{FF2B5EF4-FFF2-40B4-BE49-F238E27FC236}">
                <a16:creationId xmlns:a16="http://schemas.microsoft.com/office/drawing/2014/main" id="{1B728DCE-C1F1-41C6-8EF8-F1E2A20DD6E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82969" name="Rectangle: Rounded Corners 1460632181">
            <a:extLst xmlns:a="http://schemas.openxmlformats.org/drawingml/2006/main">
              <a:ext uri="{FF2B5EF4-FFF2-40B4-BE49-F238E27FC236}">
                <a16:creationId xmlns:a16="http://schemas.microsoft.com/office/drawing/2014/main" id="{6F127EFE-8AE2-4FE5-A112-46524D535AA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65009" name="Rectangle: Rounded Corners 1175856486">
            <a:extLst xmlns:a="http://schemas.openxmlformats.org/drawingml/2006/main">
              <a:ext uri="{FF2B5EF4-FFF2-40B4-BE49-F238E27FC236}">
                <a16:creationId xmlns:a16="http://schemas.microsoft.com/office/drawing/2014/main" id="{33FA2D33-C862-4D88-B4E9-EDC8B0B79AE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6091" name="Rectangle: Rounded Corners 2061757066">
            <a:extLst xmlns:a="http://schemas.openxmlformats.org/drawingml/2006/main">
              <a:ext uri="{FF2B5EF4-FFF2-40B4-BE49-F238E27FC236}">
                <a16:creationId xmlns:a16="http://schemas.microsoft.com/office/drawing/2014/main" id="{C6A08958-B63C-4D25-B3EB-04D4F7624276}"/>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000730" name="Rectangle: Rounded Corners 1169118889">
            <a:extLst xmlns:a="http://schemas.openxmlformats.org/drawingml/2006/main">
              <a:ext uri="{FF2B5EF4-FFF2-40B4-BE49-F238E27FC236}">
                <a16:creationId xmlns:a16="http://schemas.microsoft.com/office/drawing/2014/main" id="{7B68A9C6-0AF6-4084-8091-B76C1DB460AC}"/>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28234" name="Rectangle: Rounded Corners 238188300">
            <a:extLst xmlns:a="http://schemas.openxmlformats.org/drawingml/2006/main">
              <a:ext uri="{FF2B5EF4-FFF2-40B4-BE49-F238E27FC236}">
                <a16:creationId xmlns:a16="http://schemas.microsoft.com/office/drawing/2014/main" id="{3B1483D0-3E05-43EE-87A9-BDB9E06FF98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653189" name="Rectangle: Rounded Corners 2049301056">
            <a:extLst xmlns:a="http://schemas.openxmlformats.org/drawingml/2006/main">
              <a:ext uri="{FF2B5EF4-FFF2-40B4-BE49-F238E27FC236}">
                <a16:creationId xmlns:a16="http://schemas.microsoft.com/office/drawing/2014/main" id="{481F1E45-EAAA-4AC7-9F8A-4EB8E90BD48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845476" name="Rectangle: Rounded Corners 1282082344">
            <a:extLst xmlns:a="http://schemas.openxmlformats.org/drawingml/2006/main">
              <a:ext uri="{FF2B5EF4-FFF2-40B4-BE49-F238E27FC236}">
                <a16:creationId xmlns:a16="http://schemas.microsoft.com/office/drawing/2014/main" id="{ED84B491-0882-4765-B9BB-53884CB22294}"/>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008541" name="Rectangle: Rounded Corners 1172922271">
            <a:extLst xmlns:a="http://schemas.openxmlformats.org/drawingml/2006/main">
              <a:ext uri="{FF2B5EF4-FFF2-40B4-BE49-F238E27FC236}">
                <a16:creationId xmlns:a16="http://schemas.microsoft.com/office/drawing/2014/main" id="{C36FA074-125F-4A42-BE92-65132D77736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919844" name="Rectangle: Rounded Corners 603029256">
            <a:extLst xmlns:a="http://schemas.openxmlformats.org/drawingml/2006/main">
              <a:ext uri="{FF2B5EF4-FFF2-40B4-BE49-F238E27FC236}">
                <a16:creationId xmlns:a16="http://schemas.microsoft.com/office/drawing/2014/main" id="{F929F0F4-3184-4183-8E0D-F986D986BB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334351" name="Rectangle: Rounded Corners 1879817439">
            <a:extLst xmlns:a="http://schemas.openxmlformats.org/drawingml/2006/main">
              <a:ext uri="{FF2B5EF4-FFF2-40B4-BE49-F238E27FC236}">
                <a16:creationId xmlns:a16="http://schemas.microsoft.com/office/drawing/2014/main" id="{1CADF6CF-2B11-48C4-B824-8CE8FEACB4D6}"/>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402065" name="Rectangle: Rounded Corners 875542064">
            <a:extLst xmlns:a="http://schemas.openxmlformats.org/drawingml/2006/main">
              <a:ext uri="{FF2B5EF4-FFF2-40B4-BE49-F238E27FC236}">
                <a16:creationId xmlns:a16="http://schemas.microsoft.com/office/drawing/2014/main" id="{E24F6F63-7BD7-4D15-A5C8-5967E6A26D2F}"/>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59875" name="Rectangle: Rounded Corners 51908471">
            <a:extLst xmlns:a="http://schemas.openxmlformats.org/drawingml/2006/main">
              <a:ext uri="{FF2B5EF4-FFF2-40B4-BE49-F238E27FC236}">
                <a16:creationId xmlns:a16="http://schemas.microsoft.com/office/drawing/2014/main" id="{D6344032-00AE-4437-81B1-E06B2DC5D4EC}"/>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5194860" name="Rectangle: Rounded Corners 1689509712">
            <a:extLst xmlns:a="http://schemas.openxmlformats.org/drawingml/2006/main">
              <a:ext uri="{FF2B5EF4-FFF2-40B4-BE49-F238E27FC236}">
                <a16:creationId xmlns:a16="http://schemas.microsoft.com/office/drawing/2014/main" id="{CF84D475-9133-4595-AF9E-00600F351CC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4193026" name="Rectangle: Rounded Corners 791720529">
            <a:extLst xmlns:a="http://schemas.openxmlformats.org/drawingml/2006/main">
              <a:ext uri="{FF2B5EF4-FFF2-40B4-BE49-F238E27FC236}">
                <a16:creationId xmlns:a16="http://schemas.microsoft.com/office/drawing/2014/main" id="{4252132E-3A06-4BA7-B83C-E5A287C3490F}"/>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82864" name="Rectangle: Rounded Corners 105367441">
            <a:extLst xmlns:a="http://schemas.openxmlformats.org/drawingml/2006/main">
              <a:ext uri="{FF2B5EF4-FFF2-40B4-BE49-F238E27FC236}">
                <a16:creationId xmlns:a16="http://schemas.microsoft.com/office/drawing/2014/main" id="{D8B17129-807C-4DC3-A05B-C6B4E2808D0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7855817" name="Rectangle: Rounded Corners 1563215529">
            <a:extLst xmlns:a="http://schemas.openxmlformats.org/drawingml/2006/main">
              <a:ext uri="{FF2B5EF4-FFF2-40B4-BE49-F238E27FC236}">
                <a16:creationId xmlns:a16="http://schemas.microsoft.com/office/drawing/2014/main" id="{EFAE817E-8BF8-4344-832F-C4DE6F38A75B}"/>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98087" name="Rectangle: Rounded Corners 315081294">
            <a:extLst xmlns:a="http://schemas.openxmlformats.org/drawingml/2006/main">
              <a:ext uri="{FF2B5EF4-FFF2-40B4-BE49-F238E27FC236}">
                <a16:creationId xmlns:a16="http://schemas.microsoft.com/office/drawing/2014/main" id="{7D5AF809-DBFA-4953-A3F3-52BFBEF19DD4}"/>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8099745" name="Rectangle: Rounded Corners 248452190">
            <a:extLst xmlns:a="http://schemas.openxmlformats.org/drawingml/2006/main">
              <a:ext uri="{FF2B5EF4-FFF2-40B4-BE49-F238E27FC236}">
                <a16:creationId xmlns:a16="http://schemas.microsoft.com/office/drawing/2014/main" id="{7C2E4F58-24EE-4F1E-B880-F63693BCA20A}"/>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97257" name="Rectangle: Rounded Corners 1671279799">
            <a:extLst xmlns:a="http://schemas.openxmlformats.org/drawingml/2006/main">
              <a:ext uri="{FF2B5EF4-FFF2-40B4-BE49-F238E27FC236}">
                <a16:creationId xmlns:a16="http://schemas.microsoft.com/office/drawing/2014/main" id="{9D6A69B1-447B-45EB-A5B0-EFBB4032445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7702" name="Rectangle: Rounded Corners 1239843558">
            <a:extLst xmlns:a="http://schemas.openxmlformats.org/drawingml/2006/main">
              <a:ext uri="{FF2B5EF4-FFF2-40B4-BE49-F238E27FC236}">
                <a16:creationId xmlns:a16="http://schemas.microsoft.com/office/drawing/2014/main" id="{A4C20B87-B9C1-4CA8-94D2-C44DA4546B1B}"/>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721185" name="Rectangle: Rounded Corners 1474960510">
            <a:extLst xmlns:a="http://schemas.openxmlformats.org/drawingml/2006/main">
              <a:ext uri="{FF2B5EF4-FFF2-40B4-BE49-F238E27FC236}">
                <a16:creationId xmlns:a16="http://schemas.microsoft.com/office/drawing/2014/main" id="{39B0C001-5130-4FCD-AAAD-61670FD07BE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351342" name="Rectangle: Rounded Corners 1705162463">
            <a:extLst xmlns:a="http://schemas.openxmlformats.org/drawingml/2006/main">
              <a:ext uri="{FF2B5EF4-FFF2-40B4-BE49-F238E27FC236}">
                <a16:creationId xmlns:a16="http://schemas.microsoft.com/office/drawing/2014/main" id="{D7387FBB-1FFF-417A-A124-3132FFD5FDC2}"/>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97353" name="Rectangle: Rounded Corners 7576924">
            <a:extLst xmlns:a="http://schemas.openxmlformats.org/drawingml/2006/main">
              <a:ext uri="{FF2B5EF4-FFF2-40B4-BE49-F238E27FC236}">
                <a16:creationId xmlns:a16="http://schemas.microsoft.com/office/drawing/2014/main" id="{940F4C77-710F-4038-86A9-E811C7D8C07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264463" name="Rectangle: Rounded Corners 426996610">
            <a:extLst xmlns:a="http://schemas.openxmlformats.org/drawingml/2006/main">
              <a:ext uri="{FF2B5EF4-FFF2-40B4-BE49-F238E27FC236}">
                <a16:creationId xmlns:a16="http://schemas.microsoft.com/office/drawing/2014/main" id="{D4B7DEEA-D57D-46A0-949E-B52C1A60516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70802" name="Rectangle: Rounded Corners 4937970">
            <a:extLst xmlns:a="http://schemas.openxmlformats.org/drawingml/2006/main">
              <a:ext uri="{FF2B5EF4-FFF2-40B4-BE49-F238E27FC236}">
                <a16:creationId xmlns:a16="http://schemas.microsoft.com/office/drawing/2014/main" id="{FC3A777B-230E-4009-8ECC-A6AE40AEBD14}"/>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8641718" name="Rectangle: Rounded Corners 318411884">
            <a:extLst xmlns:a="http://schemas.openxmlformats.org/drawingml/2006/main">
              <a:ext uri="{FF2B5EF4-FFF2-40B4-BE49-F238E27FC236}">
                <a16:creationId xmlns:a16="http://schemas.microsoft.com/office/drawing/2014/main" id="{74853E80-718A-47DD-ACC1-AF6C51FECFA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960872" name="Rectangle: Rounded Corners 615608590">
            <a:extLst xmlns:a="http://schemas.openxmlformats.org/drawingml/2006/main">
              <a:ext uri="{FF2B5EF4-FFF2-40B4-BE49-F238E27FC236}">
                <a16:creationId xmlns:a16="http://schemas.microsoft.com/office/drawing/2014/main" id="{94664CDE-F335-4B51-99B8-9E281CC4F252}"/>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706317" name="Rectangle: Rounded Corners 1731456271">
            <a:extLst xmlns:a="http://schemas.openxmlformats.org/drawingml/2006/main">
              <a:ext uri="{FF2B5EF4-FFF2-40B4-BE49-F238E27FC236}">
                <a16:creationId xmlns:a16="http://schemas.microsoft.com/office/drawing/2014/main" id="{766A30D1-419D-433C-B6BD-CB7EB7C403A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565359" name="Rectangle: Rounded Corners 484935539">
            <a:extLst xmlns:a="http://schemas.openxmlformats.org/drawingml/2006/main">
              <a:ext uri="{FF2B5EF4-FFF2-40B4-BE49-F238E27FC236}">
                <a16:creationId xmlns:a16="http://schemas.microsoft.com/office/drawing/2014/main" id="{F96A18E9-39DC-4376-915D-5C569EB9087A}"/>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1556" name="Rectangle: Rounded Corners 1134420310">
            <a:extLst xmlns:a="http://schemas.openxmlformats.org/drawingml/2006/main">
              <a:ext uri="{FF2B5EF4-FFF2-40B4-BE49-F238E27FC236}">
                <a16:creationId xmlns:a16="http://schemas.microsoft.com/office/drawing/2014/main" id="{7024D29A-ADF7-459A-828D-D8844DB419ED}"/>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060761" name="Rectangle: Rounded Corners 1355285829">
            <a:extLst xmlns:a="http://schemas.openxmlformats.org/drawingml/2006/main">
              <a:ext uri="{FF2B5EF4-FFF2-40B4-BE49-F238E27FC236}">
                <a16:creationId xmlns:a16="http://schemas.microsoft.com/office/drawing/2014/main" id="{8C125FA4-0156-4769-B080-BD7A7A98CEFE}"/>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204074" name="Rectangle: Rounded Corners 1945716100">
            <a:extLst xmlns:a="http://schemas.openxmlformats.org/drawingml/2006/main">
              <a:ext uri="{FF2B5EF4-FFF2-40B4-BE49-F238E27FC236}">
                <a16:creationId xmlns:a16="http://schemas.microsoft.com/office/drawing/2014/main" id="{6552A6AB-8E4A-48D9-BADE-291A9626E203}"/>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9016" name="Rectangle: Rounded Corners 903673204">
            <a:extLst xmlns:a="http://schemas.openxmlformats.org/drawingml/2006/main">
              <a:ext uri="{FF2B5EF4-FFF2-40B4-BE49-F238E27FC236}">
                <a16:creationId xmlns:a16="http://schemas.microsoft.com/office/drawing/2014/main" id="{9CA53C6E-5F5B-4C70-8C0D-1EC4128AE8C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3924" name="Rectangle: Rounded Corners 41920753">
            <a:extLst xmlns:a="http://schemas.openxmlformats.org/drawingml/2006/main">
              <a:ext uri="{FF2B5EF4-FFF2-40B4-BE49-F238E27FC236}">
                <a16:creationId xmlns:a16="http://schemas.microsoft.com/office/drawing/2014/main" id="{F490333E-166B-41D7-A1E0-E6080F74053D}"/>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026125" name="Rectangle 1090731607">
            <a:extLst xmlns:a="http://schemas.openxmlformats.org/drawingml/2006/main">
              <a:ext uri="{FF2B5EF4-FFF2-40B4-BE49-F238E27FC236}">
                <a16:creationId xmlns:a16="http://schemas.microsoft.com/office/drawing/2014/main" id="{4EEB3310-E7C1-405C-97A6-7EEB2FD78267}"/>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2043983304" name="Rectangle 1864567656">
            <a:extLst xmlns:a="http://schemas.openxmlformats.org/drawingml/2006/main">
              <a:ext uri="{FF2B5EF4-FFF2-40B4-BE49-F238E27FC236}">
                <a16:creationId xmlns:a16="http://schemas.microsoft.com/office/drawing/2014/main" id="{38C6A144-9A61-4804-8CFA-015D15225C5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458737955" name="Rectangle 353583897">
            <a:extLst xmlns:a="http://schemas.openxmlformats.org/drawingml/2006/main">
              <a:ext uri="{FF2B5EF4-FFF2-40B4-BE49-F238E27FC236}">
                <a16:creationId xmlns:a16="http://schemas.microsoft.com/office/drawing/2014/main" id="{CA12CC43-A661-4221-902F-7D36C637F7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42523646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528986" name="Rectangle 352308475">
            <a:extLst xmlns:a="http://schemas.openxmlformats.org/drawingml/2006/main">
              <a:ext uri="{FF2B5EF4-FFF2-40B4-BE49-F238E27FC236}">
                <a16:creationId xmlns:a16="http://schemas.microsoft.com/office/drawing/2014/main" id="{6BF1A35B-B031-4A2C-ADBA-1FC128B210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2003553926" name="Rectangle 890164865">
            <a:extLst xmlns:a="http://schemas.openxmlformats.org/drawingml/2006/main">
              <a:ext uri="{FF2B5EF4-FFF2-40B4-BE49-F238E27FC236}">
                <a16:creationId xmlns:a16="http://schemas.microsoft.com/office/drawing/2014/main" id="{AF62DD23-59F5-466A-A429-9113E19708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21651949" name="Rectangle: Rounded Corners 1302761572">
            <a:extLst xmlns:a="http://schemas.openxmlformats.org/drawingml/2006/main">
              <a:ext uri="{FF2B5EF4-FFF2-40B4-BE49-F238E27FC236}">
                <a16:creationId xmlns:a16="http://schemas.microsoft.com/office/drawing/2014/main" id="{95836BA7-675E-4D4C-933D-C0CC1A76D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249004" name="Rectangle: Rounded Corners 2031370086">
            <a:extLst xmlns:a="http://schemas.openxmlformats.org/drawingml/2006/main">
              <a:ext uri="{FF2B5EF4-FFF2-40B4-BE49-F238E27FC236}">
                <a16:creationId xmlns:a16="http://schemas.microsoft.com/office/drawing/2014/main" id="{BAD2E414-F31B-4090-8826-9CFA7799B7F9}"/>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897106547" name="Rectangle 1726456331">
            <a:extLst xmlns:a="http://schemas.openxmlformats.org/drawingml/2006/main">
              <a:ext uri="{FF2B5EF4-FFF2-40B4-BE49-F238E27FC236}">
                <a16:creationId xmlns:a16="http://schemas.microsoft.com/office/drawing/2014/main" id="{B9C28D98-BC84-434A-8A3A-1099B94450CB}"/>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644614873" name="Rectangle: Rounded Corners 412394112">
            <a:extLst xmlns:a="http://schemas.openxmlformats.org/drawingml/2006/main">
              <a:ext uri="{FF2B5EF4-FFF2-40B4-BE49-F238E27FC236}">
                <a16:creationId xmlns:a16="http://schemas.microsoft.com/office/drawing/2014/main" id="{1A8DF9A4-87F9-4A8F-924E-FC6EB1F0CCBF}"/>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44834981" name="Rectangle 225213445">
            <a:extLst xmlns:a="http://schemas.openxmlformats.org/drawingml/2006/main">
              <a:ext uri="{FF2B5EF4-FFF2-40B4-BE49-F238E27FC236}">
                <a16:creationId xmlns:a16="http://schemas.microsoft.com/office/drawing/2014/main" id="{23441F9A-8E47-4BB3-AF06-75397A460C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3379804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293919" name="Rectangle 935271156">
            <a:extLst xmlns:a="http://schemas.openxmlformats.org/drawingml/2006/main">
              <a:ext uri="{FF2B5EF4-FFF2-40B4-BE49-F238E27FC236}">
                <a16:creationId xmlns:a16="http://schemas.microsoft.com/office/drawing/2014/main" id="{1F1196B2-526C-4408-A3C2-75504B96A9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188223848" name="Rectangle 251777344">
            <a:extLst xmlns:a="http://schemas.openxmlformats.org/drawingml/2006/main">
              <a:ext uri="{FF2B5EF4-FFF2-40B4-BE49-F238E27FC236}">
                <a16:creationId xmlns:a16="http://schemas.microsoft.com/office/drawing/2014/main" id="{F3912848-9071-4716-A72F-822053BB64D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630813142" name="Rectangle: Rounded Corners 1456392341">
            <a:extLst xmlns:a="http://schemas.openxmlformats.org/drawingml/2006/main">
              <a:ext uri="{FF2B5EF4-FFF2-40B4-BE49-F238E27FC236}">
                <a16:creationId xmlns:a16="http://schemas.microsoft.com/office/drawing/2014/main" id="{3EB1D61C-8100-46DB-80F0-7D32D60584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5453473" name="Rectangle: Rounded Corners 1987074982">
            <a:extLst xmlns:a="http://schemas.openxmlformats.org/drawingml/2006/main">
              <a:ext uri="{FF2B5EF4-FFF2-40B4-BE49-F238E27FC236}">
                <a16:creationId xmlns:a16="http://schemas.microsoft.com/office/drawing/2014/main" id="{4F2791D9-A5EF-472E-9BA0-462C26341B6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691516" name="Rectangle 1286956634">
            <a:extLst xmlns:a="http://schemas.openxmlformats.org/drawingml/2006/main">
              <a:ext uri="{FF2B5EF4-FFF2-40B4-BE49-F238E27FC236}">
                <a16:creationId xmlns:a16="http://schemas.microsoft.com/office/drawing/2014/main" id="{E754BF26-8F4B-4EE9-8311-1F17C53FC46E}"/>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887441251" name="Rectangle 399762638">
            <a:extLst xmlns:a="http://schemas.openxmlformats.org/drawingml/2006/main">
              <a:ext uri="{FF2B5EF4-FFF2-40B4-BE49-F238E27FC236}">
                <a16:creationId xmlns:a16="http://schemas.microsoft.com/office/drawing/2014/main" id="{05E08798-FABD-4E08-A309-51DAA65E3955}"/>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8420749" name="Rectangle 1233632033">
            <a:extLst xmlns:a="http://schemas.openxmlformats.org/drawingml/2006/main">
              <a:ext uri="{FF2B5EF4-FFF2-40B4-BE49-F238E27FC236}">
                <a16:creationId xmlns:a16="http://schemas.microsoft.com/office/drawing/2014/main" id="{F5451A5C-BA5B-4E43-8487-B6D1D385FEEE}"/>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9547463" name="Rectangle 987778106">
            <a:extLst xmlns:a="http://schemas.openxmlformats.org/drawingml/2006/main">
              <a:ext uri="{FF2B5EF4-FFF2-40B4-BE49-F238E27FC236}">
                <a16:creationId xmlns:a16="http://schemas.microsoft.com/office/drawing/2014/main" id="{5021A728-FA55-4892-A18B-C0ACA107E6AA}"/>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596021545" name="Rectangle 1495975732">
            <a:extLst xmlns:a="http://schemas.openxmlformats.org/drawingml/2006/main">
              <a:ext uri="{FF2B5EF4-FFF2-40B4-BE49-F238E27FC236}">
                <a16:creationId xmlns:a16="http://schemas.microsoft.com/office/drawing/2014/main" id="{0A686602-024C-4A73-B7BC-98DD9ED100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188744126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2ec54a5c431a47f8"/>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43792438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95854" name="Rectangle 1548456798">
            <a:extLst xmlns:a="http://schemas.openxmlformats.org/drawingml/2006/main">
              <a:ext uri="{FF2B5EF4-FFF2-40B4-BE49-F238E27FC236}">
                <a16:creationId xmlns:a16="http://schemas.microsoft.com/office/drawing/2014/main" id="{1E871933-BE95-4C82-9969-919C17776D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596567093" name="Rectangle 1277068294">
            <a:extLst xmlns:a="http://schemas.openxmlformats.org/drawingml/2006/main">
              <a:ext uri="{FF2B5EF4-FFF2-40B4-BE49-F238E27FC236}">
                <a16:creationId xmlns:a16="http://schemas.microsoft.com/office/drawing/2014/main" id="{037392EF-324D-482C-8D83-C066813F67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63897877" name="Rectangle: Rounded Corners 700677848">
            <a:extLst xmlns:a="http://schemas.openxmlformats.org/drawingml/2006/main">
              <a:ext uri="{FF2B5EF4-FFF2-40B4-BE49-F238E27FC236}">
                <a16:creationId xmlns:a16="http://schemas.microsoft.com/office/drawing/2014/main" id="{CD8D4580-BD16-456A-83DE-2DDBF78370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722522" name="Rectangle: Rounded Corners 614717420">
            <a:extLst xmlns:a="http://schemas.openxmlformats.org/drawingml/2006/main">
              <a:ext uri="{FF2B5EF4-FFF2-40B4-BE49-F238E27FC236}">
                <a16:creationId xmlns:a16="http://schemas.microsoft.com/office/drawing/2014/main" id="{BE1D52AA-FB76-4764-A5FD-5A19F02EB882}"/>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624907572" name="Rectangle: Rounded Corners 1854427874">
            <a:extLst xmlns:a="http://schemas.openxmlformats.org/drawingml/2006/main">
              <a:ext uri="{FF2B5EF4-FFF2-40B4-BE49-F238E27FC236}">
                <a16:creationId xmlns:a16="http://schemas.microsoft.com/office/drawing/2014/main" id="{0DB536A3-8004-4368-878C-9B4888F0C833}"/>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611955934" name="Rectangle: Rounded Corners 1506494527">
            <a:extLst xmlns:a="http://schemas.openxmlformats.org/drawingml/2006/main">
              <a:ext uri="{FF2B5EF4-FFF2-40B4-BE49-F238E27FC236}">
                <a16:creationId xmlns:a16="http://schemas.microsoft.com/office/drawing/2014/main" id="{3E2A776C-4DC2-4E69-8494-28506D77C1FC}"/>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66542318" name="Rectangle: Rounded Corners 310583424">
            <a:extLst xmlns:a="http://schemas.openxmlformats.org/drawingml/2006/main">
              <a:ext uri="{FF2B5EF4-FFF2-40B4-BE49-F238E27FC236}">
                <a16:creationId xmlns:a16="http://schemas.microsoft.com/office/drawing/2014/main" id="{923C16AA-0320-4152-9EDE-8044B6ABA5DE}"/>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374440699" name="Rectangle: Rounded Corners 701546865">
            <a:extLst xmlns:a="http://schemas.openxmlformats.org/drawingml/2006/main">
              <a:ext uri="{FF2B5EF4-FFF2-40B4-BE49-F238E27FC236}">
                <a16:creationId xmlns:a16="http://schemas.microsoft.com/office/drawing/2014/main" id="{60ED0A1F-5E90-42E4-A9FE-AE1F826D1AA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638932033" name="Arrow: Right 622048333">
            <a:extLst xmlns:a="http://schemas.openxmlformats.org/drawingml/2006/main">
              <a:ext uri="{FF2B5EF4-FFF2-40B4-BE49-F238E27FC236}">
                <a16:creationId xmlns:a16="http://schemas.microsoft.com/office/drawing/2014/main" id="{F967D5DD-0E0B-447C-AA23-899BA040E6EA}"/>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166423" name="Arrow: Right 476163819">
            <a:extLst xmlns:a="http://schemas.openxmlformats.org/drawingml/2006/main">
              <a:ext uri="{FF2B5EF4-FFF2-40B4-BE49-F238E27FC236}">
                <a16:creationId xmlns:a16="http://schemas.microsoft.com/office/drawing/2014/main" id="{F4D6D82C-1CB4-44D1-8C0E-4D53499684B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634550" name="Rectangle: Rounded Corners 1396234520">
            <a:extLst xmlns:a="http://schemas.openxmlformats.org/drawingml/2006/main">
              <a:ext uri="{FF2B5EF4-FFF2-40B4-BE49-F238E27FC236}">
                <a16:creationId xmlns:a16="http://schemas.microsoft.com/office/drawing/2014/main" id="{908E5395-4A23-4B20-9CB3-7C8F4C95581D}"/>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033053542" name="Rectangle 1921889684">
            <a:extLst xmlns:a="http://schemas.openxmlformats.org/drawingml/2006/main">
              <a:ext uri="{FF2B5EF4-FFF2-40B4-BE49-F238E27FC236}">
                <a16:creationId xmlns:a16="http://schemas.microsoft.com/office/drawing/2014/main" id="{35706E17-0972-444A-84E3-E1F7DECB8B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2027266780"/>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90022" name="Rectangle 7713821">
            <a:extLst xmlns:a="http://schemas.openxmlformats.org/drawingml/2006/main">
              <a:ext uri="{FF2B5EF4-FFF2-40B4-BE49-F238E27FC236}">
                <a16:creationId xmlns:a16="http://schemas.microsoft.com/office/drawing/2014/main" id="{87646C22-8329-4094-B1B7-E44884475C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45729413" name="Rectangle 1381388514">
            <a:extLst xmlns:a="http://schemas.openxmlformats.org/drawingml/2006/main">
              <a:ext uri="{FF2B5EF4-FFF2-40B4-BE49-F238E27FC236}">
                <a16:creationId xmlns:a16="http://schemas.microsoft.com/office/drawing/2014/main" id="{8CAEB992-C9B8-4C91-AF67-81430E45ED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452495499" name="Rectangle: Rounded Corners 661849784">
            <a:extLst xmlns:a="http://schemas.openxmlformats.org/drawingml/2006/main">
              <a:ext uri="{FF2B5EF4-FFF2-40B4-BE49-F238E27FC236}">
                <a16:creationId xmlns:a16="http://schemas.microsoft.com/office/drawing/2014/main" id="{671A5652-919B-4CD1-ACCB-95810E0D8D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8804834" name="Rectangle: Rounded Corners 1954931325">
            <a:extLst xmlns:a="http://schemas.openxmlformats.org/drawingml/2006/main">
              <a:ext uri="{FF2B5EF4-FFF2-40B4-BE49-F238E27FC236}">
                <a16:creationId xmlns:a16="http://schemas.microsoft.com/office/drawing/2014/main" id="{900CA45D-EF05-46FE-B795-3237BC03430D}"/>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41739467" name="Rectangle: Rounded Corners 1479007971">
            <a:extLst xmlns:a="http://schemas.openxmlformats.org/drawingml/2006/main">
              <a:ext uri="{FF2B5EF4-FFF2-40B4-BE49-F238E27FC236}">
                <a16:creationId xmlns:a16="http://schemas.microsoft.com/office/drawing/2014/main" id="{A5F7B722-1A7A-41A5-9E6B-80F82A3E182A}"/>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647514436" name="Rectangle: Rounded Corners 337911440">
            <a:extLst xmlns:a="http://schemas.openxmlformats.org/drawingml/2006/main">
              <a:ext uri="{FF2B5EF4-FFF2-40B4-BE49-F238E27FC236}">
                <a16:creationId xmlns:a16="http://schemas.microsoft.com/office/drawing/2014/main" id="{ACF79D86-420F-4FB6-9A40-10A92E27C43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48648412" name="Rectangle: Rounded Corners 812565267">
            <a:extLst xmlns:a="http://schemas.openxmlformats.org/drawingml/2006/main">
              <a:ext uri="{FF2B5EF4-FFF2-40B4-BE49-F238E27FC236}">
                <a16:creationId xmlns:a16="http://schemas.microsoft.com/office/drawing/2014/main" id="{DC9C096F-838E-4783-BBCE-2E50A6D2BC62}"/>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829364162" name="Rectangle: Rounded Corners 210839016">
            <a:extLst xmlns:a="http://schemas.openxmlformats.org/drawingml/2006/main">
              <a:ext uri="{FF2B5EF4-FFF2-40B4-BE49-F238E27FC236}">
                <a16:creationId xmlns:a16="http://schemas.microsoft.com/office/drawing/2014/main" id="{B01C8B7E-85EF-4ACD-BD69-766871C6E648}"/>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2398626" name="Arrow: Right 923890290">
            <a:extLst xmlns:a="http://schemas.openxmlformats.org/drawingml/2006/main">
              <a:ext uri="{FF2B5EF4-FFF2-40B4-BE49-F238E27FC236}">
                <a16:creationId xmlns:a16="http://schemas.microsoft.com/office/drawing/2014/main" id="{CB5185E4-DB50-44F5-8E85-07133985577C}"/>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9596628" name="Rectangle: Rounded Corners 549922296">
            <a:extLst xmlns:a="http://schemas.openxmlformats.org/drawingml/2006/main">
              <a:ext uri="{FF2B5EF4-FFF2-40B4-BE49-F238E27FC236}">
                <a16:creationId xmlns:a16="http://schemas.microsoft.com/office/drawing/2014/main" id="{E5DF14B7-4174-4D79-BBE7-9306EA82EFA7}"/>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2069121844" name="Rectangle 313069816">
            <a:extLst xmlns:a="http://schemas.openxmlformats.org/drawingml/2006/main">
              <a:ext uri="{FF2B5EF4-FFF2-40B4-BE49-F238E27FC236}">
                <a16:creationId xmlns:a16="http://schemas.microsoft.com/office/drawing/2014/main" id="{CD318E0C-1040-4094-896D-351A6F1FBDDD}"/>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4400456" name="Rectangle 181180573">
            <a:extLst xmlns:a="http://schemas.openxmlformats.org/drawingml/2006/main">
              <a:ext uri="{FF2B5EF4-FFF2-40B4-BE49-F238E27FC236}">
                <a16:creationId xmlns:a16="http://schemas.microsoft.com/office/drawing/2014/main" id="{476D0A98-7F7B-4830-855D-BEE6227C9D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701748233"/>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896127" name="Rectangle 106407163">
            <a:extLst xmlns:a="http://schemas.openxmlformats.org/drawingml/2006/main">
              <a:ext uri="{FF2B5EF4-FFF2-40B4-BE49-F238E27FC236}">
                <a16:creationId xmlns:a16="http://schemas.microsoft.com/office/drawing/2014/main" id="{A66AE554-B15C-4ADD-88E6-8D0E217B2D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859534868" name="Rectangle 440135367">
            <a:extLst xmlns:a="http://schemas.openxmlformats.org/drawingml/2006/main">
              <a:ext uri="{FF2B5EF4-FFF2-40B4-BE49-F238E27FC236}">
                <a16:creationId xmlns:a16="http://schemas.microsoft.com/office/drawing/2014/main" id="{40C67279-DB8B-438D-93F4-425AA90F7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023801267" name="Rectangle: Rounded Corners 989138248">
            <a:extLst xmlns:a="http://schemas.openxmlformats.org/drawingml/2006/main">
              <a:ext uri="{FF2B5EF4-FFF2-40B4-BE49-F238E27FC236}">
                <a16:creationId xmlns:a16="http://schemas.microsoft.com/office/drawing/2014/main" id="{4B4F7CE8-496B-4F18-BF5D-34A3EE34B3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110182" name="Rectangle: Rounded Corners 1616044445">
            <a:extLst xmlns:a="http://schemas.openxmlformats.org/drawingml/2006/main">
              <a:ext uri="{FF2B5EF4-FFF2-40B4-BE49-F238E27FC236}">
                <a16:creationId xmlns:a16="http://schemas.microsoft.com/office/drawing/2014/main" id="{F5BEC6D3-4B64-4394-9701-7AECDAA3204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03285592" name="Arrow: Right 594282241">
            <a:extLst xmlns:a="http://schemas.openxmlformats.org/drawingml/2006/main">
              <a:ext uri="{FF2B5EF4-FFF2-40B4-BE49-F238E27FC236}">
                <a16:creationId xmlns:a16="http://schemas.microsoft.com/office/drawing/2014/main" id="{70287D9A-29F1-49ED-B643-9A7657D0C2B4}"/>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06680900" name="Rectangle: Rounded Corners 733975538">
            <a:extLst xmlns:a="http://schemas.openxmlformats.org/drawingml/2006/main">
              <a:ext uri="{FF2B5EF4-FFF2-40B4-BE49-F238E27FC236}">
                <a16:creationId xmlns:a16="http://schemas.microsoft.com/office/drawing/2014/main" id="{D56B1088-AC0F-409C-A113-22D60CFE30BC}"/>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576881364" name="Arrow: Right 826463740">
            <a:extLst xmlns:a="http://schemas.openxmlformats.org/drawingml/2006/main">
              <a:ext uri="{FF2B5EF4-FFF2-40B4-BE49-F238E27FC236}">
                <a16:creationId xmlns:a16="http://schemas.microsoft.com/office/drawing/2014/main" id="{84A3CA47-8715-4C01-B554-25919571E955}"/>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427692778" name="Rectangle: Rounded Corners 1611946980">
            <a:extLst xmlns:a="http://schemas.openxmlformats.org/drawingml/2006/main">
              <a:ext uri="{FF2B5EF4-FFF2-40B4-BE49-F238E27FC236}">
                <a16:creationId xmlns:a16="http://schemas.microsoft.com/office/drawing/2014/main" id="{0005C963-3065-4308-AA45-26FE642EFA4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430600285" name="Arrow: Right 1141760594">
            <a:extLst xmlns:a="http://schemas.openxmlformats.org/drawingml/2006/main">
              <a:ext uri="{FF2B5EF4-FFF2-40B4-BE49-F238E27FC236}">
                <a16:creationId xmlns:a16="http://schemas.microsoft.com/office/drawing/2014/main" id="{70018271-BFA9-4E9E-980B-BBBD30271522}"/>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198801" name="Oval 546463300">
            <a:extLst xmlns:a="http://schemas.openxmlformats.org/drawingml/2006/main">
              <a:ext uri="{FF2B5EF4-FFF2-40B4-BE49-F238E27FC236}">
                <a16:creationId xmlns:a16="http://schemas.microsoft.com/office/drawing/2014/main" id="{7113F3D9-13A1-459D-82E2-FED95512785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244668520" name="Rectangle 1547793054">
            <a:extLst xmlns:a="http://schemas.openxmlformats.org/drawingml/2006/main">
              <a:ext uri="{FF2B5EF4-FFF2-40B4-BE49-F238E27FC236}">
                <a16:creationId xmlns:a16="http://schemas.microsoft.com/office/drawing/2014/main" id="{3D0FA48B-782D-4DC5-BECF-EE52913DF3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77379755"/>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37425" name="Rectangle 106407163">
            <a:extLst xmlns:a="http://schemas.openxmlformats.org/drawingml/2006/main">
              <a:ext uri="{FF2B5EF4-FFF2-40B4-BE49-F238E27FC236}">
                <a16:creationId xmlns:a16="http://schemas.microsoft.com/office/drawing/2014/main" id="{F982E9E6-2C48-441A-878C-6C87698AC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0900128" name="Rectangle 440135367">
            <a:extLst xmlns:a="http://schemas.openxmlformats.org/drawingml/2006/main">
              <a:ext uri="{FF2B5EF4-FFF2-40B4-BE49-F238E27FC236}">
                <a16:creationId xmlns:a16="http://schemas.microsoft.com/office/drawing/2014/main" id="{019B2F70-BCD5-44AA-ACDF-811B1FB8F03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836985624" name="Rectangle: Rounded Corners 989138248">
            <a:extLst xmlns:a="http://schemas.openxmlformats.org/drawingml/2006/main">
              <a:ext uri="{FF2B5EF4-FFF2-40B4-BE49-F238E27FC236}">
                <a16:creationId xmlns:a16="http://schemas.microsoft.com/office/drawing/2014/main" id="{DAE2BAAC-3733-4155-9AFB-B20B186343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36460" name="Rectangle 1547793054">
            <a:extLst xmlns:a="http://schemas.openxmlformats.org/drawingml/2006/main">
              <a:ext uri="{FF2B5EF4-FFF2-40B4-BE49-F238E27FC236}">
                <a16:creationId xmlns:a16="http://schemas.microsoft.com/office/drawing/2014/main" id="{9910A294-F5BA-4675-A87E-C4D9DD6EA77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
        <p:nvSpPr>
          <p:cNvPr id="940966605" name="model-group-label">
            <a:extLst xmlns:a="http://schemas.openxmlformats.org/drawingml/2006/main">
              <a:ext uri="{FF2B5EF4-FFF2-40B4-BE49-F238E27FC236}">
                <a16:creationId xmlns:a16="http://schemas.microsoft.com/office/drawing/2014/main" id="{D913E940-46CF-44C7-96CD-C5F217CCD8FA}"/>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26634256" name="config-component">
            <a:extLst xmlns:a="http://schemas.openxmlformats.org/drawingml/2006/main">
              <a:ext uri="{FF2B5EF4-FFF2-40B4-BE49-F238E27FC236}">
                <a16:creationId xmlns:a16="http://schemas.microsoft.com/office/drawing/2014/main" id="{F3A97855-10F8-4998-BC24-320F5BACA68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403555" name="config-label">
            <a:extLst xmlns:a="http://schemas.openxmlformats.org/drawingml/2006/main">
              <a:ext uri="{FF2B5EF4-FFF2-40B4-BE49-F238E27FC236}">
                <a16:creationId xmlns:a16="http://schemas.microsoft.com/office/drawing/2014/main" id="{8772121C-BC5E-4976-9984-43697371ED5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695224994" name="config-title">
            <a:extLst xmlns:a="http://schemas.openxmlformats.org/drawingml/2006/main">
              <a:ext uri="{FF2B5EF4-FFF2-40B4-BE49-F238E27FC236}">
                <a16:creationId xmlns:a16="http://schemas.microsoft.com/office/drawing/2014/main" id="{AE851918-3535-4797-B198-3E54A32EB504}"/>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579252875" name="config-detail">
            <a:extLst xmlns:a="http://schemas.openxmlformats.org/drawingml/2006/main">
              <a:ext uri="{FF2B5EF4-FFF2-40B4-BE49-F238E27FC236}">
                <a16:creationId xmlns:a16="http://schemas.microsoft.com/office/drawing/2014/main" id="{DF9D99AE-DF55-49DE-82D7-9DB504520E76}"/>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70634500" name="model-plus">
            <a:extLst xmlns:a="http://schemas.openxmlformats.org/drawingml/2006/main">
              <a:ext uri="{FF2B5EF4-FFF2-40B4-BE49-F238E27FC236}">
                <a16:creationId xmlns:a16="http://schemas.microsoft.com/office/drawing/2014/main" id="{17FBD54E-39B1-46FF-AB1F-6776E4A5D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352738418" name="checkpoint-component">
            <a:extLst xmlns:a="http://schemas.openxmlformats.org/drawingml/2006/main">
              <a:ext uri="{FF2B5EF4-FFF2-40B4-BE49-F238E27FC236}">
                <a16:creationId xmlns:a16="http://schemas.microsoft.com/office/drawing/2014/main" id="{45F009A7-5255-487C-8D17-9E6852BD2767}"/>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111688" name="checkpoint-label">
            <a:extLst xmlns:a="http://schemas.openxmlformats.org/drawingml/2006/main">
              <a:ext uri="{FF2B5EF4-FFF2-40B4-BE49-F238E27FC236}">
                <a16:creationId xmlns:a16="http://schemas.microsoft.com/office/drawing/2014/main" id="{322A7F25-73BA-4311-B8B2-7E1C947767F1}"/>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68336206" name="checkpoint-title">
            <a:extLst xmlns:a="http://schemas.openxmlformats.org/drawingml/2006/main">
              <a:ext uri="{FF2B5EF4-FFF2-40B4-BE49-F238E27FC236}">
                <a16:creationId xmlns:a16="http://schemas.microsoft.com/office/drawing/2014/main" id="{3B67A00D-7D0F-4801-A71D-6E7C8772A33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23767136" name="checkpoint-detail">
            <a:extLst xmlns:a="http://schemas.openxmlformats.org/drawingml/2006/main">
              <a:ext uri="{FF2B5EF4-FFF2-40B4-BE49-F238E27FC236}">
                <a16:creationId xmlns:a16="http://schemas.microsoft.com/office/drawing/2014/main" id="{0D5C0184-8769-47F0-8738-873DA162A56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859332914" name="tokenizer-plus">
            <a:extLst xmlns:a="http://schemas.openxmlformats.org/drawingml/2006/main">
              <a:ext uri="{FF2B5EF4-FFF2-40B4-BE49-F238E27FC236}">
                <a16:creationId xmlns:a16="http://schemas.microsoft.com/office/drawing/2014/main" id="{23A8259B-C4AF-4B22-B94D-E0E5437897A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092611915" name="text ↔ ids-component">
            <a:extLst xmlns:a="http://schemas.openxmlformats.org/drawingml/2006/main">
              <a:ext uri="{FF2B5EF4-FFF2-40B4-BE49-F238E27FC236}">
                <a16:creationId xmlns:a16="http://schemas.microsoft.com/office/drawing/2014/main" id="{33B978A4-0115-47C6-8493-923DF0FAB17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897870" name="text ↔ ids-label">
            <a:extLst xmlns:a="http://schemas.openxmlformats.org/drawingml/2006/main">
              <a:ext uri="{FF2B5EF4-FFF2-40B4-BE49-F238E27FC236}">
                <a16:creationId xmlns:a16="http://schemas.microsoft.com/office/drawing/2014/main" id="{94CE0D30-C984-4051-A498-E119945CAE2D}"/>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3644621" name="text ↔ ids-title">
            <a:extLst xmlns:a="http://schemas.openxmlformats.org/drawingml/2006/main">
              <a:ext uri="{FF2B5EF4-FFF2-40B4-BE49-F238E27FC236}">
                <a16:creationId xmlns:a16="http://schemas.microsoft.com/office/drawing/2014/main" id="{3FF28DBE-0ED2-41EB-8177-2F733777BF5C}"/>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174885623" name="text ↔ ids-detail">
            <a:extLst xmlns:a="http://schemas.openxmlformats.org/drawingml/2006/main">
              <a:ext uri="{FF2B5EF4-FFF2-40B4-BE49-F238E27FC236}">
                <a16:creationId xmlns:a16="http://schemas.microsoft.com/office/drawing/2014/main" id="{79710191-52ED-4F25-88FA-C1AB4668FB0C}"/>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369953000" name="matching-takeaway">
            <a:extLst xmlns:a="http://schemas.openxmlformats.org/drawingml/2006/main">
              <a:ext uri="{FF2B5EF4-FFF2-40B4-BE49-F238E27FC236}">
                <a16:creationId xmlns:a16="http://schemas.microsoft.com/office/drawing/2014/main" id="{01BFEC56-2D91-4514-8EAE-0C82004B15C0}"/>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97590801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819507" name="Rectangle 965507380">
            <a:extLst xmlns:a="http://schemas.openxmlformats.org/drawingml/2006/main">
              <a:ext uri="{FF2B5EF4-FFF2-40B4-BE49-F238E27FC236}">
                <a16:creationId xmlns:a16="http://schemas.microsoft.com/office/drawing/2014/main" id="{A6FB7DE2-C103-4EFA-ADF1-5535259A73F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50592044" name="Rectangle 139921793">
            <a:extLst xmlns:a="http://schemas.openxmlformats.org/drawingml/2006/main">
              <a:ext uri="{FF2B5EF4-FFF2-40B4-BE49-F238E27FC236}">
                <a16:creationId xmlns:a16="http://schemas.microsoft.com/office/drawing/2014/main" id="{0BB26D94-88FA-427B-95D4-2BC870A9B3D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028515745" name="Rectangle: Rounded Corners 1511732123">
            <a:extLst xmlns:a="http://schemas.openxmlformats.org/drawingml/2006/main">
              <a:ext uri="{FF2B5EF4-FFF2-40B4-BE49-F238E27FC236}">
                <a16:creationId xmlns:a16="http://schemas.microsoft.com/office/drawing/2014/main" id="{E504AD4E-3686-493D-8864-9F7978C5D5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046058" name="Rectangle: Rounded Corners 2034787168">
            <a:extLst xmlns:a="http://schemas.openxmlformats.org/drawingml/2006/main">
              <a:ext uri="{FF2B5EF4-FFF2-40B4-BE49-F238E27FC236}">
                <a16:creationId xmlns:a16="http://schemas.microsoft.com/office/drawing/2014/main" id="{73F3A5E1-2FBB-48C5-A92C-AB80A6D8FD2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775788151" name="Arrow: Right 1804858146">
            <a:extLst xmlns:a="http://schemas.openxmlformats.org/drawingml/2006/main">
              <a:ext uri="{FF2B5EF4-FFF2-40B4-BE49-F238E27FC236}">
                <a16:creationId xmlns:a16="http://schemas.microsoft.com/office/drawing/2014/main" id="{201B2D0D-A111-4B52-8A46-1140599E8088}"/>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5516" name="Rectangle: Rounded Corners 2119234794">
            <a:extLst xmlns:a="http://schemas.openxmlformats.org/drawingml/2006/main">
              <a:ext uri="{FF2B5EF4-FFF2-40B4-BE49-F238E27FC236}">
                <a16:creationId xmlns:a16="http://schemas.microsoft.com/office/drawing/2014/main" id="{48E83DF4-FBFC-4405-9C56-197D21FAE64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211784304" name="Arrow: Right 1610655777">
            <a:extLst xmlns:a="http://schemas.openxmlformats.org/drawingml/2006/main">
              <a:ext uri="{FF2B5EF4-FFF2-40B4-BE49-F238E27FC236}">
                <a16:creationId xmlns:a16="http://schemas.microsoft.com/office/drawing/2014/main" id="{CF374042-CD9A-44A6-8532-626DBCBA72C3}"/>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64026" name="Rectangle: Rounded Corners 67679862">
            <a:extLst xmlns:a="http://schemas.openxmlformats.org/drawingml/2006/main">
              <a:ext uri="{FF2B5EF4-FFF2-40B4-BE49-F238E27FC236}">
                <a16:creationId xmlns:a16="http://schemas.microsoft.com/office/drawing/2014/main" id="{C3998741-1651-44D2-9AD3-978CD2272360}"/>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47825103" name="Straight Connector 1129615995">
            <a:extLst xmlns:a="http://schemas.openxmlformats.org/drawingml/2006/main">
              <a:ext uri="{FF2B5EF4-FFF2-40B4-BE49-F238E27FC236}">
                <a16:creationId xmlns:a16="http://schemas.microsoft.com/office/drawing/2014/main" id="{A9593308-B0AD-4E73-9806-5EBEB4E93FB8}"/>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55476" name="Rectangle 701260999">
            <a:extLst xmlns:a="http://schemas.openxmlformats.org/drawingml/2006/main">
              <a:ext uri="{FF2B5EF4-FFF2-40B4-BE49-F238E27FC236}">
                <a16:creationId xmlns:a16="http://schemas.microsoft.com/office/drawing/2014/main" id="{AA36AC59-394B-46BB-B446-E7F6DDC6CE14}"/>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55795437" name="Rectangle 567537238">
            <a:extLst xmlns:a="http://schemas.openxmlformats.org/drawingml/2006/main">
              <a:ext uri="{FF2B5EF4-FFF2-40B4-BE49-F238E27FC236}">
                <a16:creationId xmlns:a16="http://schemas.microsoft.com/office/drawing/2014/main" id="{8C49A4ED-7949-47E5-875C-A153DFD786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326994116"/>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623226" name="Rectangle 1814109763">
            <a:extLst xmlns:a="http://schemas.openxmlformats.org/drawingml/2006/main">
              <a:ext uri="{FF2B5EF4-FFF2-40B4-BE49-F238E27FC236}">
                <a16:creationId xmlns:a16="http://schemas.microsoft.com/office/drawing/2014/main" id="{25863F03-A9CC-4CBB-BF73-3873502413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91494039" name="Rectangle 2024296005">
            <a:extLst xmlns:a="http://schemas.openxmlformats.org/drawingml/2006/main">
              <a:ext uri="{FF2B5EF4-FFF2-40B4-BE49-F238E27FC236}">
                <a16:creationId xmlns:a16="http://schemas.microsoft.com/office/drawing/2014/main" id="{D7C8DBD3-DAA2-4078-8957-E4701D01A1B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74326792" name="Rectangle: Rounded Corners 520397166">
            <a:extLst xmlns:a="http://schemas.openxmlformats.org/drawingml/2006/main">
              <a:ext uri="{FF2B5EF4-FFF2-40B4-BE49-F238E27FC236}">
                <a16:creationId xmlns:a16="http://schemas.microsoft.com/office/drawing/2014/main" id="{934CAA11-CBEC-4605-8E15-B70104C9C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9484296" name="Rectangle 1861104430">
            <a:extLst xmlns:a="http://schemas.openxmlformats.org/drawingml/2006/main">
              <a:ext uri="{FF2B5EF4-FFF2-40B4-BE49-F238E27FC236}">
                <a16:creationId xmlns:a16="http://schemas.microsoft.com/office/drawing/2014/main" id="{F2E8F2F7-FA98-45B2-B925-2413F7E117F0}"/>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27976828" name="Rectangle: Rounded Corners 1392389716">
            <a:extLst xmlns:a="http://schemas.openxmlformats.org/drawingml/2006/main">
              <a:ext uri="{FF2B5EF4-FFF2-40B4-BE49-F238E27FC236}">
                <a16:creationId xmlns:a16="http://schemas.microsoft.com/office/drawing/2014/main" id="{6BE45639-AAE4-46FC-A561-CE45A2FAB082}"/>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963207" name="Rectangle: Rounded Corners 304746229">
            <a:extLst xmlns:a="http://schemas.openxmlformats.org/drawingml/2006/main">
              <a:ext uri="{FF2B5EF4-FFF2-40B4-BE49-F238E27FC236}">
                <a16:creationId xmlns:a16="http://schemas.microsoft.com/office/drawing/2014/main" id="{C5E5208A-0C3C-4973-9276-8CA6746E53B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752422" name="Rectangle: Rounded Corners 1222174650">
            <a:extLst xmlns:a="http://schemas.openxmlformats.org/drawingml/2006/main">
              <a:ext uri="{FF2B5EF4-FFF2-40B4-BE49-F238E27FC236}">
                <a16:creationId xmlns:a16="http://schemas.microsoft.com/office/drawing/2014/main" id="{9CED7272-431E-41C2-8087-D12684D77DAF}"/>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118392" name="Rectangle: Rounded Corners 221083532">
            <a:extLst xmlns:a="http://schemas.openxmlformats.org/drawingml/2006/main">
              <a:ext uri="{FF2B5EF4-FFF2-40B4-BE49-F238E27FC236}">
                <a16:creationId xmlns:a16="http://schemas.microsoft.com/office/drawing/2014/main" id="{B6EB50D6-7D43-4309-96CC-501FE5606E1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840" name="Rectangle: Rounded Corners 1871169587">
            <a:extLst xmlns:a="http://schemas.openxmlformats.org/drawingml/2006/main">
              <a:ext uri="{FF2B5EF4-FFF2-40B4-BE49-F238E27FC236}">
                <a16:creationId xmlns:a16="http://schemas.microsoft.com/office/drawing/2014/main" id="{E3CB10BA-1225-4A33-A566-EF8E0B942B0E}"/>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583909" name="Rectangle 1899079274">
            <a:extLst xmlns:a="http://schemas.openxmlformats.org/drawingml/2006/main">
              <a:ext uri="{FF2B5EF4-FFF2-40B4-BE49-F238E27FC236}">
                <a16:creationId xmlns:a16="http://schemas.microsoft.com/office/drawing/2014/main" id="{FC0F3B4F-6F5A-4B55-9DAC-2F50539488F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31597204" name="Rectangle: Rounded Corners 557756631">
            <a:extLst xmlns:a="http://schemas.openxmlformats.org/drawingml/2006/main">
              <a:ext uri="{FF2B5EF4-FFF2-40B4-BE49-F238E27FC236}">
                <a16:creationId xmlns:a16="http://schemas.microsoft.com/office/drawing/2014/main" id="{F1404656-4629-4232-8935-6D68369B6EF3}"/>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174858" name="Rectangle: Rounded Corners 421477788">
            <a:extLst xmlns:a="http://schemas.openxmlformats.org/drawingml/2006/main">
              <a:ext uri="{FF2B5EF4-FFF2-40B4-BE49-F238E27FC236}">
                <a16:creationId xmlns:a16="http://schemas.microsoft.com/office/drawing/2014/main" id="{87939C18-0A0F-4703-92F3-F78B816C203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7394963" name="Rectangle: Rounded Corners 358930618">
            <a:extLst xmlns:a="http://schemas.openxmlformats.org/drawingml/2006/main">
              <a:ext uri="{FF2B5EF4-FFF2-40B4-BE49-F238E27FC236}">
                <a16:creationId xmlns:a16="http://schemas.microsoft.com/office/drawing/2014/main" id="{0838F031-7A9B-4F22-899E-D3D987E462B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096791" name="Rectangle: Rounded Corners 92675593">
            <a:extLst xmlns:a="http://schemas.openxmlformats.org/drawingml/2006/main">
              <a:ext uri="{FF2B5EF4-FFF2-40B4-BE49-F238E27FC236}">
                <a16:creationId xmlns:a16="http://schemas.microsoft.com/office/drawing/2014/main" id="{8890DBD2-9CB4-422A-B7B5-27EB0B488E69}"/>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675721" name="Rectangle: Rounded Corners 1199041677">
            <a:extLst xmlns:a="http://schemas.openxmlformats.org/drawingml/2006/main">
              <a:ext uri="{FF2B5EF4-FFF2-40B4-BE49-F238E27FC236}">
                <a16:creationId xmlns:a16="http://schemas.microsoft.com/office/drawing/2014/main" id="{CA499AF2-FDCA-4920-91A8-B479038856DF}"/>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842350" name="Rectangle 35073005">
            <a:extLst xmlns:a="http://schemas.openxmlformats.org/drawingml/2006/main">
              <a:ext uri="{FF2B5EF4-FFF2-40B4-BE49-F238E27FC236}">
                <a16:creationId xmlns:a16="http://schemas.microsoft.com/office/drawing/2014/main" id="{07B9B269-90C6-4B69-8C36-275BB5870D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632423813"/>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075817" name="Rectangle 642368024">
            <a:extLst xmlns:a="http://schemas.openxmlformats.org/drawingml/2006/main">
              <a:ext uri="{FF2B5EF4-FFF2-40B4-BE49-F238E27FC236}">
                <a16:creationId xmlns:a16="http://schemas.microsoft.com/office/drawing/2014/main" id="{7832CD08-DE9E-4B38-BD17-30EC37EBF6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540731989" name="Rectangle 1340580572">
            <a:extLst xmlns:a="http://schemas.openxmlformats.org/drawingml/2006/main">
              <a:ext uri="{FF2B5EF4-FFF2-40B4-BE49-F238E27FC236}">
                <a16:creationId xmlns:a16="http://schemas.microsoft.com/office/drawing/2014/main" id="{E55064DC-A801-42EB-BBE2-2C4E393122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635540868" name="Rectangle: Rounded Corners 1167098246">
            <a:extLst xmlns:a="http://schemas.openxmlformats.org/drawingml/2006/main">
              <a:ext uri="{FF2B5EF4-FFF2-40B4-BE49-F238E27FC236}">
                <a16:creationId xmlns:a16="http://schemas.microsoft.com/office/drawing/2014/main" id="{3E888FF0-62B2-44A1-BD18-5211D806A7A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108495" name="Rectangle: Rounded Corners 391850247">
            <a:extLst xmlns:a="http://schemas.openxmlformats.org/drawingml/2006/main">
              <a:ext uri="{FF2B5EF4-FFF2-40B4-BE49-F238E27FC236}">
                <a16:creationId xmlns:a16="http://schemas.microsoft.com/office/drawing/2014/main" id="{0F10B51C-0A36-441F-BF2E-32BECFBE44D6}"/>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777642" name="Rectangle 558602476">
            <a:extLst xmlns:a="http://schemas.openxmlformats.org/drawingml/2006/main">
              <a:ext uri="{FF2B5EF4-FFF2-40B4-BE49-F238E27FC236}">
                <a16:creationId xmlns:a16="http://schemas.microsoft.com/office/drawing/2014/main" id="{5BDABC6E-7F80-404F-B1DF-8A58E81758E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798370768" name="Rectangle 908481340">
            <a:extLst xmlns:a="http://schemas.openxmlformats.org/drawingml/2006/main">
              <a:ext uri="{FF2B5EF4-FFF2-40B4-BE49-F238E27FC236}">
                <a16:creationId xmlns:a16="http://schemas.microsoft.com/office/drawing/2014/main" id="{4E31DF31-7F46-4072-820E-71CAD262832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79231111" name="Rectangle 803342785">
            <a:extLst xmlns:a="http://schemas.openxmlformats.org/drawingml/2006/main">
              <a:ext uri="{FF2B5EF4-FFF2-40B4-BE49-F238E27FC236}">
                <a16:creationId xmlns:a16="http://schemas.microsoft.com/office/drawing/2014/main" id="{C81BBC2E-1681-4149-A717-757B15E01BDD}"/>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89556851" name="Rectangle: Rounded Corners 1990101030">
            <a:extLst xmlns:a="http://schemas.openxmlformats.org/drawingml/2006/main">
              <a:ext uri="{FF2B5EF4-FFF2-40B4-BE49-F238E27FC236}">
                <a16:creationId xmlns:a16="http://schemas.microsoft.com/office/drawing/2014/main" id="{3241E24F-5E17-4908-A0B8-E7AE9AE65B47}"/>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60964" name="Rectangle 1511392786">
            <a:extLst xmlns:a="http://schemas.openxmlformats.org/drawingml/2006/main">
              <a:ext uri="{FF2B5EF4-FFF2-40B4-BE49-F238E27FC236}">
                <a16:creationId xmlns:a16="http://schemas.microsoft.com/office/drawing/2014/main" id="{05818485-EA4E-445A-8409-1B351B7EC82D}"/>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85828631" name="Rectangle: Rounded Corners 768585734">
            <a:extLst xmlns:a="http://schemas.openxmlformats.org/drawingml/2006/main">
              <a:ext uri="{FF2B5EF4-FFF2-40B4-BE49-F238E27FC236}">
                <a16:creationId xmlns:a16="http://schemas.microsoft.com/office/drawing/2014/main" id="{C76D1A46-C31C-4C4C-A167-CE546958F4CA}"/>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614212" name="Rectangle 734996419">
            <a:extLst xmlns:a="http://schemas.openxmlformats.org/drawingml/2006/main">
              <a:ext uri="{FF2B5EF4-FFF2-40B4-BE49-F238E27FC236}">
                <a16:creationId xmlns:a16="http://schemas.microsoft.com/office/drawing/2014/main" id="{D3B467AF-2ED4-4A8E-8A1A-C7711A40236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46154860" name="Rectangle: Rounded Corners 904396018">
            <a:extLst xmlns:a="http://schemas.openxmlformats.org/drawingml/2006/main">
              <a:ext uri="{FF2B5EF4-FFF2-40B4-BE49-F238E27FC236}">
                <a16:creationId xmlns:a16="http://schemas.microsoft.com/office/drawing/2014/main" id="{168BC934-E03D-4C39-AA4E-6B2B1DEAB9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41186" name="Rectangle 1723400869">
            <a:extLst xmlns:a="http://schemas.openxmlformats.org/drawingml/2006/main">
              <a:ext uri="{FF2B5EF4-FFF2-40B4-BE49-F238E27FC236}">
                <a16:creationId xmlns:a16="http://schemas.microsoft.com/office/drawing/2014/main" id="{31FC64C2-8AA2-4F72-A6C1-618E14D685B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6792258" name="Rectangle: Rounded Corners 1904735606">
            <a:extLst xmlns:a="http://schemas.openxmlformats.org/drawingml/2006/main">
              <a:ext uri="{FF2B5EF4-FFF2-40B4-BE49-F238E27FC236}">
                <a16:creationId xmlns:a16="http://schemas.microsoft.com/office/drawing/2014/main" id="{C3B29C39-676C-4255-9993-19C657C11B12}"/>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015370" name="Rectangle 1977779495">
            <a:extLst xmlns:a="http://schemas.openxmlformats.org/drawingml/2006/main">
              <a:ext uri="{FF2B5EF4-FFF2-40B4-BE49-F238E27FC236}">
                <a16:creationId xmlns:a16="http://schemas.microsoft.com/office/drawing/2014/main" id="{3F57E7E5-34CF-4395-ADB6-7380CB5013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2048631" name="Rectangle: Rounded Corners 758909754">
            <a:extLst xmlns:a="http://schemas.openxmlformats.org/drawingml/2006/main">
              <a:ext uri="{FF2B5EF4-FFF2-40B4-BE49-F238E27FC236}">
                <a16:creationId xmlns:a16="http://schemas.microsoft.com/office/drawing/2014/main" id="{C97E0CC1-6338-4A0E-8A35-9E6A1423D9A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804179" name="Rectangle 1103671468">
            <a:extLst xmlns:a="http://schemas.openxmlformats.org/drawingml/2006/main">
              <a:ext uri="{FF2B5EF4-FFF2-40B4-BE49-F238E27FC236}">
                <a16:creationId xmlns:a16="http://schemas.microsoft.com/office/drawing/2014/main" id="{DEAB983F-FD48-47CB-8656-4685DA9CD38A}"/>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559691956" name="Rectangle: Rounded Corners 1109785804">
            <a:extLst xmlns:a="http://schemas.openxmlformats.org/drawingml/2006/main">
              <a:ext uri="{FF2B5EF4-FFF2-40B4-BE49-F238E27FC236}">
                <a16:creationId xmlns:a16="http://schemas.microsoft.com/office/drawing/2014/main" id="{8F08EE4C-E36A-4782-8970-F8C72AF6AF5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385296" name="Rectangle 87535763">
            <a:extLst xmlns:a="http://schemas.openxmlformats.org/drawingml/2006/main">
              <a:ext uri="{FF2B5EF4-FFF2-40B4-BE49-F238E27FC236}">
                <a16:creationId xmlns:a16="http://schemas.microsoft.com/office/drawing/2014/main" id="{0E6D0E36-D946-4819-8556-FE9BE3E970B6}"/>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03080871" name="Rectangle: Rounded Corners 395524451">
            <a:extLst xmlns:a="http://schemas.openxmlformats.org/drawingml/2006/main">
              <a:ext uri="{FF2B5EF4-FFF2-40B4-BE49-F238E27FC236}">
                <a16:creationId xmlns:a16="http://schemas.microsoft.com/office/drawing/2014/main" id="{4F9F6C3C-EE1C-4DC9-8AD1-6B0E7B769306}"/>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0556664" name="Rectangle 752117888">
            <a:extLst xmlns:a="http://schemas.openxmlformats.org/drawingml/2006/main">
              <a:ext uri="{FF2B5EF4-FFF2-40B4-BE49-F238E27FC236}">
                <a16:creationId xmlns:a16="http://schemas.microsoft.com/office/drawing/2014/main" id="{31D7D1E5-9F8C-4CCD-AD3D-99463A690C35}"/>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8777028" name="Rectangle: Rounded Corners 1187034514">
            <a:extLst xmlns:a="http://schemas.openxmlformats.org/drawingml/2006/main">
              <a:ext uri="{FF2B5EF4-FFF2-40B4-BE49-F238E27FC236}">
                <a16:creationId xmlns:a16="http://schemas.microsoft.com/office/drawing/2014/main" id="{F73FA998-BF1B-4563-9BC0-3E7FBE6CF75F}"/>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236562" name="Rectangle 1239831952">
            <a:extLst xmlns:a="http://schemas.openxmlformats.org/drawingml/2006/main">
              <a:ext uri="{FF2B5EF4-FFF2-40B4-BE49-F238E27FC236}">
                <a16:creationId xmlns:a16="http://schemas.microsoft.com/office/drawing/2014/main" id="{797BCF72-74A1-4065-9575-E37950F8BA5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23527747" name="Rectangle: Rounded Corners 1990686703">
            <a:extLst xmlns:a="http://schemas.openxmlformats.org/drawingml/2006/main">
              <a:ext uri="{FF2B5EF4-FFF2-40B4-BE49-F238E27FC236}">
                <a16:creationId xmlns:a16="http://schemas.microsoft.com/office/drawing/2014/main" id="{A1CAED80-D84C-497E-9DD8-4EF8EF7C77CD}"/>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306235" name="Rectangle 790741738">
            <a:extLst xmlns:a="http://schemas.openxmlformats.org/drawingml/2006/main">
              <a:ext uri="{FF2B5EF4-FFF2-40B4-BE49-F238E27FC236}">
                <a16:creationId xmlns:a16="http://schemas.microsoft.com/office/drawing/2014/main" id="{A72ED1BE-7243-4EA7-9C05-DF87C348B66D}"/>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3518990" name="Rectangle 1344716697">
            <a:extLst xmlns:a="http://schemas.openxmlformats.org/drawingml/2006/main">
              <a:ext uri="{FF2B5EF4-FFF2-40B4-BE49-F238E27FC236}">
                <a16:creationId xmlns:a16="http://schemas.microsoft.com/office/drawing/2014/main" id="{BF1B62BC-B82D-4602-92A8-81BA54B6CE47}"/>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846223644" name="Rectangle: Rounded Corners 505587208">
            <a:extLst xmlns:a="http://schemas.openxmlformats.org/drawingml/2006/main">
              <a:ext uri="{FF2B5EF4-FFF2-40B4-BE49-F238E27FC236}">
                <a16:creationId xmlns:a16="http://schemas.microsoft.com/office/drawing/2014/main" id="{1889404F-8D01-4398-9EA4-53EB97C54850}"/>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2946" name="Rectangle 1817540189">
            <a:extLst xmlns:a="http://schemas.openxmlformats.org/drawingml/2006/main">
              <a:ext uri="{FF2B5EF4-FFF2-40B4-BE49-F238E27FC236}">
                <a16:creationId xmlns:a16="http://schemas.microsoft.com/office/drawing/2014/main" id="{71944E8A-193C-46C6-8AAF-F0324EB9FB2D}"/>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393276209" name="Rectangle: Rounded Corners 1412774459">
            <a:extLst xmlns:a="http://schemas.openxmlformats.org/drawingml/2006/main">
              <a:ext uri="{FF2B5EF4-FFF2-40B4-BE49-F238E27FC236}">
                <a16:creationId xmlns:a16="http://schemas.microsoft.com/office/drawing/2014/main" id="{3EAAE1B0-4EA3-4F70-8779-0A47FD8FF560}"/>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455793" name="Rectangle 842999192">
            <a:extLst xmlns:a="http://schemas.openxmlformats.org/drawingml/2006/main">
              <a:ext uri="{FF2B5EF4-FFF2-40B4-BE49-F238E27FC236}">
                <a16:creationId xmlns:a16="http://schemas.microsoft.com/office/drawing/2014/main" id="{55DD1B4F-EBA1-425A-BC8C-7FB56F999FFA}"/>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1620685" name="Rectangle: Rounded Corners 1720875966">
            <a:extLst xmlns:a="http://schemas.openxmlformats.org/drawingml/2006/main">
              <a:ext uri="{FF2B5EF4-FFF2-40B4-BE49-F238E27FC236}">
                <a16:creationId xmlns:a16="http://schemas.microsoft.com/office/drawing/2014/main" id="{8A32C7D3-CEA9-48C7-B8A1-35093477226A}"/>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169650" name="Rectangle 66502239">
            <a:extLst xmlns:a="http://schemas.openxmlformats.org/drawingml/2006/main">
              <a:ext uri="{FF2B5EF4-FFF2-40B4-BE49-F238E27FC236}">
                <a16:creationId xmlns:a16="http://schemas.microsoft.com/office/drawing/2014/main" id="{A23A8D18-57DF-4951-A5F6-4155B43BD85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076314903" name="Rectangle: Rounded Corners 2118371450">
            <a:extLst xmlns:a="http://schemas.openxmlformats.org/drawingml/2006/main">
              <a:ext uri="{FF2B5EF4-FFF2-40B4-BE49-F238E27FC236}">
                <a16:creationId xmlns:a16="http://schemas.microsoft.com/office/drawing/2014/main" id="{DC2903FB-09B9-4C45-AA3C-3B78C1253E5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68833" name="Rectangle 1265886563">
            <a:extLst xmlns:a="http://schemas.openxmlformats.org/drawingml/2006/main">
              <a:ext uri="{FF2B5EF4-FFF2-40B4-BE49-F238E27FC236}">
                <a16:creationId xmlns:a16="http://schemas.microsoft.com/office/drawing/2014/main" id="{7DF7AAA7-331B-4846-BFBE-807F1CC8EA5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313051973" name="Rectangle: Rounded Corners 2042608732">
            <a:extLst xmlns:a="http://schemas.openxmlformats.org/drawingml/2006/main">
              <a:ext uri="{FF2B5EF4-FFF2-40B4-BE49-F238E27FC236}">
                <a16:creationId xmlns:a16="http://schemas.microsoft.com/office/drawing/2014/main" id="{9749F344-93FC-4522-AE67-0728A2B2093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3282316" name="Rectangle 661207096">
            <a:extLst xmlns:a="http://schemas.openxmlformats.org/drawingml/2006/main">
              <a:ext uri="{FF2B5EF4-FFF2-40B4-BE49-F238E27FC236}">
                <a16:creationId xmlns:a16="http://schemas.microsoft.com/office/drawing/2014/main" id="{8C019C0A-5458-444C-B24D-ED32794A5585}"/>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888351155" name="Rectangle: Rounded Corners 1098391783">
            <a:extLst xmlns:a="http://schemas.openxmlformats.org/drawingml/2006/main">
              <a:ext uri="{FF2B5EF4-FFF2-40B4-BE49-F238E27FC236}">
                <a16:creationId xmlns:a16="http://schemas.microsoft.com/office/drawing/2014/main" id="{B907074E-FABC-4AD6-A860-48E61843FC43}"/>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386707" name="Rectangle 1867510340">
            <a:extLst xmlns:a="http://schemas.openxmlformats.org/drawingml/2006/main">
              <a:ext uri="{FF2B5EF4-FFF2-40B4-BE49-F238E27FC236}">
                <a16:creationId xmlns:a16="http://schemas.microsoft.com/office/drawing/2014/main" id="{BAE729BD-531F-4965-9C16-03CCE03459DA}"/>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497419176" name="Rectangle 610821016">
            <a:extLst xmlns:a="http://schemas.openxmlformats.org/drawingml/2006/main">
              <a:ext uri="{FF2B5EF4-FFF2-40B4-BE49-F238E27FC236}">
                <a16:creationId xmlns:a16="http://schemas.microsoft.com/office/drawing/2014/main" id="{83628CA5-BF7B-48A4-BFF5-A1A4190D6FF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51461539" name="Rectangle: Rounded Corners 1846748793">
            <a:extLst xmlns:a="http://schemas.openxmlformats.org/drawingml/2006/main">
              <a:ext uri="{FF2B5EF4-FFF2-40B4-BE49-F238E27FC236}">
                <a16:creationId xmlns:a16="http://schemas.microsoft.com/office/drawing/2014/main" id="{B993684E-B12D-4234-A28B-05D8B82FA26A}"/>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36479836" name="Rectangle 569626175">
            <a:extLst xmlns:a="http://schemas.openxmlformats.org/drawingml/2006/main">
              <a:ext uri="{FF2B5EF4-FFF2-40B4-BE49-F238E27FC236}">
                <a16:creationId xmlns:a16="http://schemas.microsoft.com/office/drawing/2014/main" id="{3D798495-3523-4343-BCA1-9EBCECCE8DA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608998225" name="Rectangle: Rounded Corners 43298065">
            <a:extLst xmlns:a="http://schemas.openxmlformats.org/drawingml/2006/main">
              <a:ext uri="{FF2B5EF4-FFF2-40B4-BE49-F238E27FC236}">
                <a16:creationId xmlns:a16="http://schemas.microsoft.com/office/drawing/2014/main" id="{86094B04-5CDB-45F9-B1DA-6DD18765585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528758340" name="Rectangle 114239354">
            <a:extLst xmlns:a="http://schemas.openxmlformats.org/drawingml/2006/main">
              <a:ext uri="{FF2B5EF4-FFF2-40B4-BE49-F238E27FC236}">
                <a16:creationId xmlns:a16="http://schemas.microsoft.com/office/drawing/2014/main" id="{87FED97B-A16A-4267-9056-80914970D08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816796297" name="Rectangle: Rounded Corners 1589723464">
            <a:extLst xmlns:a="http://schemas.openxmlformats.org/drawingml/2006/main">
              <a:ext uri="{FF2B5EF4-FFF2-40B4-BE49-F238E27FC236}">
                <a16:creationId xmlns:a16="http://schemas.microsoft.com/office/drawing/2014/main" id="{C2A0906D-66A7-45C9-BC42-E63DC98C8405}"/>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322816908" name="Rectangle 127230098">
            <a:extLst xmlns:a="http://schemas.openxmlformats.org/drawingml/2006/main">
              <a:ext uri="{FF2B5EF4-FFF2-40B4-BE49-F238E27FC236}">
                <a16:creationId xmlns:a16="http://schemas.microsoft.com/office/drawing/2014/main" id="{70ED1205-9311-4DCC-A2BC-ADDD309C06D1}"/>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950966669" name="Rectangle 760303360">
            <a:extLst xmlns:a="http://schemas.openxmlformats.org/drawingml/2006/main">
              <a:ext uri="{FF2B5EF4-FFF2-40B4-BE49-F238E27FC236}">
                <a16:creationId xmlns:a16="http://schemas.microsoft.com/office/drawing/2014/main" id="{02E1B0D9-14E0-470B-97C9-8D61157037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pic>
        <p:nvPicPr>
          <p:cNvPr id="2133282364"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dc99adb79ceb4db8">
            <a:extLst>
              <a:ext uri="{96DAC541-7B7A-43D3-8B79-37D633B846F1}">
                <asvg:svgBlip xmlns:asvg="http://schemas.microsoft.com/office/drawing/2016/SVG/main" r:embed="R35c7dfd6d677416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46246"/>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016069" name="Rectangle 1109576543">
            <a:extLst xmlns:a="http://schemas.openxmlformats.org/drawingml/2006/main">
              <a:ext uri="{FF2B5EF4-FFF2-40B4-BE49-F238E27FC236}">
                <a16:creationId xmlns:a16="http://schemas.microsoft.com/office/drawing/2014/main" id="{66FF1BFB-F05D-4441-B7C7-F5417EAB51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932628399" name="Rectangle 165357682">
            <a:extLst xmlns:a="http://schemas.openxmlformats.org/drawingml/2006/main">
              <a:ext uri="{FF2B5EF4-FFF2-40B4-BE49-F238E27FC236}">
                <a16:creationId xmlns:a16="http://schemas.microsoft.com/office/drawing/2014/main" id="{72E1919A-07D3-4D54-BAA2-60A21B24DF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306749382" name="Rectangle: Rounded Corners 1373434995">
            <a:extLst xmlns:a="http://schemas.openxmlformats.org/drawingml/2006/main">
              <a:ext uri="{FF2B5EF4-FFF2-40B4-BE49-F238E27FC236}">
                <a16:creationId xmlns:a16="http://schemas.microsoft.com/office/drawing/2014/main" id="{F33B8859-790F-4ED4-A9EF-2EFC2F5FBB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0061" name="Straight Connector 247695513">
            <a:extLst xmlns:a="http://schemas.openxmlformats.org/drawingml/2006/main">
              <a:ext uri="{FF2B5EF4-FFF2-40B4-BE49-F238E27FC236}">
                <a16:creationId xmlns:a16="http://schemas.microsoft.com/office/drawing/2014/main" id="{60E00F23-6D87-4164-9C72-725F41A841C0}"/>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185614" name="Oval 628746849">
            <a:extLst xmlns:a="http://schemas.openxmlformats.org/drawingml/2006/main">
              <a:ext uri="{FF2B5EF4-FFF2-40B4-BE49-F238E27FC236}">
                <a16:creationId xmlns:a16="http://schemas.microsoft.com/office/drawing/2014/main" id="{EEBE5BDA-032D-4F41-93A5-91DB923C151B}"/>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76683198" name="Rectangle 1898660202">
            <a:extLst xmlns:a="http://schemas.openxmlformats.org/drawingml/2006/main">
              <a:ext uri="{FF2B5EF4-FFF2-40B4-BE49-F238E27FC236}">
                <a16:creationId xmlns:a16="http://schemas.microsoft.com/office/drawing/2014/main" id="{EA4FFE3D-D301-4FB8-B11C-42E89C5DB7E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712512339" name="Oval 901053968">
            <a:extLst xmlns:a="http://schemas.openxmlformats.org/drawingml/2006/main">
              <a:ext uri="{FF2B5EF4-FFF2-40B4-BE49-F238E27FC236}">
                <a16:creationId xmlns:a16="http://schemas.microsoft.com/office/drawing/2014/main" id="{7ED59ED1-1FD7-4237-931B-E4FB8A1C142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885838419" name="Rectangle 2049675483">
            <a:extLst xmlns:a="http://schemas.openxmlformats.org/drawingml/2006/main">
              <a:ext uri="{FF2B5EF4-FFF2-40B4-BE49-F238E27FC236}">
                <a16:creationId xmlns:a16="http://schemas.microsoft.com/office/drawing/2014/main" id="{D2F7EAC8-48C8-459F-985F-FFF35BDB154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327842023" name="Oval 80204406">
            <a:extLst xmlns:a="http://schemas.openxmlformats.org/drawingml/2006/main">
              <a:ext uri="{FF2B5EF4-FFF2-40B4-BE49-F238E27FC236}">
                <a16:creationId xmlns:a16="http://schemas.microsoft.com/office/drawing/2014/main" id="{246EF5DA-C892-42FA-AFCE-E0081F4CD3FB}"/>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45687947" name="Rectangle 1419699716">
            <a:extLst xmlns:a="http://schemas.openxmlformats.org/drawingml/2006/main">
              <a:ext uri="{FF2B5EF4-FFF2-40B4-BE49-F238E27FC236}">
                <a16:creationId xmlns:a16="http://schemas.microsoft.com/office/drawing/2014/main" id="{6CD62916-670C-4561-908C-01F5B9BA74F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82430924" name="Oval 1824188964">
            <a:extLst xmlns:a="http://schemas.openxmlformats.org/drawingml/2006/main">
              <a:ext uri="{FF2B5EF4-FFF2-40B4-BE49-F238E27FC236}">
                <a16:creationId xmlns:a16="http://schemas.microsoft.com/office/drawing/2014/main" id="{F18AFE6C-81F4-4788-93F9-BF54491EA6C1}"/>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26754538" name="Rectangle 1161191516">
            <a:extLst xmlns:a="http://schemas.openxmlformats.org/drawingml/2006/main">
              <a:ext uri="{FF2B5EF4-FFF2-40B4-BE49-F238E27FC236}">
                <a16:creationId xmlns:a16="http://schemas.microsoft.com/office/drawing/2014/main" id="{F8DF7196-761A-4FCC-A831-030F8FC4BD5F}"/>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764278496" name="Oval 506955708">
            <a:extLst xmlns:a="http://schemas.openxmlformats.org/drawingml/2006/main">
              <a:ext uri="{FF2B5EF4-FFF2-40B4-BE49-F238E27FC236}">
                <a16:creationId xmlns:a16="http://schemas.microsoft.com/office/drawing/2014/main" id="{EF83D325-95E9-4D50-A404-B63066DF5FAC}"/>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94754686" name="Rectangle 1606354811">
            <a:extLst xmlns:a="http://schemas.openxmlformats.org/drawingml/2006/main">
              <a:ext uri="{FF2B5EF4-FFF2-40B4-BE49-F238E27FC236}">
                <a16:creationId xmlns:a16="http://schemas.microsoft.com/office/drawing/2014/main" id="{82CF837F-3E4B-452A-A974-B027608554E9}"/>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189689498" name="Oval 759270822">
            <a:extLst xmlns:a="http://schemas.openxmlformats.org/drawingml/2006/main">
              <a:ext uri="{FF2B5EF4-FFF2-40B4-BE49-F238E27FC236}">
                <a16:creationId xmlns:a16="http://schemas.microsoft.com/office/drawing/2014/main" id="{4ADC5622-1315-48B3-82BE-92CB64C48C4C}"/>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794984516" name="Rectangle 2044500735">
            <a:extLst xmlns:a="http://schemas.openxmlformats.org/drawingml/2006/main">
              <a:ext uri="{FF2B5EF4-FFF2-40B4-BE49-F238E27FC236}">
                <a16:creationId xmlns:a16="http://schemas.microsoft.com/office/drawing/2014/main" id="{7476F0BB-3B91-427C-B9C8-8F998306EEB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13993367" name="Rectangle 421878984">
            <a:extLst xmlns:a="http://schemas.openxmlformats.org/drawingml/2006/main">
              <a:ext uri="{FF2B5EF4-FFF2-40B4-BE49-F238E27FC236}">
                <a16:creationId xmlns:a16="http://schemas.microsoft.com/office/drawing/2014/main" id="{F29B1F46-640E-4DB5-8F60-153F91C3F0F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283929212" name="Rectangle 865122751">
            <a:extLst xmlns:a="http://schemas.openxmlformats.org/drawingml/2006/main">
              <a:ext uri="{FF2B5EF4-FFF2-40B4-BE49-F238E27FC236}">
                <a16:creationId xmlns:a16="http://schemas.microsoft.com/office/drawing/2014/main" id="{4E5D5A6B-05F8-4AC7-8BEA-EDDA86FEE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1550942455"/>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481564" name="Rectangle 720144411">
            <a:extLst xmlns:a="http://schemas.openxmlformats.org/drawingml/2006/main">
              <a:ext uri="{FF2B5EF4-FFF2-40B4-BE49-F238E27FC236}">
                <a16:creationId xmlns:a16="http://schemas.microsoft.com/office/drawing/2014/main" id="{06AFECE6-36A0-4CD8-AE71-D4B9D39E45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09849975" name="Rectangle 1225833152">
            <a:extLst xmlns:a="http://schemas.openxmlformats.org/drawingml/2006/main">
              <a:ext uri="{FF2B5EF4-FFF2-40B4-BE49-F238E27FC236}">
                <a16:creationId xmlns:a16="http://schemas.microsoft.com/office/drawing/2014/main" id="{3B4E97B3-066E-4968-9A91-D09A19610A4C}"/>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1287916798" name="Rectangle: Rounded Corners 259784900">
            <a:extLst xmlns:a="http://schemas.openxmlformats.org/drawingml/2006/main">
              <a:ext uri="{FF2B5EF4-FFF2-40B4-BE49-F238E27FC236}">
                <a16:creationId xmlns:a16="http://schemas.microsoft.com/office/drawing/2014/main" id="{8E6C9667-E853-4DFD-A7C4-C9E47948C6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318050" name="Rectangle: Rounded Corners 590363604">
            <a:extLst xmlns:a="http://schemas.openxmlformats.org/drawingml/2006/main">
              <a:ext uri="{FF2B5EF4-FFF2-40B4-BE49-F238E27FC236}">
                <a16:creationId xmlns:a16="http://schemas.microsoft.com/office/drawing/2014/main" id="{99C130F1-98BB-4ABB-A0D1-3F91A858B680}"/>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721694909" name="Rectangle: Rounded Corners 646256513">
            <a:extLst xmlns:a="http://schemas.openxmlformats.org/drawingml/2006/main">
              <a:ext uri="{FF2B5EF4-FFF2-40B4-BE49-F238E27FC236}">
                <a16:creationId xmlns:a16="http://schemas.microsoft.com/office/drawing/2014/main" id="{669C35AB-956D-420B-9549-0A9FB5047701}"/>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08523097" name="Rectangle: Rounded Corners 904291872">
            <a:extLst xmlns:a="http://schemas.openxmlformats.org/drawingml/2006/main">
              <a:ext uri="{FF2B5EF4-FFF2-40B4-BE49-F238E27FC236}">
                <a16:creationId xmlns:a16="http://schemas.microsoft.com/office/drawing/2014/main" id="{5BBED8AD-7976-45A5-9CD8-04642418A5E9}"/>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660200503" name="Rectangle: Rounded Corners 1609756684">
            <a:extLst xmlns:a="http://schemas.openxmlformats.org/drawingml/2006/main">
              <a:ext uri="{FF2B5EF4-FFF2-40B4-BE49-F238E27FC236}">
                <a16:creationId xmlns:a16="http://schemas.microsoft.com/office/drawing/2014/main" id="{1FA1803D-26D2-4575-A965-4527F15EFAC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560625828" name="Rectangle: Rounded Corners 855592258">
            <a:extLst xmlns:a="http://schemas.openxmlformats.org/drawingml/2006/main">
              <a:ext uri="{FF2B5EF4-FFF2-40B4-BE49-F238E27FC236}">
                <a16:creationId xmlns:a16="http://schemas.microsoft.com/office/drawing/2014/main" id="{CF8B1D9E-8C90-4F42-9AA3-DE63F68406E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948793021" name="Straight Connector 607889825">
            <a:extLst xmlns:a="http://schemas.openxmlformats.org/drawingml/2006/main">
              <a:ext uri="{FF2B5EF4-FFF2-40B4-BE49-F238E27FC236}">
                <a16:creationId xmlns:a16="http://schemas.microsoft.com/office/drawing/2014/main" id="{B629FC14-522B-4BF5-AE4A-58B5FDD17C0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38799" name="Rectangle 1601584250">
            <a:extLst xmlns:a="http://schemas.openxmlformats.org/drawingml/2006/main">
              <a:ext uri="{FF2B5EF4-FFF2-40B4-BE49-F238E27FC236}">
                <a16:creationId xmlns:a16="http://schemas.microsoft.com/office/drawing/2014/main" id="{5E680D6D-FF1A-4E8A-9737-140726CDADDC}"/>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2014217741" name="Rectangle 734795484">
            <a:extLst xmlns:a="http://schemas.openxmlformats.org/drawingml/2006/main">
              <a:ext uri="{FF2B5EF4-FFF2-40B4-BE49-F238E27FC236}">
                <a16:creationId xmlns:a16="http://schemas.microsoft.com/office/drawing/2014/main" id="{4D15E24A-A47A-4AA4-8F02-F8AB0DFC3BFF}"/>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58057266" name="Rectangle 28239208">
            <a:extLst xmlns:a="http://schemas.openxmlformats.org/drawingml/2006/main">
              <a:ext uri="{FF2B5EF4-FFF2-40B4-BE49-F238E27FC236}">
                <a16:creationId xmlns:a16="http://schemas.microsoft.com/office/drawing/2014/main" id="{9A49ECE9-CB30-4AF3-BD01-E4F32FFB72C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031022202" name="Rectangle 1250386903">
            <a:extLst xmlns:a="http://schemas.openxmlformats.org/drawingml/2006/main">
              <a:ext uri="{FF2B5EF4-FFF2-40B4-BE49-F238E27FC236}">
                <a16:creationId xmlns:a16="http://schemas.microsoft.com/office/drawing/2014/main" id="{DE990DD1-4217-45A0-9D7C-455A84605AF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728418532"/>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698896" name="Rectangle 1667135521">
            <a:extLst xmlns:a="http://schemas.openxmlformats.org/drawingml/2006/main">
              <a:ext uri="{FF2B5EF4-FFF2-40B4-BE49-F238E27FC236}">
                <a16:creationId xmlns:a16="http://schemas.microsoft.com/office/drawing/2014/main" id="{D6F65DB6-CE3D-4CE6-B9A0-586DADEF9E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05430436" name="Rectangle 753528189">
            <a:extLst xmlns:a="http://schemas.openxmlformats.org/drawingml/2006/main">
              <a:ext uri="{FF2B5EF4-FFF2-40B4-BE49-F238E27FC236}">
                <a16:creationId xmlns:a16="http://schemas.microsoft.com/office/drawing/2014/main" id="{0829CB01-B916-4062-8E12-A4EC1F98A3C3}"/>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206522313" name="Rectangle: Rounded Corners 870951437">
            <a:extLst xmlns:a="http://schemas.openxmlformats.org/drawingml/2006/main">
              <a:ext uri="{FF2B5EF4-FFF2-40B4-BE49-F238E27FC236}">
                <a16:creationId xmlns:a16="http://schemas.microsoft.com/office/drawing/2014/main" id="{2D7382A4-1E66-4395-B81F-BBC7D170E3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7314938" name="Rectangle: Rounded Corners 1803074334">
            <a:extLst xmlns:a="http://schemas.openxmlformats.org/drawingml/2006/main">
              <a:ext uri="{FF2B5EF4-FFF2-40B4-BE49-F238E27FC236}">
                <a16:creationId xmlns:a16="http://schemas.microsoft.com/office/drawing/2014/main" id="{28348E14-5945-4071-899E-418DEBBD889D}"/>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4151483" name="Arrow: Right 2018184415">
            <a:extLst xmlns:a="http://schemas.openxmlformats.org/drawingml/2006/main">
              <a:ext uri="{FF2B5EF4-FFF2-40B4-BE49-F238E27FC236}">
                <a16:creationId xmlns:a16="http://schemas.microsoft.com/office/drawing/2014/main" id="{2088D37F-416C-42DB-A201-50FCA0D215A2}"/>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565647" name="Rectangle: Rounded Corners 850855695">
            <a:extLst xmlns:a="http://schemas.openxmlformats.org/drawingml/2006/main">
              <a:ext uri="{FF2B5EF4-FFF2-40B4-BE49-F238E27FC236}">
                <a16:creationId xmlns:a16="http://schemas.microsoft.com/office/drawing/2014/main" id="{AFBEA578-C7B4-4409-A69A-524DF0E4FA37}"/>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577648469" name="Arrow: Right 1111035308">
            <a:extLst xmlns:a="http://schemas.openxmlformats.org/drawingml/2006/main">
              <a:ext uri="{FF2B5EF4-FFF2-40B4-BE49-F238E27FC236}">
                <a16:creationId xmlns:a16="http://schemas.microsoft.com/office/drawing/2014/main" id="{1EDE7B29-8AB9-4818-93B8-6C7EAB4F00F8}"/>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027242" name="Rectangle: Rounded Corners 360549355">
            <a:extLst xmlns:a="http://schemas.openxmlformats.org/drawingml/2006/main">
              <a:ext uri="{FF2B5EF4-FFF2-40B4-BE49-F238E27FC236}">
                <a16:creationId xmlns:a16="http://schemas.microsoft.com/office/drawing/2014/main" id="{AF264967-C7FD-43FB-BA94-CB6533556000}"/>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112134549" name="Arrow: Right 1294665978">
            <a:extLst xmlns:a="http://schemas.openxmlformats.org/drawingml/2006/main">
              <a:ext uri="{FF2B5EF4-FFF2-40B4-BE49-F238E27FC236}">
                <a16:creationId xmlns:a16="http://schemas.microsoft.com/office/drawing/2014/main" id="{D9D161AC-A067-4785-9D2F-B8FFA4CEED2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75199" name="Rectangle: Rounded Corners 1581615348">
            <a:extLst xmlns:a="http://schemas.openxmlformats.org/drawingml/2006/main">
              <a:ext uri="{FF2B5EF4-FFF2-40B4-BE49-F238E27FC236}">
                <a16:creationId xmlns:a16="http://schemas.microsoft.com/office/drawing/2014/main" id="{6102B1E0-1C92-48C9-AF54-805A7DA7DFB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62608485" name="Rectangle: Rounded Corners 143885393">
            <a:extLst xmlns:a="http://schemas.openxmlformats.org/drawingml/2006/main">
              <a:ext uri="{FF2B5EF4-FFF2-40B4-BE49-F238E27FC236}">
                <a16:creationId xmlns:a16="http://schemas.microsoft.com/office/drawing/2014/main" id="{64CAB2B3-83EF-49BC-B1EE-CECFBF1DE103}"/>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61297477" name="Rectangle 310012483">
            <a:extLst xmlns:a="http://schemas.openxmlformats.org/drawingml/2006/main">
              <a:ext uri="{FF2B5EF4-FFF2-40B4-BE49-F238E27FC236}">
                <a16:creationId xmlns:a16="http://schemas.microsoft.com/office/drawing/2014/main" id="{8804B67E-B067-414B-A579-0443888D3EF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796990093" name="Rectangle 131870986">
            <a:extLst xmlns:a="http://schemas.openxmlformats.org/drawingml/2006/main">
              <a:ext uri="{FF2B5EF4-FFF2-40B4-BE49-F238E27FC236}">
                <a16:creationId xmlns:a16="http://schemas.microsoft.com/office/drawing/2014/main" id="{C1DC7B31-FE51-4FE0-973D-1B376379E45C}"/>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83169016" name="Rectangle 2042090532">
            <a:extLst xmlns:a="http://schemas.openxmlformats.org/drawingml/2006/main">
              <a:ext uri="{FF2B5EF4-FFF2-40B4-BE49-F238E27FC236}">
                <a16:creationId xmlns:a16="http://schemas.microsoft.com/office/drawing/2014/main" id="{308ED4BE-3F9F-4D94-9C77-91249C04D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607526310"/>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41798679" name="Rectangle 1747625471">
            <a:extLst xmlns:a="http://schemas.openxmlformats.org/drawingml/2006/main">
              <a:ext uri="{FF2B5EF4-FFF2-40B4-BE49-F238E27FC236}">
                <a16:creationId xmlns:a16="http://schemas.microsoft.com/office/drawing/2014/main" id="{3B30C3BB-5821-4014-9829-7D4C51F606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36984891" name="Rectangle 1692741899">
            <a:extLst xmlns:a="http://schemas.openxmlformats.org/drawingml/2006/main">
              <a:ext uri="{FF2B5EF4-FFF2-40B4-BE49-F238E27FC236}">
                <a16:creationId xmlns:a16="http://schemas.microsoft.com/office/drawing/2014/main" id="{849FB145-E1B9-4537-BA25-35887DCD8AA3}"/>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089151224" name="Rectangle: Rounded Corners 258575892">
            <a:extLst xmlns:a="http://schemas.openxmlformats.org/drawingml/2006/main">
              <a:ext uri="{FF2B5EF4-FFF2-40B4-BE49-F238E27FC236}">
                <a16:creationId xmlns:a16="http://schemas.microsoft.com/office/drawing/2014/main" id="{CEC439FC-38DD-4C82-AFCF-6314B4F7ED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694469" name="Rectangle: Rounded Corners 1069258196">
            <a:extLst xmlns:a="http://schemas.openxmlformats.org/drawingml/2006/main">
              <a:ext uri="{FF2B5EF4-FFF2-40B4-BE49-F238E27FC236}">
                <a16:creationId xmlns:a16="http://schemas.microsoft.com/office/drawing/2014/main" id="{D87F12A9-9930-49F7-9DCC-A593B777C3E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823467911" name="Rectangle: Rounded Corners 1837153769">
            <a:extLst xmlns:a="http://schemas.openxmlformats.org/drawingml/2006/main">
              <a:ext uri="{FF2B5EF4-FFF2-40B4-BE49-F238E27FC236}">
                <a16:creationId xmlns:a16="http://schemas.microsoft.com/office/drawing/2014/main" id="{81732B70-792D-4012-8EDC-8D27AD515169}"/>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30071396" name="Rectangle: Rounded Corners 744058578">
            <a:extLst xmlns:a="http://schemas.openxmlformats.org/drawingml/2006/main">
              <a:ext uri="{FF2B5EF4-FFF2-40B4-BE49-F238E27FC236}">
                <a16:creationId xmlns:a16="http://schemas.microsoft.com/office/drawing/2014/main" id="{928C83DE-B08B-436D-B0B3-CBE2FB958401}"/>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686017474" name="Rectangle 1294874812">
            <a:extLst xmlns:a="http://schemas.openxmlformats.org/drawingml/2006/main">
              <a:ext uri="{FF2B5EF4-FFF2-40B4-BE49-F238E27FC236}">
                <a16:creationId xmlns:a16="http://schemas.microsoft.com/office/drawing/2014/main" id="{21254DBF-BB8E-4FC9-8B54-77CEA3FD5BE9}"/>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83745858" name="Rectangle 1106276676">
            <a:extLst xmlns:a="http://schemas.openxmlformats.org/drawingml/2006/main">
              <a:ext uri="{FF2B5EF4-FFF2-40B4-BE49-F238E27FC236}">
                <a16:creationId xmlns:a16="http://schemas.microsoft.com/office/drawing/2014/main" id="{E49278BA-F3E6-4C92-BD95-1A38542EC4F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148863079" name="Rectangle 1479918333">
            <a:extLst xmlns:a="http://schemas.openxmlformats.org/drawingml/2006/main">
              <a:ext uri="{FF2B5EF4-FFF2-40B4-BE49-F238E27FC236}">
                <a16:creationId xmlns:a16="http://schemas.microsoft.com/office/drawing/2014/main" id="{B26F46AC-204C-46CE-9FED-2DA4E9C9B6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pic>
        <p:nvPicPr>
          <p:cNvPr id="19417986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ea368a154b2c4e2e"/>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914137081"/>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32073" name="Rectangle 935271156">
            <a:extLst xmlns:a="http://schemas.openxmlformats.org/drawingml/2006/main">
              <a:ext uri="{FF2B5EF4-FFF2-40B4-BE49-F238E27FC236}">
                <a16:creationId xmlns:a16="http://schemas.microsoft.com/office/drawing/2014/main" id="{B2B1BB08-0939-4DF2-AB81-69980A2902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681379779" name="Rectangle 251777344">
            <a:extLst xmlns:a="http://schemas.openxmlformats.org/drawingml/2006/main">
              <a:ext uri="{FF2B5EF4-FFF2-40B4-BE49-F238E27FC236}">
                <a16:creationId xmlns:a16="http://schemas.microsoft.com/office/drawing/2014/main" id="{73ABD3A9-CB60-4F4A-BFD3-CD7CF2713C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373168528" name="Rectangle: Rounded Corners 1456392341">
            <a:extLst xmlns:a="http://schemas.openxmlformats.org/drawingml/2006/main">
              <a:ext uri="{FF2B5EF4-FFF2-40B4-BE49-F238E27FC236}">
                <a16:creationId xmlns:a16="http://schemas.microsoft.com/office/drawing/2014/main" id="{549D0254-4271-4952-ACE7-85F4C34DBA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1949715" name="Rectangle 1495975732">
            <a:extLst xmlns:a="http://schemas.openxmlformats.org/drawingml/2006/main">
              <a:ext uri="{FF2B5EF4-FFF2-40B4-BE49-F238E27FC236}">
                <a16:creationId xmlns:a16="http://schemas.microsoft.com/office/drawing/2014/main" id="{9866F117-728F-4F7E-94C4-1F60C9E196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pic>
        <p:nvPicPr>
          <p:cNvPr id="193663058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8a9f073ab55b4e74"/>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739272509" name="diffusion-forward-label">
            <a:extLst xmlns:a="http://schemas.openxmlformats.org/drawingml/2006/main">
              <a:ext uri="{FF2B5EF4-FFF2-40B4-BE49-F238E27FC236}">
                <a16:creationId xmlns:a16="http://schemas.microsoft.com/office/drawing/2014/main" id="{C140EA0F-4492-4972-B9ED-BF4D18FDBDC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936630578" name="diffusion-reverse-label">
            <a:extLst xmlns:a="http://schemas.openxmlformats.org/drawingml/2006/main">
              <a:ext uri="{FF2B5EF4-FFF2-40B4-BE49-F238E27FC236}">
                <a16:creationId xmlns:a16="http://schemas.microsoft.com/office/drawing/2014/main" id="{D869E267-6F99-452F-9553-779FB357E059}"/>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812894579"/>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9120546" name="Rectangle 550399601">
            <a:extLst xmlns:a="http://schemas.openxmlformats.org/drawingml/2006/main">
              <a:ext uri="{FF2B5EF4-FFF2-40B4-BE49-F238E27FC236}">
                <a16:creationId xmlns:a16="http://schemas.microsoft.com/office/drawing/2014/main" id="{81E9CF40-2D7A-49C6-BDDD-2966BCFAA8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98342745" name="Rectangle 882538346">
            <a:extLst xmlns:a="http://schemas.openxmlformats.org/drawingml/2006/main">
              <a:ext uri="{FF2B5EF4-FFF2-40B4-BE49-F238E27FC236}">
                <a16:creationId xmlns:a16="http://schemas.microsoft.com/office/drawing/2014/main" id="{B8E8649F-D70A-47CE-B186-91DE541234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575744683" name="Rectangle: Rounded Corners 1990867235">
            <a:extLst xmlns:a="http://schemas.openxmlformats.org/drawingml/2006/main">
              <a:ext uri="{FF2B5EF4-FFF2-40B4-BE49-F238E27FC236}">
                <a16:creationId xmlns:a16="http://schemas.microsoft.com/office/drawing/2014/main" id="{28DE8ACB-1A81-4B5A-BDF0-C90145BDEA7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72080" name="Rectangle 9623160">
            <a:extLst xmlns:a="http://schemas.openxmlformats.org/drawingml/2006/main">
              <a:ext uri="{FF2B5EF4-FFF2-40B4-BE49-F238E27FC236}">
                <a16:creationId xmlns:a16="http://schemas.microsoft.com/office/drawing/2014/main" id="{A9B700C3-485B-473C-9FC7-77D3A0ABCBBA}"/>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94726038" name="Rectangle: Rounded Corners 114855872">
            <a:extLst xmlns:a="http://schemas.openxmlformats.org/drawingml/2006/main">
              <a:ext uri="{FF2B5EF4-FFF2-40B4-BE49-F238E27FC236}">
                <a16:creationId xmlns:a16="http://schemas.microsoft.com/office/drawing/2014/main" id="{326A10E4-73A3-49A4-A903-5914B7FC7DF1}"/>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28350456" name="Rectangle: Rounded Corners 734158913">
            <a:extLst xmlns:a="http://schemas.openxmlformats.org/drawingml/2006/main">
              <a:ext uri="{FF2B5EF4-FFF2-40B4-BE49-F238E27FC236}">
                <a16:creationId xmlns:a16="http://schemas.microsoft.com/office/drawing/2014/main" id="{2D445760-E301-4ACC-8510-0316DA5B3ED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0469470" name="Rectangle: Rounded Corners 1596678256">
            <a:extLst xmlns:a="http://schemas.openxmlformats.org/drawingml/2006/main">
              <a:ext uri="{FF2B5EF4-FFF2-40B4-BE49-F238E27FC236}">
                <a16:creationId xmlns:a16="http://schemas.microsoft.com/office/drawing/2014/main" id="{B6273AAF-536B-46DD-899E-DBF8E71BA89D}"/>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5849745" name="Rectangle: Rounded Corners 2059288131">
            <a:extLst xmlns:a="http://schemas.openxmlformats.org/drawingml/2006/main">
              <a:ext uri="{FF2B5EF4-FFF2-40B4-BE49-F238E27FC236}">
                <a16:creationId xmlns:a16="http://schemas.microsoft.com/office/drawing/2014/main" id="{0C71454E-9952-4463-B302-CD05562CD5C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01292035" name="Rectangle: Rounded Corners 1010991302">
            <a:extLst xmlns:a="http://schemas.openxmlformats.org/drawingml/2006/main">
              <a:ext uri="{FF2B5EF4-FFF2-40B4-BE49-F238E27FC236}">
                <a16:creationId xmlns:a16="http://schemas.microsoft.com/office/drawing/2014/main" id="{0CB89E5A-D92B-41C1-8C92-91C35E71FE04}"/>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71658012" name="Rectangle: Rounded Corners 1730168992">
            <a:extLst xmlns:a="http://schemas.openxmlformats.org/drawingml/2006/main">
              <a:ext uri="{FF2B5EF4-FFF2-40B4-BE49-F238E27FC236}">
                <a16:creationId xmlns:a16="http://schemas.microsoft.com/office/drawing/2014/main" id="{03AF8CAB-6DB8-4E1E-BE25-6AFEA0DC82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12657319" name="Straight Connector 427538637">
            <a:extLst xmlns:a="http://schemas.openxmlformats.org/drawingml/2006/main">
              <a:ext uri="{FF2B5EF4-FFF2-40B4-BE49-F238E27FC236}">
                <a16:creationId xmlns:a16="http://schemas.microsoft.com/office/drawing/2014/main" id="{857FF0C9-DDDC-48D9-8B66-BC103163DF7B}"/>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763790" name="Rectangle 317775176">
            <a:extLst xmlns:a="http://schemas.openxmlformats.org/drawingml/2006/main">
              <a:ext uri="{FF2B5EF4-FFF2-40B4-BE49-F238E27FC236}">
                <a16:creationId xmlns:a16="http://schemas.microsoft.com/office/drawing/2014/main" id="{D4013D21-2F28-462E-9D7E-1AB77F6CA26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208697774" name="Rectangle: Rounded Corners 947755655">
            <a:extLst xmlns:a="http://schemas.openxmlformats.org/drawingml/2006/main">
              <a:ext uri="{FF2B5EF4-FFF2-40B4-BE49-F238E27FC236}">
                <a16:creationId xmlns:a16="http://schemas.microsoft.com/office/drawing/2014/main" id="{24E0A272-9F1F-4E24-9B23-2FB528590A2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35106027" name="Rectangle: Rounded Corners 1310797679">
            <a:extLst xmlns:a="http://schemas.openxmlformats.org/drawingml/2006/main">
              <a:ext uri="{FF2B5EF4-FFF2-40B4-BE49-F238E27FC236}">
                <a16:creationId xmlns:a16="http://schemas.microsoft.com/office/drawing/2014/main" id="{A92BCE14-E3DE-44A8-8FC8-561559CCC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1345496" name="Rectangle: Rounded Corners 1996140323">
            <a:extLst xmlns:a="http://schemas.openxmlformats.org/drawingml/2006/main">
              <a:ext uri="{FF2B5EF4-FFF2-40B4-BE49-F238E27FC236}">
                <a16:creationId xmlns:a16="http://schemas.microsoft.com/office/drawing/2014/main" id="{B672FC66-0A94-4514-A3B0-D64260F0F40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8098284" name="Rectangle: Rounded Corners 242163070">
            <a:extLst xmlns:a="http://schemas.openxmlformats.org/drawingml/2006/main">
              <a:ext uri="{FF2B5EF4-FFF2-40B4-BE49-F238E27FC236}">
                <a16:creationId xmlns:a16="http://schemas.microsoft.com/office/drawing/2014/main" id="{931940EC-63BB-4949-9369-B8965DF55DA6}"/>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24169257" name="Rectangle: Rounded Corners 787924439">
            <a:extLst xmlns:a="http://schemas.openxmlformats.org/drawingml/2006/main">
              <a:ext uri="{FF2B5EF4-FFF2-40B4-BE49-F238E27FC236}">
                <a16:creationId xmlns:a16="http://schemas.microsoft.com/office/drawing/2014/main" id="{B3927C79-24AB-42BB-8AAB-16B226327E50}"/>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10345901" name="Rectangle: Rounded Corners 2036973233">
            <a:extLst xmlns:a="http://schemas.openxmlformats.org/drawingml/2006/main">
              <a:ext uri="{FF2B5EF4-FFF2-40B4-BE49-F238E27FC236}">
                <a16:creationId xmlns:a16="http://schemas.microsoft.com/office/drawing/2014/main" id="{76D84D6D-7214-472A-B65E-DF07757FAB32}"/>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63040532" name="Straight Connector 2017847098">
            <a:extLst xmlns:a="http://schemas.openxmlformats.org/drawingml/2006/main">
              <a:ext uri="{FF2B5EF4-FFF2-40B4-BE49-F238E27FC236}">
                <a16:creationId xmlns:a16="http://schemas.microsoft.com/office/drawing/2014/main" id="{3861076A-CA17-4BBF-9B22-1243B95B156E}"/>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7512201" name="Rectangle 420069148">
            <a:extLst xmlns:a="http://schemas.openxmlformats.org/drawingml/2006/main">
              <a:ext uri="{FF2B5EF4-FFF2-40B4-BE49-F238E27FC236}">
                <a16:creationId xmlns:a16="http://schemas.microsoft.com/office/drawing/2014/main" id="{60E09AA0-DDA6-4AA7-8BA0-CE94F298D9A6}"/>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464785070" name="Rectangle: Rounded Corners 1532010383">
            <a:extLst xmlns:a="http://schemas.openxmlformats.org/drawingml/2006/main">
              <a:ext uri="{FF2B5EF4-FFF2-40B4-BE49-F238E27FC236}">
                <a16:creationId xmlns:a16="http://schemas.microsoft.com/office/drawing/2014/main" id="{59D88FBB-5541-49B3-8CAC-3B227B33213F}"/>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720402307" name="Rectangle: Rounded Corners 1983276117">
            <a:extLst xmlns:a="http://schemas.openxmlformats.org/drawingml/2006/main">
              <a:ext uri="{FF2B5EF4-FFF2-40B4-BE49-F238E27FC236}">
                <a16:creationId xmlns:a16="http://schemas.microsoft.com/office/drawing/2014/main" id="{36A64026-1C84-41F5-AFE2-96032D15849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76190866" name="Rectangle: Rounded Corners 1047163946">
            <a:extLst xmlns:a="http://schemas.openxmlformats.org/drawingml/2006/main">
              <a:ext uri="{FF2B5EF4-FFF2-40B4-BE49-F238E27FC236}">
                <a16:creationId xmlns:a16="http://schemas.microsoft.com/office/drawing/2014/main" id="{A2583D37-8991-46E5-A08D-F6E3A2B4499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67787550" name="Rectangle: Rounded Corners 523171807">
            <a:extLst xmlns:a="http://schemas.openxmlformats.org/drawingml/2006/main">
              <a:ext uri="{FF2B5EF4-FFF2-40B4-BE49-F238E27FC236}">
                <a16:creationId xmlns:a16="http://schemas.microsoft.com/office/drawing/2014/main" id="{2FBBA000-BD10-426E-90DD-6E601C8D70A3}"/>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05055164" name="Rectangle: Rounded Corners 752356456">
            <a:extLst xmlns:a="http://schemas.openxmlformats.org/drawingml/2006/main">
              <a:ext uri="{FF2B5EF4-FFF2-40B4-BE49-F238E27FC236}">
                <a16:creationId xmlns:a16="http://schemas.microsoft.com/office/drawing/2014/main" id="{1EED1EDD-62CF-4E93-8765-ADECEAA8DCF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2937356" name="Rectangle: Rounded Corners 816374805">
            <a:extLst xmlns:a="http://schemas.openxmlformats.org/drawingml/2006/main">
              <a:ext uri="{FF2B5EF4-FFF2-40B4-BE49-F238E27FC236}">
                <a16:creationId xmlns:a16="http://schemas.microsoft.com/office/drawing/2014/main" id="{725398A4-72A1-4975-9748-0183976A456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58784631" name="Straight Connector 1386166301">
            <a:extLst xmlns:a="http://schemas.openxmlformats.org/drawingml/2006/main">
              <a:ext uri="{FF2B5EF4-FFF2-40B4-BE49-F238E27FC236}">
                <a16:creationId xmlns:a16="http://schemas.microsoft.com/office/drawing/2014/main" id="{90E6C988-DD14-40FF-9E62-61F25D0814E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827585" name="Rectangle 1180679312">
            <a:extLst xmlns:a="http://schemas.openxmlformats.org/drawingml/2006/main">
              <a:ext uri="{FF2B5EF4-FFF2-40B4-BE49-F238E27FC236}">
                <a16:creationId xmlns:a16="http://schemas.microsoft.com/office/drawing/2014/main" id="{E1236340-F113-4952-AB94-D3155CFEC0DB}"/>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23853417" name="Rectangle: Rounded Corners 1119801345">
            <a:extLst xmlns:a="http://schemas.openxmlformats.org/drawingml/2006/main">
              <a:ext uri="{FF2B5EF4-FFF2-40B4-BE49-F238E27FC236}">
                <a16:creationId xmlns:a16="http://schemas.microsoft.com/office/drawing/2014/main" id="{48D00253-0B67-4329-A346-07B4A968103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9032114" name="Rectangle: Rounded Corners 563472098">
            <a:extLst xmlns:a="http://schemas.openxmlformats.org/drawingml/2006/main">
              <a:ext uri="{FF2B5EF4-FFF2-40B4-BE49-F238E27FC236}">
                <a16:creationId xmlns:a16="http://schemas.microsoft.com/office/drawing/2014/main" id="{04413B14-048B-4A91-A8E2-97A8941A7065}"/>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81232298" name="Rectangle: Rounded Corners 1869507790">
            <a:extLst xmlns:a="http://schemas.openxmlformats.org/drawingml/2006/main">
              <a:ext uri="{FF2B5EF4-FFF2-40B4-BE49-F238E27FC236}">
                <a16:creationId xmlns:a16="http://schemas.microsoft.com/office/drawing/2014/main" id="{73DC7AD7-CBC3-4993-9BFE-B4618A97F26F}"/>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69183398" name="Rectangle: Rounded Corners 2113559938">
            <a:extLst xmlns:a="http://schemas.openxmlformats.org/drawingml/2006/main">
              <a:ext uri="{FF2B5EF4-FFF2-40B4-BE49-F238E27FC236}">
                <a16:creationId xmlns:a16="http://schemas.microsoft.com/office/drawing/2014/main" id="{E48B1E7B-3C7B-477E-8D3E-16097454CE59}"/>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913609779" name="Rectangle: Rounded Corners 274418513">
            <a:extLst xmlns:a="http://schemas.openxmlformats.org/drawingml/2006/main">
              <a:ext uri="{FF2B5EF4-FFF2-40B4-BE49-F238E27FC236}">
                <a16:creationId xmlns:a16="http://schemas.microsoft.com/office/drawing/2014/main" id="{37AA2C59-0E47-4EA1-8B92-41F51780F958}"/>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85474482" name="Rectangle: Rounded Corners 1941550636">
            <a:extLst xmlns:a="http://schemas.openxmlformats.org/drawingml/2006/main">
              <a:ext uri="{FF2B5EF4-FFF2-40B4-BE49-F238E27FC236}">
                <a16:creationId xmlns:a16="http://schemas.microsoft.com/office/drawing/2014/main" id="{B83C76F1-3024-46F1-AC8F-32FBFA69EDB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35858383" name="Rectangle 1798355039">
            <a:extLst xmlns:a="http://schemas.openxmlformats.org/drawingml/2006/main">
              <a:ext uri="{FF2B5EF4-FFF2-40B4-BE49-F238E27FC236}">
                <a16:creationId xmlns:a16="http://schemas.microsoft.com/office/drawing/2014/main" id="{F2D53E06-AA94-4CF9-B976-095D3453F83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724591233" name="Rectangle 1161886986">
            <a:extLst xmlns:a="http://schemas.openxmlformats.org/drawingml/2006/main">
              <a:ext uri="{FF2B5EF4-FFF2-40B4-BE49-F238E27FC236}">
                <a16:creationId xmlns:a16="http://schemas.microsoft.com/office/drawing/2014/main" id="{A533C542-D049-4CA9-9303-9012E75998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sp>
        <p:nvSpPr>
          <p:cNvPr id="1659221336" name="mercury-example-divider">
            <a:extLst xmlns:a="http://schemas.openxmlformats.org/drawingml/2006/main">
              <a:ext uri="{FF2B5EF4-FFF2-40B4-BE49-F238E27FC236}">
                <a16:creationId xmlns:a16="http://schemas.microsoft.com/office/drawing/2014/main" id="{E08FA0B2-E91C-44A8-92AF-73F20925A8C6}"/>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93573" name="mercury-example-label">
            <a:extLst xmlns:a="http://schemas.openxmlformats.org/drawingml/2006/main">
              <a:ext uri="{FF2B5EF4-FFF2-40B4-BE49-F238E27FC236}">
                <a16:creationId xmlns:a16="http://schemas.microsoft.com/office/drawing/2014/main" id="{1976CE44-4443-4629-99EA-450488A17AE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180366705" name="mercury-2-link">
            <a:extLst xmlns:a="http://schemas.openxmlformats.org/drawingml/2006/main">
              <a:ext uri="{FF2B5EF4-FFF2-40B4-BE49-F238E27FC236}">
                <a16:creationId xmlns:a16="http://schemas.microsoft.com/office/drawing/2014/main" id="{1B424765-E2BC-4B85-8CB9-DCFEA0352072}"/>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e466d6f521a64125"/>
              </a:rPr>
              <a:t>Transformer dLLM</a:t>
            </a:r>
          </a:p>
        </p:txBody>
      </p:sp>
      <p:sp>
        <p:nvSpPr>
          <p:cNvPr id="1613375943" name="mercury-example-description">
            <a:extLst xmlns:a="http://schemas.openxmlformats.org/drawingml/2006/main">
              <a:ext uri="{FF2B5EF4-FFF2-40B4-BE49-F238E27FC236}">
                <a16:creationId xmlns:a16="http://schemas.microsoft.com/office/drawing/2014/main" id="{661DB702-D661-48BC-92C6-F1A79E2D8C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05290625" name="mercury-example-contrast">
            <a:extLst xmlns:a="http://schemas.openxmlformats.org/drawingml/2006/main">
              <a:ext uri="{FF2B5EF4-FFF2-40B4-BE49-F238E27FC236}">
                <a16:creationId xmlns:a16="http://schemas.microsoft.com/office/drawing/2014/main" id="{F6F3BC64-F599-492E-80D4-A0E3DE65DD3F}"/>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91891585"/>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6773389" name="Rectangle 1487198538">
            <a:extLst xmlns:a="http://schemas.openxmlformats.org/drawingml/2006/main">
              <a:ext uri="{FF2B5EF4-FFF2-40B4-BE49-F238E27FC236}">
                <a16:creationId xmlns:a16="http://schemas.microsoft.com/office/drawing/2014/main" id="{F14CDF24-A4D7-4A28-B266-86EA1D703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032273463" name="Rectangle 1518038747">
            <a:extLst xmlns:a="http://schemas.openxmlformats.org/drawingml/2006/main">
              <a:ext uri="{FF2B5EF4-FFF2-40B4-BE49-F238E27FC236}">
                <a16:creationId xmlns:a16="http://schemas.microsoft.com/office/drawing/2014/main" id="{67AF6EA2-41DB-4AC2-AD8A-EE1DE8043C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2070889" name="Rectangle: Rounded Corners 1531743003">
            <a:extLst xmlns:a="http://schemas.openxmlformats.org/drawingml/2006/main">
              <a:ext uri="{FF2B5EF4-FFF2-40B4-BE49-F238E27FC236}">
                <a16:creationId xmlns:a16="http://schemas.microsoft.com/office/drawing/2014/main" id="{CBCEE7DA-0189-49D2-842B-B2936902EE2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326506" name="Rectangle: Rounded Corners 369702881">
            <a:extLst xmlns:a="http://schemas.openxmlformats.org/drawingml/2006/main">
              <a:ext uri="{FF2B5EF4-FFF2-40B4-BE49-F238E27FC236}">
                <a16:creationId xmlns:a16="http://schemas.microsoft.com/office/drawing/2014/main" id="{D60CB4A5-60CA-44EE-9983-021DC24F9F00}"/>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84311336" name="Rectangle 1197178350">
            <a:extLst xmlns:a="http://schemas.openxmlformats.org/drawingml/2006/main">
              <a:ext uri="{FF2B5EF4-FFF2-40B4-BE49-F238E27FC236}">
                <a16:creationId xmlns:a16="http://schemas.microsoft.com/office/drawing/2014/main" id="{4158EB95-A6D0-404D-8692-CF2E6F02301C}"/>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356806906" name="Rectangle: Rounded Corners 1914676260">
            <a:extLst xmlns:a="http://schemas.openxmlformats.org/drawingml/2006/main">
              <a:ext uri="{FF2B5EF4-FFF2-40B4-BE49-F238E27FC236}">
                <a16:creationId xmlns:a16="http://schemas.microsoft.com/office/drawing/2014/main" id="{3BD4F34B-60A4-45FD-AECD-46E9EDA8D09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92018643" name="Rectangle: Rounded Corners 58582831">
            <a:extLst xmlns:a="http://schemas.openxmlformats.org/drawingml/2006/main">
              <a:ext uri="{FF2B5EF4-FFF2-40B4-BE49-F238E27FC236}">
                <a16:creationId xmlns:a16="http://schemas.microsoft.com/office/drawing/2014/main" id="{0BDCB7FD-A873-4521-A972-E7B9F034CCE2}"/>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229433667" name="Rectangle: Rounded Corners 1580617481">
            <a:extLst xmlns:a="http://schemas.openxmlformats.org/drawingml/2006/main">
              <a:ext uri="{FF2B5EF4-FFF2-40B4-BE49-F238E27FC236}">
                <a16:creationId xmlns:a16="http://schemas.microsoft.com/office/drawing/2014/main" id="{1CD4F9E8-B87C-443C-BFDF-B6B456EAEF2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416002524" name="Rectangle: Rounded Corners 1783142644">
            <a:extLst xmlns:a="http://schemas.openxmlformats.org/drawingml/2006/main">
              <a:ext uri="{FF2B5EF4-FFF2-40B4-BE49-F238E27FC236}">
                <a16:creationId xmlns:a16="http://schemas.microsoft.com/office/drawing/2014/main" id="{EFADAFC7-BBF3-42B0-A18B-704A0038FD2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25033753" name="Rectangle 1697788859">
            <a:extLst xmlns:a="http://schemas.openxmlformats.org/drawingml/2006/main">
              <a:ext uri="{FF2B5EF4-FFF2-40B4-BE49-F238E27FC236}">
                <a16:creationId xmlns:a16="http://schemas.microsoft.com/office/drawing/2014/main" id="{FE546DCB-DBCD-4331-8D32-F4E8A87DA91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83241221" name="Rectangle: Rounded Corners 1686198037">
            <a:extLst xmlns:a="http://schemas.openxmlformats.org/drawingml/2006/main">
              <a:ext uri="{FF2B5EF4-FFF2-40B4-BE49-F238E27FC236}">
                <a16:creationId xmlns:a16="http://schemas.microsoft.com/office/drawing/2014/main" id="{F061450D-F4BF-4DA0-93C7-13BC4BA57D39}"/>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887539619" name="Rectangle 1556928439">
            <a:extLst xmlns:a="http://schemas.openxmlformats.org/drawingml/2006/main">
              <a:ext uri="{FF2B5EF4-FFF2-40B4-BE49-F238E27FC236}">
                <a16:creationId xmlns:a16="http://schemas.microsoft.com/office/drawing/2014/main" id="{FF8CD7A7-9D1B-47F7-B50C-6273F7ACCA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68818275" name="Straight Connector 170693198">
            <a:extLst xmlns:a="http://schemas.openxmlformats.org/drawingml/2006/main">
              <a:ext uri="{FF2B5EF4-FFF2-40B4-BE49-F238E27FC236}">
                <a16:creationId xmlns:a16="http://schemas.microsoft.com/office/drawing/2014/main" id="{4E551BE1-EE95-43DE-9057-B6E4BAF08436}"/>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319" name="Straight Connector 2021615088">
            <a:extLst xmlns:a="http://schemas.openxmlformats.org/drawingml/2006/main">
              <a:ext uri="{FF2B5EF4-FFF2-40B4-BE49-F238E27FC236}">
                <a16:creationId xmlns:a16="http://schemas.microsoft.com/office/drawing/2014/main" id="{054E67E0-C66C-4BFF-9E4A-B0470A1C762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610789" name="Rectangle 1396476378">
            <a:extLst xmlns:a="http://schemas.openxmlformats.org/drawingml/2006/main">
              <a:ext uri="{FF2B5EF4-FFF2-40B4-BE49-F238E27FC236}">
                <a16:creationId xmlns:a16="http://schemas.microsoft.com/office/drawing/2014/main" id="{87DB57B7-13F2-4E51-944E-8F22455BB8F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25033411" name="Rectangle: Rounded Corners 910307424">
            <a:extLst xmlns:a="http://schemas.openxmlformats.org/drawingml/2006/main">
              <a:ext uri="{FF2B5EF4-FFF2-40B4-BE49-F238E27FC236}">
                <a16:creationId xmlns:a16="http://schemas.microsoft.com/office/drawing/2014/main" id="{72B7A6F3-7366-4B3B-80D5-B94697CCF4C1}"/>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3789865" name="Rectangle: Rounded Corners 760188915">
            <a:extLst xmlns:a="http://schemas.openxmlformats.org/drawingml/2006/main">
              <a:ext uri="{FF2B5EF4-FFF2-40B4-BE49-F238E27FC236}">
                <a16:creationId xmlns:a16="http://schemas.microsoft.com/office/drawing/2014/main" id="{7F0009BD-4459-4A91-8E66-AF0CDC67D5E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032154392" name="Rectangle: Rounded Corners 1604029254">
            <a:extLst xmlns:a="http://schemas.openxmlformats.org/drawingml/2006/main">
              <a:ext uri="{FF2B5EF4-FFF2-40B4-BE49-F238E27FC236}">
                <a16:creationId xmlns:a16="http://schemas.microsoft.com/office/drawing/2014/main" id="{393654C3-17DE-411B-B284-7FF6739E7EA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6812313" name="Rectangle 583346847">
            <a:extLst xmlns:a="http://schemas.openxmlformats.org/drawingml/2006/main">
              <a:ext uri="{FF2B5EF4-FFF2-40B4-BE49-F238E27FC236}">
                <a16:creationId xmlns:a16="http://schemas.microsoft.com/office/drawing/2014/main" id="{2C0C399E-C74D-4E2E-9903-BB4666C6038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122535583" name="Rectangle: Rounded Corners 5957980">
            <a:extLst xmlns:a="http://schemas.openxmlformats.org/drawingml/2006/main">
              <a:ext uri="{FF2B5EF4-FFF2-40B4-BE49-F238E27FC236}">
                <a16:creationId xmlns:a16="http://schemas.microsoft.com/office/drawing/2014/main" id="{7F2C930F-BE59-4F4B-A65E-0299210CFC6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046093" name="Rectangle: Rounded Corners 410294816">
            <a:extLst xmlns:a="http://schemas.openxmlformats.org/drawingml/2006/main">
              <a:ext uri="{FF2B5EF4-FFF2-40B4-BE49-F238E27FC236}">
                <a16:creationId xmlns:a16="http://schemas.microsoft.com/office/drawing/2014/main" id="{D5FAA43F-7D14-480F-AEFB-D6B15D52C4F9}"/>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90988290" name="Straight Connector 1668590987">
            <a:extLst xmlns:a="http://schemas.openxmlformats.org/drawingml/2006/main">
              <a:ext uri="{FF2B5EF4-FFF2-40B4-BE49-F238E27FC236}">
                <a16:creationId xmlns:a16="http://schemas.microsoft.com/office/drawing/2014/main" id="{E02CA545-197F-4F3D-AD57-D0FB61023B1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51433" name="Rectangle 1956440405">
            <a:extLst xmlns:a="http://schemas.openxmlformats.org/drawingml/2006/main">
              <a:ext uri="{FF2B5EF4-FFF2-40B4-BE49-F238E27FC236}">
                <a16:creationId xmlns:a16="http://schemas.microsoft.com/office/drawing/2014/main" id="{C3C1FF90-973A-45C1-A482-ACCEA91BFE0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02709860" name="Rectangle 918919992">
            <a:extLst xmlns:a="http://schemas.openxmlformats.org/drawingml/2006/main">
              <a:ext uri="{FF2B5EF4-FFF2-40B4-BE49-F238E27FC236}">
                <a16:creationId xmlns:a16="http://schemas.microsoft.com/office/drawing/2014/main" id="{DDE9B832-E477-4137-AF30-F66384BEFC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Tree>
    <p:extLst>
      <p:ext uri="{BB962C8B-B14F-4D97-AF65-F5344CB8AC3E}">
        <p14:creationId xmlns:p14="http://schemas.microsoft.com/office/powerpoint/2010/main" val="20175975"/>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310747" name="Rectangle 1682307419">
            <a:extLst xmlns:a="http://schemas.openxmlformats.org/drawingml/2006/main">
              <a:ext uri="{FF2B5EF4-FFF2-40B4-BE49-F238E27FC236}">
                <a16:creationId xmlns:a16="http://schemas.microsoft.com/office/drawing/2014/main" id="{FB0AC05F-0734-40CD-83CF-2837C08699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2076664327" name="Rectangle 1048423222">
            <a:extLst xmlns:a="http://schemas.openxmlformats.org/drawingml/2006/main">
              <a:ext uri="{FF2B5EF4-FFF2-40B4-BE49-F238E27FC236}">
                <a16:creationId xmlns:a16="http://schemas.microsoft.com/office/drawing/2014/main" id="{22619C41-0D99-4F4C-936B-A8C36747F9A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05545721" name="Rectangle 1821451500">
            <a:extLst xmlns:a="http://schemas.openxmlformats.org/drawingml/2006/main">
              <a:ext uri="{FF2B5EF4-FFF2-40B4-BE49-F238E27FC236}">
                <a16:creationId xmlns:a16="http://schemas.microsoft.com/office/drawing/2014/main" id="{1AF40DB7-3EA7-4B9F-8F56-45F185C1769F}"/>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612499423" name="Rectangle: Rounded Corners 1912787708">
            <a:extLst xmlns:a="http://schemas.openxmlformats.org/drawingml/2006/main">
              <a:ext uri="{FF2B5EF4-FFF2-40B4-BE49-F238E27FC236}">
                <a16:creationId xmlns:a16="http://schemas.microsoft.com/office/drawing/2014/main" id="{6C82462B-DFA4-40DC-AA6F-444F5D7143B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302999" name="Rectangle 698160899">
            <a:extLst xmlns:a="http://schemas.openxmlformats.org/drawingml/2006/main">
              <a:ext uri="{FF2B5EF4-FFF2-40B4-BE49-F238E27FC236}">
                <a16:creationId xmlns:a16="http://schemas.microsoft.com/office/drawing/2014/main" id="{79E2E928-4C8A-4404-8947-8C89F62FBA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04804172" name="Straight Connector 820052219">
            <a:extLst xmlns:a="http://schemas.openxmlformats.org/drawingml/2006/main">
              <a:ext uri="{FF2B5EF4-FFF2-40B4-BE49-F238E27FC236}">
                <a16:creationId xmlns:a16="http://schemas.microsoft.com/office/drawing/2014/main" id="{8B71DE84-8846-4783-A867-6A146655B5F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187640" name="Rectangle: Rounded Corners 1977383084">
            <a:extLst xmlns:a="http://schemas.openxmlformats.org/drawingml/2006/main">
              <a:ext uri="{FF2B5EF4-FFF2-40B4-BE49-F238E27FC236}">
                <a16:creationId xmlns:a16="http://schemas.microsoft.com/office/drawing/2014/main" id="{664AEF22-A1C4-4474-8ED7-F4C17561672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9655670" name="Rectangle: Rounded Corners 1598161198">
            <a:extLst xmlns:a="http://schemas.openxmlformats.org/drawingml/2006/main">
              <a:ext uri="{FF2B5EF4-FFF2-40B4-BE49-F238E27FC236}">
                <a16:creationId xmlns:a16="http://schemas.microsoft.com/office/drawing/2014/main" id="{9356B425-2BF5-46E4-AC00-33A3BB5EAD3E}"/>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877325" name="Rectangle: Rounded Corners 1558195880">
            <a:extLst xmlns:a="http://schemas.openxmlformats.org/drawingml/2006/main">
              <a:ext uri="{FF2B5EF4-FFF2-40B4-BE49-F238E27FC236}">
                <a16:creationId xmlns:a16="http://schemas.microsoft.com/office/drawing/2014/main" id="{005FA79B-56CC-4CA9-A762-9DDEBD8F85FA}"/>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7208250" name="Rectangle: Rounded Corners 521701979">
            <a:extLst xmlns:a="http://schemas.openxmlformats.org/drawingml/2006/main">
              <a:ext uri="{FF2B5EF4-FFF2-40B4-BE49-F238E27FC236}">
                <a16:creationId xmlns:a16="http://schemas.microsoft.com/office/drawing/2014/main" id="{1B038705-1628-4959-8871-525D80BFEF3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364221" name="Rectangle: Rounded Corners 1995606132">
            <a:extLst xmlns:a="http://schemas.openxmlformats.org/drawingml/2006/main">
              <a:ext uri="{FF2B5EF4-FFF2-40B4-BE49-F238E27FC236}">
                <a16:creationId xmlns:a16="http://schemas.microsoft.com/office/drawing/2014/main" id="{DD98F36D-EF10-4F99-9121-BACED759B80A}"/>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949856" name="Rectangle 1524836487">
            <a:extLst xmlns:a="http://schemas.openxmlformats.org/drawingml/2006/main">
              <a:ext uri="{FF2B5EF4-FFF2-40B4-BE49-F238E27FC236}">
                <a16:creationId xmlns:a16="http://schemas.microsoft.com/office/drawing/2014/main" id="{E9A78D2D-73B7-4F4D-A16B-883516D76202}"/>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88117478" name="Rectangle 2124862657">
            <a:extLst xmlns:a="http://schemas.openxmlformats.org/drawingml/2006/main">
              <a:ext uri="{FF2B5EF4-FFF2-40B4-BE49-F238E27FC236}">
                <a16:creationId xmlns:a16="http://schemas.microsoft.com/office/drawing/2014/main" id="{AA8263F3-ECEE-44D3-933D-3614486F66B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232988855" name="Rectangle 8219971">
            <a:extLst xmlns:a="http://schemas.openxmlformats.org/drawingml/2006/main">
              <a:ext uri="{FF2B5EF4-FFF2-40B4-BE49-F238E27FC236}">
                <a16:creationId xmlns:a16="http://schemas.microsoft.com/office/drawing/2014/main" id="{8C180A20-161A-4986-93F5-C6F2A38D0920}"/>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97206979" name="Rectangle: Rounded Corners 1401385986">
            <a:extLst xmlns:a="http://schemas.openxmlformats.org/drawingml/2006/main">
              <a:ext uri="{FF2B5EF4-FFF2-40B4-BE49-F238E27FC236}">
                <a16:creationId xmlns:a16="http://schemas.microsoft.com/office/drawing/2014/main" id="{C0848DFD-D6C6-4E3C-8659-8CDA47D96AA9}"/>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09851" name="Oval 2082712540">
            <a:extLst xmlns:a="http://schemas.openxmlformats.org/drawingml/2006/main">
              <a:ext uri="{FF2B5EF4-FFF2-40B4-BE49-F238E27FC236}">
                <a16:creationId xmlns:a16="http://schemas.microsoft.com/office/drawing/2014/main" id="{68B6BE8F-6043-45E1-B9FD-E8A9F4F592CD}"/>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542783" name="Oval 1800286295">
            <a:extLst xmlns:a="http://schemas.openxmlformats.org/drawingml/2006/main">
              <a:ext uri="{FF2B5EF4-FFF2-40B4-BE49-F238E27FC236}">
                <a16:creationId xmlns:a16="http://schemas.microsoft.com/office/drawing/2014/main" id="{6E4CA2CA-9971-4167-A8C0-4CD842C0F4E9}"/>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782772" name="Straight Connector 1377652961">
            <a:extLst xmlns:a="http://schemas.openxmlformats.org/drawingml/2006/main">
              <a:ext uri="{FF2B5EF4-FFF2-40B4-BE49-F238E27FC236}">
                <a16:creationId xmlns:a16="http://schemas.microsoft.com/office/drawing/2014/main" id="{249A98D8-0CA1-4054-9464-C36DB9418985}"/>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0905090" name="Oval 1129487082">
            <a:extLst xmlns:a="http://schemas.openxmlformats.org/drawingml/2006/main">
              <a:ext uri="{FF2B5EF4-FFF2-40B4-BE49-F238E27FC236}">
                <a16:creationId xmlns:a16="http://schemas.microsoft.com/office/drawing/2014/main" id="{5076DCEA-C498-49E9-8724-6316822495AF}"/>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754933" name="Straight Connector 1835573147">
            <a:extLst xmlns:a="http://schemas.openxmlformats.org/drawingml/2006/main">
              <a:ext uri="{FF2B5EF4-FFF2-40B4-BE49-F238E27FC236}">
                <a16:creationId xmlns:a16="http://schemas.microsoft.com/office/drawing/2014/main" id="{26C9941E-3FB1-41A9-8F90-9563433C5115}"/>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095196" name="Oval 1354002711">
            <a:extLst xmlns:a="http://schemas.openxmlformats.org/drawingml/2006/main">
              <a:ext uri="{FF2B5EF4-FFF2-40B4-BE49-F238E27FC236}">
                <a16:creationId xmlns:a16="http://schemas.microsoft.com/office/drawing/2014/main" id="{2B164BEC-CE16-4267-A9A6-3E1C68EF6ED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301446" name="Straight Connector 1642711494">
            <a:extLst xmlns:a="http://schemas.openxmlformats.org/drawingml/2006/main">
              <a:ext uri="{FF2B5EF4-FFF2-40B4-BE49-F238E27FC236}">
                <a16:creationId xmlns:a16="http://schemas.microsoft.com/office/drawing/2014/main" id="{A9C2934E-ACB2-4BC6-9617-C915B6C3EE2A}"/>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246431" name="Oval 1162477815">
            <a:extLst xmlns:a="http://schemas.openxmlformats.org/drawingml/2006/main">
              <a:ext uri="{FF2B5EF4-FFF2-40B4-BE49-F238E27FC236}">
                <a16:creationId xmlns:a16="http://schemas.microsoft.com/office/drawing/2014/main" id="{01451674-7395-4A6D-9C19-F7ADD87E94D4}"/>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969930" name="Straight Connector 754093467">
            <a:extLst xmlns:a="http://schemas.openxmlformats.org/drawingml/2006/main">
              <a:ext uri="{FF2B5EF4-FFF2-40B4-BE49-F238E27FC236}">
                <a16:creationId xmlns:a16="http://schemas.microsoft.com/office/drawing/2014/main" id="{EC25F8BB-E73B-47BC-9EC3-569225E476E4}"/>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030947" name="Oval 926903494">
            <a:extLst xmlns:a="http://schemas.openxmlformats.org/drawingml/2006/main">
              <a:ext uri="{FF2B5EF4-FFF2-40B4-BE49-F238E27FC236}">
                <a16:creationId xmlns:a16="http://schemas.microsoft.com/office/drawing/2014/main" id="{6CA7A4E5-1613-46ED-AABC-984D9DCB44E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954515" name="Straight Connector 1314704656">
            <a:extLst xmlns:a="http://schemas.openxmlformats.org/drawingml/2006/main">
              <a:ext uri="{FF2B5EF4-FFF2-40B4-BE49-F238E27FC236}">
                <a16:creationId xmlns:a16="http://schemas.microsoft.com/office/drawing/2014/main" id="{0DE66778-C0E2-4776-A25F-A3C98D6CAA71}"/>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06191" name="Oval 297993689">
            <a:extLst xmlns:a="http://schemas.openxmlformats.org/drawingml/2006/main">
              <a:ext uri="{FF2B5EF4-FFF2-40B4-BE49-F238E27FC236}">
                <a16:creationId xmlns:a16="http://schemas.microsoft.com/office/drawing/2014/main" id="{E8CAA625-D0C2-4BF8-A80C-C7CC91FC1D0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534856" name="Straight Connector 1869335124">
            <a:extLst xmlns:a="http://schemas.openxmlformats.org/drawingml/2006/main">
              <a:ext uri="{FF2B5EF4-FFF2-40B4-BE49-F238E27FC236}">
                <a16:creationId xmlns:a16="http://schemas.microsoft.com/office/drawing/2014/main" id="{781909E8-21E6-433E-9166-8D99CB17AEFB}"/>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087497" name="Rectangle 1902597770">
            <a:extLst xmlns:a="http://schemas.openxmlformats.org/drawingml/2006/main">
              <a:ext uri="{FF2B5EF4-FFF2-40B4-BE49-F238E27FC236}">
                <a16:creationId xmlns:a16="http://schemas.microsoft.com/office/drawing/2014/main" id="{91044119-9662-42D2-8A31-D1EA3021DE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692634318" name="Rectangle 1200483564">
            <a:extLst xmlns:a="http://schemas.openxmlformats.org/drawingml/2006/main">
              <a:ext uri="{FF2B5EF4-FFF2-40B4-BE49-F238E27FC236}">
                <a16:creationId xmlns:a16="http://schemas.microsoft.com/office/drawing/2014/main" id="{E3A5C6FC-5C9F-418F-AF5F-68B7F2325DB9}"/>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64798891" name="Rectangle 713949086">
            <a:extLst xmlns:a="http://schemas.openxmlformats.org/drawingml/2006/main">
              <a:ext uri="{FF2B5EF4-FFF2-40B4-BE49-F238E27FC236}">
                <a16:creationId xmlns:a16="http://schemas.microsoft.com/office/drawing/2014/main" id="{2BC6677A-BDF6-4CFB-85A7-C89A4184BD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50921471" name="Rectangle: Rounded Corners 731916211">
            <a:extLst xmlns:a="http://schemas.openxmlformats.org/drawingml/2006/main">
              <a:ext uri="{FF2B5EF4-FFF2-40B4-BE49-F238E27FC236}">
                <a16:creationId xmlns:a16="http://schemas.microsoft.com/office/drawing/2014/main" id="{35932AF3-A1F7-4707-9603-3EA5212AB513}"/>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78619" name="Oval 1174154410">
            <a:extLst xmlns:a="http://schemas.openxmlformats.org/drawingml/2006/main">
              <a:ext uri="{FF2B5EF4-FFF2-40B4-BE49-F238E27FC236}">
                <a16:creationId xmlns:a16="http://schemas.microsoft.com/office/drawing/2014/main" id="{4F5CB509-91C1-46FB-A576-430A2A4A8A1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60070" name="Oval 125293162">
            <a:extLst xmlns:a="http://schemas.openxmlformats.org/drawingml/2006/main">
              <a:ext uri="{FF2B5EF4-FFF2-40B4-BE49-F238E27FC236}">
                <a16:creationId xmlns:a16="http://schemas.microsoft.com/office/drawing/2014/main" id="{EEF4F3C1-5DE6-43C7-AEF1-6BB436D3E7F2}"/>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357119" name="Oval 1712601375">
            <a:extLst xmlns:a="http://schemas.openxmlformats.org/drawingml/2006/main">
              <a:ext uri="{FF2B5EF4-FFF2-40B4-BE49-F238E27FC236}">
                <a16:creationId xmlns:a16="http://schemas.microsoft.com/office/drawing/2014/main" id="{CB385E43-5CA7-454B-AD0A-7A2246854B6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380545" name="Straight Connector 361292721">
            <a:extLst xmlns:a="http://schemas.openxmlformats.org/drawingml/2006/main">
              <a:ext uri="{FF2B5EF4-FFF2-40B4-BE49-F238E27FC236}">
                <a16:creationId xmlns:a16="http://schemas.microsoft.com/office/drawing/2014/main" id="{0AEEF616-8412-46F7-AB0E-D695565EBDB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387899" name="Straight Connector 1216392229">
            <a:extLst xmlns:a="http://schemas.openxmlformats.org/drawingml/2006/main">
              <a:ext uri="{FF2B5EF4-FFF2-40B4-BE49-F238E27FC236}">
                <a16:creationId xmlns:a16="http://schemas.microsoft.com/office/drawing/2014/main" id="{6ABE9095-93E0-4952-85F2-10BF7210904F}"/>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378803" name="Rectangle 1760216901">
            <a:extLst xmlns:a="http://schemas.openxmlformats.org/drawingml/2006/main">
              <a:ext uri="{FF2B5EF4-FFF2-40B4-BE49-F238E27FC236}">
                <a16:creationId xmlns:a16="http://schemas.microsoft.com/office/drawing/2014/main" id="{7D8880FB-548C-480B-A473-5A534CB74E6E}"/>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60060236" name="Rectangle 1432423854">
            <a:extLst xmlns:a="http://schemas.openxmlformats.org/drawingml/2006/main">
              <a:ext uri="{FF2B5EF4-FFF2-40B4-BE49-F238E27FC236}">
                <a16:creationId xmlns:a16="http://schemas.microsoft.com/office/drawing/2014/main" id="{F3B2712A-CDFA-4FB3-8BA0-7A52AE92C35A}"/>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65698211" name="Rectangle 1426602610">
            <a:extLst xmlns:a="http://schemas.openxmlformats.org/drawingml/2006/main">
              <a:ext uri="{FF2B5EF4-FFF2-40B4-BE49-F238E27FC236}">
                <a16:creationId xmlns:a16="http://schemas.microsoft.com/office/drawing/2014/main" id="{45B0F262-99EF-4353-BD86-DC4175CE6F2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79447636" name="Rectangle: Rounded Corners 1132936319">
            <a:extLst xmlns:a="http://schemas.openxmlformats.org/drawingml/2006/main">
              <a:ext uri="{FF2B5EF4-FFF2-40B4-BE49-F238E27FC236}">
                <a16:creationId xmlns:a16="http://schemas.microsoft.com/office/drawing/2014/main" id="{BC4B2971-5DAD-4D2C-B74A-214DB3D035C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289998" name="Oval 848102302">
            <a:extLst xmlns:a="http://schemas.openxmlformats.org/drawingml/2006/main">
              <a:ext uri="{FF2B5EF4-FFF2-40B4-BE49-F238E27FC236}">
                <a16:creationId xmlns:a16="http://schemas.microsoft.com/office/drawing/2014/main" id="{1F719A8A-2F28-463A-AD5B-8A130B68C217}"/>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503672" name="Straight Connector 2140277386">
            <a:extLst xmlns:a="http://schemas.openxmlformats.org/drawingml/2006/main">
              <a:ext uri="{FF2B5EF4-FFF2-40B4-BE49-F238E27FC236}">
                <a16:creationId xmlns:a16="http://schemas.microsoft.com/office/drawing/2014/main" id="{60C6E409-013E-42E1-9538-466A4C6630C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0455286" name="Straight Connector 546058830">
            <a:extLst xmlns:a="http://schemas.openxmlformats.org/drawingml/2006/main">
              <a:ext uri="{FF2B5EF4-FFF2-40B4-BE49-F238E27FC236}">
                <a16:creationId xmlns:a16="http://schemas.microsoft.com/office/drawing/2014/main" id="{5452AC17-6A0A-47CE-9969-9D3EAF7D17B9}"/>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187407" name="Straight Connector 634911421">
            <a:extLst xmlns:a="http://schemas.openxmlformats.org/drawingml/2006/main">
              <a:ext uri="{FF2B5EF4-FFF2-40B4-BE49-F238E27FC236}">
                <a16:creationId xmlns:a16="http://schemas.microsoft.com/office/drawing/2014/main" id="{AA790C26-CBE5-4E1B-AAB3-29156B1D9AE5}"/>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411869" name="Rectangle 253059330">
            <a:extLst xmlns:a="http://schemas.openxmlformats.org/drawingml/2006/main">
              <a:ext uri="{FF2B5EF4-FFF2-40B4-BE49-F238E27FC236}">
                <a16:creationId xmlns:a16="http://schemas.microsoft.com/office/drawing/2014/main" id="{94293B78-0FF4-4883-99BC-1A63323C7614}"/>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582564504" name="Rectangle 1961211258">
            <a:extLst xmlns:a="http://schemas.openxmlformats.org/drawingml/2006/main">
              <a:ext uri="{FF2B5EF4-FFF2-40B4-BE49-F238E27FC236}">
                <a16:creationId xmlns:a16="http://schemas.microsoft.com/office/drawing/2014/main" id="{379B1B23-1106-4245-8716-8BB6AF74328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4361848" name="Rectangle 902052220">
            <a:extLst xmlns:a="http://schemas.openxmlformats.org/drawingml/2006/main">
              <a:ext uri="{FF2B5EF4-FFF2-40B4-BE49-F238E27FC236}">
                <a16:creationId xmlns:a16="http://schemas.microsoft.com/office/drawing/2014/main" id="{2566843A-AC48-48B9-92CC-92AD3F57027A}"/>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01248579" name="Rectangle 110604859">
            <a:extLst xmlns:a="http://schemas.openxmlformats.org/drawingml/2006/main">
              <a:ext uri="{FF2B5EF4-FFF2-40B4-BE49-F238E27FC236}">
                <a16:creationId xmlns:a16="http://schemas.microsoft.com/office/drawing/2014/main" id="{C9072A19-9493-42EC-AE7B-F9925B574566}"/>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4194862" name="Rectangle 1570659082">
            <a:extLst xmlns:a="http://schemas.openxmlformats.org/drawingml/2006/main">
              <a:ext uri="{FF2B5EF4-FFF2-40B4-BE49-F238E27FC236}">
                <a16:creationId xmlns:a16="http://schemas.microsoft.com/office/drawing/2014/main" id="{CB969751-579C-4A06-92B0-A8DA88DF8D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832855772"/>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87374" name="Rectangle 1748329787">
            <a:extLst xmlns:a="http://schemas.openxmlformats.org/drawingml/2006/main">
              <a:ext uri="{FF2B5EF4-FFF2-40B4-BE49-F238E27FC236}">
                <a16:creationId xmlns:a16="http://schemas.microsoft.com/office/drawing/2014/main" id="{006F2F38-75AE-431C-BDE7-A53738D763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924214072" name="Rectangle 1611343531">
            <a:extLst xmlns:a="http://schemas.openxmlformats.org/drawingml/2006/main">
              <a:ext uri="{FF2B5EF4-FFF2-40B4-BE49-F238E27FC236}">
                <a16:creationId xmlns:a16="http://schemas.microsoft.com/office/drawing/2014/main" id="{1D32B3CE-8ABC-479C-8063-70017CE926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58999133" name="Rectangle: Rounded Corners 1015940866">
            <a:extLst xmlns:a="http://schemas.openxmlformats.org/drawingml/2006/main">
              <a:ext uri="{FF2B5EF4-FFF2-40B4-BE49-F238E27FC236}">
                <a16:creationId xmlns:a16="http://schemas.microsoft.com/office/drawing/2014/main" id="{18AB3DAE-465D-41B0-B7B8-15A8C98DABB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265434" name="Rectangle: Rounded Corners 1808652943">
            <a:extLst xmlns:a="http://schemas.openxmlformats.org/drawingml/2006/main">
              <a:ext uri="{FF2B5EF4-FFF2-40B4-BE49-F238E27FC236}">
                <a16:creationId xmlns:a16="http://schemas.microsoft.com/office/drawing/2014/main" id="{59424F1E-FF63-4470-A4BA-34BBC3485A56}"/>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0112321" name="Rectangle: Rounded Corners 1081078089">
            <a:extLst xmlns:a="http://schemas.openxmlformats.org/drawingml/2006/main">
              <a:ext uri="{FF2B5EF4-FFF2-40B4-BE49-F238E27FC236}">
                <a16:creationId xmlns:a16="http://schemas.microsoft.com/office/drawing/2014/main" id="{826BF28A-4C9C-4453-8FE4-ABD0E3B2BA54}"/>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00654" name="Rectangle: Rounded Corners 492680344">
            <a:extLst xmlns:a="http://schemas.openxmlformats.org/drawingml/2006/main">
              <a:ext uri="{FF2B5EF4-FFF2-40B4-BE49-F238E27FC236}">
                <a16:creationId xmlns:a16="http://schemas.microsoft.com/office/drawing/2014/main" id="{25F1EE46-D89E-4567-B0F1-66A3F05B30F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131002" name="Rectangle: Rounded Corners 1482722514">
            <a:extLst xmlns:a="http://schemas.openxmlformats.org/drawingml/2006/main">
              <a:ext uri="{FF2B5EF4-FFF2-40B4-BE49-F238E27FC236}">
                <a16:creationId xmlns:a16="http://schemas.microsoft.com/office/drawing/2014/main" id="{069DCB23-29CF-4F29-91CE-A58CFF05A880}"/>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985234" name="Rectangle: Rounded Corners 121026446">
            <a:extLst xmlns:a="http://schemas.openxmlformats.org/drawingml/2006/main">
              <a:ext uri="{FF2B5EF4-FFF2-40B4-BE49-F238E27FC236}">
                <a16:creationId xmlns:a16="http://schemas.microsoft.com/office/drawing/2014/main" id="{885DC14A-192F-41FA-909E-EDAAFC7BA68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286565" name="Rectangle 163980103">
            <a:extLst xmlns:a="http://schemas.openxmlformats.org/drawingml/2006/main">
              <a:ext uri="{FF2B5EF4-FFF2-40B4-BE49-F238E27FC236}">
                <a16:creationId xmlns:a16="http://schemas.microsoft.com/office/drawing/2014/main" id="{75BE9D60-4062-4EE9-B7F5-431070DBA76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586588222" name="Rectangle 693850306">
            <a:extLst xmlns:a="http://schemas.openxmlformats.org/drawingml/2006/main">
              <a:ext uri="{FF2B5EF4-FFF2-40B4-BE49-F238E27FC236}">
                <a16:creationId xmlns:a16="http://schemas.microsoft.com/office/drawing/2014/main" id="{5942E646-1210-4FC3-BDD6-C9D9CEA6678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105724291" name="Straight Connector 1622472842">
            <a:extLst xmlns:a="http://schemas.openxmlformats.org/drawingml/2006/main">
              <a:ext uri="{FF2B5EF4-FFF2-40B4-BE49-F238E27FC236}">
                <a16:creationId xmlns:a16="http://schemas.microsoft.com/office/drawing/2014/main" id="{DEA0DEC8-2F03-49E9-A532-4FA5D4D7989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367884" name="Rectangle: Rounded Corners 1311020404">
            <a:extLst xmlns:a="http://schemas.openxmlformats.org/drawingml/2006/main">
              <a:ext uri="{FF2B5EF4-FFF2-40B4-BE49-F238E27FC236}">
                <a16:creationId xmlns:a16="http://schemas.microsoft.com/office/drawing/2014/main" id="{990A0631-5F0D-48FB-9C8F-71A9C6FEDCD8}"/>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6228900" name="Rectangle 481459380">
            <a:extLst xmlns:a="http://schemas.openxmlformats.org/drawingml/2006/main">
              <a:ext uri="{FF2B5EF4-FFF2-40B4-BE49-F238E27FC236}">
                <a16:creationId xmlns:a16="http://schemas.microsoft.com/office/drawing/2014/main" id="{0D00C3CF-2336-4BB2-8906-D9F5647F5A35}"/>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760816674" name="Rectangle: Rounded Corners 1942037177">
            <a:extLst xmlns:a="http://schemas.openxmlformats.org/drawingml/2006/main">
              <a:ext uri="{FF2B5EF4-FFF2-40B4-BE49-F238E27FC236}">
                <a16:creationId xmlns:a16="http://schemas.microsoft.com/office/drawing/2014/main" id="{990F59E7-101E-45D2-A5A0-07BAAE23A64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522789446" name="Rectangle: Rounded Corners 75602190">
            <a:extLst xmlns:a="http://schemas.openxmlformats.org/drawingml/2006/main">
              <a:ext uri="{FF2B5EF4-FFF2-40B4-BE49-F238E27FC236}">
                <a16:creationId xmlns:a16="http://schemas.microsoft.com/office/drawing/2014/main" id="{D7F0DE0D-0AD9-4810-9CF3-D60A9098BFD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245564411" name="Rectangle: Rounded Corners 1789658254">
            <a:extLst xmlns:a="http://schemas.openxmlformats.org/drawingml/2006/main">
              <a:ext uri="{FF2B5EF4-FFF2-40B4-BE49-F238E27FC236}">
                <a16:creationId xmlns:a16="http://schemas.microsoft.com/office/drawing/2014/main" id="{58EA52AA-DF5F-45E6-8341-7B43F2CABA2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209523621" name="Rectangle: Rounded Corners 1953288476">
            <a:extLst xmlns:a="http://schemas.openxmlformats.org/drawingml/2006/main">
              <a:ext uri="{FF2B5EF4-FFF2-40B4-BE49-F238E27FC236}">
                <a16:creationId xmlns:a16="http://schemas.microsoft.com/office/drawing/2014/main" id="{85CDE951-027C-4F86-B8AA-2A3DDFA3BFA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1126330880" name="Straight Connector 319643796">
            <a:extLst xmlns:a="http://schemas.openxmlformats.org/drawingml/2006/main">
              <a:ext uri="{FF2B5EF4-FFF2-40B4-BE49-F238E27FC236}">
                <a16:creationId xmlns:a16="http://schemas.microsoft.com/office/drawing/2014/main" id="{BE1CA5C4-9370-4CD9-9FE9-144CB8DC7EE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787217" name="Rectangle: Rounded Corners 647942513">
            <a:extLst xmlns:a="http://schemas.openxmlformats.org/drawingml/2006/main">
              <a:ext uri="{FF2B5EF4-FFF2-40B4-BE49-F238E27FC236}">
                <a16:creationId xmlns:a16="http://schemas.microsoft.com/office/drawing/2014/main" id="{4AEE9995-EF92-4D57-807F-87DC814425D8}"/>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506793" name="Rectangle: Rounded Corners 636131648">
            <a:extLst xmlns:a="http://schemas.openxmlformats.org/drawingml/2006/main">
              <a:ext uri="{FF2B5EF4-FFF2-40B4-BE49-F238E27FC236}">
                <a16:creationId xmlns:a16="http://schemas.microsoft.com/office/drawing/2014/main" id="{A5D6B9E7-F430-4CFE-B380-02190A2D6E7B}"/>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3275977" name="Rectangle: Rounded Corners 261513705">
            <a:extLst xmlns:a="http://schemas.openxmlformats.org/drawingml/2006/main">
              <a:ext uri="{FF2B5EF4-FFF2-40B4-BE49-F238E27FC236}">
                <a16:creationId xmlns:a16="http://schemas.microsoft.com/office/drawing/2014/main" id="{FEFA47D1-D27E-4CB0-90A7-CD61461FE7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2914259" name="Rectangle 1466779702">
            <a:extLst xmlns:a="http://schemas.openxmlformats.org/drawingml/2006/main">
              <a:ext uri="{FF2B5EF4-FFF2-40B4-BE49-F238E27FC236}">
                <a16:creationId xmlns:a16="http://schemas.microsoft.com/office/drawing/2014/main" id="{60829350-4AAF-4E72-BE10-06773B1D594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256183127" name="Rectangle 2140567318">
            <a:extLst xmlns:a="http://schemas.openxmlformats.org/drawingml/2006/main">
              <a:ext uri="{FF2B5EF4-FFF2-40B4-BE49-F238E27FC236}">
                <a16:creationId xmlns:a16="http://schemas.microsoft.com/office/drawing/2014/main" id="{3CF024EA-1E16-43DB-92E1-A7F5934202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2031541497" name="Rectangle 800090932">
            <a:extLst xmlns:a="http://schemas.openxmlformats.org/drawingml/2006/main">
              <a:ext uri="{FF2B5EF4-FFF2-40B4-BE49-F238E27FC236}">
                <a16:creationId xmlns:a16="http://schemas.microsoft.com/office/drawing/2014/main" id="{0C42B6D6-D379-4FF6-B07D-68F93BDAED3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945840171" name="Oval 663275864">
            <a:extLst xmlns:a="http://schemas.openxmlformats.org/drawingml/2006/main">
              <a:ext uri="{FF2B5EF4-FFF2-40B4-BE49-F238E27FC236}">
                <a16:creationId xmlns:a16="http://schemas.microsoft.com/office/drawing/2014/main" id="{E9E3E9D9-235D-4500-B0FE-393F86507A4A}"/>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58227" name="Oval 302896655">
            <a:extLst xmlns:a="http://schemas.openxmlformats.org/drawingml/2006/main">
              <a:ext uri="{FF2B5EF4-FFF2-40B4-BE49-F238E27FC236}">
                <a16:creationId xmlns:a16="http://schemas.microsoft.com/office/drawing/2014/main" id="{26689E00-3901-41E9-A6D1-71FCD5D60D1D}"/>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796807" name="Oval 1173073258">
            <a:extLst xmlns:a="http://schemas.openxmlformats.org/drawingml/2006/main">
              <a:ext uri="{FF2B5EF4-FFF2-40B4-BE49-F238E27FC236}">
                <a16:creationId xmlns:a16="http://schemas.microsoft.com/office/drawing/2014/main" id="{92431CAB-3369-4CD9-9C84-EFF85F55F719}"/>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235298" name="Rectangle 1351287707">
            <a:extLst xmlns:a="http://schemas.openxmlformats.org/drawingml/2006/main">
              <a:ext uri="{FF2B5EF4-FFF2-40B4-BE49-F238E27FC236}">
                <a16:creationId xmlns:a16="http://schemas.microsoft.com/office/drawing/2014/main" id="{1D7CBE3B-8AB5-4D05-9336-E20C8BAEE9F3}"/>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02669873" name="Rectangle 1523385386">
            <a:extLst xmlns:a="http://schemas.openxmlformats.org/drawingml/2006/main">
              <a:ext uri="{FF2B5EF4-FFF2-40B4-BE49-F238E27FC236}">
                <a16:creationId xmlns:a16="http://schemas.microsoft.com/office/drawing/2014/main" id="{64C64BE6-CAAF-4A72-AF0A-05AC17E6B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71</a:t>
            </a:r>
          </a:p>
        </p:txBody>
      </p:sp>
    </p:spTree>
    <p:extLst>
      <p:ext uri="{BB962C8B-B14F-4D97-AF65-F5344CB8AC3E}">
        <p14:creationId xmlns:p14="http://schemas.microsoft.com/office/powerpoint/2010/main" val="770471226"/>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2026-07-27T16:48:29.9090000Z</dcterms:created>
  <dcterms:modified xsi:type="dcterms:W3CDTF">2026-07-27T16:48:29.9090000Z</dcterms:modified>
</coreProperties>
</file>