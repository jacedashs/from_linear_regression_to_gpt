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b4216e007f4a8a" /><Relationship Type="http://schemas.openxmlformats.org/officeDocument/2006/relationships/extended-properties" Target="/docProps/app.xml" Id="R7d10cc5260bd4729" /><Relationship Type="http://schemas.openxmlformats.org/officeDocument/2006/relationships/officeDocument" Target="/ppt/presentation.xml" Id="Ref742226d2e048c4" /></Relationships>
</file>

<file path=ppt/presentation.xml><?xml version="1.0" encoding="utf-8"?>
<p:presentation xmlns:p="http://schemas.openxmlformats.org/presentationml/2006/main">
  <p:sldMasterIdLst>
    <p:sldMasterId xmlns:r="http://schemas.openxmlformats.org/officeDocument/2006/relationships" id="2147483648" r:id="R192c8ba80f0f416d"/>
  </p:sldMasterIdLst>
  <p:notesMasterIdLst>
    <p:notesMasterId xmlns:r="http://schemas.openxmlformats.org/officeDocument/2006/relationships" r:id="R073a50e59ccc41e1"/>
  </p:notesMasterIdLst>
  <p:sldIdLst>
    <p:sldId xmlns:r="http://schemas.openxmlformats.org/officeDocument/2006/relationships" id="256" r:id="R97674d82b2c94ae5"/>
    <p:sldId xmlns:r="http://schemas.openxmlformats.org/officeDocument/2006/relationships" id="257" r:id="R20213175c06f4e22"/>
    <p:sldId xmlns:r="http://schemas.openxmlformats.org/officeDocument/2006/relationships" id="258" r:id="R564da09095964f08"/>
    <p:sldId xmlns:r="http://schemas.openxmlformats.org/officeDocument/2006/relationships" id="259" r:id="R2af30325e4164726"/>
    <p:sldId xmlns:r="http://schemas.openxmlformats.org/officeDocument/2006/relationships" id="260" r:id="Rcfec9c3d1fcd4079"/>
    <p:sldId xmlns:r="http://schemas.openxmlformats.org/officeDocument/2006/relationships" id="261" r:id="R33f73afc4b714c88"/>
    <p:sldId xmlns:r="http://schemas.openxmlformats.org/officeDocument/2006/relationships" id="262" r:id="R738c81a24f4a41d8"/>
    <p:sldId xmlns:r="http://schemas.openxmlformats.org/officeDocument/2006/relationships" id="263" r:id="R3e423b59c69640e2"/>
    <p:sldId xmlns:r="http://schemas.openxmlformats.org/officeDocument/2006/relationships" id="264" r:id="R7055d8eb8f1f4bd4"/>
    <p:sldId xmlns:r="http://schemas.openxmlformats.org/officeDocument/2006/relationships" id="265" r:id="Re01576b57722435b"/>
    <p:sldId xmlns:r="http://schemas.openxmlformats.org/officeDocument/2006/relationships" id="266" r:id="Rfe84bc4951064d94"/>
    <p:sldId xmlns:r="http://schemas.openxmlformats.org/officeDocument/2006/relationships" id="267" r:id="R71e859d194f8457b"/>
    <p:sldId xmlns:r="http://schemas.openxmlformats.org/officeDocument/2006/relationships" id="268" r:id="R9db13ab12fef4117"/>
    <p:sldId xmlns:r="http://schemas.openxmlformats.org/officeDocument/2006/relationships" id="269" r:id="R7fe88814da20451b"/>
    <p:sldId xmlns:r="http://schemas.openxmlformats.org/officeDocument/2006/relationships" id="270" r:id="R8eb4587c1d574bd2"/>
    <p:sldId xmlns:r="http://schemas.openxmlformats.org/officeDocument/2006/relationships" id="271" r:id="R7ed8e2372cca4909"/>
    <p:sldId xmlns:r="http://schemas.openxmlformats.org/officeDocument/2006/relationships" id="272" r:id="Re9c58a0c75094101"/>
    <p:sldId xmlns:r="http://schemas.openxmlformats.org/officeDocument/2006/relationships" id="273" r:id="R5742b6e841c84acd"/>
    <p:sldId xmlns:r="http://schemas.openxmlformats.org/officeDocument/2006/relationships" id="274" r:id="R51b432bc38a54f8a"/>
    <p:sldId xmlns:r="http://schemas.openxmlformats.org/officeDocument/2006/relationships" id="275" r:id="Rfe66ff9d790d4e1e"/>
    <p:sldId xmlns:r="http://schemas.openxmlformats.org/officeDocument/2006/relationships" id="276" r:id="Rf2ba70e72f9244f1"/>
    <p:sldId xmlns:r="http://schemas.openxmlformats.org/officeDocument/2006/relationships" id="277" r:id="R0a100cac8ab14d21"/>
    <p:sldId xmlns:r="http://schemas.openxmlformats.org/officeDocument/2006/relationships" id="278" r:id="Rbe25268c73504cbb"/>
    <p:sldId xmlns:r="http://schemas.openxmlformats.org/officeDocument/2006/relationships" id="279" r:id="R4345c49b703745c6"/>
    <p:sldId xmlns:r="http://schemas.openxmlformats.org/officeDocument/2006/relationships" id="280" r:id="R2ac6fdc609c34742"/>
    <p:sldId xmlns:r="http://schemas.openxmlformats.org/officeDocument/2006/relationships" id="281" r:id="R49dbe25c33c44e1d"/>
    <p:sldId xmlns:r="http://schemas.openxmlformats.org/officeDocument/2006/relationships" id="282" r:id="R77eafeb2b20040aa"/>
    <p:sldId xmlns:r="http://schemas.openxmlformats.org/officeDocument/2006/relationships" id="283" r:id="R48d327361f014439"/>
    <p:sldId xmlns:r="http://schemas.openxmlformats.org/officeDocument/2006/relationships" id="284" r:id="R1447d57a5f7a49a6"/>
    <p:sldId xmlns:r="http://schemas.openxmlformats.org/officeDocument/2006/relationships" id="285" r:id="Re455e6e05ea34891"/>
    <p:sldId xmlns:r="http://schemas.openxmlformats.org/officeDocument/2006/relationships" id="286" r:id="Rda5ae36386754409"/>
    <p:sldId xmlns:r="http://schemas.openxmlformats.org/officeDocument/2006/relationships" id="287" r:id="Rc0efedd09d7b45a2"/>
    <p:sldId xmlns:r="http://schemas.openxmlformats.org/officeDocument/2006/relationships" id="288" r:id="R8bbfedc6b11f4524"/>
    <p:sldId xmlns:r="http://schemas.openxmlformats.org/officeDocument/2006/relationships" id="289" r:id="Rac37112221da436c"/>
    <p:sldId xmlns:r="http://schemas.openxmlformats.org/officeDocument/2006/relationships" id="290" r:id="Ra147f9778a4c449c"/>
    <p:sldId xmlns:r="http://schemas.openxmlformats.org/officeDocument/2006/relationships" id="291" r:id="R3e18b9fbe9574bc3"/>
    <p:sldId xmlns:r="http://schemas.openxmlformats.org/officeDocument/2006/relationships" id="292" r:id="R4dbbee5e6e0c45c2"/>
    <p:sldId xmlns:r="http://schemas.openxmlformats.org/officeDocument/2006/relationships" id="293" r:id="R2199582486324005"/>
    <p:sldId xmlns:r="http://schemas.openxmlformats.org/officeDocument/2006/relationships" id="294" r:id="R4f6a23b5a2084d0b"/>
    <p:sldId xmlns:r="http://schemas.openxmlformats.org/officeDocument/2006/relationships" id="295" r:id="R2a1b91ff62f74956"/>
    <p:sldId xmlns:r="http://schemas.openxmlformats.org/officeDocument/2006/relationships" id="296" r:id="Rf5196c5481cd48b0"/>
    <p:sldId xmlns:r="http://schemas.openxmlformats.org/officeDocument/2006/relationships" id="297" r:id="R75b1beb4e52c4f9a"/>
    <p:sldId xmlns:r="http://schemas.openxmlformats.org/officeDocument/2006/relationships" id="298" r:id="R29498388897d4a2a"/>
    <p:sldId xmlns:r="http://schemas.openxmlformats.org/officeDocument/2006/relationships" id="299" r:id="Rb9bf240271ee4604"/>
    <p:sldId xmlns:r="http://schemas.openxmlformats.org/officeDocument/2006/relationships" id="300" r:id="Rbf91cc80874645f4"/>
    <p:sldId xmlns:r="http://schemas.openxmlformats.org/officeDocument/2006/relationships" id="301" r:id="R3df23bf4d6c04b56"/>
    <p:sldId xmlns:r="http://schemas.openxmlformats.org/officeDocument/2006/relationships" id="302" r:id="Rbc83cd319af04d1c"/>
    <p:sldId xmlns:r="http://schemas.openxmlformats.org/officeDocument/2006/relationships" id="303" r:id="R518389382f2a408c"/>
    <p:sldId xmlns:r="http://schemas.openxmlformats.org/officeDocument/2006/relationships" id="304" r:id="Rd7365e9f1c984258"/>
    <p:sldId xmlns:r="http://schemas.openxmlformats.org/officeDocument/2006/relationships" id="305" r:id="Rf66fd1a2cf2240d6"/>
    <p:sldId xmlns:r="http://schemas.openxmlformats.org/officeDocument/2006/relationships" id="306" r:id="R83400b8b5cda4a77"/>
    <p:sldId xmlns:r="http://schemas.openxmlformats.org/officeDocument/2006/relationships" id="307" r:id="R9fba65fe6ab94c47"/>
    <p:sldId xmlns:r="http://schemas.openxmlformats.org/officeDocument/2006/relationships" id="308" r:id="R532f3e9c2b5742b6"/>
    <p:sldId xmlns:r="http://schemas.openxmlformats.org/officeDocument/2006/relationships" id="309" r:id="R25e1cb29fe6d49ce"/>
    <p:sldId xmlns:r="http://schemas.openxmlformats.org/officeDocument/2006/relationships" id="310" r:id="R484e3e72d321479d"/>
    <p:sldId xmlns:r="http://schemas.openxmlformats.org/officeDocument/2006/relationships" id="311" r:id="Rc6a1092fa4b9455a"/>
    <p:sldId xmlns:r="http://schemas.openxmlformats.org/officeDocument/2006/relationships" id="312" r:id="R5b433373817d49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e6db5569bb403c" /><Relationship Type="http://schemas.openxmlformats.org/officeDocument/2006/relationships/slideMaster" Target="/ppt/slideMasters/slideMaster1.xml" Id="R192c8ba80f0f416d" /><Relationship Type="http://schemas.openxmlformats.org/officeDocument/2006/relationships/notesMaster" Target="/ppt/notesMasters/notesMaster1.xml" Id="R073a50e59ccc41e1" /><Relationship Type="http://schemas.openxmlformats.org/officeDocument/2006/relationships/presProps" Target="/ppt/presProps.xml" Id="R34ecb78e42994461" /><Relationship Type="http://schemas.openxmlformats.org/officeDocument/2006/relationships/tableStyles" Target="/ppt/tableStyles.xml" Id="R385faf93ea534502" /><Relationship Type="http://schemas.openxmlformats.org/officeDocument/2006/relationships/slide" Target="/ppt/slides/slide1.xml" Id="R97674d82b2c94ae5" /><Relationship Type="http://schemas.openxmlformats.org/officeDocument/2006/relationships/slide" Target="/ppt/slides/slide2.xml" Id="R20213175c06f4e22" /><Relationship Type="http://schemas.openxmlformats.org/officeDocument/2006/relationships/slide" Target="/ppt/slides/slide3.xml" Id="R564da09095964f08" /><Relationship Type="http://schemas.openxmlformats.org/officeDocument/2006/relationships/slide" Target="/ppt/slides/slide4.xml" Id="R2af30325e4164726" /><Relationship Type="http://schemas.openxmlformats.org/officeDocument/2006/relationships/slide" Target="/ppt/slides/slide5.xml" Id="Rcfec9c3d1fcd4079" /><Relationship Type="http://schemas.openxmlformats.org/officeDocument/2006/relationships/slide" Target="/ppt/slides/slide6.xml" Id="R33f73afc4b714c88" /><Relationship Type="http://schemas.openxmlformats.org/officeDocument/2006/relationships/slide" Target="/ppt/slides/slide7.xml" Id="R738c81a24f4a41d8" /><Relationship Type="http://schemas.openxmlformats.org/officeDocument/2006/relationships/slide" Target="/ppt/slides/slide8.xml" Id="R3e423b59c69640e2" /><Relationship Type="http://schemas.openxmlformats.org/officeDocument/2006/relationships/slide" Target="/ppt/slides/slide9.xml" Id="R7055d8eb8f1f4bd4" /><Relationship Type="http://schemas.openxmlformats.org/officeDocument/2006/relationships/slide" Target="/ppt/slides/slide10.xml" Id="Re01576b57722435b" /><Relationship Type="http://schemas.openxmlformats.org/officeDocument/2006/relationships/slide" Target="/ppt/slides/slide11.xml" Id="Rfe84bc4951064d94" /><Relationship Type="http://schemas.openxmlformats.org/officeDocument/2006/relationships/slide" Target="/ppt/slides/slide12.xml" Id="R71e859d194f8457b" /><Relationship Type="http://schemas.openxmlformats.org/officeDocument/2006/relationships/slide" Target="/ppt/slides/slide13.xml" Id="R9db13ab12fef4117" /><Relationship Type="http://schemas.openxmlformats.org/officeDocument/2006/relationships/slide" Target="/ppt/slides/slide14.xml" Id="R7fe88814da20451b" /><Relationship Type="http://schemas.openxmlformats.org/officeDocument/2006/relationships/slide" Target="/ppt/slides/slide15.xml" Id="R8eb4587c1d574bd2" /><Relationship Type="http://schemas.openxmlformats.org/officeDocument/2006/relationships/slide" Target="/ppt/slides/slide16.xml" Id="R7ed8e2372cca4909" /><Relationship Type="http://schemas.openxmlformats.org/officeDocument/2006/relationships/slide" Target="/ppt/slides/slide17.xml" Id="Re9c58a0c75094101" /><Relationship Type="http://schemas.openxmlformats.org/officeDocument/2006/relationships/slide" Target="/ppt/slides/slide18.xml" Id="R5742b6e841c84acd" /><Relationship Type="http://schemas.openxmlformats.org/officeDocument/2006/relationships/slide" Target="/ppt/slides/slide19.xml" Id="R51b432bc38a54f8a" /><Relationship Type="http://schemas.openxmlformats.org/officeDocument/2006/relationships/slide" Target="/ppt/slides/slide20.xml" Id="Rfe66ff9d790d4e1e" /><Relationship Type="http://schemas.openxmlformats.org/officeDocument/2006/relationships/slide" Target="/ppt/slides/slide21.xml" Id="Rf2ba70e72f9244f1" /><Relationship Type="http://schemas.openxmlformats.org/officeDocument/2006/relationships/slide" Target="/ppt/slides/slide22.xml" Id="R0a100cac8ab14d21" /><Relationship Type="http://schemas.openxmlformats.org/officeDocument/2006/relationships/slide" Target="/ppt/slides/slide23.xml" Id="Rbe25268c73504cbb" /><Relationship Type="http://schemas.openxmlformats.org/officeDocument/2006/relationships/slide" Target="/ppt/slides/slide24.xml" Id="R4345c49b703745c6" /><Relationship Type="http://schemas.openxmlformats.org/officeDocument/2006/relationships/slide" Target="/ppt/slides/slide25.xml" Id="R2ac6fdc609c34742" /><Relationship Type="http://schemas.openxmlformats.org/officeDocument/2006/relationships/slide" Target="/ppt/slides/slide26.xml" Id="R49dbe25c33c44e1d" /><Relationship Type="http://schemas.openxmlformats.org/officeDocument/2006/relationships/slide" Target="/ppt/slides/slide27.xml" Id="R77eafeb2b20040aa" /><Relationship Type="http://schemas.openxmlformats.org/officeDocument/2006/relationships/slide" Target="/ppt/slides/slide28.xml" Id="R48d327361f014439" /><Relationship Type="http://schemas.openxmlformats.org/officeDocument/2006/relationships/slide" Target="/ppt/slides/slide29.xml" Id="R1447d57a5f7a49a6" /><Relationship Type="http://schemas.openxmlformats.org/officeDocument/2006/relationships/slide" Target="/ppt/slides/slide30.xml" Id="Re455e6e05ea34891" /><Relationship Type="http://schemas.openxmlformats.org/officeDocument/2006/relationships/slide" Target="/ppt/slides/slide31.xml" Id="Rda5ae36386754409" /><Relationship Type="http://schemas.openxmlformats.org/officeDocument/2006/relationships/slide" Target="/ppt/slides/slide32.xml" Id="Rc0efedd09d7b45a2" /><Relationship Type="http://schemas.openxmlformats.org/officeDocument/2006/relationships/slide" Target="/ppt/slides/slide33.xml" Id="R8bbfedc6b11f4524" /><Relationship Type="http://schemas.openxmlformats.org/officeDocument/2006/relationships/slide" Target="/ppt/slides/slide34.xml" Id="Rac37112221da436c" /><Relationship Type="http://schemas.openxmlformats.org/officeDocument/2006/relationships/slide" Target="/ppt/slides/slide35.xml" Id="Ra147f9778a4c449c" /><Relationship Type="http://schemas.openxmlformats.org/officeDocument/2006/relationships/slide" Target="/ppt/slides/slide36.xml" Id="R3e18b9fbe9574bc3" /><Relationship Type="http://schemas.openxmlformats.org/officeDocument/2006/relationships/slide" Target="/ppt/slides/slide37.xml" Id="R4dbbee5e6e0c45c2" /><Relationship Type="http://schemas.openxmlformats.org/officeDocument/2006/relationships/slide" Target="/ppt/slides/slide38.xml" Id="R2199582486324005" /><Relationship Type="http://schemas.openxmlformats.org/officeDocument/2006/relationships/slide" Target="/ppt/slides/slide39.xml" Id="R4f6a23b5a2084d0b" /><Relationship Type="http://schemas.openxmlformats.org/officeDocument/2006/relationships/slide" Target="/ppt/slides/slide40.xml" Id="R2a1b91ff62f74956" /><Relationship Type="http://schemas.openxmlformats.org/officeDocument/2006/relationships/slide" Target="/ppt/slides/slide41.xml" Id="Rf5196c5481cd48b0" /><Relationship Type="http://schemas.openxmlformats.org/officeDocument/2006/relationships/slide" Target="/ppt/slides/slide42.xml" Id="R75b1beb4e52c4f9a" /><Relationship Type="http://schemas.openxmlformats.org/officeDocument/2006/relationships/slide" Target="/ppt/slides/slide43.xml" Id="R29498388897d4a2a" /><Relationship Type="http://schemas.openxmlformats.org/officeDocument/2006/relationships/slide" Target="/ppt/slides/slide44.xml" Id="Rb9bf240271ee4604" /><Relationship Type="http://schemas.openxmlformats.org/officeDocument/2006/relationships/slide" Target="/ppt/slides/slide45.xml" Id="Rbf91cc80874645f4" /><Relationship Type="http://schemas.openxmlformats.org/officeDocument/2006/relationships/slide" Target="/ppt/slides/slide46.xml" Id="R3df23bf4d6c04b56" /><Relationship Type="http://schemas.openxmlformats.org/officeDocument/2006/relationships/slide" Target="/ppt/slides/slide47.xml" Id="Rbc83cd319af04d1c" /><Relationship Type="http://schemas.openxmlformats.org/officeDocument/2006/relationships/slide" Target="/ppt/slides/slide48.xml" Id="R518389382f2a408c" /><Relationship Type="http://schemas.openxmlformats.org/officeDocument/2006/relationships/slide" Target="/ppt/slides/slide49.xml" Id="Rd7365e9f1c984258" /><Relationship Type="http://schemas.openxmlformats.org/officeDocument/2006/relationships/slide" Target="/ppt/slides/slide50.xml" Id="Rf66fd1a2cf2240d6" /><Relationship Type="http://schemas.openxmlformats.org/officeDocument/2006/relationships/slide" Target="/ppt/slides/slide51.xml" Id="R83400b8b5cda4a77" /><Relationship Type="http://schemas.openxmlformats.org/officeDocument/2006/relationships/slide" Target="/ppt/slides/slide52.xml" Id="R9fba65fe6ab94c47" /><Relationship Type="http://schemas.openxmlformats.org/officeDocument/2006/relationships/slide" Target="/ppt/slides/slide53.xml" Id="R532f3e9c2b5742b6" /><Relationship Type="http://schemas.openxmlformats.org/officeDocument/2006/relationships/slide" Target="/ppt/slides/slide54.xml" Id="R25e1cb29fe6d49ce" /><Relationship Type="http://schemas.openxmlformats.org/officeDocument/2006/relationships/slide" Target="/ppt/slides/slide55.xml" Id="R484e3e72d321479d" /><Relationship Type="http://schemas.openxmlformats.org/officeDocument/2006/relationships/slide" Target="/ppt/slides/slide56.xml" Id="Rc6a1092fa4b9455a" /><Relationship Type="http://schemas.openxmlformats.org/officeDocument/2006/relationships/slide" Target="/ppt/slides/slide57.xml" Id="R5b433373817d49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6378fc077a4c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30a14bd09c4ed6" /><Relationship Type="http://schemas.openxmlformats.org/officeDocument/2006/relationships/notesMaster" Target="/ppt/notesMasters/notesMaster1.xml" Id="R053c675ac0c6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fb63fe6e344d7f" /><Relationship Type="http://schemas.openxmlformats.org/officeDocument/2006/relationships/notesMaster" Target="/ppt/notesMasters/notesMaster1.xml" Id="Rb14688a299614c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1c26efc3b041c7" /><Relationship Type="http://schemas.openxmlformats.org/officeDocument/2006/relationships/notesMaster" Target="/ppt/notesMasters/notesMaster1.xml" Id="Raf64b48a89e94a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163d3a70554d36" /><Relationship Type="http://schemas.openxmlformats.org/officeDocument/2006/relationships/notesMaster" Target="/ppt/notesMasters/notesMaster1.xml" Id="Re22035712fe647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8f71f883448e9" /><Relationship Type="http://schemas.openxmlformats.org/officeDocument/2006/relationships/notesMaster" Target="/ppt/notesMasters/notesMaster1.xml" Id="Rcfa81c60769a4e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d11b6ede3742c3" /><Relationship Type="http://schemas.openxmlformats.org/officeDocument/2006/relationships/notesMaster" Target="/ppt/notesMasters/notesMaster1.xml" Id="R695bf43c509847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1089a047e4bb9" /><Relationship Type="http://schemas.openxmlformats.org/officeDocument/2006/relationships/notesMaster" Target="/ppt/notesMasters/notesMaster1.xml" Id="R65fa216497e344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6ed37e720f400d" /><Relationship Type="http://schemas.openxmlformats.org/officeDocument/2006/relationships/notesMaster" Target="/ppt/notesMasters/notesMaster1.xml" Id="Rdf503b2f1cbb42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d651251d034c52" /><Relationship Type="http://schemas.openxmlformats.org/officeDocument/2006/relationships/notesMaster" Target="/ppt/notesMasters/notesMaster1.xml" Id="Ra3d2d3cfcdd147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a323194a554f88" /><Relationship Type="http://schemas.openxmlformats.org/officeDocument/2006/relationships/notesMaster" Target="/ppt/notesMasters/notesMaster1.xml" Id="R856cc3bd4c2e48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c584a98832483d" /><Relationship Type="http://schemas.openxmlformats.org/officeDocument/2006/relationships/notesMaster" Target="/ppt/notesMasters/notesMaster1.xml" Id="R9d3aa6ef199e49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555ab674e24cbb" /><Relationship Type="http://schemas.openxmlformats.org/officeDocument/2006/relationships/notesMaster" Target="/ppt/notesMasters/notesMaster1.xml" Id="Ra7aa1da1de7247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9b7e75d4cc4e83" /><Relationship Type="http://schemas.openxmlformats.org/officeDocument/2006/relationships/notesMaster" Target="/ppt/notesMasters/notesMaster1.xml" Id="Ra663c07cf02240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848cd88f314ce8" /><Relationship Type="http://schemas.openxmlformats.org/officeDocument/2006/relationships/notesMaster" Target="/ppt/notesMasters/notesMaster1.xml" Id="R48ad6bf5d71b4d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66e46d88704268" /><Relationship Type="http://schemas.openxmlformats.org/officeDocument/2006/relationships/notesMaster" Target="/ppt/notesMasters/notesMaster1.xml" Id="R2418cdaedb0245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99020ab56e4fed" /><Relationship Type="http://schemas.openxmlformats.org/officeDocument/2006/relationships/notesMaster" Target="/ppt/notesMasters/notesMaster1.xml" Id="R459c10295e1744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48955326f04d39" /><Relationship Type="http://schemas.openxmlformats.org/officeDocument/2006/relationships/notesMaster" Target="/ppt/notesMasters/notesMaster1.xml" Id="Ra6671ead28044b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7ad83b557b4926" /><Relationship Type="http://schemas.openxmlformats.org/officeDocument/2006/relationships/notesMaster" Target="/ppt/notesMasters/notesMaster1.xml" Id="Rd2038ab112ce43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0cc1e6a61b4ab9" /><Relationship Type="http://schemas.openxmlformats.org/officeDocument/2006/relationships/notesMaster" Target="/ppt/notesMasters/notesMaster1.xml" Id="R3b5099873af040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18c3cbe2aa45f3" /><Relationship Type="http://schemas.openxmlformats.org/officeDocument/2006/relationships/notesMaster" Target="/ppt/notesMasters/notesMaster1.xml" Id="R73aefbfa93a544d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583446109b4e8b" /><Relationship Type="http://schemas.openxmlformats.org/officeDocument/2006/relationships/notesMaster" Target="/ppt/notesMasters/notesMaster1.xml" Id="Rf48bb9fee55a4a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46e4ae64e54fe0" /><Relationship Type="http://schemas.openxmlformats.org/officeDocument/2006/relationships/notesMaster" Target="/ppt/notesMasters/notesMaster1.xml" Id="R6921258ab68248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e936929c8f4996" /><Relationship Type="http://schemas.openxmlformats.org/officeDocument/2006/relationships/notesMaster" Target="/ppt/notesMasters/notesMaster1.xml" Id="R0b870e05185c46d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3a05ad13804c93" /><Relationship Type="http://schemas.openxmlformats.org/officeDocument/2006/relationships/notesMaster" Target="/ppt/notesMasters/notesMaster1.xml" Id="R39fbe70dd0cf4a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91bcb6b15294e1c" /><Relationship Type="http://schemas.openxmlformats.org/officeDocument/2006/relationships/notesMaster" Target="/ppt/notesMasters/notesMaster1.xml" Id="R3f01e4b349a740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0fbbeafb974981" /><Relationship Type="http://schemas.openxmlformats.org/officeDocument/2006/relationships/notesMaster" Target="/ppt/notesMasters/notesMaster1.xml" Id="R39c15b68fb2d400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25ff560b3e64f1d" /><Relationship Type="http://schemas.openxmlformats.org/officeDocument/2006/relationships/notesMaster" Target="/ppt/notesMasters/notesMaster1.xml" Id="R3f71e2b217d440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30f49a98d804805" /><Relationship Type="http://schemas.openxmlformats.org/officeDocument/2006/relationships/notesMaster" Target="/ppt/notesMasters/notesMaster1.xml" Id="Rbf4d135eb4b24f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5e2552258c64f75" /><Relationship Type="http://schemas.openxmlformats.org/officeDocument/2006/relationships/notesMaster" Target="/ppt/notesMasters/notesMaster1.xml" Id="Rc2db9560bf6543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8b834239ca3464e" /><Relationship Type="http://schemas.openxmlformats.org/officeDocument/2006/relationships/notesMaster" Target="/ppt/notesMasters/notesMaster1.xml" Id="Raead43874d144c7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3d939b36c64cc3" /><Relationship Type="http://schemas.openxmlformats.org/officeDocument/2006/relationships/notesMaster" Target="/ppt/notesMasters/notesMaster1.xml" Id="R8d31e3e4c65745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0de8e0723340b1" /><Relationship Type="http://schemas.openxmlformats.org/officeDocument/2006/relationships/notesMaster" Target="/ppt/notesMasters/notesMaster1.xml" Id="R3f4ac43c03cb428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ff0bc8d6e364eab" /><Relationship Type="http://schemas.openxmlformats.org/officeDocument/2006/relationships/notesMaster" Target="/ppt/notesMasters/notesMaster1.xml" Id="Re20fd4c37cae4f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1e9946d3aef4387" /><Relationship Type="http://schemas.openxmlformats.org/officeDocument/2006/relationships/notesMaster" Target="/ppt/notesMasters/notesMaster1.xml" Id="R40c1d752c8d0403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1897827b944415b" /><Relationship Type="http://schemas.openxmlformats.org/officeDocument/2006/relationships/notesMaster" Target="/ppt/notesMasters/notesMaster1.xml" Id="R9421e5037860404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96d52f0ee94dea" /><Relationship Type="http://schemas.openxmlformats.org/officeDocument/2006/relationships/notesMaster" Target="/ppt/notesMasters/notesMaster1.xml" Id="R9d55ffb302ee4c0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22d4734fa534453" /><Relationship Type="http://schemas.openxmlformats.org/officeDocument/2006/relationships/notesMaster" Target="/ppt/notesMasters/notesMaster1.xml" Id="R5c99a719d8b24f5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94acf1873a240c6" /><Relationship Type="http://schemas.openxmlformats.org/officeDocument/2006/relationships/notesMaster" Target="/ppt/notesMasters/notesMaster1.xml" Id="R809bd7d38cbe4ce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301565deace4cb7" /><Relationship Type="http://schemas.openxmlformats.org/officeDocument/2006/relationships/notesMaster" Target="/ppt/notesMasters/notesMaster1.xml" Id="Rd166c7df45da490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e8b0ca026694f3f" /><Relationship Type="http://schemas.openxmlformats.org/officeDocument/2006/relationships/notesMaster" Target="/ppt/notesMasters/notesMaster1.xml" Id="R25fdb4c31d464d1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09615a914ae4f34" /><Relationship Type="http://schemas.openxmlformats.org/officeDocument/2006/relationships/notesMaster" Target="/ppt/notesMasters/notesMaster1.xml" Id="R9dcddd2d323d401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2dc52526b14961" /><Relationship Type="http://schemas.openxmlformats.org/officeDocument/2006/relationships/notesMaster" Target="/ppt/notesMasters/notesMaster1.xml" Id="Rea57b9e25a4d473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9455f91d52645d1" /><Relationship Type="http://schemas.openxmlformats.org/officeDocument/2006/relationships/notesMaster" Target="/ppt/notesMasters/notesMaster1.xml" Id="Rdb78e5689ed440a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bcde5c9a8b64ba4" /><Relationship Type="http://schemas.openxmlformats.org/officeDocument/2006/relationships/notesMaster" Target="/ppt/notesMasters/notesMaster1.xml" Id="R09868761e3164fe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b3132a5f6e84524" /><Relationship Type="http://schemas.openxmlformats.org/officeDocument/2006/relationships/notesMaster" Target="/ppt/notesMasters/notesMaster1.xml" Id="Rf9177169ccbb4fb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e1570a9a47045f2" /><Relationship Type="http://schemas.openxmlformats.org/officeDocument/2006/relationships/notesMaster" Target="/ppt/notesMasters/notesMaster1.xml" Id="R66aff38ae518467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44f542177934728" /><Relationship Type="http://schemas.openxmlformats.org/officeDocument/2006/relationships/notesMaster" Target="/ppt/notesMasters/notesMaster1.xml" Id="R17802bb4c3714cf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f5a532b58b74d4a" /><Relationship Type="http://schemas.openxmlformats.org/officeDocument/2006/relationships/notesMaster" Target="/ppt/notesMasters/notesMaster1.xml" Id="Rb001d27b102b4bd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bd392a0438d4c83" /><Relationship Type="http://schemas.openxmlformats.org/officeDocument/2006/relationships/notesMaster" Target="/ppt/notesMasters/notesMaster1.xml" Id="Ra88feb26d5174f0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1f3e2249815425e" /><Relationship Type="http://schemas.openxmlformats.org/officeDocument/2006/relationships/notesMaster" Target="/ppt/notesMasters/notesMaster1.xml" Id="Ra4bbf71dd783445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2a73efcc5c04582" /><Relationship Type="http://schemas.openxmlformats.org/officeDocument/2006/relationships/notesMaster" Target="/ppt/notesMasters/notesMaster1.xml" Id="Rb19f008413d44ea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3d464eafc1a49a0" /><Relationship Type="http://schemas.openxmlformats.org/officeDocument/2006/relationships/notesMaster" Target="/ppt/notesMasters/notesMaster1.xml" Id="R65c498b4e0fd4a8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083b08b150e4d33" /><Relationship Type="http://schemas.openxmlformats.org/officeDocument/2006/relationships/notesMaster" Target="/ppt/notesMasters/notesMaster1.xml" Id="R904705f336fd482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8739e9346aa44ed" /><Relationship Type="http://schemas.openxmlformats.org/officeDocument/2006/relationships/notesMaster" Target="/ppt/notesMasters/notesMaster1.xml" Id="R35d073ea52cd489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e555cfc69d84b4c" /><Relationship Type="http://schemas.openxmlformats.org/officeDocument/2006/relationships/notesMaster" Target="/ppt/notesMasters/notesMaster1.xml" Id="R63b0f02e47ac4bf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3f0a4d259ea4e54" /><Relationship Type="http://schemas.openxmlformats.org/officeDocument/2006/relationships/notesMaster" Target="/ppt/notesMasters/notesMaster1.xml" Id="Rc2401d05ff11467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8f8ee05f0174402" /><Relationship Type="http://schemas.openxmlformats.org/officeDocument/2006/relationships/notesMaster" Target="/ppt/notesMasters/notesMaster1.xml" Id="R76b3286d1885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7906907f9749e1"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d8fb3f25c74fa1" /><Relationship Type="http://schemas.openxmlformats.org/officeDocument/2006/relationships/slideLayout" Target="/ppt/slideLayouts/slideLayout1.xml" Id="Rec3927613e1948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3927613e1948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33e731496347f7" /><Relationship Type="http://schemas.openxmlformats.org/officeDocument/2006/relationships/notesSlide" Target="/ppt/notesSlides/notesSlide1.xml" Id="R2424e97f43c94f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2b55f4c48c4fa4" /><Relationship Type="http://schemas.openxmlformats.org/officeDocument/2006/relationships/image" Target="/ppt/media/image.png" Id="R048360b1d2284215" /><Relationship Type="http://schemas.openxmlformats.org/officeDocument/2006/relationships/notesSlide" Target="/ppt/notesSlides/notesSlide2.xml" Id="R92c12df6db8f41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f6c99082b74ad9" /><Relationship Type="http://schemas.openxmlformats.org/officeDocument/2006/relationships/image" Target="/ppt/media/image2.png" Id="R3994f625cda0409b" /><Relationship Type="http://schemas.openxmlformats.org/officeDocument/2006/relationships/notesSlide" Target="/ppt/notesSlides/notesSlide3.xml" Id="Rb7e4c0c72d744a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af871e978a489c" /><Relationship Type="http://schemas.openxmlformats.org/officeDocument/2006/relationships/image" Target="/ppt/media/image3.png" Id="Raee3e61789574eaf" /><Relationship Type="http://schemas.openxmlformats.org/officeDocument/2006/relationships/notesSlide" Target="/ppt/notesSlides/notesSlide4.xml" Id="Re3445a26db354d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7bbd473a974fcf" /><Relationship Type="http://schemas.openxmlformats.org/officeDocument/2006/relationships/notesSlide" Target="/ppt/notesSlides/notesSlide5.xml" Id="R7da90753cee14a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6ad94a8bed4fd6" /><Relationship Type="http://schemas.openxmlformats.org/officeDocument/2006/relationships/image" Target="/ppt/media/image.jpeg" Id="R986f9d28c22045a1" /><Relationship Type="http://schemas.openxmlformats.org/officeDocument/2006/relationships/image" Target="/ppt/media/image.svg" Id="R8522a0d654a8424d" /><Relationship Type="http://schemas.openxmlformats.org/officeDocument/2006/relationships/notesSlide" Target="/ppt/notesSlides/notesSlide6.xml" Id="Rf6587f5f583a4f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4a4bfe08f3424d" /><Relationship Type="http://schemas.openxmlformats.org/officeDocument/2006/relationships/image" Target="/ppt/media/image2.svg" Id="Rc6efd81575a841a7" /><Relationship Type="http://schemas.openxmlformats.org/officeDocument/2006/relationships/image" Target="/ppt/media/image2.png" Id="R5e92cfaf63fb468f" /><Relationship Type="http://schemas.openxmlformats.org/officeDocument/2006/relationships/notesSlide" Target="/ppt/notesSlides/notesSlide7.xml" Id="Rd35fae2f730e47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1d30a6a2fa4cd6" /><Relationship Type="http://schemas.openxmlformats.org/officeDocument/2006/relationships/notesSlide" Target="/ppt/notesSlides/notesSlide8.xml" Id="Rc150108251e145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396f9193af4cc0" /><Relationship Type="http://schemas.openxmlformats.org/officeDocument/2006/relationships/image" Target="/ppt/media/image3.svg" Id="Rbda1bbc263ae48c7" /><Relationship Type="http://schemas.openxmlformats.org/officeDocument/2006/relationships/image" Target="/ppt/media/image3.png" Id="Ra2a5fef2651e460c" /><Relationship Type="http://schemas.openxmlformats.org/officeDocument/2006/relationships/notesSlide" Target="/ppt/notesSlides/notesSlide9.xml" Id="Rb37c96dfb8cf44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3f83eef35a4f11" /><Relationship Type="http://schemas.openxmlformats.org/officeDocument/2006/relationships/image" Target="/ppt/media/image4.png" Id="Rb182ea5d2974432c" /><Relationship Type="http://schemas.openxmlformats.org/officeDocument/2006/relationships/notesSlide" Target="/ppt/notesSlides/notesSlide10.xml" Id="R2964fa4ca6d84a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1270f53b824616" /><Relationship Type="http://schemas.openxmlformats.org/officeDocument/2006/relationships/image" Target="/ppt/media/image5.png" Id="Rbd564d6d762947e4" /><Relationship Type="http://schemas.openxmlformats.org/officeDocument/2006/relationships/image" Target="/ppt/media/image4.svg" Id="R57e01edf3a5346c6" /><Relationship Type="http://schemas.openxmlformats.org/officeDocument/2006/relationships/image" Target="/ppt/media/image4.png" Id="R076b9f7a6c3f4b92" /><Relationship Type="http://schemas.openxmlformats.org/officeDocument/2006/relationships/notesSlide" Target="/ppt/notesSlides/notesSlide11.xml" Id="R1402796f69de44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0a58f523cb4a91" /><Relationship Type="http://schemas.openxmlformats.org/officeDocument/2006/relationships/image" Target="/ppt/media/image5.svg" Id="R4f0c704ccb4147f7" /><Relationship Type="http://schemas.openxmlformats.org/officeDocument/2006/relationships/image" Target="/ppt/media/image5.png" Id="R5ced2bab09e34f49" /><Relationship Type="http://schemas.openxmlformats.org/officeDocument/2006/relationships/notesSlide" Target="/ppt/notesSlides/notesSlide12.xml" Id="Rff7e79c97be542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d35a468d6b4a14" /><Relationship Type="http://schemas.openxmlformats.org/officeDocument/2006/relationships/image" Target="/ppt/media/image6.png" Id="Rad62faf6bf644c5c" /><Relationship Type="http://schemas.openxmlformats.org/officeDocument/2006/relationships/image" Target="/ppt/media/image7.png" Id="Rdcde4165117b4dd9" /><Relationship Type="http://schemas.openxmlformats.org/officeDocument/2006/relationships/image" Target="/ppt/media/image6.svg" Id="R3d31bc5789674f37" /><Relationship Type="http://schemas.openxmlformats.org/officeDocument/2006/relationships/notesSlide" Target="/ppt/notesSlides/notesSlide13.xml" Id="Rfd8968b925214e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e9484a6cee4beb" /><Relationship Type="http://schemas.openxmlformats.org/officeDocument/2006/relationships/image" Target="/ppt/media/image8.png" Id="Rece6ec1781fc4a26" /><Relationship Type="http://schemas.openxmlformats.org/officeDocument/2006/relationships/image" Target="/ppt/media/image7.svg" Id="Ra0e62cd17efa4668" /><Relationship Type="http://schemas.openxmlformats.org/officeDocument/2006/relationships/notesSlide" Target="/ppt/notesSlides/notesSlide14.xml" Id="R4738fac240cc48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6c90e231c6a4e2d" /><Relationship Type="http://schemas.openxmlformats.org/officeDocument/2006/relationships/image" Target="/ppt/media/image9.png" Id="Ra7e2a7cd08974e12" /><Relationship Type="http://schemas.openxmlformats.org/officeDocument/2006/relationships/image" Target="/ppt/media/image8.svg" Id="R9937e5fa3a404475" /><Relationship Type="http://schemas.openxmlformats.org/officeDocument/2006/relationships/notesSlide" Target="/ppt/notesSlides/notesSlide15.xml" Id="R9cccae9eb0b147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36ce9cfb8f47ad" /><Relationship Type="http://schemas.openxmlformats.org/officeDocument/2006/relationships/notesSlide" Target="/ppt/notesSlides/notesSlide16.xml" Id="Raba6f225ba2f4a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57af7e93e764d5f" /><Relationship Type="http://schemas.openxmlformats.org/officeDocument/2006/relationships/notesSlide" Target="/ppt/notesSlides/notesSlide17.xml" Id="R43105835de5647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92a2072d0474ec5" /><Relationship Type="http://schemas.openxmlformats.org/officeDocument/2006/relationships/notesSlide" Target="/ppt/notesSlides/notesSlide18.xml" Id="R750051daab0347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b77d3ecc79455b" /><Relationship Type="http://schemas.openxmlformats.org/officeDocument/2006/relationships/image" Target="/ppt/media/image10.png" Id="R9353ed807417452d" /><Relationship Type="http://schemas.openxmlformats.org/officeDocument/2006/relationships/notesSlide" Target="/ppt/notesSlides/notesSlide19.xml" Id="Rce6e72ac02084b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f3513c221194889" /><Relationship Type="http://schemas.openxmlformats.org/officeDocument/2006/relationships/notesSlide" Target="/ppt/notesSlides/notesSlide20.xml" Id="R0b8a73d5f4ad4c5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f2a4ec7dea04b39" /><Relationship Type="http://schemas.openxmlformats.org/officeDocument/2006/relationships/notesSlide" Target="/ppt/notesSlides/notesSlide21.xml" Id="Rfffad24bb4a642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2787fac8af41d3" /><Relationship Type="http://schemas.openxmlformats.org/officeDocument/2006/relationships/notesSlide" Target="/ppt/notesSlides/notesSlide22.xml" Id="R6011234e96f844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9dc3447133b4400" /><Relationship Type="http://schemas.openxmlformats.org/officeDocument/2006/relationships/notesSlide" Target="/ppt/notesSlides/notesSlide23.xml" Id="R663eddf335f744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fea3e8fbee4a9b" /><Relationship Type="http://schemas.openxmlformats.org/officeDocument/2006/relationships/notesSlide" Target="/ppt/notesSlides/notesSlide24.xml" Id="R47b7bc4b26ab47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d5261dc47b445b2" /><Relationship Type="http://schemas.openxmlformats.org/officeDocument/2006/relationships/notesSlide" Target="/ppt/notesSlides/notesSlide25.xml" Id="Ree381053954546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ad95eade1d340fe" /><Relationship Type="http://schemas.openxmlformats.org/officeDocument/2006/relationships/notesSlide" Target="/ppt/notesSlides/notesSlide26.xml" Id="Ra43c2149f7cd4f3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f3954c8f92943b5" /><Relationship Type="http://schemas.openxmlformats.org/officeDocument/2006/relationships/image" Target="/ppt/media/image11.png" Id="R119080b647ca4085" /><Relationship Type="http://schemas.openxmlformats.org/officeDocument/2006/relationships/notesSlide" Target="/ppt/notesSlides/notesSlide27.xml" Id="Rf2e831aa965542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b62e8d5398b4889" /><Relationship Type="http://schemas.openxmlformats.org/officeDocument/2006/relationships/image" Target="/ppt/media/image12.png" Id="R607ddb9cc4044ee0" /><Relationship Type="http://schemas.openxmlformats.org/officeDocument/2006/relationships/notesSlide" Target="/ppt/notesSlides/notesSlide28.xml" Id="R0a15179c8c1e48e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9a6e6ded68446a0" /><Relationship Type="http://schemas.openxmlformats.org/officeDocument/2006/relationships/notesSlide" Target="/ppt/notesSlides/notesSlide29.xml" Id="Rf2a9cb73cebe494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15f9c2e48f64d73" /><Relationship Type="http://schemas.openxmlformats.org/officeDocument/2006/relationships/notesSlide" Target="/ppt/notesSlides/notesSlide30.xml" Id="Re4d613d6909d405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ddd719d7b5f47cb" /><Relationship Type="http://schemas.openxmlformats.org/officeDocument/2006/relationships/notesSlide" Target="/ppt/notesSlides/notesSlide31.xml" Id="R316401648ebd4e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7db8933922c46c6" /><Relationship Type="http://schemas.openxmlformats.org/officeDocument/2006/relationships/notesSlide" Target="/ppt/notesSlides/notesSlide32.xml" Id="Reecb4389ac4f49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ee9d254d9c947ee" /><Relationship Type="http://schemas.openxmlformats.org/officeDocument/2006/relationships/notesSlide" Target="/ppt/notesSlides/notesSlide33.xml" Id="R9aac418131a145e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26e632c791a486a" /><Relationship Type="http://schemas.openxmlformats.org/officeDocument/2006/relationships/notesSlide" Target="/ppt/notesSlides/notesSlide34.xml" Id="R534c499a1e51432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719c99ac6b749c9" /><Relationship Type="http://schemas.openxmlformats.org/officeDocument/2006/relationships/notesSlide" Target="/ppt/notesSlides/notesSlide35.xml" Id="R444abf73c77c46a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bbaf10d65314b0b" /><Relationship Type="http://schemas.openxmlformats.org/officeDocument/2006/relationships/notesSlide" Target="/ppt/notesSlides/notesSlide36.xml" Id="R71d60a69443c4c2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06f9d81399f42eb" /><Relationship Type="http://schemas.openxmlformats.org/officeDocument/2006/relationships/image" Target="/ppt/media/image13.png" Id="R6e2465f45c0d4548" /><Relationship Type="http://schemas.openxmlformats.org/officeDocument/2006/relationships/notesSlide" Target="/ppt/notesSlides/notesSlide37.xml" Id="Rbeb6be33946c4ff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59cef17b92d4739" /><Relationship Type="http://schemas.openxmlformats.org/officeDocument/2006/relationships/notesSlide" Target="/ppt/notesSlides/notesSlide38.xml" Id="R84f7b6e0e6a14b9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1d0d75a59234b09" /><Relationship Type="http://schemas.openxmlformats.org/officeDocument/2006/relationships/notesSlide" Target="/ppt/notesSlides/notesSlide39.xml" Id="Rea5f20a2d45747e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764e79a269f41d0" /><Relationship Type="http://schemas.openxmlformats.org/officeDocument/2006/relationships/notesSlide" Target="/ppt/notesSlides/notesSlide40.xml" Id="Rdd1b40181c8b4e6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725cefd3c404f31" /><Relationship Type="http://schemas.openxmlformats.org/officeDocument/2006/relationships/notesSlide" Target="/ppt/notesSlides/notesSlide41.xml" Id="Rc9cd0da1013e4b0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ddf4b766efc40c0" /><Relationship Type="http://schemas.openxmlformats.org/officeDocument/2006/relationships/image" Target="/ppt/media/image.jpeg" Id="Ra7b1c69471e34c64" /><Relationship Type="http://schemas.openxmlformats.org/officeDocument/2006/relationships/notesSlide" Target="/ppt/notesSlides/notesSlide42.xml" Id="Rf919a0f364ad4b1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cba5ce79d2946c0" /><Relationship Type="http://schemas.openxmlformats.org/officeDocument/2006/relationships/notesSlide" Target="/ppt/notesSlides/notesSlide43.xml" Id="R1a263ae3ac78431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22dfcd3c1a044aa" /><Relationship Type="http://schemas.openxmlformats.org/officeDocument/2006/relationships/notesSlide" Target="/ppt/notesSlides/notesSlide44.xml" Id="R6b3a18396daa4bd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03e521b00174ae1" /><Relationship Type="http://schemas.openxmlformats.org/officeDocument/2006/relationships/notesSlide" Target="/ppt/notesSlides/notesSlide45.xml" Id="R10004da3f6f343f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f304586681d460b" /><Relationship Type="http://schemas.openxmlformats.org/officeDocument/2006/relationships/notesSlide" Target="/ppt/notesSlides/notesSlide46.xml" Id="R05e4a520a6be484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8831db9a9d542f5" /><Relationship Type="http://schemas.openxmlformats.org/officeDocument/2006/relationships/notesSlide" Target="/ppt/notesSlides/notesSlide47.xml" Id="R240e144152f742a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1748d82694444ab" /><Relationship Type="http://schemas.openxmlformats.org/officeDocument/2006/relationships/notesSlide" Target="/ppt/notesSlides/notesSlide48.xml" Id="R782f057d1bb6450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d89dad385f146f2" /><Relationship Type="http://schemas.openxmlformats.org/officeDocument/2006/relationships/image" Target="/ppt/media/image9.svg" Id="Ra9ab880c432c4ac9" /><Relationship Type="http://schemas.openxmlformats.org/officeDocument/2006/relationships/image" Target="/ppt/media/image10.png" Id="R98b1ac965ccd4768" /><Relationship Type="http://schemas.openxmlformats.org/officeDocument/2006/relationships/notesSlide" Target="/ppt/notesSlides/notesSlide49.xml" Id="R47e0453a9ece41a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3cb388ba8134042" /><Relationship Type="http://schemas.openxmlformats.org/officeDocument/2006/relationships/notesSlide" Target="/ppt/notesSlides/notesSlide50.xml" Id="R7c78b31102d74e8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1f9ccb872d14317" /><Relationship Type="http://schemas.openxmlformats.org/officeDocument/2006/relationships/notesSlide" Target="/ppt/notesSlides/notesSlide51.xml" Id="Re25e7c9845a3465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b01b2d867d94e19" /><Relationship Type="http://schemas.openxmlformats.org/officeDocument/2006/relationships/notesSlide" Target="/ppt/notesSlides/notesSlide52.xml" Id="Rf326bb8ef7124f9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ffe6c9ecb8e46c1" /><Relationship Type="http://schemas.openxmlformats.org/officeDocument/2006/relationships/notesSlide" Target="/ppt/notesSlides/notesSlide53.xml" Id="Rb61041819b8948e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dee156f646d4263" /><Relationship Type="http://schemas.openxmlformats.org/officeDocument/2006/relationships/notesSlide" Target="/ppt/notesSlides/notesSlide54.xml" Id="R22235f7a91a6436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e1bc672c2534ce0" /><Relationship Type="http://schemas.openxmlformats.org/officeDocument/2006/relationships/notesSlide" Target="/ppt/notesSlides/notesSlide55.xml" Id="R101652f0346f4cb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0b3c1c22ede4e77" /><Relationship Type="http://schemas.openxmlformats.org/officeDocument/2006/relationships/notesSlide" Target="/ppt/notesSlides/notesSlide56.xml" Id="Rfac329b0706b4f4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4949f0ef1224e56" /><Relationship Type="http://schemas.openxmlformats.org/officeDocument/2006/relationships/notesSlide" Target="/ppt/notesSlides/notesSlide57.xml" Id="Radd361e8caf04b86"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22-28</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29-36</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37-41</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42-57</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048360b1d228421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3994f625cda0409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aee3e61789574ea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986f9d28c22045a1">
            <a:extLst>
              <a:ext uri="{96DAC541-7B7A-43D3-8B79-37D633B846F1}">
                <asvg:svgBlip xmlns:asvg="http://schemas.microsoft.com/office/drawing/2016/SVG/main" r:embed="R8522a0d654a8424d"/>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5e92cfaf63fb468f">
            <a:extLst>
              <a:ext uri="{96DAC541-7B7A-43D3-8B79-37D633B846F1}">
                <asvg:svgBlip xmlns:asvg="http://schemas.microsoft.com/office/drawing/2016/SVG/main" r:embed="Rc6efd81575a841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a2a5fef2651e460c">
            <a:extLst>
              <a:ext uri="{96DAC541-7B7A-43D3-8B79-37D633B846F1}">
                <asvg:svgBlip xmlns:asvg="http://schemas.microsoft.com/office/drawing/2016/SVG/main" r:embed="Rbda1bbc263ae48c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b182ea5d2974432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bd564d6d762947e4"/>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076b9f7a6c3f4b92">
            <a:extLst>
              <a:ext uri="{96DAC541-7B7A-43D3-8B79-37D633B846F1}">
                <asvg:svgBlip xmlns:asvg="http://schemas.microsoft.com/office/drawing/2016/SVG/main" r:embed="R57e01edf3a5346c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5ced2bab09e34f49">
            <a:extLst>
              <a:ext uri="{96DAC541-7B7A-43D3-8B79-37D633B846F1}">
                <asvg:svgBlip xmlns:asvg="http://schemas.microsoft.com/office/drawing/2016/SVG/main" r:embed="R4f0c704ccb4147f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ad62faf6bf644c5c"/>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dcde4165117b4dd9">
            <a:extLst>
              <a:ext uri="{96DAC541-7B7A-43D3-8B79-37D633B846F1}">
                <asvg:svgBlip xmlns:asvg="http://schemas.microsoft.com/office/drawing/2016/SVG/main" r:embed="R3d31bc5789674f3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ece6ec1781fc4a26"/>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ece6ec1781fc4a26">
            <a:extLst>
              <a:ext uri="{96DAC541-7B7A-43D3-8B79-37D633B846F1}">
                <asvg:svgBlip xmlns:asvg="http://schemas.microsoft.com/office/drawing/2016/SVG/main" r:embed="Ra0e62cd17efa466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a7e2a7cd08974e12">
            <a:extLst>
              <a:ext uri="{96DAC541-7B7A-43D3-8B79-37D633B846F1}">
                <asvg:svgBlip xmlns:asvg="http://schemas.microsoft.com/office/drawing/2016/SVG/main" r:embed="R9937e5fa3a404475"/>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8157"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58"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59"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0"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1"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2"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3"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4"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5"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6"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7"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8"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69"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0"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1"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2"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3"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4"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5"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6"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7"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8"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79"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0"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1"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2"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3"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4"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5"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6"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7"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8"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89"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0"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1"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2"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3"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4"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5"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6"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7"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8"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199"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0"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1"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2"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3"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4"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5"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06"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9353ed807417452d"/>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119080b647ca4085"/>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607ddb9cc4044ee0"/>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8451510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717836351"/>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202936571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99031521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76073685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53308264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31229900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206576533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6e2465f45c0d4548"/>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45862281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8415269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13975143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71357872"/>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a7b1c69471e34c64"/>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80689685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54577609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372569667"/>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14449925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489948602"/>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98b1ac965ccd4768">
            <a:extLst>
              <a:ext uri="{96DAC541-7B7A-43D3-8B79-37D633B846F1}">
                <asvg:svgBlip xmlns:asvg="http://schemas.microsoft.com/office/drawing/2016/SVG/main" r:embed="Ra9ab880c432c4ac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81373567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8494839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68666786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101783865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38981274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Tree>
    <p:extLst>
      <p:ext uri="{BB962C8B-B14F-4D97-AF65-F5344CB8AC3E}">
        <p14:creationId xmlns:p14="http://schemas.microsoft.com/office/powerpoint/2010/main" val="7156326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209328064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2026-07-27T05:49:57.8790000Z</dcterms:created>
  <dcterms:modified xsi:type="dcterms:W3CDTF">2026-07-27T05:49:57.8790000Z</dcterms:modified>
</coreProperties>
</file>