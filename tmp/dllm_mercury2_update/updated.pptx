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f93c96b1784a23" /><Relationship Type="http://schemas.openxmlformats.org/officeDocument/2006/relationships/extended-properties" Target="/docProps/app.xml" Id="R8bff4e3795824398" /><Relationship Type="http://schemas.openxmlformats.org/officeDocument/2006/relationships/officeDocument" Target="/ppt/presentation.xml" Id="R7a804b7eabd04d51" /></Relationships>
</file>

<file path=ppt/presentation.xml><?xml version="1.0" encoding="utf-8"?>
<p:presentation xmlns:p="http://schemas.openxmlformats.org/presentationml/2006/main">
  <p:sldMasterIdLst>
    <p:sldMasterId xmlns:r="http://schemas.openxmlformats.org/officeDocument/2006/relationships" id="2147483648" r:id="Re9d26496c80946ea"/>
  </p:sldMasterIdLst>
  <p:notesMasterIdLst>
    <p:notesMasterId xmlns:r="http://schemas.openxmlformats.org/officeDocument/2006/relationships" r:id="Ra720558fc3244713"/>
  </p:notesMasterIdLst>
  <p:sldIdLst>
    <p:sldId xmlns:r="http://schemas.openxmlformats.org/officeDocument/2006/relationships" id="256" r:id="R8c24980b6c084d34"/>
    <p:sldId xmlns:r="http://schemas.openxmlformats.org/officeDocument/2006/relationships" id="257" r:id="R82a1bdbffc1b4d80"/>
    <p:sldId xmlns:r="http://schemas.openxmlformats.org/officeDocument/2006/relationships" id="258" r:id="R14e82f94e9714bf6"/>
    <p:sldId xmlns:r="http://schemas.openxmlformats.org/officeDocument/2006/relationships" id="259" r:id="R8a413eee39af4b64"/>
    <p:sldId xmlns:r="http://schemas.openxmlformats.org/officeDocument/2006/relationships" id="260" r:id="Rce2246184a1144d2"/>
    <p:sldId xmlns:r="http://schemas.openxmlformats.org/officeDocument/2006/relationships" id="261" r:id="Rdb557c5b88a643bb"/>
    <p:sldId xmlns:r="http://schemas.openxmlformats.org/officeDocument/2006/relationships" id="262" r:id="R1d95fa41aa254107"/>
    <p:sldId xmlns:r="http://schemas.openxmlformats.org/officeDocument/2006/relationships" id="263" r:id="Rcd62963ecbcb4764"/>
    <p:sldId xmlns:r="http://schemas.openxmlformats.org/officeDocument/2006/relationships" id="264" r:id="Rd691f38a281e446e"/>
    <p:sldId xmlns:r="http://schemas.openxmlformats.org/officeDocument/2006/relationships" id="265" r:id="R5e5379a5c3c042dc"/>
    <p:sldId xmlns:r="http://schemas.openxmlformats.org/officeDocument/2006/relationships" id="266" r:id="Rd001ca5c1dee4e49"/>
    <p:sldId xmlns:r="http://schemas.openxmlformats.org/officeDocument/2006/relationships" id="267" r:id="Rebd6414903a94a21"/>
    <p:sldId xmlns:r="http://schemas.openxmlformats.org/officeDocument/2006/relationships" id="268" r:id="Rb85e0e0a8d1e4892"/>
    <p:sldId xmlns:r="http://schemas.openxmlformats.org/officeDocument/2006/relationships" id="269" r:id="R9d511c4c98ff4ecd"/>
    <p:sldId xmlns:r="http://schemas.openxmlformats.org/officeDocument/2006/relationships" id="270" r:id="R35a689c35e9f4ad6"/>
    <p:sldId xmlns:r="http://schemas.openxmlformats.org/officeDocument/2006/relationships" id="271" r:id="Re783f5b7e4ac49f3"/>
    <p:sldId xmlns:r="http://schemas.openxmlformats.org/officeDocument/2006/relationships" id="272" r:id="R253f3cfe8c384349"/>
    <p:sldId xmlns:r="http://schemas.openxmlformats.org/officeDocument/2006/relationships" id="273" r:id="R5c2a807765754d0c"/>
    <p:sldId xmlns:r="http://schemas.openxmlformats.org/officeDocument/2006/relationships" id="274" r:id="R34e3da757f344d48"/>
    <p:sldId xmlns:r="http://schemas.openxmlformats.org/officeDocument/2006/relationships" id="275" r:id="R3d5dc6298e2b46c5"/>
    <p:sldId xmlns:r="http://schemas.openxmlformats.org/officeDocument/2006/relationships" id="276" r:id="R9db51e1a71a34c00"/>
    <p:sldId xmlns:r="http://schemas.openxmlformats.org/officeDocument/2006/relationships" id="277" r:id="Rbc09819d5f5b4ac7"/>
    <p:sldId xmlns:r="http://schemas.openxmlformats.org/officeDocument/2006/relationships" id="278" r:id="R2e4e0d70d2c34787"/>
    <p:sldId xmlns:r="http://schemas.openxmlformats.org/officeDocument/2006/relationships" id="279" r:id="Ra2c7a05a2be2499c"/>
    <p:sldId xmlns:r="http://schemas.openxmlformats.org/officeDocument/2006/relationships" id="280" r:id="R7eb06129b98b4b31"/>
    <p:sldId xmlns:r="http://schemas.openxmlformats.org/officeDocument/2006/relationships" id="281" r:id="R01a85de7777e4826"/>
    <p:sldId xmlns:r="http://schemas.openxmlformats.org/officeDocument/2006/relationships" id="282" r:id="Rd0c1f1b23b1940c1"/>
    <p:sldId xmlns:r="http://schemas.openxmlformats.org/officeDocument/2006/relationships" id="283" r:id="Rda4b5400d0744513"/>
    <p:sldId xmlns:r="http://schemas.openxmlformats.org/officeDocument/2006/relationships" id="284" r:id="R3a17c3bdaefd4718"/>
    <p:sldId xmlns:r="http://schemas.openxmlformats.org/officeDocument/2006/relationships" id="285" r:id="R13c2272c95fb4980"/>
    <p:sldId xmlns:r="http://schemas.openxmlformats.org/officeDocument/2006/relationships" id="286" r:id="R59f7a1422ab04c8c"/>
    <p:sldId xmlns:r="http://schemas.openxmlformats.org/officeDocument/2006/relationships" id="287" r:id="Rc204fa31dab344ac"/>
    <p:sldId xmlns:r="http://schemas.openxmlformats.org/officeDocument/2006/relationships" id="288" r:id="R5dba4453734f4d94"/>
    <p:sldId xmlns:r="http://schemas.openxmlformats.org/officeDocument/2006/relationships" id="289" r:id="R62669b27e9834804"/>
    <p:sldId xmlns:r="http://schemas.openxmlformats.org/officeDocument/2006/relationships" id="290" r:id="R6adfa0be2ec54ac3"/>
    <p:sldId xmlns:r="http://schemas.openxmlformats.org/officeDocument/2006/relationships" id="291" r:id="R2237a876431948f5"/>
    <p:sldId xmlns:r="http://schemas.openxmlformats.org/officeDocument/2006/relationships" id="292" r:id="Rab6b792c93de4a46"/>
    <p:sldId xmlns:r="http://schemas.openxmlformats.org/officeDocument/2006/relationships" id="293" r:id="R737b92ce209e4c38"/>
    <p:sldId xmlns:r="http://schemas.openxmlformats.org/officeDocument/2006/relationships" id="294" r:id="R270920a4b97a40f8"/>
    <p:sldId xmlns:r="http://schemas.openxmlformats.org/officeDocument/2006/relationships" id="295" r:id="Rb428b58536a74002"/>
    <p:sldId xmlns:r="http://schemas.openxmlformats.org/officeDocument/2006/relationships" id="296" r:id="R7d43b27866b44dda"/>
    <p:sldId xmlns:r="http://schemas.openxmlformats.org/officeDocument/2006/relationships" id="297" r:id="R6eeb9e91a78343be"/>
    <p:sldId xmlns:r="http://schemas.openxmlformats.org/officeDocument/2006/relationships" id="298" r:id="R6fb309cc9f1648e7"/>
    <p:sldId xmlns:r="http://schemas.openxmlformats.org/officeDocument/2006/relationships" id="299" r:id="R07aa2358a3a84272"/>
    <p:sldId xmlns:r="http://schemas.openxmlformats.org/officeDocument/2006/relationships" id="300" r:id="R2e346d7b86414293"/>
    <p:sldId xmlns:r="http://schemas.openxmlformats.org/officeDocument/2006/relationships" id="301" r:id="Rd8a1481a19da45c8"/>
    <p:sldId xmlns:r="http://schemas.openxmlformats.org/officeDocument/2006/relationships" id="302" r:id="Raacad8a324874230"/>
    <p:sldId xmlns:r="http://schemas.openxmlformats.org/officeDocument/2006/relationships" id="303" r:id="R5f2600f89a0b4fc4"/>
    <p:sldId xmlns:r="http://schemas.openxmlformats.org/officeDocument/2006/relationships" id="304" r:id="Rb659925b0b4441b8"/>
    <p:sldId xmlns:r="http://schemas.openxmlformats.org/officeDocument/2006/relationships" id="305" r:id="R3cfb5830eeab4a0f"/>
    <p:sldId xmlns:r="http://schemas.openxmlformats.org/officeDocument/2006/relationships" id="306" r:id="R86ec3c30fe9c4216"/>
    <p:sldId xmlns:r="http://schemas.openxmlformats.org/officeDocument/2006/relationships" id="307" r:id="R8ca5ce4c2a0749a4"/>
    <p:sldId xmlns:r="http://schemas.openxmlformats.org/officeDocument/2006/relationships" id="308" r:id="R425432c9a0c742b9"/>
    <p:sldId xmlns:r="http://schemas.openxmlformats.org/officeDocument/2006/relationships" id="309" r:id="Rb63548cb50294984"/>
    <p:sldId xmlns:r="http://schemas.openxmlformats.org/officeDocument/2006/relationships" id="310" r:id="Rb3f2fe87d4fb4e78"/>
    <p:sldId xmlns:r="http://schemas.openxmlformats.org/officeDocument/2006/relationships" id="311" r:id="R72205d7fe82d4798"/>
    <p:sldId xmlns:r="http://schemas.openxmlformats.org/officeDocument/2006/relationships" id="312" r:id="R95f6fc9a54b94c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6a8620a03e4fa8" /><Relationship Type="http://schemas.openxmlformats.org/officeDocument/2006/relationships/slideMaster" Target="/ppt/slideMasters/slideMaster1.xml" Id="Re9d26496c80946ea" /><Relationship Type="http://schemas.openxmlformats.org/officeDocument/2006/relationships/notesMaster" Target="/ppt/notesMasters/notesMaster1.xml" Id="Ra720558fc3244713" /><Relationship Type="http://schemas.openxmlformats.org/officeDocument/2006/relationships/presProps" Target="/ppt/presProps.xml" Id="R4c1831b8d0e94676" /><Relationship Type="http://schemas.openxmlformats.org/officeDocument/2006/relationships/tableStyles" Target="/ppt/tableStyles.xml" Id="R4c11dc0183074d7c" /><Relationship Type="http://schemas.openxmlformats.org/officeDocument/2006/relationships/slide" Target="/ppt/slides/slide1.xml" Id="R8c24980b6c084d34" /><Relationship Type="http://schemas.openxmlformats.org/officeDocument/2006/relationships/slide" Target="/ppt/slides/slide2.xml" Id="R82a1bdbffc1b4d80" /><Relationship Type="http://schemas.openxmlformats.org/officeDocument/2006/relationships/slide" Target="/ppt/slides/slide3.xml" Id="R14e82f94e9714bf6" /><Relationship Type="http://schemas.openxmlformats.org/officeDocument/2006/relationships/slide" Target="/ppt/slides/slide4.xml" Id="R8a413eee39af4b64" /><Relationship Type="http://schemas.openxmlformats.org/officeDocument/2006/relationships/slide" Target="/ppt/slides/slide5.xml" Id="Rce2246184a1144d2" /><Relationship Type="http://schemas.openxmlformats.org/officeDocument/2006/relationships/slide" Target="/ppt/slides/slide6.xml" Id="Rdb557c5b88a643bb" /><Relationship Type="http://schemas.openxmlformats.org/officeDocument/2006/relationships/slide" Target="/ppt/slides/slide7.xml" Id="R1d95fa41aa254107" /><Relationship Type="http://schemas.openxmlformats.org/officeDocument/2006/relationships/slide" Target="/ppt/slides/slide8.xml" Id="Rcd62963ecbcb4764" /><Relationship Type="http://schemas.openxmlformats.org/officeDocument/2006/relationships/slide" Target="/ppt/slides/slide9.xml" Id="Rd691f38a281e446e" /><Relationship Type="http://schemas.openxmlformats.org/officeDocument/2006/relationships/slide" Target="/ppt/slides/slide10.xml" Id="R5e5379a5c3c042dc" /><Relationship Type="http://schemas.openxmlformats.org/officeDocument/2006/relationships/slide" Target="/ppt/slides/slide11.xml" Id="Rd001ca5c1dee4e49" /><Relationship Type="http://schemas.openxmlformats.org/officeDocument/2006/relationships/slide" Target="/ppt/slides/slide12.xml" Id="Rebd6414903a94a21" /><Relationship Type="http://schemas.openxmlformats.org/officeDocument/2006/relationships/slide" Target="/ppt/slides/slide13.xml" Id="Rb85e0e0a8d1e4892" /><Relationship Type="http://schemas.openxmlformats.org/officeDocument/2006/relationships/slide" Target="/ppt/slides/slide14.xml" Id="R9d511c4c98ff4ecd" /><Relationship Type="http://schemas.openxmlformats.org/officeDocument/2006/relationships/slide" Target="/ppt/slides/slide15.xml" Id="R35a689c35e9f4ad6" /><Relationship Type="http://schemas.openxmlformats.org/officeDocument/2006/relationships/slide" Target="/ppt/slides/slide16.xml" Id="Re783f5b7e4ac49f3" /><Relationship Type="http://schemas.openxmlformats.org/officeDocument/2006/relationships/slide" Target="/ppt/slides/slide17.xml" Id="R253f3cfe8c384349" /><Relationship Type="http://schemas.openxmlformats.org/officeDocument/2006/relationships/slide" Target="/ppt/slides/slide18.xml" Id="R5c2a807765754d0c" /><Relationship Type="http://schemas.openxmlformats.org/officeDocument/2006/relationships/slide" Target="/ppt/slides/slide19.xml" Id="R34e3da757f344d48" /><Relationship Type="http://schemas.openxmlformats.org/officeDocument/2006/relationships/slide" Target="/ppt/slides/slide20.xml" Id="R3d5dc6298e2b46c5" /><Relationship Type="http://schemas.openxmlformats.org/officeDocument/2006/relationships/slide" Target="/ppt/slides/slide21.xml" Id="R9db51e1a71a34c00" /><Relationship Type="http://schemas.openxmlformats.org/officeDocument/2006/relationships/slide" Target="/ppt/slides/slide22.xml" Id="Rbc09819d5f5b4ac7" /><Relationship Type="http://schemas.openxmlformats.org/officeDocument/2006/relationships/slide" Target="/ppt/slides/slide23.xml" Id="R2e4e0d70d2c34787" /><Relationship Type="http://schemas.openxmlformats.org/officeDocument/2006/relationships/slide" Target="/ppt/slides/slide24.xml" Id="Ra2c7a05a2be2499c" /><Relationship Type="http://schemas.openxmlformats.org/officeDocument/2006/relationships/slide" Target="/ppt/slides/slide25.xml" Id="R7eb06129b98b4b31" /><Relationship Type="http://schemas.openxmlformats.org/officeDocument/2006/relationships/slide" Target="/ppt/slides/slide26.xml" Id="R01a85de7777e4826" /><Relationship Type="http://schemas.openxmlformats.org/officeDocument/2006/relationships/slide" Target="/ppt/slides/slide27.xml" Id="Rd0c1f1b23b1940c1" /><Relationship Type="http://schemas.openxmlformats.org/officeDocument/2006/relationships/slide" Target="/ppt/slides/slide28.xml" Id="Rda4b5400d0744513" /><Relationship Type="http://schemas.openxmlformats.org/officeDocument/2006/relationships/slide" Target="/ppt/slides/slide29.xml" Id="R3a17c3bdaefd4718" /><Relationship Type="http://schemas.openxmlformats.org/officeDocument/2006/relationships/slide" Target="/ppt/slides/slide30.xml" Id="R13c2272c95fb4980" /><Relationship Type="http://schemas.openxmlformats.org/officeDocument/2006/relationships/slide" Target="/ppt/slides/slide31.xml" Id="R59f7a1422ab04c8c" /><Relationship Type="http://schemas.openxmlformats.org/officeDocument/2006/relationships/slide" Target="/ppt/slides/slide32.xml" Id="Rc204fa31dab344ac" /><Relationship Type="http://schemas.openxmlformats.org/officeDocument/2006/relationships/slide" Target="/ppt/slides/slide33.xml" Id="R5dba4453734f4d94" /><Relationship Type="http://schemas.openxmlformats.org/officeDocument/2006/relationships/slide" Target="/ppt/slides/slide34.xml" Id="R62669b27e9834804" /><Relationship Type="http://schemas.openxmlformats.org/officeDocument/2006/relationships/slide" Target="/ppt/slides/slide35.xml" Id="R6adfa0be2ec54ac3" /><Relationship Type="http://schemas.openxmlformats.org/officeDocument/2006/relationships/slide" Target="/ppt/slides/slide36.xml" Id="R2237a876431948f5" /><Relationship Type="http://schemas.openxmlformats.org/officeDocument/2006/relationships/slide" Target="/ppt/slides/slide37.xml" Id="Rab6b792c93de4a46" /><Relationship Type="http://schemas.openxmlformats.org/officeDocument/2006/relationships/slide" Target="/ppt/slides/slide38.xml" Id="R737b92ce209e4c38" /><Relationship Type="http://schemas.openxmlformats.org/officeDocument/2006/relationships/slide" Target="/ppt/slides/slide39.xml" Id="R270920a4b97a40f8" /><Relationship Type="http://schemas.openxmlformats.org/officeDocument/2006/relationships/slide" Target="/ppt/slides/slide40.xml" Id="Rb428b58536a74002" /><Relationship Type="http://schemas.openxmlformats.org/officeDocument/2006/relationships/slide" Target="/ppt/slides/slide41.xml" Id="R7d43b27866b44dda" /><Relationship Type="http://schemas.openxmlformats.org/officeDocument/2006/relationships/slide" Target="/ppt/slides/slide42.xml" Id="R6eeb9e91a78343be" /><Relationship Type="http://schemas.openxmlformats.org/officeDocument/2006/relationships/slide" Target="/ppt/slides/slide43.xml" Id="R6fb309cc9f1648e7" /><Relationship Type="http://schemas.openxmlformats.org/officeDocument/2006/relationships/slide" Target="/ppt/slides/slide44.xml" Id="R07aa2358a3a84272" /><Relationship Type="http://schemas.openxmlformats.org/officeDocument/2006/relationships/slide" Target="/ppt/slides/slide45.xml" Id="R2e346d7b86414293" /><Relationship Type="http://schemas.openxmlformats.org/officeDocument/2006/relationships/slide" Target="/ppt/slides/slide46.xml" Id="Rd8a1481a19da45c8" /><Relationship Type="http://schemas.openxmlformats.org/officeDocument/2006/relationships/slide" Target="/ppt/slides/slide47.xml" Id="Raacad8a324874230" /><Relationship Type="http://schemas.openxmlformats.org/officeDocument/2006/relationships/slide" Target="/ppt/slides/slide48.xml" Id="R5f2600f89a0b4fc4" /><Relationship Type="http://schemas.openxmlformats.org/officeDocument/2006/relationships/slide" Target="/ppt/slides/slide49.xml" Id="Rb659925b0b4441b8" /><Relationship Type="http://schemas.openxmlformats.org/officeDocument/2006/relationships/slide" Target="/ppt/slides/slide50.xml" Id="R3cfb5830eeab4a0f" /><Relationship Type="http://schemas.openxmlformats.org/officeDocument/2006/relationships/slide" Target="/ppt/slides/slide51.xml" Id="R86ec3c30fe9c4216" /><Relationship Type="http://schemas.openxmlformats.org/officeDocument/2006/relationships/slide" Target="/ppt/slides/slide52.xml" Id="R8ca5ce4c2a0749a4" /><Relationship Type="http://schemas.openxmlformats.org/officeDocument/2006/relationships/slide" Target="/ppt/slides/slide53.xml" Id="R425432c9a0c742b9" /><Relationship Type="http://schemas.openxmlformats.org/officeDocument/2006/relationships/slide" Target="/ppt/slides/slide54.xml" Id="Rb63548cb50294984" /><Relationship Type="http://schemas.openxmlformats.org/officeDocument/2006/relationships/slide" Target="/ppt/slides/slide55.xml" Id="Rb3f2fe87d4fb4e78" /><Relationship Type="http://schemas.openxmlformats.org/officeDocument/2006/relationships/slide" Target="/ppt/slides/slide56.xml" Id="R72205d7fe82d4798" /><Relationship Type="http://schemas.openxmlformats.org/officeDocument/2006/relationships/slide" Target="/ppt/slides/slide57.xml" Id="R95f6fc9a54b94c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4d55aad2e449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8afe6680144907" /><Relationship Type="http://schemas.openxmlformats.org/officeDocument/2006/relationships/notesMaster" Target="/ppt/notesMasters/notesMaster1.xml" Id="R6295e97a825443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9bc0378d084d84" /><Relationship Type="http://schemas.openxmlformats.org/officeDocument/2006/relationships/notesMaster" Target="/ppt/notesMasters/notesMaster1.xml" Id="R9233a02a52f84d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8e376b6d28425b" /><Relationship Type="http://schemas.openxmlformats.org/officeDocument/2006/relationships/notesMaster" Target="/ppt/notesMasters/notesMaster1.xml" Id="Rca0deb9a87f546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0cd5240e1240cc" /><Relationship Type="http://schemas.openxmlformats.org/officeDocument/2006/relationships/notesMaster" Target="/ppt/notesMasters/notesMaster1.xml" Id="R198f74e9799244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300b416d444d22" /><Relationship Type="http://schemas.openxmlformats.org/officeDocument/2006/relationships/notesMaster" Target="/ppt/notesMasters/notesMaster1.xml" Id="R7023e88a54e24a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6ce40a351f4248" /><Relationship Type="http://schemas.openxmlformats.org/officeDocument/2006/relationships/notesMaster" Target="/ppt/notesMasters/notesMaster1.xml" Id="Rcbe15a204e2b4b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d12e713b2f4ed6" /><Relationship Type="http://schemas.openxmlformats.org/officeDocument/2006/relationships/notesMaster" Target="/ppt/notesMasters/notesMaster1.xml" Id="R63e1625826f64a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8aa3a9ee9b49f5" /><Relationship Type="http://schemas.openxmlformats.org/officeDocument/2006/relationships/notesMaster" Target="/ppt/notesMasters/notesMaster1.xml" Id="R74e5e3997f1a47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780010ab26468d" /><Relationship Type="http://schemas.openxmlformats.org/officeDocument/2006/relationships/notesMaster" Target="/ppt/notesMasters/notesMaster1.xml" Id="Rb4b5987bc80447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78b91bf339411d" /><Relationship Type="http://schemas.openxmlformats.org/officeDocument/2006/relationships/notesMaster" Target="/ppt/notesMasters/notesMaster1.xml" Id="Rb3f1b1e84af341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bfdfedea114b64" /><Relationship Type="http://schemas.openxmlformats.org/officeDocument/2006/relationships/notesMaster" Target="/ppt/notesMasters/notesMaster1.xml" Id="Rb6e66eafd9b04e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92a9cb3d6847d3" /><Relationship Type="http://schemas.openxmlformats.org/officeDocument/2006/relationships/notesMaster" Target="/ppt/notesMasters/notesMaster1.xml" Id="Rd9d98f4b9b2c40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95191503b8442a" /><Relationship Type="http://schemas.openxmlformats.org/officeDocument/2006/relationships/notesMaster" Target="/ppt/notesMasters/notesMaster1.xml" Id="Rfae18a7fd7444f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ebb4686eaa45a8" /><Relationship Type="http://schemas.openxmlformats.org/officeDocument/2006/relationships/notesMaster" Target="/ppt/notesMasters/notesMaster1.xml" Id="R2c0be66fd6874b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f2b100127449e6" /><Relationship Type="http://schemas.openxmlformats.org/officeDocument/2006/relationships/notesMaster" Target="/ppt/notesMasters/notesMaster1.xml" Id="R908d1bd6e2284e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e688a2f61e4f1a" /><Relationship Type="http://schemas.openxmlformats.org/officeDocument/2006/relationships/notesMaster" Target="/ppt/notesMasters/notesMaster1.xml" Id="R4afadc4052b04c6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0c4efef5914d86" /><Relationship Type="http://schemas.openxmlformats.org/officeDocument/2006/relationships/notesMaster" Target="/ppt/notesMasters/notesMaster1.xml" Id="Rbe70803d03924e3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0e0e6b154a4852" /><Relationship Type="http://schemas.openxmlformats.org/officeDocument/2006/relationships/notesMaster" Target="/ppt/notesMasters/notesMaster1.xml" Id="R15ca64c2d8a5485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88ebb7c7274668" /><Relationship Type="http://schemas.openxmlformats.org/officeDocument/2006/relationships/notesMaster" Target="/ppt/notesMasters/notesMaster1.xml" Id="R789bc7e162184ae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bed7982a7d476a" /><Relationship Type="http://schemas.openxmlformats.org/officeDocument/2006/relationships/notesMaster" Target="/ppt/notesMasters/notesMaster1.xml" Id="R446dace3ec9348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d19a2edfc664e17" /><Relationship Type="http://schemas.openxmlformats.org/officeDocument/2006/relationships/notesMaster" Target="/ppt/notesMasters/notesMaster1.xml" Id="R4e576aee4f5644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b73967497814840" /><Relationship Type="http://schemas.openxmlformats.org/officeDocument/2006/relationships/notesMaster" Target="/ppt/notesMasters/notesMaster1.xml" Id="R4df5c6d4cb82451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07c81c78624bf2" /><Relationship Type="http://schemas.openxmlformats.org/officeDocument/2006/relationships/notesMaster" Target="/ppt/notesMasters/notesMaster1.xml" Id="Rba867a2f89424c5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bc666eefa28435c" /><Relationship Type="http://schemas.openxmlformats.org/officeDocument/2006/relationships/notesMaster" Target="/ppt/notesMasters/notesMaster1.xml" Id="Re6a351c5a88f437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135b80558d84f65" /><Relationship Type="http://schemas.openxmlformats.org/officeDocument/2006/relationships/notesMaster" Target="/ppt/notesMasters/notesMaster1.xml" Id="R260e6c169ab449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62bd784ae04b82" /><Relationship Type="http://schemas.openxmlformats.org/officeDocument/2006/relationships/notesMaster" Target="/ppt/notesMasters/notesMaster1.xml" Id="R27f25180a12048e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e9392fdfbc345ad" /><Relationship Type="http://schemas.openxmlformats.org/officeDocument/2006/relationships/notesMaster" Target="/ppt/notesMasters/notesMaster1.xml" Id="R64386b7ddc964bc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8c034f87c774fe8" /><Relationship Type="http://schemas.openxmlformats.org/officeDocument/2006/relationships/notesMaster" Target="/ppt/notesMasters/notesMaster1.xml" Id="R23142cb26a434d7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2ca3c63ea114a34" /><Relationship Type="http://schemas.openxmlformats.org/officeDocument/2006/relationships/notesMaster" Target="/ppt/notesMasters/notesMaster1.xml" Id="Rcf64c274ac3c43f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39ec716bff649a5" /><Relationship Type="http://schemas.openxmlformats.org/officeDocument/2006/relationships/notesMaster" Target="/ppt/notesMasters/notesMaster1.xml" Id="Rf6b7a1cb67854c3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0a0e617905c4c9f" /><Relationship Type="http://schemas.openxmlformats.org/officeDocument/2006/relationships/notesMaster" Target="/ppt/notesMasters/notesMaster1.xml" Id="R029eaeb72ece45a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70556a9ff0d4b53" /><Relationship Type="http://schemas.openxmlformats.org/officeDocument/2006/relationships/notesMaster" Target="/ppt/notesMasters/notesMaster1.xml" Id="Ra59afd37d8d94e5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b61fe6c969b4eb6" /><Relationship Type="http://schemas.openxmlformats.org/officeDocument/2006/relationships/notesMaster" Target="/ppt/notesMasters/notesMaster1.xml" Id="Rd569579356f04ea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eca3e9ee0164d9f" /><Relationship Type="http://schemas.openxmlformats.org/officeDocument/2006/relationships/notesMaster" Target="/ppt/notesMasters/notesMaster1.xml" Id="R8b81d292e4db4ae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ab148949c214a6c" /><Relationship Type="http://schemas.openxmlformats.org/officeDocument/2006/relationships/notesMaster" Target="/ppt/notesMasters/notesMaster1.xml" Id="Rc46767e7978d41c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f0f9369959e4081" /><Relationship Type="http://schemas.openxmlformats.org/officeDocument/2006/relationships/notesMaster" Target="/ppt/notesMasters/notesMaster1.xml" Id="R96fcebdf0706414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8b4a447b3fe4faa" /><Relationship Type="http://schemas.openxmlformats.org/officeDocument/2006/relationships/notesMaster" Target="/ppt/notesMasters/notesMaster1.xml" Id="Rd8ad67c74c09456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3fd3d3ad76a4967" /><Relationship Type="http://schemas.openxmlformats.org/officeDocument/2006/relationships/notesMaster" Target="/ppt/notesMasters/notesMaster1.xml" Id="Rfd1f544959fe45f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ec346a30d604297" /><Relationship Type="http://schemas.openxmlformats.org/officeDocument/2006/relationships/notesMaster" Target="/ppt/notesMasters/notesMaster1.xml" Id="R2cd075daede9451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c70dea681c44256" /><Relationship Type="http://schemas.openxmlformats.org/officeDocument/2006/relationships/notesMaster" Target="/ppt/notesMasters/notesMaster1.xml" Id="Rcb1c857e811d4b0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efaf18390db4e90" /><Relationship Type="http://schemas.openxmlformats.org/officeDocument/2006/relationships/notesMaster" Target="/ppt/notesMasters/notesMaster1.xml" Id="R9714c3402648476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bad79057c0243ce" /><Relationship Type="http://schemas.openxmlformats.org/officeDocument/2006/relationships/notesMaster" Target="/ppt/notesMasters/notesMaster1.xml" Id="R64d77033d3ad443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129bc7358d5406b" /><Relationship Type="http://schemas.openxmlformats.org/officeDocument/2006/relationships/notesMaster" Target="/ppt/notesMasters/notesMaster1.xml" Id="R306225a39b2e407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a4afb7bb2134664" /><Relationship Type="http://schemas.openxmlformats.org/officeDocument/2006/relationships/notesMaster" Target="/ppt/notesMasters/notesMaster1.xml" Id="R8d0746282d264da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032040e4cc54040" /><Relationship Type="http://schemas.openxmlformats.org/officeDocument/2006/relationships/notesMaster" Target="/ppt/notesMasters/notesMaster1.xml" Id="Rfc431c679ce54e1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639292ca247414d" /><Relationship Type="http://schemas.openxmlformats.org/officeDocument/2006/relationships/notesMaster" Target="/ppt/notesMasters/notesMaster1.xml" Id="R00536a47b7914f4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e6d86fece68477f" /><Relationship Type="http://schemas.openxmlformats.org/officeDocument/2006/relationships/notesMaster" Target="/ppt/notesMasters/notesMaster1.xml" Id="R09a691489dd9433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8851f501fa6492b" /><Relationship Type="http://schemas.openxmlformats.org/officeDocument/2006/relationships/notesMaster" Target="/ppt/notesMasters/notesMaster1.xml" Id="R69948d1825e6427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6fa742cd63043e8" /><Relationship Type="http://schemas.openxmlformats.org/officeDocument/2006/relationships/notesMaster" Target="/ppt/notesMasters/notesMaster1.xml" Id="Rb721f85c9d644cf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b4ffa2f2ce7403e" /><Relationship Type="http://schemas.openxmlformats.org/officeDocument/2006/relationships/notesMaster" Target="/ppt/notesMasters/notesMaster1.xml" Id="R2fe4a0179d324b1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96549e1894f47f3" /><Relationship Type="http://schemas.openxmlformats.org/officeDocument/2006/relationships/notesMaster" Target="/ppt/notesMasters/notesMaster1.xml" Id="R73d4224d9a14404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5e564337e574edb" /><Relationship Type="http://schemas.openxmlformats.org/officeDocument/2006/relationships/notesMaster" Target="/ppt/notesMasters/notesMaster1.xml" Id="R4432761844b5474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c968b7e77784e47" /><Relationship Type="http://schemas.openxmlformats.org/officeDocument/2006/relationships/notesMaster" Target="/ppt/notesMasters/notesMaster1.xml" Id="R2c852c0d40d6499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433d44b53d0476c" /><Relationship Type="http://schemas.openxmlformats.org/officeDocument/2006/relationships/notesMaster" Target="/ppt/notesMasters/notesMaster1.xml" Id="Re4eb0433279c4bd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c11df5438904b4a" /><Relationship Type="http://schemas.openxmlformats.org/officeDocument/2006/relationships/notesMaster" Target="/ppt/notesMasters/notesMaster1.xml" Id="R3c31ef82708b4e9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d5710b4f51149ec" /><Relationship Type="http://schemas.openxmlformats.org/officeDocument/2006/relationships/notesMaster" Target="/ppt/notesMasters/notesMaster1.xml" Id="Rb74a5ac4bebb4b3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27c59dd7bb54c95" /><Relationship Type="http://schemas.openxmlformats.org/officeDocument/2006/relationships/notesMaster" Target="/ppt/notesMasters/notesMaster1.xml" Id="Rad651b2c8e1e44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Mercury 2 official overview: https://www.inceptionlabs.ai/blog/introducing-mercury-2</a:t>
            </a:r>
          </a:p>
          <a:p xmlns:a="http://schemas.openxmlformats.org/drawingml/2006/main">
            <a:pPr>
              <a:buNone/>
            </a:pPr>
            <a:r>
              <a:t>Mercury technical report: https://arxiv.org/abs/2506.17298</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a:p xmlns:a="http://schemas.openxmlformats.org/drawingml/2006/main">
            <a:pPr>
              <a:buNone/>
            </a:pPr>
            <a:r>
              <a:t/>
            </a:r>
          </a:p>
          <a:p xmlns:a="http://schemas.openxmlformats.org/drawingml/2006/main">
            <a:pPr>
              <a:buNone/>
            </a:pPr>
            <a:r>
              <a:t>디퓨전 모델은 완성된 데이터에 노이즈를 더하는 정방향 과정과, 노이즈에서 원래 데이터를 복원하는 역방향 과정을 학습합니다. 이미지에서는 픽셀 노이즈를 제거하고, 텍스트 dLLM에서는 [MASK] 또는 손상된 토큰을 여러 위치에서 동시에 복원합니다.</a:t>
            </a:r>
          </a:p>
          <a:p xmlns:a="http://schemas.openxmlformats.org/drawingml/2006/main">
            <a:pPr>
              <a:buNone/>
            </a:pPr>
            <a:r>
              <a:t/>
            </a:r>
          </a:p>
          <a:p xmlns:a="http://schemas.openxmlformats.org/drawingml/2006/main">
            <a:pPr>
              <a:buNone/>
            </a:pPr>
            <a:r>
              <a:t>이 슬라이드는 모든 위치가 가려진 상태에서 시작해 여러 토큰을 병렬로 예측하고, 확신이 낮은 위치를 다시 수정하면서 문장을 완성하는 과정을 보여줍니다. 자기회귀 LLM처럼 항상 왼쪽에서 오른쪽으로 한 토큰씩 만들 필요가 없다는 점이 핵심입니다.</a:t>
            </a:r>
          </a:p>
          <a:p xmlns:a="http://schemas.openxmlformats.org/drawingml/2006/main">
            <a:pPr>
              <a:buNone/>
            </a:pPr>
            <a:r>
              <a:t/>
            </a:r>
          </a:p>
          <a:p xmlns:a="http://schemas.openxmlformats.org/drawingml/2006/main">
            <a:pPr>
              <a:buNone/>
            </a:pPr>
            <a:r>
              <a:t>Mercury 2는 Inception이 공개한 reasoning dLLM 사례입니다. 회사 설명에 따르면 여러 토큰을 동시에 생성하고 소수의 반복 단계에서 전체 응답을 다듬는 parallel refinement 방식을 사용합니다. 링크를 눌러 공식 소개를 확인할 수 있습니다. 속도 수치는 하드웨어와 설정에 따라 달라지므로 구조적 장점과 실제 처리량을 구분해서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a:p xmlns:a="http://schemas.openxmlformats.org/drawingml/2006/main">
            <a:pPr>
              <a:buNone/>
            </a:pPr>
            <a:r>
              <a:t/>
            </a:r>
          </a:p>
          <a:p xmlns:a="http://schemas.openxmlformats.org/drawingml/2006/main">
            <a:pPr>
              <a:buNone/>
            </a:pPr>
            <a:r>
              <a:t>스페큘레이티브 디코딩은 작은 draft model과 큰 target model을 함께 사용합니다. 먼저 draft model이 다음 토큰 여러 개를 빠르게 제안합니다. target model은 이 후보들을 한 번의 병렬 계산으로 검사합니다.</a:t>
            </a:r>
          </a:p>
          <a:p xmlns:a="http://schemas.openxmlformats.org/drawingml/2006/main">
            <a:pPr>
              <a:buNone/>
            </a:pPr>
            <a:r>
              <a:t/>
            </a:r>
          </a:p>
          <a:p xmlns:a="http://schemas.openxmlformats.org/drawingml/2006/main">
            <a:pPr>
              <a:buNone/>
            </a:pPr>
            <a:r>
              <a:t>target model이 동의한 가장 긴 앞부분은 그대로 채택합니다. 처음 불일치한 위치부터는 target model의 분포로 다시 샘플링하고 다음 라운드를 시작합니다. 올바르게 구현하면 target model 단독 생성과 같은 분포를 유지하면서 직렬 대기 횟수를 줄일 수 있습니다.</a:t>
            </a:r>
          </a:p>
          <a:p xmlns:a="http://schemas.openxmlformats.org/drawingml/2006/main">
            <a:pPr>
              <a:buNone/>
            </a:pPr>
            <a:r>
              <a:t/>
            </a:r>
          </a:p>
          <a:p xmlns:a="http://schemas.openxmlformats.org/drawingml/2006/main">
            <a:pPr>
              <a:buNone/>
            </a:pPr>
            <a:r>
              <a:t>실제 속도 향상은 draft model의 비용, 후보 토큰 수, target model의 수용률에 달려 있습니다. 초안이 자주 틀리면 검증 비용만 늘 수 있으므로, 작지만 target model과 행동이 비슷한 draft model이 중요합니다.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42117fe7a84e72"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dd01c2de8c42a9" /><Relationship Type="http://schemas.openxmlformats.org/officeDocument/2006/relationships/slideLayout" Target="/ppt/slideLayouts/slideLayout1.xml" Id="Re7d0eab6e42744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d0eab6e42744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147fd7733a4141" /><Relationship Type="http://schemas.openxmlformats.org/officeDocument/2006/relationships/notesSlide" Target="/ppt/notesSlides/notesSlide1.xml" Id="R753736c33e6b4e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2449f68f3d4851" /><Relationship Type="http://schemas.openxmlformats.org/officeDocument/2006/relationships/image" Target="/ppt/media/image.png" Id="R9339be014a7d4ddc" /><Relationship Type="http://schemas.openxmlformats.org/officeDocument/2006/relationships/notesSlide" Target="/ppt/notesSlides/notesSlide2.xml" Id="R6857e0b98e5348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26d0932ddb940da" /><Relationship Type="http://schemas.openxmlformats.org/officeDocument/2006/relationships/image" Target="/ppt/media/image2.png" Id="R4796f8474e844e54" /><Relationship Type="http://schemas.openxmlformats.org/officeDocument/2006/relationships/notesSlide" Target="/ppt/notesSlides/notesSlide3.xml" Id="Re13c40ae87fb45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fce4bb3c234471" /><Relationship Type="http://schemas.openxmlformats.org/officeDocument/2006/relationships/image" Target="/ppt/media/image3.png" Id="Re3f10c722be14cb3" /><Relationship Type="http://schemas.openxmlformats.org/officeDocument/2006/relationships/notesSlide" Target="/ppt/notesSlides/notesSlide4.xml" Id="Ree29b93cd8f246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1896781acd481d" /><Relationship Type="http://schemas.openxmlformats.org/officeDocument/2006/relationships/notesSlide" Target="/ppt/notesSlides/notesSlide5.xml" Id="R953881af572141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095f5d048b4504" /><Relationship Type="http://schemas.openxmlformats.org/officeDocument/2006/relationships/image" Target="/ppt/media/image.jpeg" Id="R5233038d459d44a8" /><Relationship Type="http://schemas.openxmlformats.org/officeDocument/2006/relationships/image" Target="/ppt/media/image.svg" Id="Re5a9c678b9c04fb5" /><Relationship Type="http://schemas.openxmlformats.org/officeDocument/2006/relationships/notesSlide" Target="/ppt/notesSlides/notesSlide6.xml" Id="R2d90602dafe74b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bc8293146c4ad8" /><Relationship Type="http://schemas.openxmlformats.org/officeDocument/2006/relationships/image" Target="/ppt/media/image2.svg" Id="Rf80b7c4ea80b4dba" /><Relationship Type="http://schemas.openxmlformats.org/officeDocument/2006/relationships/image" Target="/ppt/media/image2.png" Id="R95c299d3c5544ddf" /><Relationship Type="http://schemas.openxmlformats.org/officeDocument/2006/relationships/notesSlide" Target="/ppt/notesSlides/notesSlide7.xml" Id="R6b55494572de45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260126829e489d" /><Relationship Type="http://schemas.openxmlformats.org/officeDocument/2006/relationships/notesSlide" Target="/ppt/notesSlides/notesSlide8.xml" Id="R9379ba28c4f94d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d45aedde38489b" /><Relationship Type="http://schemas.openxmlformats.org/officeDocument/2006/relationships/image" Target="/ppt/media/image3.svg" Id="Ra83345320a53482a" /><Relationship Type="http://schemas.openxmlformats.org/officeDocument/2006/relationships/image" Target="/ppt/media/image3.png" Id="R0bdbab75dcdd4f92" /><Relationship Type="http://schemas.openxmlformats.org/officeDocument/2006/relationships/notesSlide" Target="/ppt/notesSlides/notesSlide9.xml" Id="R98ec0e7ff4b649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c5cc7c55564754" /><Relationship Type="http://schemas.openxmlformats.org/officeDocument/2006/relationships/image" Target="/ppt/media/image4.png" Id="R7dc46db10e194597" /><Relationship Type="http://schemas.openxmlformats.org/officeDocument/2006/relationships/notesSlide" Target="/ppt/notesSlides/notesSlide10.xml" Id="Rc44f6721bdca4a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bf573e59664991" /><Relationship Type="http://schemas.openxmlformats.org/officeDocument/2006/relationships/image" Target="/ppt/media/image5.png" Id="R466e2bdef14441d3" /><Relationship Type="http://schemas.openxmlformats.org/officeDocument/2006/relationships/image" Target="/ppt/media/image4.svg" Id="R133e31bd936a4b71" /><Relationship Type="http://schemas.openxmlformats.org/officeDocument/2006/relationships/image" Target="/ppt/media/image4.png" Id="Rd3ef0d5d92824896" /><Relationship Type="http://schemas.openxmlformats.org/officeDocument/2006/relationships/notesSlide" Target="/ppt/notesSlides/notesSlide11.xml" Id="R1a60eeaff58b44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f030a148944cc1" /><Relationship Type="http://schemas.openxmlformats.org/officeDocument/2006/relationships/image" Target="/ppt/media/image5.svg" Id="R59bc9596969647f1" /><Relationship Type="http://schemas.openxmlformats.org/officeDocument/2006/relationships/image" Target="/ppt/media/image5.png" Id="R1c76a0bf97bd4804" /><Relationship Type="http://schemas.openxmlformats.org/officeDocument/2006/relationships/notesSlide" Target="/ppt/notesSlides/notesSlide12.xml" Id="R9d4c260d41974c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4d18d647a54a1b" /><Relationship Type="http://schemas.openxmlformats.org/officeDocument/2006/relationships/image" Target="/ppt/media/image6.png" Id="R4f2aa91cd1c144e0" /><Relationship Type="http://schemas.openxmlformats.org/officeDocument/2006/relationships/image" Target="/ppt/media/image6.svg" Id="Rdd3f6646138a4883" /><Relationship Type="http://schemas.openxmlformats.org/officeDocument/2006/relationships/notesSlide" Target="/ppt/notesSlides/notesSlide13.xml" Id="R8ea4b2def6f741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56e40feb9344973" /><Relationship Type="http://schemas.openxmlformats.org/officeDocument/2006/relationships/image" Target="/ppt/media/image7.png" Id="R33643e46c4ad42ac" /><Relationship Type="http://schemas.openxmlformats.org/officeDocument/2006/relationships/image" Target="/ppt/media/image8.png" Id="R44e9e5b94b554050" /><Relationship Type="http://schemas.openxmlformats.org/officeDocument/2006/relationships/image" Target="/ppt/media/image7.svg" Id="R55fb52729e4746d8" /><Relationship Type="http://schemas.openxmlformats.org/officeDocument/2006/relationships/notesSlide" Target="/ppt/notesSlides/notesSlide14.xml" Id="R57754594483f41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7f51c30f83d4527" /><Relationship Type="http://schemas.openxmlformats.org/officeDocument/2006/relationships/image" Target="/ppt/media/image8.svg" Id="R5ee48894f0aa4a4e" /><Relationship Type="http://schemas.openxmlformats.org/officeDocument/2006/relationships/image" Target="/ppt/media/image7.png" Id="Rb77fa26821504b61" /><Relationship Type="http://schemas.openxmlformats.org/officeDocument/2006/relationships/notesSlide" Target="/ppt/notesSlides/notesSlide15.xml" Id="Rad37f1c03d1149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4347ebf78c0403d" /><Relationship Type="http://schemas.openxmlformats.org/officeDocument/2006/relationships/notesSlide" Target="/ppt/notesSlides/notesSlide16.xml" Id="R030961da8a6c44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231cee24f6f46f1" /><Relationship Type="http://schemas.openxmlformats.org/officeDocument/2006/relationships/notesSlide" Target="/ppt/notesSlides/notesSlide17.xml" Id="R4f6f22db0c9746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f0e01324de4709" /><Relationship Type="http://schemas.openxmlformats.org/officeDocument/2006/relationships/notesSlide" Target="/ppt/notesSlides/notesSlide18.xml" Id="R816f47c6541a4b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50a5861972a4be2" /><Relationship Type="http://schemas.openxmlformats.org/officeDocument/2006/relationships/image" Target="/ppt/media/image9.png" Id="R50b6c37dc4dd46b7" /><Relationship Type="http://schemas.openxmlformats.org/officeDocument/2006/relationships/notesSlide" Target="/ppt/notesSlides/notesSlide19.xml" Id="Rfe513b7aeb034a9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94a6dea4f124528" /><Relationship Type="http://schemas.openxmlformats.org/officeDocument/2006/relationships/notesSlide" Target="/ppt/notesSlides/notesSlide20.xml" Id="Re772ae8578934b7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f31de7cc5324db1" /><Relationship Type="http://schemas.openxmlformats.org/officeDocument/2006/relationships/notesSlide" Target="/ppt/notesSlides/notesSlide21.xml" Id="Rca38307c4a1b45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ca062d8806640f2" /><Relationship Type="http://schemas.openxmlformats.org/officeDocument/2006/relationships/notesSlide" Target="/ppt/notesSlides/notesSlide22.xml" Id="R4903dcde73b44fd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da76a52f8774eed" /><Relationship Type="http://schemas.openxmlformats.org/officeDocument/2006/relationships/notesSlide" Target="/ppt/notesSlides/notesSlide23.xml" Id="R6b10dcc83a0b446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bfcb6f8a9f242dc" /><Relationship Type="http://schemas.openxmlformats.org/officeDocument/2006/relationships/notesSlide" Target="/ppt/notesSlides/notesSlide24.xml" Id="Rb0e9e7220a234c0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9d128662164b92" /><Relationship Type="http://schemas.openxmlformats.org/officeDocument/2006/relationships/notesSlide" Target="/ppt/notesSlides/notesSlide25.xml" Id="R4a26f43ecc724a4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7afd0610de1476e" /><Relationship Type="http://schemas.openxmlformats.org/officeDocument/2006/relationships/notesSlide" Target="/ppt/notesSlides/notesSlide26.xml" Id="R84d2a9ccb7ec42e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596223bb5764bb9" /><Relationship Type="http://schemas.openxmlformats.org/officeDocument/2006/relationships/image" Target="/ppt/media/image10.png" Id="Rba33adf428904afc" /><Relationship Type="http://schemas.openxmlformats.org/officeDocument/2006/relationships/notesSlide" Target="/ppt/notesSlides/notesSlide27.xml" Id="R4367ef8294ee487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944f6f6b09f4d0d" /><Relationship Type="http://schemas.openxmlformats.org/officeDocument/2006/relationships/image" Target="/ppt/media/image11.png" Id="Re2afa298f3b34123" /><Relationship Type="http://schemas.openxmlformats.org/officeDocument/2006/relationships/notesSlide" Target="/ppt/notesSlides/notesSlide28.xml" Id="Rcae647a9f5ad4b1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222a1f143614162" /><Relationship Type="http://schemas.openxmlformats.org/officeDocument/2006/relationships/notesSlide" Target="/ppt/notesSlides/notesSlide29.xml" Id="R33da94516b2240c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1ef5b4e13f9493f" /><Relationship Type="http://schemas.openxmlformats.org/officeDocument/2006/relationships/notesSlide" Target="/ppt/notesSlides/notesSlide30.xml" Id="R76d34a45b3774c7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3599a7a56994a6a" /><Relationship Type="http://schemas.openxmlformats.org/officeDocument/2006/relationships/notesSlide" Target="/ppt/notesSlides/notesSlide31.xml" Id="R491e9f2f642042f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f2da348a990485d" /><Relationship Type="http://schemas.openxmlformats.org/officeDocument/2006/relationships/notesSlide" Target="/ppt/notesSlides/notesSlide32.xml" Id="Rd4dd857439a9410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6fe49b980d6472b" /><Relationship Type="http://schemas.openxmlformats.org/officeDocument/2006/relationships/notesSlide" Target="/ppt/notesSlides/notesSlide33.xml" Id="R490c00587910499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c1e29911ad64972" /><Relationship Type="http://schemas.openxmlformats.org/officeDocument/2006/relationships/notesSlide" Target="/ppt/notesSlides/notesSlide34.xml" Id="R8f861a4aee934ee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251c54e63da48c8" /><Relationship Type="http://schemas.openxmlformats.org/officeDocument/2006/relationships/notesSlide" Target="/ppt/notesSlides/notesSlide35.xml" Id="Rc9758da8883f45a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f7f28917d6b4a50" /><Relationship Type="http://schemas.openxmlformats.org/officeDocument/2006/relationships/notesSlide" Target="/ppt/notesSlides/notesSlide36.xml" Id="R0f1ee3cd242245c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76f9d1b91e64cc9" /><Relationship Type="http://schemas.openxmlformats.org/officeDocument/2006/relationships/image" Target="/ppt/media/image12.png" Id="Rb15f1cdb77f9487e" /><Relationship Type="http://schemas.openxmlformats.org/officeDocument/2006/relationships/notesSlide" Target="/ppt/notesSlides/notesSlide37.xml" Id="Rb6a06613368f493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b4928aa5a1b4736" /><Relationship Type="http://schemas.openxmlformats.org/officeDocument/2006/relationships/notesSlide" Target="/ppt/notesSlides/notesSlide38.xml" Id="R931e5772b53a415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eb48e1f30704770" /><Relationship Type="http://schemas.openxmlformats.org/officeDocument/2006/relationships/notesSlide" Target="/ppt/notesSlides/notesSlide39.xml" Id="R6aca7e903dbe46c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9d200d7d4db422e" /><Relationship Type="http://schemas.openxmlformats.org/officeDocument/2006/relationships/notesSlide" Target="/ppt/notesSlides/notesSlide40.xml" Id="Rc21e7ae6cdd742f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19b550e2f714a45" /><Relationship Type="http://schemas.openxmlformats.org/officeDocument/2006/relationships/notesSlide" Target="/ppt/notesSlides/notesSlide41.xml" Id="R90b742835ad04f9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06ba457640c4284" /><Relationship Type="http://schemas.openxmlformats.org/officeDocument/2006/relationships/image" Target="/ppt/media/image.jpeg" Id="R87a0d3fc89504c2a" /><Relationship Type="http://schemas.openxmlformats.org/officeDocument/2006/relationships/notesSlide" Target="/ppt/notesSlides/notesSlide42.xml" Id="R8d75f1d65dc247c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d4355de77d04d71" /><Relationship Type="http://schemas.openxmlformats.org/officeDocument/2006/relationships/notesSlide" Target="/ppt/notesSlides/notesSlide43.xml" Id="Rdd2c2ff3d36c42a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5a38ba6ccc34a88" /><Relationship Type="http://schemas.openxmlformats.org/officeDocument/2006/relationships/notesSlide" Target="/ppt/notesSlides/notesSlide44.xml" Id="Rb324aaca11b444a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3a310a3a0739482c" /><Relationship Type="http://schemas.openxmlformats.org/officeDocument/2006/relationships/notesSlide" Target="/ppt/notesSlides/notesSlide45.xml" Id="R492b5eb9e354400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0f2f042005f49e0" /><Relationship Type="http://schemas.openxmlformats.org/officeDocument/2006/relationships/notesSlide" Target="/ppt/notesSlides/notesSlide46.xml" Id="R983dbe0b0e294a3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5f538c1c6b34445" /><Relationship Type="http://schemas.openxmlformats.org/officeDocument/2006/relationships/notesSlide" Target="/ppt/notesSlides/notesSlide47.xml" Id="R80c46b74b064491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c914b794e634ce3" /><Relationship Type="http://schemas.openxmlformats.org/officeDocument/2006/relationships/notesSlide" Target="/ppt/notesSlides/notesSlide48.xml" Id="Re120a11bd714497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bbc78b9b1ea46d2" /><Relationship Type="http://schemas.openxmlformats.org/officeDocument/2006/relationships/image" Target="/ppt/media/image13.png" Id="R10c65b3951fe48cf" /><Relationship Type="http://schemas.openxmlformats.org/officeDocument/2006/relationships/image" Target="/ppt/media/image9.svg" Id="R8a2dec22f11b4643" /><Relationship Type="http://schemas.openxmlformats.org/officeDocument/2006/relationships/notesSlide" Target="/ppt/notesSlides/notesSlide49.xml" Id="R33eec5dac8a54fe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a0685182b8a40b2" /><Relationship Type="http://schemas.openxmlformats.org/officeDocument/2006/relationships/notesSlide" Target="/ppt/notesSlides/notesSlide50.xml" Id="R07fe082f944c446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65123a4e9d14634" /><Relationship Type="http://schemas.openxmlformats.org/officeDocument/2006/relationships/notesSlide" Target="/ppt/notesSlides/notesSlide51.xml" Id="Rb4aa34a595844cf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9b7056c20684fde" /><Relationship Type="http://schemas.openxmlformats.org/officeDocument/2006/relationships/notesSlide" Target="/ppt/notesSlides/notesSlide52.xml" Id="R66a5ea52bad1461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8c84fe1cb2b493a" /><Relationship Type="http://schemas.openxmlformats.org/officeDocument/2006/relationships/notesSlide" Target="/ppt/notesSlides/notesSlide53.xml" Id="R0cea31973b94458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93f5348a37644c5" /><Relationship Type="http://schemas.openxmlformats.org/officeDocument/2006/relationships/hyperlink" Target="https://www.inceptionlabs.ai/blog/introducing-mercury-2" TargetMode="External" Id="Rec00e5ede4c84b4d" /><Relationship Type="http://schemas.openxmlformats.org/officeDocument/2006/relationships/notesSlide" Target="/ppt/notesSlides/notesSlide54.xml" Id="R8e47027be7864e4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26c392654f647d1" /><Relationship Type="http://schemas.openxmlformats.org/officeDocument/2006/relationships/notesSlide" Target="/ppt/notesSlides/notesSlide55.xml" Id="R6c231519c1cb4da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04bb2b2ffbd4825" /><Relationship Type="http://schemas.openxmlformats.org/officeDocument/2006/relationships/notesSlide" Target="/ppt/notesSlides/notesSlide56.xml" Id="R32fae72b854c4ce5"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1434a14dc574a75" /><Relationship Type="http://schemas.openxmlformats.org/officeDocument/2006/relationships/notesSlide" Target="/ppt/notesSlides/notesSlide57.xml" Id="R5d1a2f4fa94f4e7c"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2-21</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22-28</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29-36</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37-41</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42-57</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9339be014a7d4dd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4796f8474e844e54"/>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e3f10c722be14cb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5233038d459d44a8">
            <a:extLst>
              <a:ext uri="{96DAC541-7B7A-43D3-8B79-37D633B846F1}">
                <asvg:svgBlip xmlns:asvg="http://schemas.microsoft.com/office/drawing/2016/SVG/main" r:embed="Re5a9c678b9c04fb5"/>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95c299d3c5544ddf">
            <a:extLst>
              <a:ext uri="{96DAC541-7B7A-43D3-8B79-37D633B846F1}">
                <asvg:svgBlip xmlns:asvg="http://schemas.microsoft.com/office/drawing/2016/SVG/main" r:embed="Rf80b7c4ea80b4db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28944584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0bdbab75dcdd4f92">
            <a:extLst>
              <a:ext uri="{96DAC541-7B7A-43D3-8B79-37D633B846F1}">
                <asvg:svgBlip xmlns:asvg="http://schemas.microsoft.com/office/drawing/2016/SVG/main" r:embed="Ra83345320a53482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7dc46db10e194597"/>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Tree>
    <p:extLst>
      <p:ext uri="{BB962C8B-B14F-4D97-AF65-F5344CB8AC3E}">
        <p14:creationId xmlns:p14="http://schemas.microsoft.com/office/powerpoint/2010/main" val="1231659528"/>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466e2bdef14441d3"/>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d3ef0d5d92824896">
            <a:extLst>
              <a:ext uri="{96DAC541-7B7A-43D3-8B79-37D633B846F1}">
                <asvg:svgBlip xmlns:asvg="http://schemas.microsoft.com/office/drawing/2016/SVG/main" r:embed="R133e31bd936a4b7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1c76a0bf97bd4804">
            <a:extLst>
              <a:ext uri="{96DAC541-7B7A-43D3-8B79-37D633B846F1}">
                <asvg:svgBlip xmlns:asvg="http://schemas.microsoft.com/office/drawing/2016/SVG/main" r:embed="R59bc9596969647f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4f2aa91cd1c144e0"/>
          <a:stretch xmlns:a="http://schemas.openxmlformats.org/drawingml/2006/main"/>
        </p:blipFill>
        <p:spPr>
          <a:xfrm xmlns:a="http://schemas.openxmlformats.org/drawingml/2006/main" flipH="0" flipV="0">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4f2aa91cd1c144e0">
            <a:extLst>
              <a:ext uri="{96DAC541-7B7A-43D3-8B79-37D633B846F1}">
                <asvg:svgBlip xmlns:asvg="http://schemas.microsoft.com/office/drawing/2016/SVG/main" r:embed="Rdd3f6646138a488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33643e46c4ad42ac"/>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44e9e5b94b554050">
            <a:extLst>
              <a:ext uri="{96DAC541-7B7A-43D3-8B79-37D633B846F1}">
                <asvg:svgBlip xmlns:asvg="http://schemas.microsoft.com/office/drawing/2016/SVG/main" r:embed="R55fb52729e4746d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b77fa26821504b61">
            <a:extLst>
              <a:ext uri="{96DAC541-7B7A-43D3-8B79-37D633B846F1}">
                <asvg:svgBlip xmlns:asvg="http://schemas.microsoft.com/office/drawing/2016/SVG/main" r:embed="R5ee48894f0aa4a4e"/>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167305593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53122695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cxnSp>
        <p:nvCxnSpPr>
          <p:cNvPr id="2036758230"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1"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2"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3"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4"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5"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6"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7"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8"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39"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0"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1"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2"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3"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4"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5"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6"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7"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8"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49"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0"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1"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2"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3"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4"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5"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6"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7"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8"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59"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0"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1"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2"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3"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4"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5"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6"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7"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8"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69"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0"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1"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2"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3"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4"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5"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6"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7"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8"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279"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50b6c37dc4dd46b7"/>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35468991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41664996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39009360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8640527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117170220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63983196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260106200"/>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ba33adf428904afc"/>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e2afa298f3b34123"/>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984515109"/>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717836351"/>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Scores come from dot products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dot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relevance</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202936571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raw scores</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weights sum to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990315218"/>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Tree>
    <p:extLst>
      <p:ext uri="{BB962C8B-B14F-4D97-AF65-F5344CB8AC3E}">
        <p14:creationId xmlns:p14="http://schemas.microsoft.com/office/powerpoint/2010/main" val="176073685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53308264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31229900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206576533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b15f1cdb77f9487e"/>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45862281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584152699"/>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13975143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71357872"/>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87a0d3fc89504c2a"/>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1806896858"/>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545776099"/>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372569667"/>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Tree>
    <p:extLst>
      <p:ext uri="{BB962C8B-B14F-4D97-AF65-F5344CB8AC3E}">
        <p14:creationId xmlns:p14="http://schemas.microsoft.com/office/powerpoint/2010/main" val="1444992567"/>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489948602"/>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10c65b3951fe48cf">
            <a:extLst>
              <a:ext uri="{96DAC541-7B7A-43D3-8B79-37D633B846F1}">
                <asvg:svgBlip xmlns:asvg="http://schemas.microsoft.com/office/drawing/2016/SVG/main" r:embed="R8a2dec22f11b464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813735675"/>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84948398"/>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686667865"/>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1017838657"/>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67085"/>
                </a:solidFill>
              </a:defRPr>
            </a:pPr>
            <a:r>
              <a:rPr sz="1050" b="1">
                <a:solidFill>
                  <a:srgbClr val="667085"/>
                </a:solidFill>
              </a:rPr>
              <a:t>REAL-WORLD dLLM</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7C3AED"/>
                </a:solidFill>
              </a:defRPr>
            </a:pPr>
            <a:r>
              <a:rPr sz="1950" b="1">
                <a:solidFill>
                  <a:srgbClr val="7C3AED"/>
                </a:solidFill>
                <a:hlinkClick xmlns:r="http://schemas.openxmlformats.org/officeDocument/2006/relationships" r:id="Rec00e5ede4c84b4d"/>
              </a:rPr>
              <a:t>Mercury 2 ↗</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B0F19"/>
                </a:solidFill>
              </a:defRPr>
            </a:pPr>
            <a:r>
              <a:rPr sz="1350" b="0">
                <a:solidFill>
                  <a:srgbClr val="0B0F19"/>
                </a:solidFill>
              </a:rPr>
              <a:t>many tokens</a:t>
            </a:r>
          </a:p>
          <a:p xmlns:a="http://schemas.openxmlformats.org/drawingml/2006/main">
            <a:pPr algn="l">
              <a:defRPr sz="1350" b="0">
                <a:solidFill>
                  <a:srgbClr val="0B0F19"/>
                </a:solidFill>
              </a:defRPr>
            </a:pPr>
            <a:r>
              <a:rPr sz="1350" b="0">
                <a:solidFill>
                  <a:srgbClr val="0B0F19"/>
                </a:solidFill>
              </a:rPr>
              <a:t>refined in parallel</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563EB"/>
                </a:solidFill>
              </a:defRPr>
            </a:pPr>
            <a:r>
              <a:rPr sz="1350" b="1">
                <a:solidFill>
                  <a:srgbClr val="2563EB"/>
                </a:solidFill>
              </a:rPr>
              <a:t>not one token</a:t>
            </a:r>
          </a:p>
          <a:p xmlns:a="http://schemas.openxmlformats.org/drawingml/2006/main">
            <a:pPr algn="l">
              <a:defRPr sz="1350" b="1">
                <a:solidFill>
                  <a:srgbClr val="2563EB"/>
                </a:solidFill>
              </a:defRPr>
            </a:pPr>
            <a:r>
              <a:rPr sz="1350" b="1">
                <a:solidFill>
                  <a:srgbClr val="2563EB"/>
                </a:solidFill>
              </a:rPr>
              <a:t>at a time</a:t>
            </a:r>
          </a:p>
        </p:txBody>
      </p:sp>
    </p:spTree>
    <p:extLst>
      <p:ext uri="{BB962C8B-B14F-4D97-AF65-F5344CB8AC3E}">
        <p14:creationId xmlns:p14="http://schemas.microsoft.com/office/powerpoint/2010/main" val="389812742"/>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Tree>
    <p:extLst>
      <p:ext uri="{BB962C8B-B14F-4D97-AF65-F5344CB8AC3E}">
        <p14:creationId xmlns:p14="http://schemas.microsoft.com/office/powerpoint/2010/main" val="71563264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2093280641"/>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2026-07-27T05:58:30.6290000Z</dcterms:created>
  <dcterms:modified xsi:type="dcterms:W3CDTF">2026-07-27T05:58:30.6290000Z</dcterms:modified>
</coreProperties>
</file>