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b1c0ef52fb400d" /><Relationship Type="http://schemas.openxmlformats.org/officeDocument/2006/relationships/extended-properties" Target="/docProps/app.xml" Id="R6877491ca8aa4205" /><Relationship Type="http://schemas.openxmlformats.org/officeDocument/2006/relationships/officeDocument" Target="/ppt/presentation.xml" Id="Re46e34c275e14e17" /></Relationships>
</file>

<file path=ppt/presentation.xml><?xml version="1.0" encoding="utf-8"?>
<p:presentation xmlns:p="http://schemas.openxmlformats.org/presentationml/2006/main">
  <p:sldMasterIdLst>
    <p:sldMasterId xmlns:r="http://schemas.openxmlformats.org/officeDocument/2006/relationships" id="2147483648" r:id="R3686e9343d7442d9"/>
  </p:sldMasterIdLst>
  <p:notesMasterIdLst>
    <p:notesMasterId xmlns:r="http://schemas.openxmlformats.org/officeDocument/2006/relationships" r:id="R6cb811dd95aa45c2"/>
  </p:notesMasterIdLst>
  <p:sldIdLst>
    <p:sldId xmlns:r="http://schemas.openxmlformats.org/officeDocument/2006/relationships" id="256" r:id="R433dad254d504d32"/>
    <p:sldId xmlns:r="http://schemas.openxmlformats.org/officeDocument/2006/relationships" id="257" r:id="R81461f8a6f154667"/>
    <p:sldId xmlns:r="http://schemas.openxmlformats.org/officeDocument/2006/relationships" id="258" r:id="Rc338c03fc17548bd"/>
    <p:sldId xmlns:r="http://schemas.openxmlformats.org/officeDocument/2006/relationships" id="259" r:id="R90f45bb346b74473"/>
    <p:sldId xmlns:r="http://schemas.openxmlformats.org/officeDocument/2006/relationships" id="260" r:id="R8a27c39030a143c8"/>
    <p:sldId xmlns:r="http://schemas.openxmlformats.org/officeDocument/2006/relationships" id="261" r:id="Rbb51a166d169490d"/>
    <p:sldId xmlns:r="http://schemas.openxmlformats.org/officeDocument/2006/relationships" id="262" r:id="R2b4ec21927dc45a3"/>
    <p:sldId xmlns:r="http://schemas.openxmlformats.org/officeDocument/2006/relationships" id="263" r:id="R800e01a8a9f8499e"/>
    <p:sldId xmlns:r="http://schemas.openxmlformats.org/officeDocument/2006/relationships" id="264" r:id="R1e2237de655441e9"/>
    <p:sldId xmlns:r="http://schemas.openxmlformats.org/officeDocument/2006/relationships" id="265" r:id="R7afe58e002e04d37"/>
    <p:sldId xmlns:r="http://schemas.openxmlformats.org/officeDocument/2006/relationships" id="266" r:id="R21757d3282af4765"/>
    <p:sldId xmlns:r="http://schemas.openxmlformats.org/officeDocument/2006/relationships" id="267" r:id="R78037dab251e4193"/>
    <p:sldId xmlns:r="http://schemas.openxmlformats.org/officeDocument/2006/relationships" id="268" r:id="Rb963121506a945a3"/>
    <p:sldId xmlns:r="http://schemas.openxmlformats.org/officeDocument/2006/relationships" id="269" r:id="R7fe5b87e29d84f15"/>
    <p:sldId xmlns:r="http://schemas.openxmlformats.org/officeDocument/2006/relationships" id="270" r:id="Radac6ff8f92b4682"/>
    <p:sldId xmlns:r="http://schemas.openxmlformats.org/officeDocument/2006/relationships" id="271" r:id="R8de4869b66504f4c"/>
    <p:sldId xmlns:r="http://schemas.openxmlformats.org/officeDocument/2006/relationships" id="272" r:id="R5f1bda30b0a24feb"/>
    <p:sldId xmlns:r="http://schemas.openxmlformats.org/officeDocument/2006/relationships" id="273" r:id="R268d3950297b4b90"/>
    <p:sldId xmlns:r="http://schemas.openxmlformats.org/officeDocument/2006/relationships" id="274" r:id="R964e6a87a1b24b16"/>
    <p:sldId xmlns:r="http://schemas.openxmlformats.org/officeDocument/2006/relationships" id="275" r:id="R6a9ab0c88cd1481f"/>
    <p:sldId xmlns:r="http://schemas.openxmlformats.org/officeDocument/2006/relationships" id="276" r:id="R44a7311f9d3442f3"/>
    <p:sldId xmlns:r="http://schemas.openxmlformats.org/officeDocument/2006/relationships" id="277" r:id="Rec2dc0d7812c4a2a"/>
    <p:sldId xmlns:r="http://schemas.openxmlformats.org/officeDocument/2006/relationships" id="278" r:id="Rf07834fcdc604e64"/>
    <p:sldId xmlns:r="http://schemas.openxmlformats.org/officeDocument/2006/relationships" id="279" r:id="R3ece80fd392f448e"/>
    <p:sldId xmlns:r="http://schemas.openxmlformats.org/officeDocument/2006/relationships" id="280" r:id="R2afb21a3e4ae40c6"/>
    <p:sldId xmlns:r="http://schemas.openxmlformats.org/officeDocument/2006/relationships" id="281" r:id="R9a629d55bb1344f3"/>
    <p:sldId xmlns:r="http://schemas.openxmlformats.org/officeDocument/2006/relationships" id="282" r:id="R60125a90ac4b4ed8"/>
    <p:sldId xmlns:r="http://schemas.openxmlformats.org/officeDocument/2006/relationships" id="283" r:id="Rb048ce231cc341fa"/>
    <p:sldId xmlns:r="http://schemas.openxmlformats.org/officeDocument/2006/relationships" id="284" r:id="R5fcfe2de9b3b4e57"/>
    <p:sldId xmlns:r="http://schemas.openxmlformats.org/officeDocument/2006/relationships" id="285" r:id="R9e71162f544b401e"/>
    <p:sldId xmlns:r="http://schemas.openxmlformats.org/officeDocument/2006/relationships" id="286" r:id="R34806f31c4a641aa"/>
    <p:sldId xmlns:r="http://schemas.openxmlformats.org/officeDocument/2006/relationships" id="287" r:id="R5bb936d8e288439e"/>
    <p:sldId xmlns:r="http://schemas.openxmlformats.org/officeDocument/2006/relationships" id="288" r:id="Rb42f260009f44772"/>
    <p:sldId xmlns:r="http://schemas.openxmlformats.org/officeDocument/2006/relationships" id="289" r:id="Refefe3b91fe14dca"/>
    <p:sldId xmlns:r="http://schemas.openxmlformats.org/officeDocument/2006/relationships" id="290" r:id="R7c5567a7fde14e83"/>
    <p:sldId xmlns:r="http://schemas.openxmlformats.org/officeDocument/2006/relationships" id="291" r:id="R12428303cb4e4f74"/>
    <p:sldId xmlns:r="http://schemas.openxmlformats.org/officeDocument/2006/relationships" id="292" r:id="R70dd9c909d04438c"/>
    <p:sldId xmlns:r="http://schemas.openxmlformats.org/officeDocument/2006/relationships" id="293" r:id="R4315fb3b9cd94216"/>
    <p:sldId xmlns:r="http://schemas.openxmlformats.org/officeDocument/2006/relationships" id="294" r:id="R2e36fd33adfa4692"/>
    <p:sldId xmlns:r="http://schemas.openxmlformats.org/officeDocument/2006/relationships" id="295" r:id="R045387e362e248f2"/>
    <p:sldId xmlns:r="http://schemas.openxmlformats.org/officeDocument/2006/relationships" id="296" r:id="R2936ff10a89b4686"/>
    <p:sldId xmlns:r="http://schemas.openxmlformats.org/officeDocument/2006/relationships" id="297" r:id="Rcf7a0eb6dc774f40"/>
    <p:sldId xmlns:r="http://schemas.openxmlformats.org/officeDocument/2006/relationships" id="298" r:id="R899f7a62c4f74290"/>
    <p:sldId xmlns:r="http://schemas.openxmlformats.org/officeDocument/2006/relationships" id="299" r:id="Rbf9dff91d7244dc4"/>
    <p:sldId xmlns:r="http://schemas.openxmlformats.org/officeDocument/2006/relationships" id="300" r:id="R1800dbb0f5b5404d"/>
    <p:sldId xmlns:r="http://schemas.openxmlformats.org/officeDocument/2006/relationships" id="301" r:id="R4095caf076e84a4f"/>
    <p:sldId xmlns:r="http://schemas.openxmlformats.org/officeDocument/2006/relationships" id="302" r:id="R25d8ca31ff024336"/>
    <p:sldId xmlns:r="http://schemas.openxmlformats.org/officeDocument/2006/relationships" id="303" r:id="R2a7267773f1e4f1b"/>
    <p:sldId xmlns:r="http://schemas.openxmlformats.org/officeDocument/2006/relationships" id="304" r:id="Ra1dbdf583c414673"/>
    <p:sldId xmlns:r="http://schemas.openxmlformats.org/officeDocument/2006/relationships" id="305" r:id="R51a75a78fb614e3b"/>
    <p:sldId xmlns:r="http://schemas.openxmlformats.org/officeDocument/2006/relationships" id="306" r:id="R28912d235434472a"/>
    <p:sldId xmlns:r="http://schemas.openxmlformats.org/officeDocument/2006/relationships" id="307" r:id="R12a6e2391f094a3e"/>
    <p:sldId xmlns:r="http://schemas.openxmlformats.org/officeDocument/2006/relationships" id="308" r:id="Re4df7dc4e3784af5"/>
    <p:sldId xmlns:r="http://schemas.openxmlformats.org/officeDocument/2006/relationships" id="309" r:id="Rd5e2580c0e8943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8a878e0366460b" /><Relationship Type="http://schemas.openxmlformats.org/officeDocument/2006/relationships/slideMaster" Target="/ppt/slideMasters/slideMaster1.xml" Id="R3686e9343d7442d9" /><Relationship Type="http://schemas.openxmlformats.org/officeDocument/2006/relationships/notesMaster" Target="/ppt/notesMasters/notesMaster1.xml" Id="R6cb811dd95aa45c2" /><Relationship Type="http://schemas.openxmlformats.org/officeDocument/2006/relationships/presProps" Target="/ppt/presProps.xml" Id="Rceb7f7609b3b4a3c" /><Relationship Type="http://schemas.openxmlformats.org/officeDocument/2006/relationships/tableStyles" Target="/ppt/tableStyles.xml" Id="R57b66329437d4be7" /><Relationship Type="http://schemas.openxmlformats.org/officeDocument/2006/relationships/slide" Target="/ppt/slides/slide1.xml" Id="R433dad254d504d32" /><Relationship Type="http://schemas.openxmlformats.org/officeDocument/2006/relationships/slide" Target="/ppt/slides/slide2.xml" Id="R81461f8a6f154667" /><Relationship Type="http://schemas.openxmlformats.org/officeDocument/2006/relationships/slide" Target="/ppt/slides/slide3.xml" Id="Rc338c03fc17548bd" /><Relationship Type="http://schemas.openxmlformats.org/officeDocument/2006/relationships/slide" Target="/ppt/slides/slide4.xml" Id="R90f45bb346b74473" /><Relationship Type="http://schemas.openxmlformats.org/officeDocument/2006/relationships/slide" Target="/ppt/slides/slide5.xml" Id="R8a27c39030a143c8" /><Relationship Type="http://schemas.openxmlformats.org/officeDocument/2006/relationships/slide" Target="/ppt/slides/slide6.xml" Id="Rbb51a166d169490d" /><Relationship Type="http://schemas.openxmlformats.org/officeDocument/2006/relationships/slide" Target="/ppt/slides/slide7.xml" Id="R2b4ec21927dc45a3" /><Relationship Type="http://schemas.openxmlformats.org/officeDocument/2006/relationships/slide" Target="/ppt/slides/slide8.xml" Id="R800e01a8a9f8499e" /><Relationship Type="http://schemas.openxmlformats.org/officeDocument/2006/relationships/slide" Target="/ppt/slides/slide9.xml" Id="R1e2237de655441e9" /><Relationship Type="http://schemas.openxmlformats.org/officeDocument/2006/relationships/slide" Target="/ppt/slides/slide10.xml" Id="R7afe58e002e04d37" /><Relationship Type="http://schemas.openxmlformats.org/officeDocument/2006/relationships/slide" Target="/ppt/slides/slide11.xml" Id="R21757d3282af4765" /><Relationship Type="http://schemas.openxmlformats.org/officeDocument/2006/relationships/slide" Target="/ppt/slides/slide12.xml" Id="R78037dab251e4193" /><Relationship Type="http://schemas.openxmlformats.org/officeDocument/2006/relationships/slide" Target="/ppt/slides/slide13.xml" Id="Rb963121506a945a3" /><Relationship Type="http://schemas.openxmlformats.org/officeDocument/2006/relationships/slide" Target="/ppt/slides/slide14.xml" Id="R7fe5b87e29d84f15" /><Relationship Type="http://schemas.openxmlformats.org/officeDocument/2006/relationships/slide" Target="/ppt/slides/slide15.xml" Id="Radac6ff8f92b4682" /><Relationship Type="http://schemas.openxmlformats.org/officeDocument/2006/relationships/slide" Target="/ppt/slides/slide16.xml" Id="R8de4869b66504f4c" /><Relationship Type="http://schemas.openxmlformats.org/officeDocument/2006/relationships/slide" Target="/ppt/slides/slide17.xml" Id="R5f1bda30b0a24feb" /><Relationship Type="http://schemas.openxmlformats.org/officeDocument/2006/relationships/slide" Target="/ppt/slides/slide18.xml" Id="R268d3950297b4b90" /><Relationship Type="http://schemas.openxmlformats.org/officeDocument/2006/relationships/slide" Target="/ppt/slides/slide19.xml" Id="R964e6a87a1b24b16" /><Relationship Type="http://schemas.openxmlformats.org/officeDocument/2006/relationships/slide" Target="/ppt/slides/slide20.xml" Id="R6a9ab0c88cd1481f" /><Relationship Type="http://schemas.openxmlformats.org/officeDocument/2006/relationships/slide" Target="/ppt/slides/slide21.xml" Id="R44a7311f9d3442f3" /><Relationship Type="http://schemas.openxmlformats.org/officeDocument/2006/relationships/slide" Target="/ppt/slides/slide22.xml" Id="Rec2dc0d7812c4a2a" /><Relationship Type="http://schemas.openxmlformats.org/officeDocument/2006/relationships/slide" Target="/ppt/slides/slide23.xml" Id="Rf07834fcdc604e64" /><Relationship Type="http://schemas.openxmlformats.org/officeDocument/2006/relationships/slide" Target="/ppt/slides/slide24.xml" Id="R3ece80fd392f448e" /><Relationship Type="http://schemas.openxmlformats.org/officeDocument/2006/relationships/slide" Target="/ppt/slides/slide25.xml" Id="R2afb21a3e4ae40c6" /><Relationship Type="http://schemas.openxmlformats.org/officeDocument/2006/relationships/slide" Target="/ppt/slides/slide26.xml" Id="R9a629d55bb1344f3" /><Relationship Type="http://schemas.openxmlformats.org/officeDocument/2006/relationships/slide" Target="/ppt/slides/slide27.xml" Id="R60125a90ac4b4ed8" /><Relationship Type="http://schemas.openxmlformats.org/officeDocument/2006/relationships/slide" Target="/ppt/slides/slide28.xml" Id="Rb048ce231cc341fa" /><Relationship Type="http://schemas.openxmlformats.org/officeDocument/2006/relationships/slide" Target="/ppt/slides/slide29.xml" Id="R5fcfe2de9b3b4e57" /><Relationship Type="http://schemas.openxmlformats.org/officeDocument/2006/relationships/slide" Target="/ppt/slides/slide30.xml" Id="R9e71162f544b401e" /><Relationship Type="http://schemas.openxmlformats.org/officeDocument/2006/relationships/slide" Target="/ppt/slides/slide31.xml" Id="R34806f31c4a641aa" /><Relationship Type="http://schemas.openxmlformats.org/officeDocument/2006/relationships/slide" Target="/ppt/slides/slide32.xml" Id="R5bb936d8e288439e" /><Relationship Type="http://schemas.openxmlformats.org/officeDocument/2006/relationships/slide" Target="/ppt/slides/slide33.xml" Id="Rb42f260009f44772" /><Relationship Type="http://schemas.openxmlformats.org/officeDocument/2006/relationships/slide" Target="/ppt/slides/slide34.xml" Id="Refefe3b91fe14dca" /><Relationship Type="http://schemas.openxmlformats.org/officeDocument/2006/relationships/slide" Target="/ppt/slides/slide35.xml" Id="R7c5567a7fde14e83" /><Relationship Type="http://schemas.openxmlformats.org/officeDocument/2006/relationships/slide" Target="/ppt/slides/slide36.xml" Id="R12428303cb4e4f74" /><Relationship Type="http://schemas.openxmlformats.org/officeDocument/2006/relationships/slide" Target="/ppt/slides/slide37.xml" Id="R70dd9c909d04438c" /><Relationship Type="http://schemas.openxmlformats.org/officeDocument/2006/relationships/slide" Target="/ppt/slides/slide38.xml" Id="R4315fb3b9cd94216" /><Relationship Type="http://schemas.openxmlformats.org/officeDocument/2006/relationships/slide" Target="/ppt/slides/slide39.xml" Id="R2e36fd33adfa4692" /><Relationship Type="http://schemas.openxmlformats.org/officeDocument/2006/relationships/slide" Target="/ppt/slides/slide40.xml" Id="R045387e362e248f2" /><Relationship Type="http://schemas.openxmlformats.org/officeDocument/2006/relationships/slide" Target="/ppt/slides/slide41.xml" Id="R2936ff10a89b4686" /><Relationship Type="http://schemas.openxmlformats.org/officeDocument/2006/relationships/slide" Target="/ppt/slides/slide42.xml" Id="Rcf7a0eb6dc774f40" /><Relationship Type="http://schemas.openxmlformats.org/officeDocument/2006/relationships/slide" Target="/ppt/slides/slide43.xml" Id="R899f7a62c4f74290" /><Relationship Type="http://schemas.openxmlformats.org/officeDocument/2006/relationships/slide" Target="/ppt/slides/slide44.xml" Id="Rbf9dff91d7244dc4" /><Relationship Type="http://schemas.openxmlformats.org/officeDocument/2006/relationships/slide" Target="/ppt/slides/slide45.xml" Id="R1800dbb0f5b5404d" /><Relationship Type="http://schemas.openxmlformats.org/officeDocument/2006/relationships/slide" Target="/ppt/slides/slide46.xml" Id="R4095caf076e84a4f" /><Relationship Type="http://schemas.openxmlformats.org/officeDocument/2006/relationships/slide" Target="/ppt/slides/slide47.xml" Id="R25d8ca31ff024336" /><Relationship Type="http://schemas.openxmlformats.org/officeDocument/2006/relationships/slide" Target="/ppt/slides/slide48.xml" Id="R2a7267773f1e4f1b" /><Relationship Type="http://schemas.openxmlformats.org/officeDocument/2006/relationships/slide" Target="/ppt/slides/slide49.xml" Id="Ra1dbdf583c414673" /><Relationship Type="http://schemas.openxmlformats.org/officeDocument/2006/relationships/slide" Target="/ppt/slides/slide50.xml" Id="R51a75a78fb614e3b" /><Relationship Type="http://schemas.openxmlformats.org/officeDocument/2006/relationships/slide" Target="/ppt/slides/slide51.xml" Id="R28912d235434472a" /><Relationship Type="http://schemas.openxmlformats.org/officeDocument/2006/relationships/slide" Target="/ppt/slides/slide52.xml" Id="R12a6e2391f094a3e" /><Relationship Type="http://schemas.openxmlformats.org/officeDocument/2006/relationships/slide" Target="/ppt/slides/slide53.xml" Id="Re4df7dc4e3784af5" /><Relationship Type="http://schemas.openxmlformats.org/officeDocument/2006/relationships/slide" Target="/ppt/slides/slide54.xml" Id="Rd5e2580c0e8943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201c08a9ad4d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e98258c218425f" /><Relationship Type="http://schemas.openxmlformats.org/officeDocument/2006/relationships/notesMaster" Target="/ppt/notesMasters/notesMaster1.xml" Id="Rf7551d9abd704c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fab9feabab4a62" /><Relationship Type="http://schemas.openxmlformats.org/officeDocument/2006/relationships/notesMaster" Target="/ppt/notesMasters/notesMaster1.xml" Id="R532ff8ad9b1d40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c0843cc7d8411d" /><Relationship Type="http://schemas.openxmlformats.org/officeDocument/2006/relationships/notesMaster" Target="/ppt/notesMasters/notesMaster1.xml" Id="R100b1c19178b4d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ac64e7b8d840b6" /><Relationship Type="http://schemas.openxmlformats.org/officeDocument/2006/relationships/notesMaster" Target="/ppt/notesMasters/notesMaster1.xml" Id="Rb83cfca0745144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a41faa93c54e5a" /><Relationship Type="http://schemas.openxmlformats.org/officeDocument/2006/relationships/notesMaster" Target="/ppt/notesMasters/notesMaster1.xml" Id="R1fc98a4d0c374d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9472d2112141ad" /><Relationship Type="http://schemas.openxmlformats.org/officeDocument/2006/relationships/notesMaster" Target="/ppt/notesMasters/notesMaster1.xml" Id="R04d8842a69124b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7ebacffbab4c4c" /><Relationship Type="http://schemas.openxmlformats.org/officeDocument/2006/relationships/notesMaster" Target="/ppt/notesMasters/notesMaster1.xml" Id="Ra3e5b70b7f364c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fa8603688f4dfe" /><Relationship Type="http://schemas.openxmlformats.org/officeDocument/2006/relationships/notesMaster" Target="/ppt/notesMasters/notesMaster1.xml" Id="R5856bfc1616e42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6510a36e4f44a4" /><Relationship Type="http://schemas.openxmlformats.org/officeDocument/2006/relationships/notesMaster" Target="/ppt/notesMasters/notesMaster1.xml" Id="R6399a673283846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51bda5358f4da2" /><Relationship Type="http://schemas.openxmlformats.org/officeDocument/2006/relationships/notesMaster" Target="/ppt/notesMasters/notesMaster1.xml" Id="R4418e7d8f0d94a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8719f0e1674abe" /><Relationship Type="http://schemas.openxmlformats.org/officeDocument/2006/relationships/notesMaster" Target="/ppt/notesMasters/notesMaster1.xml" Id="Rab73e36bf13748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9b5ab8a5114345" /><Relationship Type="http://schemas.openxmlformats.org/officeDocument/2006/relationships/notesMaster" Target="/ppt/notesMasters/notesMaster1.xml" Id="R14b5eea132c544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1c6adc913b4bf9" /><Relationship Type="http://schemas.openxmlformats.org/officeDocument/2006/relationships/notesMaster" Target="/ppt/notesMasters/notesMaster1.xml" Id="Ree647300d5cf47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c0143ce9174f47" /><Relationship Type="http://schemas.openxmlformats.org/officeDocument/2006/relationships/notesMaster" Target="/ppt/notesMasters/notesMaster1.xml" Id="R8b9c7b6c457340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501dff44a34a23" /><Relationship Type="http://schemas.openxmlformats.org/officeDocument/2006/relationships/notesMaster" Target="/ppt/notesMasters/notesMaster1.xml" Id="R5a00ad60df6144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de7b14c492431d" /><Relationship Type="http://schemas.openxmlformats.org/officeDocument/2006/relationships/notesMaster" Target="/ppt/notesMasters/notesMaster1.xml" Id="R9a62f35f54934c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8764fc2b4049f5" /><Relationship Type="http://schemas.openxmlformats.org/officeDocument/2006/relationships/notesMaster" Target="/ppt/notesMasters/notesMaster1.xml" Id="R50d95be34c684d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9c9dbed0d84a6e" /><Relationship Type="http://schemas.openxmlformats.org/officeDocument/2006/relationships/notesMaster" Target="/ppt/notesMasters/notesMaster1.xml" Id="R6c8bcfa84b2a4e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8b0942a95a472d" /><Relationship Type="http://schemas.openxmlformats.org/officeDocument/2006/relationships/notesMaster" Target="/ppt/notesMasters/notesMaster1.xml" Id="R60aca3b7ea1344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608b83cfbf4521" /><Relationship Type="http://schemas.openxmlformats.org/officeDocument/2006/relationships/notesMaster" Target="/ppt/notesMasters/notesMaster1.xml" Id="R8798acc2fe7d4e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b4367ccd264941" /><Relationship Type="http://schemas.openxmlformats.org/officeDocument/2006/relationships/notesMaster" Target="/ppt/notesMasters/notesMaster1.xml" Id="Rd91b423e960242a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0592d979c747b0" /><Relationship Type="http://schemas.openxmlformats.org/officeDocument/2006/relationships/notesMaster" Target="/ppt/notesMasters/notesMaster1.xml" Id="R831f062867e346a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83b5a3a983419e" /><Relationship Type="http://schemas.openxmlformats.org/officeDocument/2006/relationships/notesMaster" Target="/ppt/notesMasters/notesMaster1.xml" Id="R060d78ac30684c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b6e45644ee4aac" /><Relationship Type="http://schemas.openxmlformats.org/officeDocument/2006/relationships/notesMaster" Target="/ppt/notesMasters/notesMaster1.xml" Id="R79f58fbc6ba84c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977b1fc16745c4" /><Relationship Type="http://schemas.openxmlformats.org/officeDocument/2006/relationships/notesMaster" Target="/ppt/notesMasters/notesMaster1.xml" Id="R983691fd8606430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6cf21e87f8c4f3e" /><Relationship Type="http://schemas.openxmlformats.org/officeDocument/2006/relationships/notesMaster" Target="/ppt/notesMasters/notesMaster1.xml" Id="Rd0dd78a0c0bf4a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dff1cd419b422f" /><Relationship Type="http://schemas.openxmlformats.org/officeDocument/2006/relationships/notesMaster" Target="/ppt/notesMasters/notesMaster1.xml" Id="R2a21f1ea934947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2e21b01903493f" /><Relationship Type="http://schemas.openxmlformats.org/officeDocument/2006/relationships/notesMaster" Target="/ppt/notesMasters/notesMaster1.xml" Id="R5cd4fe7b711c43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945ad7ed9b24d36" /><Relationship Type="http://schemas.openxmlformats.org/officeDocument/2006/relationships/notesMaster" Target="/ppt/notesMasters/notesMaster1.xml" Id="Rdb374c1a1b694e4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06630e798e7494e" /><Relationship Type="http://schemas.openxmlformats.org/officeDocument/2006/relationships/notesMaster" Target="/ppt/notesMasters/notesMaster1.xml" Id="Re9f3ea42c3b54cf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56b6884e62c4a31" /><Relationship Type="http://schemas.openxmlformats.org/officeDocument/2006/relationships/notesMaster" Target="/ppt/notesMasters/notesMaster1.xml" Id="R8084bdc0054549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a7b8f7422ac4bae" /><Relationship Type="http://schemas.openxmlformats.org/officeDocument/2006/relationships/notesMaster" Target="/ppt/notesMasters/notesMaster1.xml" Id="Rfa61f25204aa40e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6b88570c7f74e7c" /><Relationship Type="http://schemas.openxmlformats.org/officeDocument/2006/relationships/notesMaster" Target="/ppt/notesMasters/notesMaster1.xml" Id="Rd302385f7c7a4e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7dd537a2a3a4c53" /><Relationship Type="http://schemas.openxmlformats.org/officeDocument/2006/relationships/notesMaster" Target="/ppt/notesMasters/notesMaster1.xml" Id="R767da1a57b574a2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80d6c70698d4372" /><Relationship Type="http://schemas.openxmlformats.org/officeDocument/2006/relationships/notesMaster" Target="/ppt/notesMasters/notesMaster1.xml" Id="R75ea2cf789744fb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94093b70da94f48" /><Relationship Type="http://schemas.openxmlformats.org/officeDocument/2006/relationships/notesMaster" Target="/ppt/notesMasters/notesMaster1.xml" Id="Rc33b7384263f4df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7782dd333d24386" /><Relationship Type="http://schemas.openxmlformats.org/officeDocument/2006/relationships/notesMaster" Target="/ppt/notesMasters/notesMaster1.xml" Id="R172aa64e7e834c9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cfc3ee8bb8f4b35" /><Relationship Type="http://schemas.openxmlformats.org/officeDocument/2006/relationships/notesMaster" Target="/ppt/notesMasters/notesMaster1.xml" Id="Rb6d549f637304ef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27b1e12255a4d51" /><Relationship Type="http://schemas.openxmlformats.org/officeDocument/2006/relationships/notesMaster" Target="/ppt/notesMasters/notesMaster1.xml" Id="R47a9c93bb4a14f7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3b984a186f74e4d" /><Relationship Type="http://schemas.openxmlformats.org/officeDocument/2006/relationships/notesMaster" Target="/ppt/notesMasters/notesMaster1.xml" Id="R2747ec09a27d4c7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98a93d1e5254bdd" /><Relationship Type="http://schemas.openxmlformats.org/officeDocument/2006/relationships/notesMaster" Target="/ppt/notesMasters/notesMaster1.xml" Id="Re782ff5f3a2046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59046a378014828" /><Relationship Type="http://schemas.openxmlformats.org/officeDocument/2006/relationships/notesMaster" Target="/ppt/notesMasters/notesMaster1.xml" Id="R152a3116717e4c6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4c1563c1e1a4f4d" /><Relationship Type="http://schemas.openxmlformats.org/officeDocument/2006/relationships/notesMaster" Target="/ppt/notesMasters/notesMaster1.xml" Id="R8a3d7748cbbe45a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342d048b234c1f" /><Relationship Type="http://schemas.openxmlformats.org/officeDocument/2006/relationships/notesMaster" Target="/ppt/notesMasters/notesMaster1.xml" Id="Rb3ff2205a02f43c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e33154793f0497b" /><Relationship Type="http://schemas.openxmlformats.org/officeDocument/2006/relationships/notesMaster" Target="/ppt/notesMasters/notesMaster1.xml" Id="R8007ee03b43a496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8d16dcf937b4706" /><Relationship Type="http://schemas.openxmlformats.org/officeDocument/2006/relationships/notesMaster" Target="/ppt/notesMasters/notesMaster1.xml" Id="Rd0d16900659e405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4dc1fcc9ad94adb" /><Relationship Type="http://schemas.openxmlformats.org/officeDocument/2006/relationships/notesMaster" Target="/ppt/notesMasters/notesMaster1.xml" Id="R75a65242b4d6480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f6b33fd77414808" /><Relationship Type="http://schemas.openxmlformats.org/officeDocument/2006/relationships/notesMaster" Target="/ppt/notesMasters/notesMaster1.xml" Id="R04faf0d5ce1b4bf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aaa8024991e4c55" /><Relationship Type="http://schemas.openxmlformats.org/officeDocument/2006/relationships/notesMaster" Target="/ppt/notesMasters/notesMaster1.xml" Id="R2a191ce80c514f5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a9783fc347447b3" /><Relationship Type="http://schemas.openxmlformats.org/officeDocument/2006/relationships/notesMaster" Target="/ppt/notesMasters/notesMaster1.xml" Id="R5581a18ee8d243d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4a5b5144f9d4f86" /><Relationship Type="http://schemas.openxmlformats.org/officeDocument/2006/relationships/notesMaster" Target="/ppt/notesMasters/notesMaster1.xml" Id="R353b90fddf0c422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fe3a3e20f6a44e2" /><Relationship Type="http://schemas.openxmlformats.org/officeDocument/2006/relationships/notesMaster" Target="/ppt/notesMasters/notesMaster1.xml" Id="R3c62ac15143b491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28a562fece14fb8" /><Relationship Type="http://schemas.openxmlformats.org/officeDocument/2006/relationships/notesMaster" Target="/ppt/notesMasters/notesMaster1.xml" Id="Rc79e7ea50e5947e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fc4ffdc5b774c54" /><Relationship Type="http://schemas.openxmlformats.org/officeDocument/2006/relationships/notesMaster" Target="/ppt/notesMasters/notesMaster1.xml" Id="R422b0268409744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fe802e4f654630"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423f8c57484b4e" /><Relationship Type="http://schemas.openxmlformats.org/officeDocument/2006/relationships/slideLayout" Target="/ppt/slideLayouts/slideLayout1.xml" Id="R8d208e7d8e144e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208e7d8e144e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50373fe11d45ef" /><Relationship Type="http://schemas.openxmlformats.org/officeDocument/2006/relationships/notesSlide" Target="/ppt/notesSlides/notesSlide1.xml" Id="R4f59ed853d424a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ebb206b3fc4d47" /><Relationship Type="http://schemas.openxmlformats.org/officeDocument/2006/relationships/image" Target="/ppt/media/image.png" Id="R993cfde6d75c4df6" /><Relationship Type="http://schemas.openxmlformats.org/officeDocument/2006/relationships/notesSlide" Target="/ppt/notesSlides/notesSlide2.xml" Id="Rb32561f8cd5843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e44d1b5bc54524" /><Relationship Type="http://schemas.openxmlformats.org/officeDocument/2006/relationships/image" Target="/ppt/media/image2.png" Id="Rbb7e27b0d2924aca" /><Relationship Type="http://schemas.openxmlformats.org/officeDocument/2006/relationships/notesSlide" Target="/ppt/notesSlides/notesSlide3.xml" Id="R3a9f4d8df92344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ebce7ccaf24042" /><Relationship Type="http://schemas.openxmlformats.org/officeDocument/2006/relationships/image" Target="/ppt/media/image3.png" Id="R33f44544e8a34f4f" /><Relationship Type="http://schemas.openxmlformats.org/officeDocument/2006/relationships/notesSlide" Target="/ppt/notesSlides/notesSlide4.xml" Id="R67f0749cbcf847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ce318bc9bf443d" /><Relationship Type="http://schemas.openxmlformats.org/officeDocument/2006/relationships/notesSlide" Target="/ppt/notesSlides/notesSlide5.xml" Id="R018094c0a00249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6290ace9b54c7e" /><Relationship Type="http://schemas.openxmlformats.org/officeDocument/2006/relationships/image" Target="/ppt/media/image.svg" Id="R5b1d742131c94a78" /><Relationship Type="http://schemas.openxmlformats.org/officeDocument/2006/relationships/image" Target="/ppt/media/image.png" Id="R367bc7c6de1b4792" /><Relationship Type="http://schemas.openxmlformats.org/officeDocument/2006/relationships/notesSlide" Target="/ppt/notesSlides/notesSlide6.xml" Id="R164fbdc5ce6b42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066d965bfa4bd9" /><Relationship Type="http://schemas.openxmlformats.org/officeDocument/2006/relationships/image" Target="/ppt/media/image2.svg" Id="Rf3505ea2727241c7" /><Relationship Type="http://schemas.openxmlformats.org/officeDocument/2006/relationships/image" Target="/ppt/media/image2.png" Id="R0225d9c5a4d34cdc" /><Relationship Type="http://schemas.openxmlformats.org/officeDocument/2006/relationships/notesSlide" Target="/ppt/notesSlides/notesSlide7.xml" Id="Re018c8f5d3004e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9bba1e36b64054" /><Relationship Type="http://schemas.openxmlformats.org/officeDocument/2006/relationships/notesSlide" Target="/ppt/notesSlides/notesSlide8.xml" Id="Rc6e499bedd3e40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4a2cec379c4c92" /><Relationship Type="http://schemas.openxmlformats.org/officeDocument/2006/relationships/image" Target="/ppt/media/image3.svg" Id="Rb0a4252317ec4caa" /><Relationship Type="http://schemas.openxmlformats.org/officeDocument/2006/relationships/image" Target="/ppt/media/image3.png" Id="Redbbb058166d4cc0" /><Relationship Type="http://schemas.openxmlformats.org/officeDocument/2006/relationships/notesSlide" Target="/ppt/notesSlides/notesSlide9.xml" Id="R1d0e46e4e9e746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b916a207df4e0b" /><Relationship Type="http://schemas.openxmlformats.org/officeDocument/2006/relationships/image" Target="/ppt/media/image4.png" Id="R001a2686d3204962" /><Relationship Type="http://schemas.openxmlformats.org/officeDocument/2006/relationships/notesSlide" Target="/ppt/notesSlides/notesSlide10.xml" Id="R9449cab902f844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b205a0fa05432c" /><Relationship Type="http://schemas.openxmlformats.org/officeDocument/2006/relationships/image" Target="/ppt/media/image5.png" Id="R7fc56128ab6c4bd5" /><Relationship Type="http://schemas.openxmlformats.org/officeDocument/2006/relationships/image" Target="/ppt/media/image4.svg" Id="Rbcd2361b5b9d482f" /><Relationship Type="http://schemas.openxmlformats.org/officeDocument/2006/relationships/image" Target="/ppt/media/image4.png" Id="R3cff8f8d474e42c8" /><Relationship Type="http://schemas.openxmlformats.org/officeDocument/2006/relationships/notesSlide" Target="/ppt/notesSlides/notesSlide11.xml" Id="Rb28e0109821845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fd49735f90415c" /><Relationship Type="http://schemas.openxmlformats.org/officeDocument/2006/relationships/image" Target="/ppt/media/image5.svg" Id="Red463c28b6ef4daf" /><Relationship Type="http://schemas.openxmlformats.org/officeDocument/2006/relationships/image" Target="/ppt/media/image5.png" Id="R66ad8b148d894c0f" /><Relationship Type="http://schemas.openxmlformats.org/officeDocument/2006/relationships/notesSlide" Target="/ppt/notesSlides/notesSlide12.xml" Id="R6772c94ad6414f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e3e64d06b247c2" /><Relationship Type="http://schemas.openxmlformats.org/officeDocument/2006/relationships/image" Target="/ppt/media/image6.png" Id="R5b0ae0b0da124e66" /><Relationship Type="http://schemas.openxmlformats.org/officeDocument/2006/relationships/image" Target="/ppt/media/image6.svg" Id="R51488ac98fed4ffc" /><Relationship Type="http://schemas.openxmlformats.org/officeDocument/2006/relationships/image" Target="/ppt/media/image7.png" Id="Re0efcb565df349f1" /><Relationship Type="http://schemas.openxmlformats.org/officeDocument/2006/relationships/image" Target="/ppt/media/image7.svg" Id="R5ac9369bfc7a42cc" /><Relationship Type="http://schemas.openxmlformats.org/officeDocument/2006/relationships/notesSlide" Target="/ppt/notesSlides/notesSlide13.xml" Id="Rc010abcac4fe4d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d7136c27b84a8d" /><Relationship Type="http://schemas.openxmlformats.org/officeDocument/2006/relationships/image" Target="/ppt/media/image8.png" Id="Rd675c8745eb1488f" /><Relationship Type="http://schemas.openxmlformats.org/officeDocument/2006/relationships/image" Target="/ppt/media/image8.svg" Id="Rf95e2f317fbc4098" /><Relationship Type="http://schemas.openxmlformats.org/officeDocument/2006/relationships/notesSlide" Target="/ppt/notesSlides/notesSlide14.xml" Id="Ra009b27d69084a6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470acea9b8490b" /><Relationship Type="http://schemas.openxmlformats.org/officeDocument/2006/relationships/image" Target="/ppt/media/image9.png" Id="R64c51ef92d3a400a" /><Relationship Type="http://schemas.openxmlformats.org/officeDocument/2006/relationships/image" Target="/ppt/media/image9.svg" Id="R5cbd2cac214e428f" /><Relationship Type="http://schemas.openxmlformats.org/officeDocument/2006/relationships/notesSlide" Target="/ppt/notesSlides/notesSlide15.xml" Id="R9ce1814027bf48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8405259631e4ebb" /><Relationship Type="http://schemas.openxmlformats.org/officeDocument/2006/relationships/notesSlide" Target="/ppt/notesSlides/notesSlide16.xml" Id="Rf18e46701be94e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4ff6239feb44f9" /><Relationship Type="http://schemas.openxmlformats.org/officeDocument/2006/relationships/notesSlide" Target="/ppt/notesSlides/notesSlide17.xml" Id="R5e7a117120af45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381a42283774e74" /><Relationship Type="http://schemas.openxmlformats.org/officeDocument/2006/relationships/notesSlide" Target="/ppt/notesSlides/notesSlide18.xml" Id="Rfcb58f62cfe34f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2c1dbbf6cd4b4b" /><Relationship Type="http://schemas.openxmlformats.org/officeDocument/2006/relationships/image" Target="/ppt/media/image10.png" Id="Ra74c297aea544172" /><Relationship Type="http://schemas.openxmlformats.org/officeDocument/2006/relationships/notesSlide" Target="/ppt/notesSlides/notesSlide19.xml" Id="R0db5172719f944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c39f60dc184ee2" /><Relationship Type="http://schemas.openxmlformats.org/officeDocument/2006/relationships/notesSlide" Target="/ppt/notesSlides/notesSlide20.xml" Id="Re8df00756e5e41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27486e2f184278" /><Relationship Type="http://schemas.openxmlformats.org/officeDocument/2006/relationships/notesSlide" Target="/ppt/notesSlides/notesSlide21.xml" Id="R5f7a3139ebbd44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d33ee9d80ac49db" /><Relationship Type="http://schemas.openxmlformats.org/officeDocument/2006/relationships/notesSlide" Target="/ppt/notesSlides/notesSlide22.xml" Id="R86d5758d66014cd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c9595c6a44e4890" /><Relationship Type="http://schemas.openxmlformats.org/officeDocument/2006/relationships/notesSlide" Target="/ppt/notesSlides/notesSlide23.xml" Id="R376313a527814fe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83868ea9c85419c" /><Relationship Type="http://schemas.openxmlformats.org/officeDocument/2006/relationships/notesSlide" Target="/ppt/notesSlides/notesSlide24.xml" Id="R108f6bdb73bc46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800b092876d46ac" /><Relationship Type="http://schemas.openxmlformats.org/officeDocument/2006/relationships/notesSlide" Target="/ppt/notesSlides/notesSlide25.xml" Id="R037d344526e246c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2709777a4344822" /><Relationship Type="http://schemas.openxmlformats.org/officeDocument/2006/relationships/notesSlide" Target="/ppt/notesSlides/notesSlide26.xml" Id="R1705c308145547e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3bdb86215e943d0" /><Relationship Type="http://schemas.openxmlformats.org/officeDocument/2006/relationships/image" Target="/ppt/media/image6.png" Id="R273e18523e3c4a3a" /><Relationship Type="http://schemas.openxmlformats.org/officeDocument/2006/relationships/image" Target="/ppt/media/image6.svg" Id="R454b50021be441d9" /><Relationship Type="http://schemas.openxmlformats.org/officeDocument/2006/relationships/image" Target="/ppt/media/image7.png" Id="R87554501fbdd485a" /><Relationship Type="http://schemas.openxmlformats.org/officeDocument/2006/relationships/image" Target="/ppt/media/image7.svg" Id="Ra78075286200482d" /><Relationship Type="http://schemas.openxmlformats.org/officeDocument/2006/relationships/notesSlide" Target="/ppt/notesSlides/notesSlide27.xml" Id="R9457148ccb7649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6d9b616e89b4bdb" /><Relationship Type="http://schemas.openxmlformats.org/officeDocument/2006/relationships/notesSlide" Target="/ppt/notesSlides/notesSlide28.xml" Id="R3e812c826738408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d0284c572124cf6" /><Relationship Type="http://schemas.openxmlformats.org/officeDocument/2006/relationships/notesSlide" Target="/ppt/notesSlides/notesSlide29.xml" Id="R9bfda6df348344b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598e6fb42d64d44" /><Relationship Type="http://schemas.openxmlformats.org/officeDocument/2006/relationships/notesSlide" Target="/ppt/notesSlides/notesSlide30.xml" Id="R58c6ee53ff1c4d0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ef8f645c9ca4418" /><Relationship Type="http://schemas.openxmlformats.org/officeDocument/2006/relationships/notesSlide" Target="/ppt/notesSlides/notesSlide31.xml" Id="R0e9d074ecc60497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81b779f3bd54388" /><Relationship Type="http://schemas.openxmlformats.org/officeDocument/2006/relationships/notesSlide" Target="/ppt/notesSlides/notesSlide32.xml" Id="R32a745af52fb427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aebf0869551446e" /><Relationship Type="http://schemas.openxmlformats.org/officeDocument/2006/relationships/notesSlide" Target="/ppt/notesSlides/notesSlide33.xml" Id="R550b78b4415848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b392904564e44f2" /><Relationship Type="http://schemas.openxmlformats.org/officeDocument/2006/relationships/notesSlide" Target="/ppt/notesSlides/notesSlide34.xml" Id="R8f31bcaaf3794a0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7d7ff16b42f4779" /><Relationship Type="http://schemas.openxmlformats.org/officeDocument/2006/relationships/notesSlide" Target="/ppt/notesSlides/notesSlide35.xml" Id="Rb2e18367ba48432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0ec03f449944c67" /><Relationship Type="http://schemas.openxmlformats.org/officeDocument/2006/relationships/notesSlide" Target="/ppt/notesSlides/notesSlide36.xml" Id="R02ca839540cf49f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f76f1ac3a254ba2" /><Relationship Type="http://schemas.openxmlformats.org/officeDocument/2006/relationships/notesSlide" Target="/ppt/notesSlides/notesSlide37.xml" Id="Rc82a82211a0242f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74201c5275f41f9" /><Relationship Type="http://schemas.openxmlformats.org/officeDocument/2006/relationships/notesSlide" Target="/ppt/notesSlides/notesSlide38.xml" Id="R1d1de5d13d324f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6451d1225664327" /><Relationship Type="http://schemas.openxmlformats.org/officeDocument/2006/relationships/notesSlide" Target="/ppt/notesSlides/notesSlide39.xml" Id="R9b422796050c41f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0ddf4b644404bb7" /><Relationship Type="http://schemas.openxmlformats.org/officeDocument/2006/relationships/notesSlide" Target="/ppt/notesSlides/notesSlide40.xml" Id="R34417f7fc767435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087947e826e4122" /><Relationship Type="http://schemas.openxmlformats.org/officeDocument/2006/relationships/notesSlide" Target="/ppt/notesSlides/notesSlide41.xml" Id="Rf09a9de9cf46447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768cafd6cea472b" /><Relationship Type="http://schemas.openxmlformats.org/officeDocument/2006/relationships/notesSlide" Target="/ppt/notesSlides/notesSlide42.xml" Id="R3ee38710d75c451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0e6a4d578a04c8a" /><Relationship Type="http://schemas.openxmlformats.org/officeDocument/2006/relationships/notesSlide" Target="/ppt/notesSlides/notesSlide43.xml" Id="R49e5b1a41fed4b9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0d5e4708142491c" /><Relationship Type="http://schemas.openxmlformats.org/officeDocument/2006/relationships/notesSlide" Target="/ppt/notesSlides/notesSlide44.xml" Id="R1012893d911d471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22cdf9d8c354c6d" /><Relationship Type="http://schemas.openxmlformats.org/officeDocument/2006/relationships/notesSlide" Target="/ppt/notesSlides/notesSlide45.xml" Id="R25bedeb70e5b4b9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636e2d323fa4819" /><Relationship Type="http://schemas.openxmlformats.org/officeDocument/2006/relationships/image" Target="/ppt/media/image10.svg" Id="R7c4888ee36c14722" /><Relationship Type="http://schemas.openxmlformats.org/officeDocument/2006/relationships/image" Target="/ppt/media/image10.png" Id="R78080befcfa6408d" /><Relationship Type="http://schemas.openxmlformats.org/officeDocument/2006/relationships/notesSlide" Target="/ppt/notesSlides/notesSlide46.xml" Id="Rf5e87f7e4b51408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3d9e1c6ba084907" /><Relationship Type="http://schemas.openxmlformats.org/officeDocument/2006/relationships/notesSlide" Target="/ppt/notesSlides/notesSlide47.xml" Id="Rcc341347c3ee4ae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be8539951dc47e5" /><Relationship Type="http://schemas.openxmlformats.org/officeDocument/2006/relationships/notesSlide" Target="/ppt/notesSlides/notesSlide48.xml" Id="R6a0e281d6ef24b4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0f44515dccf42cc" /><Relationship Type="http://schemas.openxmlformats.org/officeDocument/2006/relationships/notesSlide" Target="/ppt/notesSlides/notesSlide49.xml" Id="Re559858a58db415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a3ee4cee89c4649" /><Relationship Type="http://schemas.openxmlformats.org/officeDocument/2006/relationships/notesSlide" Target="/ppt/notesSlides/notesSlide50.xml" Id="R08a3a48d6b90459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3ddfd269f984caa" /><Relationship Type="http://schemas.openxmlformats.org/officeDocument/2006/relationships/notesSlide" Target="/ppt/notesSlides/notesSlide51.xml" Id="Rb1a7a41bfbed45c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e3411dab52b435c" /><Relationship Type="http://schemas.openxmlformats.org/officeDocument/2006/relationships/notesSlide" Target="/ppt/notesSlides/notesSlide52.xml" Id="R36ee65754915494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2f0e19672e34e83" /><Relationship Type="http://schemas.openxmlformats.org/officeDocument/2006/relationships/notesSlide" Target="/ppt/notesSlides/notesSlide53.xml" Id="Rc363cacd7146400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4de998f77764f9e" /><Relationship Type="http://schemas.openxmlformats.org/officeDocument/2006/relationships/notesSlide" Target="/ppt/notesSlides/notesSlide54.xml" Id="R933b1101858649d5"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2-21</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22-26</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27-34</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35-38</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39-53</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993cfde6d75c4df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bb7e27b0d2924ac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33f44544e8a34f4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367bc7c6de1b4792">
            <a:extLst>
              <a:ext uri="{96DAC541-7B7A-43D3-8B79-37D633B846F1}">
                <asvg:svgBlip xmlns:asvg="http://schemas.microsoft.com/office/drawing/2016/SVG/main" r:embed="R5b1d742131c94a78"/>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0225d9c5a4d34cdc">
            <a:extLst>
              <a:ext uri="{96DAC541-7B7A-43D3-8B79-37D633B846F1}">
                <asvg:svgBlip xmlns:asvg="http://schemas.microsoft.com/office/drawing/2016/SVG/main" r:embed="Rf3505ea2727241c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edbbb058166d4cc0">
            <a:extLst>
              <a:ext uri="{96DAC541-7B7A-43D3-8B79-37D633B846F1}">
                <asvg:svgBlip xmlns:asvg="http://schemas.microsoft.com/office/drawing/2016/SVG/main" r:embed="Rb0a4252317ec4ca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001a2686d3204962"/>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7fc56128ab6c4bd5"/>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3cff8f8d474e42c8">
            <a:extLst>
              <a:ext uri="{96DAC541-7B7A-43D3-8B79-37D633B846F1}">
                <asvg:svgBlip xmlns:asvg="http://schemas.microsoft.com/office/drawing/2016/SVG/main" r:embed="Rbcd2361b5b9d482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66ad8b148d894c0f">
            <a:extLst>
              <a:ext uri="{96DAC541-7B7A-43D3-8B79-37D633B846F1}">
                <asvg:svgBlip xmlns:asvg="http://schemas.microsoft.com/office/drawing/2016/SVG/main" r:embed="Red463c28b6ef4da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5b0ae0b0da124e66">
            <a:extLst>
              <a:ext uri="{96DAC541-7B7A-43D3-8B79-37D633B846F1}">
                <asvg:svgBlip xmlns:asvg="http://schemas.microsoft.com/office/drawing/2016/SVG/main" r:embed="R51488ac98fed4ffc"/>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e0efcb565df349f1">
            <a:extLst>
              <a:ext uri="{96DAC541-7B7A-43D3-8B79-37D633B846F1}">
                <asvg:svgBlip xmlns:asvg="http://schemas.microsoft.com/office/drawing/2016/SVG/main" r:embed="R5ac9369bfc7a42c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d675c8745eb1488f"/>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d675c8745eb1488f">
            <a:extLst>
              <a:ext uri="{96DAC541-7B7A-43D3-8B79-37D633B846F1}">
                <asvg:svgBlip xmlns:asvg="http://schemas.microsoft.com/office/drawing/2016/SVG/main" r:embed="Rf95e2f317fbc409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64c51ef92d3a400a">
            <a:extLst>
              <a:ext uri="{96DAC541-7B7A-43D3-8B79-37D633B846F1}">
                <asvg:svgBlip xmlns:asvg="http://schemas.microsoft.com/office/drawing/2016/SVG/main" r:embed="R5cbd2cac214e428f"/>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7573"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74"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75"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76"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77"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78"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79"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0"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1"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2"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3"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4"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5"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6"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7"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8"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89"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0"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1"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2"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3"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4"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5"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6"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7"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8"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599"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0"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1"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2"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3"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4"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5"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6"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7"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8"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09"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0"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1"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2"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3"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4"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5"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6"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7"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8"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19"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20"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21"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622"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a74c297aea544172"/>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273e18523e3c4a3a">
            <a:extLst>
              <a:ext uri="{96DAC541-7B7A-43D3-8B79-37D633B846F1}">
                <asvg:svgBlip xmlns:asvg="http://schemas.microsoft.com/office/drawing/2016/SVG/main" r:embed="R454b50021be441d9"/>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87554501fbdd485a">
            <a:extLst>
              <a:ext uri="{96DAC541-7B7A-43D3-8B79-37D633B846F1}">
                <asvg:svgBlip xmlns:asvg="http://schemas.microsoft.com/office/drawing/2016/SVG/main" r:embed="Ra78075286200482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984515109"/>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71783635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2029365712"/>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90315218"/>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176073685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1533082640"/>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1312299002"/>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2065765339"/>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45862281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58415269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1139751437"/>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117135787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806896858"/>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45776099"/>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37256966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1444992567"/>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489948602"/>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78080befcfa6408d">
            <a:extLst>
              <a:ext uri="{96DAC541-7B7A-43D3-8B79-37D633B846F1}">
                <asvg:svgBlip xmlns:asvg="http://schemas.microsoft.com/office/drawing/2016/SVG/main" r:embed="R7c4888ee36c1472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81373567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884948398"/>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686667865"/>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1017838657"/>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389812742"/>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71563264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209328064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2026-07-27T03:16:17.4490000Z</dcterms:created>
  <dcterms:modified xsi:type="dcterms:W3CDTF">2026-07-27T03:16:17.4490000Z</dcterms:modified>
</coreProperties>
</file>