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bin" ContentType="image/webp"/>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Override PartName="/ppt/slides/slide55.xml" ContentType="application/vnd.openxmlformats-officedocument.presentationml.slide+xml"/>
  <Override PartName="/ppt/notesSlides/notesSlide55.xml" ContentType="application/vnd.openxmlformats-officedocument.presentationml.notesSlide+xml"/>
  <Override PartName="/ppt/slides/slide56.xml" ContentType="application/vnd.openxmlformats-officedocument.presentationml.slide+xml"/>
  <Override PartName="/ppt/notesSlides/notesSlide56.xml" ContentType="application/vnd.openxmlformats-officedocument.presentationml.notesSlide+xml"/>
  <Override PartName="/ppt/slides/slide57.xml" ContentType="application/vnd.openxmlformats-officedocument.presentationml.slide+xml"/>
  <Override PartName="/ppt/notesSlides/notesSlide57.xml" ContentType="application/vnd.openxmlformats-officedocument.presentationml.notesSlide+xml"/>
  <Override PartName="/ppt/slides/slide58.xml" ContentType="application/vnd.openxmlformats-officedocument.presentationml.slide+xml"/>
  <Override PartName="/ppt/notesSlides/notesSlide58.xml" ContentType="application/vnd.openxmlformats-officedocument.presentationml.notesSlide+xml"/>
  <Override PartName="/ppt/slides/slide59.xml" ContentType="application/vnd.openxmlformats-officedocument.presentationml.slide+xml"/>
  <Override PartName="/ppt/notesSlides/notesSlide59.xml" ContentType="application/vnd.openxmlformats-officedocument.presentationml.notesSlide+xml"/>
  <Override PartName="/ppt/slides/slide60.xml" ContentType="application/vnd.openxmlformats-officedocument.presentationml.slide+xml"/>
  <Override PartName="/ppt/notesSlides/notesSlide60.xml" ContentType="application/vnd.openxmlformats-officedocument.presentationml.notesSlide+xml"/>
  <Override PartName="/ppt/slides/slide61.xml" ContentType="application/vnd.openxmlformats-officedocument.presentationml.slide+xml"/>
  <Override PartName="/ppt/notesSlides/notesSlide61.xml" ContentType="application/vnd.openxmlformats-officedocument.presentationml.notesSlide+xml"/>
  <Override PartName="/ppt/slides/slide62.xml" ContentType="application/vnd.openxmlformats-officedocument.presentationml.slide+xml"/>
  <Override PartName="/ppt/notesSlides/notesSlide62.xml" ContentType="application/vnd.openxmlformats-officedocument.presentationml.notesSlide+xml"/>
  <Override PartName="/ppt/slides/slide63.xml" ContentType="application/vnd.openxmlformats-officedocument.presentationml.slide+xml"/>
  <Override PartName="/ppt/notesSlides/notesSlide63.xml" ContentType="application/vnd.openxmlformats-officedocument.presentationml.notesSlide+xml"/>
  <Override PartName="/ppt/slides/slide64.xml" ContentType="application/vnd.openxmlformats-officedocument.presentationml.slide+xml"/>
  <Override PartName="/ppt/notesSlides/notesSlide64.xml" ContentType="application/vnd.openxmlformats-officedocument.presentationml.notesSlide+xml"/>
  <Override PartName="/ppt/slides/slide65.xml" ContentType="application/vnd.openxmlformats-officedocument.presentationml.slide+xml"/>
  <Override PartName="/ppt/notesSlides/notesSlide65.xml" ContentType="application/vnd.openxmlformats-officedocument.presentationml.notesSlide+xml"/>
  <Override PartName="/ppt/slides/slide66.xml" ContentType="application/vnd.openxmlformats-officedocument.presentationml.slide+xml"/>
  <Override PartName="/ppt/notesSlides/notesSlide66.xml" ContentType="application/vnd.openxmlformats-officedocument.presentationml.notesSlide+xml"/>
  <Override PartName="/ppt/slides/slide67.xml" ContentType="application/vnd.openxmlformats-officedocument.presentationml.slide+xml"/>
  <Override PartName="/ppt/notesSlides/notesSlide67.xml" ContentType="application/vnd.openxmlformats-officedocument.presentationml.notesSlide+xml"/>
  <Override PartName="/ppt/slides/slide68.xml" ContentType="application/vnd.openxmlformats-officedocument.presentationml.slide+xml"/>
  <Override PartName="/ppt/notesSlides/notesSlide68.xml" ContentType="application/vnd.openxmlformats-officedocument.presentationml.notesSlide+xml"/>
  <Override PartName="/ppt/slides/slide69.xml" ContentType="application/vnd.openxmlformats-officedocument.presentationml.slide+xml"/>
  <Override PartName="/ppt/notesSlides/notesSlide69.xml" ContentType="application/vnd.openxmlformats-officedocument.presentationml.notesSlide+xml"/>
  <Override PartName="/ppt/slides/slide70.xml" ContentType="application/vnd.openxmlformats-officedocument.presentationml.slide+xml"/>
  <Override PartName="/ppt/notesSlides/notesSlide70.xml" ContentType="application/vnd.openxmlformats-officedocument.presentationml.notesSlide+xml"/>
  <Override PartName="/ppt/slides/slide71.xml" ContentType="application/vnd.openxmlformats-officedocument.presentationml.slide+xml"/>
  <Override PartName="/ppt/notesSlides/notesSlide7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38d5d635f2fe42a3" /><Relationship Type="http://schemas.openxmlformats.org/officeDocument/2006/relationships/extended-properties" Target="/docProps/app.xml" Id="R0f92a5f1fadc42f6" /><Relationship Type="http://schemas.openxmlformats.org/officeDocument/2006/relationships/officeDocument" Target="/ppt/presentation.xml" Id="R2c69dbde41a64292" /></Relationships>
</file>

<file path=ppt/presentation.xml><?xml version="1.0" encoding="utf-8"?>
<p:presentation xmlns:p="http://schemas.openxmlformats.org/presentationml/2006/main">
  <p:sldMasterIdLst>
    <p:sldMasterId xmlns:r="http://schemas.openxmlformats.org/officeDocument/2006/relationships" id="2147483648" r:id="R463009e989244015"/>
  </p:sldMasterIdLst>
  <p:notesMasterIdLst>
    <p:notesMasterId xmlns:r="http://schemas.openxmlformats.org/officeDocument/2006/relationships" r:id="R17b40134b1454d8f"/>
  </p:notesMasterIdLst>
  <p:sldIdLst>
    <p:sldId xmlns:r="http://schemas.openxmlformats.org/officeDocument/2006/relationships" id="256" r:id="R30e0611535c14fc7"/>
    <p:sldId xmlns:r="http://schemas.openxmlformats.org/officeDocument/2006/relationships" id="257" r:id="Red781f1c8c034985"/>
    <p:sldId xmlns:r="http://schemas.openxmlformats.org/officeDocument/2006/relationships" id="258" r:id="R92e8758d2ee04a7b"/>
    <p:sldId xmlns:r="http://schemas.openxmlformats.org/officeDocument/2006/relationships" id="259" r:id="R3a8df9cf143b498b"/>
    <p:sldId xmlns:r="http://schemas.openxmlformats.org/officeDocument/2006/relationships" id="260" r:id="Ref388cabb6734074"/>
    <p:sldId xmlns:r="http://schemas.openxmlformats.org/officeDocument/2006/relationships" id="261" r:id="R4c1be0c5672a47e8"/>
    <p:sldId xmlns:r="http://schemas.openxmlformats.org/officeDocument/2006/relationships" id="262" r:id="R7f1459b90ea44beb"/>
    <p:sldId xmlns:r="http://schemas.openxmlformats.org/officeDocument/2006/relationships" id="263" r:id="Rffd32ed1986947a8"/>
    <p:sldId xmlns:r="http://schemas.openxmlformats.org/officeDocument/2006/relationships" id="264" r:id="Rdc7ed8ee15a144da"/>
    <p:sldId xmlns:r="http://schemas.openxmlformats.org/officeDocument/2006/relationships" id="265" r:id="R5af42ef4094b42d5"/>
    <p:sldId xmlns:r="http://schemas.openxmlformats.org/officeDocument/2006/relationships" id="266" r:id="R3db0386d60c343e8"/>
    <p:sldId xmlns:r="http://schemas.openxmlformats.org/officeDocument/2006/relationships" id="267" r:id="Rbb4685c8c9b44ce5"/>
    <p:sldId xmlns:r="http://schemas.openxmlformats.org/officeDocument/2006/relationships" id="268" r:id="R53d97662a73047f2"/>
    <p:sldId xmlns:r="http://schemas.openxmlformats.org/officeDocument/2006/relationships" id="269" r:id="Raf3075ac5d2f4d6e"/>
    <p:sldId xmlns:r="http://schemas.openxmlformats.org/officeDocument/2006/relationships" id="270" r:id="R1235ba5d07fd419f"/>
    <p:sldId xmlns:r="http://schemas.openxmlformats.org/officeDocument/2006/relationships" id="271" r:id="R03b7b759b11841ec"/>
    <p:sldId xmlns:r="http://schemas.openxmlformats.org/officeDocument/2006/relationships" id="272" r:id="Re9f5480ea1ea46f8"/>
    <p:sldId xmlns:r="http://schemas.openxmlformats.org/officeDocument/2006/relationships" id="273" r:id="R5aec842e83fb4e73"/>
    <p:sldId xmlns:r="http://schemas.openxmlformats.org/officeDocument/2006/relationships" id="274" r:id="R643d7b967dde4786"/>
    <p:sldId xmlns:r="http://schemas.openxmlformats.org/officeDocument/2006/relationships" id="275" r:id="R7d1870cf70f94cb5"/>
    <p:sldId xmlns:r="http://schemas.openxmlformats.org/officeDocument/2006/relationships" id="276" r:id="R55bb3006a19f4b20"/>
    <p:sldId xmlns:r="http://schemas.openxmlformats.org/officeDocument/2006/relationships" id="277" r:id="R4330d96a9a174342"/>
    <p:sldId xmlns:r="http://schemas.openxmlformats.org/officeDocument/2006/relationships" id="278" r:id="Raea76374c8484164"/>
    <p:sldId xmlns:r="http://schemas.openxmlformats.org/officeDocument/2006/relationships" id="279" r:id="Rcaaa2972f99a4e93"/>
    <p:sldId xmlns:r="http://schemas.openxmlformats.org/officeDocument/2006/relationships" id="280" r:id="R746300ec9e4c478b"/>
    <p:sldId xmlns:r="http://schemas.openxmlformats.org/officeDocument/2006/relationships" id="281" r:id="R880dd7799f814d31"/>
    <p:sldId xmlns:r="http://schemas.openxmlformats.org/officeDocument/2006/relationships" id="282" r:id="R57d1adfe244e4271"/>
    <p:sldId xmlns:r="http://schemas.openxmlformats.org/officeDocument/2006/relationships" id="283" r:id="Rf1efadd247304324"/>
    <p:sldId xmlns:r="http://schemas.openxmlformats.org/officeDocument/2006/relationships" id="284" r:id="Rb8f72133721d47d7"/>
    <p:sldId xmlns:r="http://schemas.openxmlformats.org/officeDocument/2006/relationships" id="285" r:id="R32176601676740a9"/>
    <p:sldId xmlns:r="http://schemas.openxmlformats.org/officeDocument/2006/relationships" id="286" r:id="Re54b62fa7e854c73"/>
    <p:sldId xmlns:r="http://schemas.openxmlformats.org/officeDocument/2006/relationships" id="287" r:id="R2ffedbfe64334bc4"/>
    <p:sldId xmlns:r="http://schemas.openxmlformats.org/officeDocument/2006/relationships" id="288" r:id="R04af5d8d5af046a7"/>
    <p:sldId xmlns:r="http://schemas.openxmlformats.org/officeDocument/2006/relationships" id="289" r:id="R6edf091f1f9f4b4a"/>
    <p:sldId xmlns:r="http://schemas.openxmlformats.org/officeDocument/2006/relationships" id="290" r:id="R4c15367da6734f41"/>
    <p:sldId xmlns:r="http://schemas.openxmlformats.org/officeDocument/2006/relationships" id="291" r:id="R6f0a6cd0b39a4299"/>
    <p:sldId xmlns:r="http://schemas.openxmlformats.org/officeDocument/2006/relationships" id="292" r:id="R5a7299558b0b4525"/>
    <p:sldId xmlns:r="http://schemas.openxmlformats.org/officeDocument/2006/relationships" id="293" r:id="Rc60c074be12c474a"/>
    <p:sldId xmlns:r="http://schemas.openxmlformats.org/officeDocument/2006/relationships" id="294" r:id="R34bfa09969544564"/>
    <p:sldId xmlns:r="http://schemas.openxmlformats.org/officeDocument/2006/relationships" id="295" r:id="Re125df82ceb6455f"/>
    <p:sldId xmlns:r="http://schemas.openxmlformats.org/officeDocument/2006/relationships" id="296" r:id="Rbe21f33038e046f7"/>
    <p:sldId xmlns:r="http://schemas.openxmlformats.org/officeDocument/2006/relationships" id="297" r:id="Rc0b60f89f1be4ba2"/>
    <p:sldId xmlns:r="http://schemas.openxmlformats.org/officeDocument/2006/relationships" id="298" r:id="Ra4e848ee7d3c4fc2"/>
    <p:sldId xmlns:r="http://schemas.openxmlformats.org/officeDocument/2006/relationships" id="299" r:id="R12c50c5af6ad4942"/>
    <p:sldId xmlns:r="http://schemas.openxmlformats.org/officeDocument/2006/relationships" id="300" r:id="Rdb4596ccd7e94078"/>
    <p:sldId xmlns:r="http://schemas.openxmlformats.org/officeDocument/2006/relationships" id="301" r:id="Rff94f15649184786"/>
    <p:sldId xmlns:r="http://schemas.openxmlformats.org/officeDocument/2006/relationships" id="302" r:id="Rab493fa95f0848d8"/>
    <p:sldId xmlns:r="http://schemas.openxmlformats.org/officeDocument/2006/relationships" id="303" r:id="R69efc44c91664957"/>
    <p:sldId xmlns:r="http://schemas.openxmlformats.org/officeDocument/2006/relationships" id="304" r:id="R1b10a6c049da4cec"/>
    <p:sldId xmlns:r="http://schemas.openxmlformats.org/officeDocument/2006/relationships" id="305" r:id="Rc1b7735f788e4722"/>
    <p:sldId xmlns:r="http://schemas.openxmlformats.org/officeDocument/2006/relationships" id="306" r:id="R74c144efa250457f"/>
    <p:sldId xmlns:r="http://schemas.openxmlformats.org/officeDocument/2006/relationships" id="307" r:id="R7d2adde369a34d6b"/>
    <p:sldId xmlns:r="http://schemas.openxmlformats.org/officeDocument/2006/relationships" id="308" r:id="R416b76cc31ca4a5b"/>
    <p:sldId xmlns:r="http://schemas.openxmlformats.org/officeDocument/2006/relationships" id="309" r:id="R5a9a5d0ab1374680"/>
    <p:sldId xmlns:r="http://schemas.openxmlformats.org/officeDocument/2006/relationships" id="310" r:id="Rc7e413a247024b2a"/>
    <p:sldId xmlns:r="http://schemas.openxmlformats.org/officeDocument/2006/relationships" id="311" r:id="R0729cbcf252148e1"/>
    <p:sldId xmlns:r="http://schemas.openxmlformats.org/officeDocument/2006/relationships" id="312" r:id="Rb35f405b29da4978"/>
    <p:sldId xmlns:r="http://schemas.openxmlformats.org/officeDocument/2006/relationships" id="313" r:id="Rf77e2a72d3fd40c2"/>
    <p:sldId xmlns:r="http://schemas.openxmlformats.org/officeDocument/2006/relationships" id="314" r:id="R5cdcabfc80bd4a1b"/>
    <p:sldId xmlns:r="http://schemas.openxmlformats.org/officeDocument/2006/relationships" id="315" r:id="R9b12f8b59f374477"/>
    <p:sldId xmlns:r="http://schemas.openxmlformats.org/officeDocument/2006/relationships" id="316" r:id="R9db5d881fa154a73"/>
    <p:sldId xmlns:r="http://schemas.openxmlformats.org/officeDocument/2006/relationships" id="317" r:id="R4f93df367e00491c"/>
    <p:sldId xmlns:r="http://schemas.openxmlformats.org/officeDocument/2006/relationships" id="318" r:id="Rf8a0d1eb588e4de8"/>
    <p:sldId xmlns:r="http://schemas.openxmlformats.org/officeDocument/2006/relationships" id="319" r:id="Rb0eb4739fb0142bf"/>
    <p:sldId xmlns:r="http://schemas.openxmlformats.org/officeDocument/2006/relationships" id="320" r:id="R73b44beca5f04772"/>
    <p:sldId xmlns:r="http://schemas.openxmlformats.org/officeDocument/2006/relationships" id="321" r:id="R4e97efc53f2c4d0f"/>
    <p:sldId xmlns:r="http://schemas.openxmlformats.org/officeDocument/2006/relationships" id="322" r:id="R8b2b1723c1d5484c"/>
    <p:sldId xmlns:r="http://schemas.openxmlformats.org/officeDocument/2006/relationships" id="323" r:id="R36648ef58c3c4dbc"/>
    <p:sldId xmlns:r="http://schemas.openxmlformats.org/officeDocument/2006/relationships" id="324" r:id="R14fde978d3f84ce6"/>
    <p:sldId xmlns:r="http://schemas.openxmlformats.org/officeDocument/2006/relationships" id="325" r:id="R77ccf0c86aab4705"/>
    <p:sldId xmlns:r="http://schemas.openxmlformats.org/officeDocument/2006/relationships" id="326" r:id="R4b7233bad9584dff"/>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806093ac511241dc" /><Relationship Type="http://schemas.openxmlformats.org/officeDocument/2006/relationships/slideMaster" Target="/ppt/slideMasters/slideMaster1.xml" Id="R463009e989244015" /><Relationship Type="http://schemas.openxmlformats.org/officeDocument/2006/relationships/notesMaster" Target="/ppt/notesMasters/notesMaster1.xml" Id="R17b40134b1454d8f" /><Relationship Type="http://schemas.openxmlformats.org/officeDocument/2006/relationships/presProps" Target="/ppt/presProps.xml" Id="R87cc4b4b638f44a7" /><Relationship Type="http://schemas.openxmlformats.org/officeDocument/2006/relationships/viewProps" Target="/ppt/viewProps.xml" Id="R78554817410942c8" /><Relationship Type="http://schemas.openxmlformats.org/officeDocument/2006/relationships/tableStyles" Target="/ppt/tableStyles.xml" Id="R5784e2f590cb4a8e" /><Relationship Type="http://schemas.openxmlformats.org/officeDocument/2006/relationships/slide" Target="/ppt/slides/slide1.xml" Id="R30e0611535c14fc7" /><Relationship Type="http://schemas.openxmlformats.org/officeDocument/2006/relationships/slide" Target="/ppt/slides/slide2.xml" Id="Red781f1c8c034985" /><Relationship Type="http://schemas.openxmlformats.org/officeDocument/2006/relationships/slide" Target="/ppt/slides/slide3.xml" Id="R92e8758d2ee04a7b" /><Relationship Type="http://schemas.openxmlformats.org/officeDocument/2006/relationships/slide" Target="/ppt/slides/slide4.xml" Id="R3a8df9cf143b498b" /><Relationship Type="http://schemas.openxmlformats.org/officeDocument/2006/relationships/slide" Target="/ppt/slides/slide5.xml" Id="Ref388cabb6734074" /><Relationship Type="http://schemas.openxmlformats.org/officeDocument/2006/relationships/slide" Target="/ppt/slides/slide6.xml" Id="R4c1be0c5672a47e8" /><Relationship Type="http://schemas.openxmlformats.org/officeDocument/2006/relationships/slide" Target="/ppt/slides/slide7.xml" Id="R7f1459b90ea44beb" /><Relationship Type="http://schemas.openxmlformats.org/officeDocument/2006/relationships/slide" Target="/ppt/slides/slide8.xml" Id="Rffd32ed1986947a8" /><Relationship Type="http://schemas.openxmlformats.org/officeDocument/2006/relationships/slide" Target="/ppt/slides/slide9.xml" Id="Rdc7ed8ee15a144da" /><Relationship Type="http://schemas.openxmlformats.org/officeDocument/2006/relationships/slide" Target="/ppt/slides/slide10.xml" Id="R5af42ef4094b42d5" /><Relationship Type="http://schemas.openxmlformats.org/officeDocument/2006/relationships/slide" Target="/ppt/slides/slide11.xml" Id="R3db0386d60c343e8" /><Relationship Type="http://schemas.openxmlformats.org/officeDocument/2006/relationships/slide" Target="/ppt/slides/slide12.xml" Id="Rbb4685c8c9b44ce5" /><Relationship Type="http://schemas.openxmlformats.org/officeDocument/2006/relationships/slide" Target="/ppt/slides/slide13.xml" Id="R53d97662a73047f2" /><Relationship Type="http://schemas.openxmlformats.org/officeDocument/2006/relationships/slide" Target="/ppt/slides/slide14.xml" Id="Raf3075ac5d2f4d6e" /><Relationship Type="http://schemas.openxmlformats.org/officeDocument/2006/relationships/slide" Target="/ppt/slides/slide15.xml" Id="R1235ba5d07fd419f" /><Relationship Type="http://schemas.openxmlformats.org/officeDocument/2006/relationships/slide" Target="/ppt/slides/slide16.xml" Id="R03b7b759b11841ec" /><Relationship Type="http://schemas.openxmlformats.org/officeDocument/2006/relationships/slide" Target="/ppt/slides/slide17.xml" Id="Re9f5480ea1ea46f8" /><Relationship Type="http://schemas.openxmlformats.org/officeDocument/2006/relationships/slide" Target="/ppt/slides/slide18.xml" Id="R5aec842e83fb4e73" /><Relationship Type="http://schemas.openxmlformats.org/officeDocument/2006/relationships/slide" Target="/ppt/slides/slide19.xml" Id="R643d7b967dde4786" /><Relationship Type="http://schemas.openxmlformats.org/officeDocument/2006/relationships/slide" Target="/ppt/slides/slide20.xml" Id="R7d1870cf70f94cb5" /><Relationship Type="http://schemas.openxmlformats.org/officeDocument/2006/relationships/slide" Target="/ppt/slides/slide21.xml" Id="R55bb3006a19f4b20" /><Relationship Type="http://schemas.openxmlformats.org/officeDocument/2006/relationships/slide" Target="/ppt/slides/slide22.xml" Id="R4330d96a9a174342" /><Relationship Type="http://schemas.openxmlformats.org/officeDocument/2006/relationships/slide" Target="/ppt/slides/slide23.xml" Id="Raea76374c8484164" /><Relationship Type="http://schemas.openxmlformats.org/officeDocument/2006/relationships/slide" Target="/ppt/slides/slide24.xml" Id="Rcaaa2972f99a4e93" /><Relationship Type="http://schemas.openxmlformats.org/officeDocument/2006/relationships/slide" Target="/ppt/slides/slide25.xml" Id="R746300ec9e4c478b" /><Relationship Type="http://schemas.openxmlformats.org/officeDocument/2006/relationships/slide" Target="/ppt/slides/slide26.xml" Id="R880dd7799f814d31" /><Relationship Type="http://schemas.openxmlformats.org/officeDocument/2006/relationships/slide" Target="/ppt/slides/slide27.xml" Id="R57d1adfe244e4271" /><Relationship Type="http://schemas.openxmlformats.org/officeDocument/2006/relationships/slide" Target="/ppt/slides/slide28.xml" Id="Rf1efadd247304324" /><Relationship Type="http://schemas.openxmlformats.org/officeDocument/2006/relationships/slide" Target="/ppt/slides/slide29.xml" Id="Rb8f72133721d47d7" /><Relationship Type="http://schemas.openxmlformats.org/officeDocument/2006/relationships/slide" Target="/ppt/slides/slide30.xml" Id="R32176601676740a9" /><Relationship Type="http://schemas.openxmlformats.org/officeDocument/2006/relationships/slide" Target="/ppt/slides/slide31.xml" Id="Re54b62fa7e854c73" /><Relationship Type="http://schemas.openxmlformats.org/officeDocument/2006/relationships/slide" Target="/ppt/slides/slide32.xml" Id="R2ffedbfe64334bc4" /><Relationship Type="http://schemas.openxmlformats.org/officeDocument/2006/relationships/slide" Target="/ppt/slides/slide33.xml" Id="R04af5d8d5af046a7" /><Relationship Type="http://schemas.openxmlformats.org/officeDocument/2006/relationships/slide" Target="/ppt/slides/slide34.xml" Id="R6edf091f1f9f4b4a" /><Relationship Type="http://schemas.openxmlformats.org/officeDocument/2006/relationships/slide" Target="/ppt/slides/slide35.xml" Id="R4c15367da6734f41" /><Relationship Type="http://schemas.openxmlformats.org/officeDocument/2006/relationships/slide" Target="/ppt/slides/slide36.xml" Id="R6f0a6cd0b39a4299" /><Relationship Type="http://schemas.openxmlformats.org/officeDocument/2006/relationships/slide" Target="/ppt/slides/slide37.xml" Id="R5a7299558b0b4525" /><Relationship Type="http://schemas.openxmlformats.org/officeDocument/2006/relationships/slide" Target="/ppt/slides/slide38.xml" Id="Rc60c074be12c474a" /><Relationship Type="http://schemas.openxmlformats.org/officeDocument/2006/relationships/slide" Target="/ppt/slides/slide39.xml" Id="R34bfa09969544564" /><Relationship Type="http://schemas.openxmlformats.org/officeDocument/2006/relationships/slide" Target="/ppt/slides/slide40.xml" Id="Re125df82ceb6455f" /><Relationship Type="http://schemas.openxmlformats.org/officeDocument/2006/relationships/slide" Target="/ppt/slides/slide41.xml" Id="Rbe21f33038e046f7" /><Relationship Type="http://schemas.openxmlformats.org/officeDocument/2006/relationships/slide" Target="/ppt/slides/slide42.xml" Id="Rc0b60f89f1be4ba2" /><Relationship Type="http://schemas.openxmlformats.org/officeDocument/2006/relationships/slide" Target="/ppt/slides/slide43.xml" Id="Ra4e848ee7d3c4fc2" /><Relationship Type="http://schemas.openxmlformats.org/officeDocument/2006/relationships/slide" Target="/ppt/slides/slide44.xml" Id="R12c50c5af6ad4942" /><Relationship Type="http://schemas.openxmlformats.org/officeDocument/2006/relationships/slide" Target="/ppt/slides/slide45.xml" Id="Rdb4596ccd7e94078" /><Relationship Type="http://schemas.openxmlformats.org/officeDocument/2006/relationships/slide" Target="/ppt/slides/slide46.xml" Id="Rff94f15649184786" /><Relationship Type="http://schemas.openxmlformats.org/officeDocument/2006/relationships/slide" Target="/ppt/slides/slide47.xml" Id="Rab493fa95f0848d8" /><Relationship Type="http://schemas.openxmlformats.org/officeDocument/2006/relationships/slide" Target="/ppt/slides/slide48.xml" Id="R69efc44c91664957" /><Relationship Type="http://schemas.openxmlformats.org/officeDocument/2006/relationships/slide" Target="/ppt/slides/slide49.xml" Id="R1b10a6c049da4cec" /><Relationship Type="http://schemas.openxmlformats.org/officeDocument/2006/relationships/slide" Target="/ppt/slides/slide50.xml" Id="Rc1b7735f788e4722" /><Relationship Type="http://schemas.openxmlformats.org/officeDocument/2006/relationships/slide" Target="/ppt/slides/slide51.xml" Id="R74c144efa250457f" /><Relationship Type="http://schemas.openxmlformats.org/officeDocument/2006/relationships/slide" Target="/ppt/slides/slide52.xml" Id="R7d2adde369a34d6b" /><Relationship Type="http://schemas.openxmlformats.org/officeDocument/2006/relationships/slide" Target="/ppt/slides/slide53.xml" Id="R416b76cc31ca4a5b" /><Relationship Type="http://schemas.openxmlformats.org/officeDocument/2006/relationships/slide" Target="/ppt/slides/slide54.xml" Id="R5a9a5d0ab1374680" /><Relationship Type="http://schemas.openxmlformats.org/officeDocument/2006/relationships/slide" Target="/ppt/slides/slide55.xml" Id="Rc7e413a247024b2a" /><Relationship Type="http://schemas.openxmlformats.org/officeDocument/2006/relationships/slide" Target="/ppt/slides/slide56.xml" Id="R0729cbcf252148e1" /><Relationship Type="http://schemas.openxmlformats.org/officeDocument/2006/relationships/slide" Target="/ppt/slides/slide57.xml" Id="Rb35f405b29da4978" /><Relationship Type="http://schemas.openxmlformats.org/officeDocument/2006/relationships/slide" Target="/ppt/slides/slide58.xml" Id="Rf77e2a72d3fd40c2" /><Relationship Type="http://schemas.openxmlformats.org/officeDocument/2006/relationships/slide" Target="/ppt/slides/slide59.xml" Id="R5cdcabfc80bd4a1b" /><Relationship Type="http://schemas.openxmlformats.org/officeDocument/2006/relationships/slide" Target="/ppt/slides/slide60.xml" Id="R9b12f8b59f374477" /><Relationship Type="http://schemas.openxmlformats.org/officeDocument/2006/relationships/slide" Target="/ppt/slides/slide61.xml" Id="R9db5d881fa154a73" /><Relationship Type="http://schemas.openxmlformats.org/officeDocument/2006/relationships/slide" Target="/ppt/slides/slide62.xml" Id="R4f93df367e00491c" /><Relationship Type="http://schemas.openxmlformats.org/officeDocument/2006/relationships/slide" Target="/ppt/slides/slide63.xml" Id="Rf8a0d1eb588e4de8" /><Relationship Type="http://schemas.openxmlformats.org/officeDocument/2006/relationships/slide" Target="/ppt/slides/slide64.xml" Id="Rb0eb4739fb0142bf" /><Relationship Type="http://schemas.openxmlformats.org/officeDocument/2006/relationships/slide" Target="/ppt/slides/slide65.xml" Id="R73b44beca5f04772" /><Relationship Type="http://schemas.openxmlformats.org/officeDocument/2006/relationships/slide" Target="/ppt/slides/slide66.xml" Id="R4e97efc53f2c4d0f" /><Relationship Type="http://schemas.openxmlformats.org/officeDocument/2006/relationships/slide" Target="/ppt/slides/slide67.xml" Id="R8b2b1723c1d5484c" /><Relationship Type="http://schemas.openxmlformats.org/officeDocument/2006/relationships/slide" Target="/ppt/slides/slide68.xml" Id="R36648ef58c3c4dbc" /><Relationship Type="http://schemas.openxmlformats.org/officeDocument/2006/relationships/slide" Target="/ppt/slides/slide69.xml" Id="R14fde978d3f84ce6" /><Relationship Type="http://schemas.openxmlformats.org/officeDocument/2006/relationships/slide" Target="/ppt/slides/slide70.xml" Id="R77ccf0c86aab4705" /><Relationship Type="http://schemas.openxmlformats.org/officeDocument/2006/relationships/slide" Target="/ppt/slides/slide71.xml" Id="R4b7233bad9584dff"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e80ff741f684cd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ed2f30a93da4456c" /><Relationship Type="http://schemas.openxmlformats.org/officeDocument/2006/relationships/notesMaster" Target="/ppt/notesMasters/notesMaster1.xml" Id="R284399b4bd1641c4"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c1ed6c39f54917" /><Relationship Type="http://schemas.openxmlformats.org/officeDocument/2006/relationships/notesMaster" Target="/ppt/notesMasters/notesMaster1.xml" Id="R378a4f9877a84227" /></Relationships>
</file>

<file path=ppt/notesSlides/_rels/notesSlide3.xml.rels>&#65279;<?xml version="1.0" encoding="utf-8"?><Relationships xmlns="http://schemas.openxmlformats.org/package/2006/relationships"><Relationship Type="http://schemas.openxmlformats.org/officeDocument/2006/relationships/slide" Target="/ppt/slides/slide3.xml" Id="R816461ad6c214c1c" /><Relationship Type="http://schemas.openxmlformats.org/officeDocument/2006/relationships/notesMaster" Target="/ppt/notesMasters/notesMaster1.xml" Id="R370a5695eee14e2e" /></Relationships>
</file>

<file path=ppt/notesSlides/_rels/notesSlide4.xml.rels>&#65279;<?xml version="1.0" encoding="utf-8"?><Relationships xmlns="http://schemas.openxmlformats.org/package/2006/relationships"><Relationship Type="http://schemas.openxmlformats.org/officeDocument/2006/relationships/slide" Target="/ppt/slides/slide4.xml" Id="Rd8ca8cf670434cc0" /><Relationship Type="http://schemas.openxmlformats.org/officeDocument/2006/relationships/notesMaster" Target="/ppt/notesMasters/notesMaster1.xml" Id="R95a925c6381b4546" /></Relationships>
</file>

<file path=ppt/notesSlides/_rels/notesSlide5.xml.rels>&#65279;<?xml version="1.0" encoding="utf-8"?><Relationships xmlns="http://schemas.openxmlformats.org/package/2006/relationships"><Relationship Type="http://schemas.openxmlformats.org/officeDocument/2006/relationships/slide" Target="/ppt/slides/slide5.xml" Id="R5ff900f2ed974a44" /><Relationship Type="http://schemas.openxmlformats.org/officeDocument/2006/relationships/notesMaster" Target="/ppt/notesMasters/notesMaster1.xml" Id="R1b87bad9c0a84cb9" /></Relationships>
</file>

<file path=ppt/notesSlides/_rels/notesSlide6.xml.rels>&#65279;<?xml version="1.0" encoding="utf-8"?><Relationships xmlns="http://schemas.openxmlformats.org/package/2006/relationships"><Relationship Type="http://schemas.openxmlformats.org/officeDocument/2006/relationships/slide" Target="/ppt/slides/slide6.xml" Id="Rc5d7ebbe28574a9a" /><Relationship Type="http://schemas.openxmlformats.org/officeDocument/2006/relationships/notesMaster" Target="/ppt/notesMasters/notesMaster1.xml" Id="Rc7d907b7405b4a3b" /></Relationships>
</file>

<file path=ppt/notesSlides/_rels/notesSlide7.xml.rels>&#65279;<?xml version="1.0" encoding="utf-8"?><Relationships xmlns="http://schemas.openxmlformats.org/package/2006/relationships"><Relationship Type="http://schemas.openxmlformats.org/officeDocument/2006/relationships/slide" Target="/ppt/slides/slide7.xml" Id="R00f7a52becb54c8d" /><Relationship Type="http://schemas.openxmlformats.org/officeDocument/2006/relationships/notesMaster" Target="/ppt/notesMasters/notesMaster1.xml" Id="R0c90325629b44e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36007befd7c14946" /><Relationship Type="http://schemas.openxmlformats.org/officeDocument/2006/relationships/notesMaster" Target="/ppt/notesMasters/notesMaster1.xml" Id="R1b06035646d949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ee813b44ccfe4e48" /><Relationship Type="http://schemas.openxmlformats.org/officeDocument/2006/relationships/notesMaster" Target="/ppt/notesMasters/notesMaster1.xml" Id="R5701a729a9db4f67"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6bc05c628b64191" /><Relationship Type="http://schemas.openxmlformats.org/officeDocument/2006/relationships/notesMaster" Target="/ppt/notesMasters/notesMaster1.xml" Id="Rcc6b60be64eb46c0"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bffdc418b0984b41" /><Relationship Type="http://schemas.openxmlformats.org/officeDocument/2006/relationships/notesMaster" Target="/ppt/notesMasters/notesMaster1.xml" Id="Rab898783cc6840ce"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3038a378adb1419a" /><Relationship Type="http://schemas.openxmlformats.org/officeDocument/2006/relationships/notesMaster" Target="/ppt/notesMasters/notesMaster1.xml" Id="Rd9b287fb4ae548f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ac8c16952353459b" /><Relationship Type="http://schemas.openxmlformats.org/officeDocument/2006/relationships/notesMaster" Target="/ppt/notesMasters/notesMaster1.xml" Id="Rdcdfb42271164615"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0ce8d39cac1476e" /><Relationship Type="http://schemas.openxmlformats.org/officeDocument/2006/relationships/notesMaster" Target="/ppt/notesMasters/notesMaster1.xml" Id="R720f462287ed46e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f9536a85d9dd451a" /><Relationship Type="http://schemas.openxmlformats.org/officeDocument/2006/relationships/notesMaster" Target="/ppt/notesMasters/notesMaster1.xml" Id="Re2746ad9eb6048a3"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88f8bc31a7844123" /><Relationship Type="http://schemas.openxmlformats.org/officeDocument/2006/relationships/notesMaster" Target="/ppt/notesMasters/notesMaster1.xml" Id="R206202ba3e664d2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41bafd9acc404df0" /><Relationship Type="http://schemas.openxmlformats.org/officeDocument/2006/relationships/notesMaster" Target="/ppt/notesMasters/notesMaster1.xml" Id="R9ee3034513eb422a"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6f1a89ee317c4d42" /><Relationship Type="http://schemas.openxmlformats.org/officeDocument/2006/relationships/notesMaster" Target="/ppt/notesMasters/notesMaster1.xml" Id="R733bd35a80f94f2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d46d004df9d94a60" /><Relationship Type="http://schemas.openxmlformats.org/officeDocument/2006/relationships/notesMaster" Target="/ppt/notesMasters/notesMaster1.xml" Id="R96ae12ae68e04e9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545b70a493a422c" /><Relationship Type="http://schemas.openxmlformats.org/officeDocument/2006/relationships/notesMaster" Target="/ppt/notesMasters/notesMaster1.xml" Id="Rf0e7c31222a54e39"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713ccf7c7814940" /><Relationship Type="http://schemas.openxmlformats.org/officeDocument/2006/relationships/notesMaster" Target="/ppt/notesMasters/notesMaster1.xml" Id="Rc1b6d328892f48fb"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95aeb7a7cabd49d8" /><Relationship Type="http://schemas.openxmlformats.org/officeDocument/2006/relationships/notesMaster" Target="/ppt/notesMasters/notesMaster1.xml" Id="R64c82f1744d34b8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ca608115f7414724" /><Relationship Type="http://schemas.openxmlformats.org/officeDocument/2006/relationships/notesMaster" Target="/ppt/notesMasters/notesMaster1.xml" Id="Re31351ac1fba4241"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5a4808d99ae749c9" /><Relationship Type="http://schemas.openxmlformats.org/officeDocument/2006/relationships/notesMaster" Target="/ppt/notesMasters/notesMaster1.xml" Id="R1d37d2f7f8d54bf6"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7ffea7c9a4654061" /><Relationship Type="http://schemas.openxmlformats.org/officeDocument/2006/relationships/notesMaster" Target="/ppt/notesMasters/notesMaster1.xml" Id="Rf4198e05721346e4"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6689801a1daf4fbd" /><Relationship Type="http://schemas.openxmlformats.org/officeDocument/2006/relationships/notesMaster" Target="/ppt/notesMasters/notesMaster1.xml" Id="R14932254657a4fa4"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e9e14d2cada942e5" /><Relationship Type="http://schemas.openxmlformats.org/officeDocument/2006/relationships/notesMaster" Target="/ppt/notesMasters/notesMaster1.xml" Id="R322a3aac1592474d"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b79d0f58d745416b" /><Relationship Type="http://schemas.openxmlformats.org/officeDocument/2006/relationships/notesMaster" Target="/ppt/notesMasters/notesMaster1.xml" Id="R34ba28f611c64e46"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ba0d9743ccdc4a9b" /><Relationship Type="http://schemas.openxmlformats.org/officeDocument/2006/relationships/notesMaster" Target="/ppt/notesMasters/notesMaster1.xml" Id="R5a061db01d724ea4"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35c47bafbf8e4387" /><Relationship Type="http://schemas.openxmlformats.org/officeDocument/2006/relationships/notesMaster" Target="/ppt/notesMasters/notesMaster1.xml" Id="R2df1091dfb4545c0"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0e121254780f4fba" /><Relationship Type="http://schemas.openxmlformats.org/officeDocument/2006/relationships/notesMaster" Target="/ppt/notesMasters/notesMaster1.xml" Id="R9bc14cc4735f4660"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b14fe5561caf4fb3" /><Relationship Type="http://schemas.openxmlformats.org/officeDocument/2006/relationships/notesMaster" Target="/ppt/notesMasters/notesMaster1.xml" Id="R6609f32bd3ee4b60"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16c99d11bc04f6c" /><Relationship Type="http://schemas.openxmlformats.org/officeDocument/2006/relationships/notesMaster" Target="/ppt/notesMasters/notesMaster1.xml" Id="R2ecc01b8819f4651"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f1dbd4a92e5e464c" /><Relationship Type="http://schemas.openxmlformats.org/officeDocument/2006/relationships/notesMaster" Target="/ppt/notesMasters/notesMaster1.xml" Id="Ra210d66a9e494b0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5c7c3c86fdb4ea1" /><Relationship Type="http://schemas.openxmlformats.org/officeDocument/2006/relationships/notesMaster" Target="/ppt/notesMasters/notesMaster1.xml" Id="Ra12afabc48084e79"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7d5380fed34b4f24" /><Relationship Type="http://schemas.openxmlformats.org/officeDocument/2006/relationships/notesMaster" Target="/ppt/notesMasters/notesMaster1.xml" Id="Rd5ba0994f7504d50"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684e075d93b0496f" /><Relationship Type="http://schemas.openxmlformats.org/officeDocument/2006/relationships/notesMaster" Target="/ppt/notesMasters/notesMaster1.xml" Id="Rf085161363734ec9"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8059d0899cb544de" /><Relationship Type="http://schemas.openxmlformats.org/officeDocument/2006/relationships/notesMaster" Target="/ppt/notesMasters/notesMaster1.xml" Id="R69202a503fe745e4"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ab1386617f6b40a2" /><Relationship Type="http://schemas.openxmlformats.org/officeDocument/2006/relationships/notesMaster" Target="/ppt/notesMasters/notesMaster1.xml" Id="Rc3db4c101717402a"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ef88b58694e7405b" /><Relationship Type="http://schemas.openxmlformats.org/officeDocument/2006/relationships/notesMaster" Target="/ppt/notesMasters/notesMaster1.xml" Id="Rdc3be6a8e33341d9"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8afc7ca84155467c" /><Relationship Type="http://schemas.openxmlformats.org/officeDocument/2006/relationships/notesMaster" Target="/ppt/notesMasters/notesMaster1.xml" Id="Red94651cd5a346a6"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9637f50ea4644b3a" /><Relationship Type="http://schemas.openxmlformats.org/officeDocument/2006/relationships/notesMaster" Target="/ppt/notesMasters/notesMaster1.xml" Id="R80fe6ca3213545b0"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e022421399a6474d" /><Relationship Type="http://schemas.openxmlformats.org/officeDocument/2006/relationships/notesMaster" Target="/ppt/notesMasters/notesMaster1.xml" Id="R9096ac57e62f4496"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d093418d267d4727" /><Relationship Type="http://schemas.openxmlformats.org/officeDocument/2006/relationships/notesMaster" Target="/ppt/notesMasters/notesMaster1.xml" Id="Ref42dca9b6f943f4"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b34eafb00aed49de" /><Relationship Type="http://schemas.openxmlformats.org/officeDocument/2006/relationships/notesMaster" Target="/ppt/notesMasters/notesMaster1.xml" Id="Re47f9b49d4384b32"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2107309d3bea4828" /><Relationship Type="http://schemas.openxmlformats.org/officeDocument/2006/relationships/notesMaster" Target="/ppt/notesMasters/notesMaster1.xml" Id="R46876c0bdda249df"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d743f4b067e14bd9" /><Relationship Type="http://schemas.openxmlformats.org/officeDocument/2006/relationships/notesMaster" Target="/ppt/notesMasters/notesMaster1.xml" Id="Rdbb30ab780c247d6"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03bc0960a7a84198" /><Relationship Type="http://schemas.openxmlformats.org/officeDocument/2006/relationships/notesMaster" Target="/ppt/notesMasters/notesMaster1.xml" Id="R4d2063ccff5743a9"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10b85c13b36b4fc7" /><Relationship Type="http://schemas.openxmlformats.org/officeDocument/2006/relationships/notesMaster" Target="/ppt/notesMasters/notesMaster1.xml" Id="R1de1416501ee42a2"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15aaf056879846dc" /><Relationship Type="http://schemas.openxmlformats.org/officeDocument/2006/relationships/notesMaster" Target="/ppt/notesMasters/notesMaster1.xml" Id="Rdb584d38b5eb4749"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90b7a7ee97464b3e" /><Relationship Type="http://schemas.openxmlformats.org/officeDocument/2006/relationships/notesMaster" Target="/ppt/notesMasters/notesMaster1.xml" Id="R685cc871caec479a"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7be54c054aae44f4" /><Relationship Type="http://schemas.openxmlformats.org/officeDocument/2006/relationships/notesMaster" Target="/ppt/notesMasters/notesMaster1.xml" Id="Rd1951915a5ac415c"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6f4c42eb972e49cc" /><Relationship Type="http://schemas.openxmlformats.org/officeDocument/2006/relationships/notesMaster" Target="/ppt/notesMasters/notesMaster1.xml" Id="R4904a64e59a84d84"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d219016e91984287" /><Relationship Type="http://schemas.openxmlformats.org/officeDocument/2006/relationships/notesMaster" Target="/ppt/notesMasters/notesMaster1.xml" Id="R40acb2b6e8eb4eec" /></Relationships>
</file>

<file path=ppt/notesSlides/_rels/notesSlide55.xml.rels>&#65279;<?xml version="1.0" encoding="utf-8"?><Relationships xmlns="http://schemas.openxmlformats.org/package/2006/relationships"><Relationship Type="http://schemas.openxmlformats.org/officeDocument/2006/relationships/slide" Target="/ppt/slides/slide55.xml" Id="R20a119b387844536" /><Relationship Type="http://schemas.openxmlformats.org/officeDocument/2006/relationships/notesMaster" Target="/ppt/notesMasters/notesMaster1.xml" Id="R46e2c6c3668f4614" /></Relationships>
</file>

<file path=ppt/notesSlides/_rels/notesSlide56.xml.rels>&#65279;<?xml version="1.0" encoding="utf-8"?><Relationships xmlns="http://schemas.openxmlformats.org/package/2006/relationships"><Relationship Type="http://schemas.openxmlformats.org/officeDocument/2006/relationships/slide" Target="/ppt/slides/slide56.xml" Id="R54353950aaad4a3d" /><Relationship Type="http://schemas.openxmlformats.org/officeDocument/2006/relationships/notesMaster" Target="/ppt/notesMasters/notesMaster1.xml" Id="R4c31e92893a44b3d" /></Relationships>
</file>

<file path=ppt/notesSlides/_rels/notesSlide57.xml.rels>&#65279;<?xml version="1.0" encoding="utf-8"?><Relationships xmlns="http://schemas.openxmlformats.org/package/2006/relationships"><Relationship Type="http://schemas.openxmlformats.org/officeDocument/2006/relationships/slide" Target="/ppt/slides/slide57.xml" Id="Re7a703b598904c43" /><Relationship Type="http://schemas.openxmlformats.org/officeDocument/2006/relationships/notesMaster" Target="/ppt/notesMasters/notesMaster1.xml" Id="R2b466f55d5a64325" /></Relationships>
</file>

<file path=ppt/notesSlides/_rels/notesSlide58.xml.rels>&#65279;<?xml version="1.0" encoding="utf-8"?><Relationships xmlns="http://schemas.openxmlformats.org/package/2006/relationships"><Relationship Type="http://schemas.openxmlformats.org/officeDocument/2006/relationships/slide" Target="/ppt/slides/slide58.xml" Id="Rb5ce95371fb74bf9" /><Relationship Type="http://schemas.openxmlformats.org/officeDocument/2006/relationships/notesMaster" Target="/ppt/notesMasters/notesMaster1.xml" Id="R3e400dccacef4b6c" /></Relationships>
</file>

<file path=ppt/notesSlides/_rels/notesSlide59.xml.rels>&#65279;<?xml version="1.0" encoding="utf-8"?><Relationships xmlns="http://schemas.openxmlformats.org/package/2006/relationships"><Relationship Type="http://schemas.openxmlformats.org/officeDocument/2006/relationships/slide" Target="/ppt/slides/slide59.xml" Id="Recbc1f4316b9411f" /><Relationship Type="http://schemas.openxmlformats.org/officeDocument/2006/relationships/notesMaster" Target="/ppt/notesMasters/notesMaster1.xml" Id="R029f84f07a76443f" /></Relationships>
</file>

<file path=ppt/notesSlides/_rels/notesSlide60.xml.rels>&#65279;<?xml version="1.0" encoding="utf-8"?><Relationships xmlns="http://schemas.openxmlformats.org/package/2006/relationships"><Relationship Type="http://schemas.openxmlformats.org/officeDocument/2006/relationships/slide" Target="/ppt/slides/slide60.xml" Id="R3d86ef9bec414011" /><Relationship Type="http://schemas.openxmlformats.org/officeDocument/2006/relationships/notesMaster" Target="/ppt/notesMasters/notesMaster1.xml" Id="R5b8e7b6944404460" /></Relationships>
</file>

<file path=ppt/notesSlides/_rels/notesSlide61.xml.rels>&#65279;<?xml version="1.0" encoding="utf-8"?><Relationships xmlns="http://schemas.openxmlformats.org/package/2006/relationships"><Relationship Type="http://schemas.openxmlformats.org/officeDocument/2006/relationships/slide" Target="/ppt/slides/slide61.xml" Id="R7e2dac919f114ccb" /><Relationship Type="http://schemas.openxmlformats.org/officeDocument/2006/relationships/notesMaster" Target="/ppt/notesMasters/notesMaster1.xml" Id="R9a3b593587a94ebd" /></Relationships>
</file>

<file path=ppt/notesSlides/_rels/notesSlide62.xml.rels>&#65279;<?xml version="1.0" encoding="utf-8"?><Relationships xmlns="http://schemas.openxmlformats.org/package/2006/relationships"><Relationship Type="http://schemas.openxmlformats.org/officeDocument/2006/relationships/slide" Target="/ppt/slides/slide62.xml" Id="R5265e5a61bbf440f" /><Relationship Type="http://schemas.openxmlformats.org/officeDocument/2006/relationships/notesMaster" Target="/ppt/notesMasters/notesMaster1.xml" Id="R79d56b7bd97c434d" /></Relationships>
</file>

<file path=ppt/notesSlides/_rels/notesSlide63.xml.rels>&#65279;<?xml version="1.0" encoding="utf-8"?><Relationships xmlns="http://schemas.openxmlformats.org/package/2006/relationships"><Relationship Type="http://schemas.openxmlformats.org/officeDocument/2006/relationships/slide" Target="/ppt/slides/slide63.xml" Id="Rf309f42b85654a22" /><Relationship Type="http://schemas.openxmlformats.org/officeDocument/2006/relationships/notesMaster" Target="/ppt/notesMasters/notesMaster1.xml" Id="R2ac2f7b1cd274d91" /></Relationships>
</file>

<file path=ppt/notesSlides/_rels/notesSlide64.xml.rels>&#65279;<?xml version="1.0" encoding="utf-8"?><Relationships xmlns="http://schemas.openxmlformats.org/package/2006/relationships"><Relationship Type="http://schemas.openxmlformats.org/officeDocument/2006/relationships/slide" Target="/ppt/slides/slide64.xml" Id="Ra63f897921dc4c06" /><Relationship Type="http://schemas.openxmlformats.org/officeDocument/2006/relationships/notesMaster" Target="/ppt/notesMasters/notesMaster1.xml" Id="R987e787b2d8244e5" /></Relationships>
</file>

<file path=ppt/notesSlides/_rels/notesSlide65.xml.rels>&#65279;<?xml version="1.0" encoding="utf-8"?><Relationships xmlns="http://schemas.openxmlformats.org/package/2006/relationships"><Relationship Type="http://schemas.openxmlformats.org/officeDocument/2006/relationships/slide" Target="/ppt/slides/slide65.xml" Id="R00b795550ddb4a4d" /><Relationship Type="http://schemas.openxmlformats.org/officeDocument/2006/relationships/notesMaster" Target="/ppt/notesMasters/notesMaster1.xml" Id="Rd486bd8ea0e74645" /></Relationships>
</file>

<file path=ppt/notesSlides/_rels/notesSlide66.xml.rels>&#65279;<?xml version="1.0" encoding="utf-8"?><Relationships xmlns="http://schemas.openxmlformats.org/package/2006/relationships"><Relationship Type="http://schemas.openxmlformats.org/officeDocument/2006/relationships/slide" Target="/ppt/slides/slide66.xml" Id="Rb93dc11a5022419a" /><Relationship Type="http://schemas.openxmlformats.org/officeDocument/2006/relationships/notesMaster" Target="/ppt/notesMasters/notesMaster1.xml" Id="R7ba88e0ba07e4a8e" /></Relationships>
</file>

<file path=ppt/notesSlides/_rels/notesSlide67.xml.rels>&#65279;<?xml version="1.0" encoding="utf-8"?><Relationships xmlns="http://schemas.openxmlformats.org/package/2006/relationships"><Relationship Type="http://schemas.openxmlformats.org/officeDocument/2006/relationships/slide" Target="/ppt/slides/slide67.xml" Id="R6b19d25f8f954467" /><Relationship Type="http://schemas.openxmlformats.org/officeDocument/2006/relationships/notesMaster" Target="/ppt/notesMasters/notesMaster1.xml" Id="R55f04fdbaa4c4126" /></Relationships>
</file>

<file path=ppt/notesSlides/_rels/notesSlide68.xml.rels>&#65279;<?xml version="1.0" encoding="utf-8"?><Relationships xmlns="http://schemas.openxmlformats.org/package/2006/relationships"><Relationship Type="http://schemas.openxmlformats.org/officeDocument/2006/relationships/slide" Target="/ppt/slides/slide68.xml" Id="R538dfb10598a4542" /><Relationship Type="http://schemas.openxmlformats.org/officeDocument/2006/relationships/notesMaster" Target="/ppt/notesMasters/notesMaster1.xml" Id="Rf02eac578035410f" /></Relationships>
</file>

<file path=ppt/notesSlides/_rels/notesSlide69.xml.rels>&#65279;<?xml version="1.0" encoding="utf-8"?><Relationships xmlns="http://schemas.openxmlformats.org/package/2006/relationships"><Relationship Type="http://schemas.openxmlformats.org/officeDocument/2006/relationships/slide" Target="/ppt/slides/slide69.xml" Id="R4cbfc75894444b86" /><Relationship Type="http://schemas.openxmlformats.org/officeDocument/2006/relationships/notesMaster" Target="/ppt/notesMasters/notesMaster1.xml" Id="Re8cd92526c244bb2" /></Relationships>
</file>

<file path=ppt/notesSlides/_rels/notesSlide70.xml.rels>&#65279;<?xml version="1.0" encoding="utf-8"?><Relationships xmlns="http://schemas.openxmlformats.org/package/2006/relationships"><Relationship Type="http://schemas.openxmlformats.org/officeDocument/2006/relationships/slide" Target="/ppt/slides/slide70.xml" Id="Rea88a61e18d64172" /><Relationship Type="http://schemas.openxmlformats.org/officeDocument/2006/relationships/notesMaster" Target="/ppt/notesMasters/notesMaster1.xml" Id="R02dc5f7749a3489b" /></Relationships>
</file>

<file path=ppt/notesSlides/_rels/notesSlide71.xml.rels>&#65279;<?xml version="1.0" encoding="utf-8"?><Relationships xmlns="http://schemas.openxmlformats.org/package/2006/relationships"><Relationship Type="http://schemas.openxmlformats.org/officeDocument/2006/relationships/slide" Target="/ppt/slides/slide71.xml" Id="R837cc887c314435c" /><Relationship Type="http://schemas.openxmlformats.org/officeDocument/2006/relationships/notesMaster" Target="/ppt/notesMasters/notesMaster1.xml" Id="R6e5f9df5b6ac4de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This slide now functions as the table of contents: foundations, language representation, attention, Transformer, and GPT.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image sources:</a:t>
            </a:r>
          </a:p>
          <a:p xmlns:a="http://schemas.openxmlformats.org/drawingml/2006/main">
            <a:pPr>
              <a:buNone/>
            </a:pPr>
            <a:r>
              <a:t>1. https://encrypted-tbn2.gstatic.com/images?q=tbn:ANd9GcTb54J7lU3TwgQ_NiIzqn22R85C3gln6w2vp8XhqfOC-notSarD</a:t>
            </a:r>
          </a:p>
          <a:p xmlns:a="http://schemas.openxmlformats.org/drawingml/2006/main">
            <a:pPr>
              <a:buNone/>
            </a:pPr>
            <a:r>
              <a:t>2. https://encrypted-tbn0.gstatic.com/images?q=tbn:ANd9GcR4dEnPxvotPgpwHovjkZjCA84CbNgn3y91CnPf70ilYZFwjDBmSDNJBGsv&amp;s=10</a:t>
            </a:r>
          </a:p>
          <a:p xmlns:a="http://schemas.openxmlformats.org/drawingml/2006/main">
            <a:pPr>
              <a:buNone/>
            </a:pPr>
            <a:r>
              <a:t>3. https://blz-contentstack-images.akamaized.net/v3/assets/blt9c12f249ac15c7ec/blt16634e8fff6b277a/6964206ad1e07d6757e7b13d/overview_thumbnail.webp</a:t>
            </a:r>
          </a:p>
          <a:p xmlns:a="http://schemas.openxmlformats.org/drawingml/2006/main">
            <a:pPr>
              <a:buNone/>
            </a:pPr>
            <a:r>
              <a:t>4. https://www.internetmatters.org/wp-content/uploads/2025/06/Chat-GPT-logo.webp</a:t>
            </a:r>
          </a:p>
          <a:p xmlns:a="http://schemas.openxmlformats.org/drawingml/2006/main">
            <a:pPr>
              <a:buNone/>
            </a:pPr>
            <a:r>
              <a:t>Educational synthesis: AI learns patterns from data and applies them to prediction, decision-making, or generation.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AI landscape image supplied by the user: https://media.licdn.com/dms/image/v2/D4D22AQEwD7fMcLTAdQ/feedshare-shrink_800/B4DZd9bUoRG8Ag-/0/1750156005031?e=2147483647&amp;v=beta&amp;t=dCR6tdHvBihBUouwX60e8hqjI_j5cD386Zc8Bszzw_M</a:t>
            </a:r>
          </a:p>
          <a:p xmlns:a="http://schemas.openxmlformats.org/drawingml/2006/main">
            <a:pPr>
              <a:buNone/>
            </a:pPr>
            <a:r>
              <a:t>The image is presented as an orientation graphic; labels are reproduced from the supplied source.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train/validation/test model evaluation practice.</a:t>
            </a:r>
          </a:p>
          <a:p xmlns:a="http://schemas.openxmlformats.org/drawingml/2006/main">
            <a:pPr>
              <a:buNone/>
            </a:pPr>
            <a:r>
              <a:t>Train data is used to fit parameters. Validation data is used for model selection and hyperparameter tuning, so it can influence the development process. Test data is held out until the end to estimate final generalization.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train/validation/test evaluation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a:p xmlns:a="http://schemas.openxmlformats.org/drawingml/2006/main">
            <a:pPr>
              <a:buNone/>
            </a:pPr>
          </a:p>
          <a:p xmlns:a="http://schemas.openxmlformats.org/drawingml/2006/main">
            <a:pPr>
              <a:buNone/>
            </a:pPr>
            <a:r>
              <a:rPr sz="1200"/>
              <a:t>Backtracking line search shrinks bad steps</a:t>
            </a:r>
            <a:r>
              <a:t>는 다음 의미입니다.</a:t>
            </a:r>
          </a:p>
          <a:p xmlns:a="http://schemas.openxmlformats.org/drawingml/2006/main">
            <a:pPr>
              <a:buNone/>
            </a:pPr>
            <a:r>
              <a:t>경사하강법은 우선 비교적 큰 학습률 \(\alpha\)로 이동을 시도합니다.</a:t>
            </a:r>
          </a:p>
          <a:p xmlns:a="http://schemas.openxmlformats.org/drawingml/2006/main">
            <a:pPr>
              <a:buNone/>
            </a:pPr>
            <a:r>
              <a:t>\[ \theta_{\text{new}}=\theta-\alpha\nabla L(\theta) \]</a:t>
            </a:r>
          </a:p>
          <a:p xmlns:a="http://schemas.openxmlformats.org/drawingml/2006/main">
            <a:pPr>
              <a:buNone/>
            </a:pPr>
            <a:r>
              <a:t>이동한 뒤 손실 \(L\)이 충분히 감소했는지 확인합니다.</a:t>
            </a:r>
          </a:p>
          <a:p xmlns:a="http://schemas.openxmlformats.org/drawingml/2006/main">
            <a:pPr>
              <a:buNone/>
            </a:pPr>
            <a:r>
              <a:t>손실이 충분히 감소하면 해당 이동을 </a:t>
            </a:r>
            <a:r>
              <a:rPr sz="1200"/>
              <a:t>accept</a:t>
            </a:r>
          </a:p>
          <a:p xmlns:a="http://schemas.openxmlformats.org/drawingml/2006/main">
            <a:pPr>
              <a:buNone/>
            </a:pPr>
            <a:r>
              <a:t>감소하지 않거나 오히려 증가하면 </a:t>
            </a:r>
            <a:r>
              <a:rPr sz="1200"/>
              <a:t>reject</a:t>
            </a:r>
          </a:p>
          <a:p xmlns:a="http://schemas.openxmlformats.org/drawingml/2006/main">
            <a:pPr>
              <a:buNone/>
            </a:pPr>
            <a:r>
              <a:t>거부되면 학습률을 줄여 다시 시도</a:t>
            </a:r>
          </a:p>
          <a:p xmlns:a="http://schemas.openxmlformats.org/drawingml/2006/main">
            <a:pPr>
              <a:buNone/>
            </a:pPr>
            <a:r>
              <a:t>\[ \alpha \leftarrow \rho\alpha,\qquad 0&lt;\rho&lt;1 \]</a:t>
            </a:r>
          </a:p>
          <a:p xmlns:a="http://schemas.openxmlformats.org/drawingml/2006/main">
            <a:pPr>
              <a:buNone/>
            </a:pPr>
            <a:r>
              <a:t>일반적으로 \(\rho=0.5\)라면 다음처럼 진행됩니다.</a:t>
            </a:r>
          </a:p>
          <a:p xmlns:a="http://schemas.openxmlformats.org/drawingml/2006/main">
            <a:pPr>
              <a:buNone/>
            </a:pPr>
            <a:r>
              <a:t>\[ \alpha,\quad \frac{\alpha}{2},\quad \frac{\alpha}{4},\quad \frac{\alpha}{8},\dots \]</a:t>
            </a:r>
          </a:p>
          <a:p xmlns:a="http://schemas.openxmlformats.org/drawingml/2006/main">
            <a:pPr>
              <a:buNone/>
            </a:pPr>
            <a:r>
              <a:t>예를 들면:</a:t>
            </a:r>
          </a:p>
          <a:p xmlns:a="http://schemas.openxmlformats.org/drawingml/2006/main">
            <a:pPr>
              <a:buNone/>
            </a:pPr>
            <a:r>
              <a:t>\(\alpha=1.0\)으로 이동 → 손실 증가 → reject</a:t>
            </a:r>
          </a:p>
          <a:p xmlns:a="http://schemas.openxmlformats.org/drawingml/2006/main">
            <a:pPr>
              <a:buNone/>
            </a:pPr>
            <a:r>
              <a:t>\(\alpha=0.5\)로 다시 이동 → 감소량 부족 → reject</a:t>
            </a:r>
          </a:p>
          <a:p xmlns:a="http://schemas.openxmlformats.org/drawingml/2006/main">
            <a:pPr>
              <a:buNone/>
            </a:pPr>
            <a:r>
              <a:t>\(\alpha=0.25\)로 이동 → 손실 충분히 감소 → accept</a:t>
            </a:r>
          </a:p>
          <a:p xmlns:a="http://schemas.openxmlformats.org/drawingml/2006/main">
            <a:pPr>
              <a:buNone/>
            </a:pPr>
            <a:r>
              <a:t>즉, 제목은 “너무 큰 보폭으로 잘못 이동하려 하면, 보폭을 계속 줄여 안전하게 내려간다”는 뜻입니다. 15번 그림에는 </a:t>
            </a:r>
            <a:r>
              <a:rPr sz="1200"/>
              <a:t>현재 위치 → 큰 α 이동은 reject → α/2 이동은 accept</a:t>
            </a:r>
            <a:r>
              <a:t>가 표시되어야 의미가 더 분명해집니다.</a:t>
            </a:r>
          </a:p>
          <a:p xmlns:a="http://schemas.openxmlformats.org/drawingml/2006/main">
            <a:pPr>
              <a:buNone/>
            </a:p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3D loss landscape image provided by user: https://miro.medium.com/v2/resize:fit:1400/1*_SYK3prTMdNrTW98Uic4Pg.jpeg</a:t>
            </a:r>
          </a:p>
          <a:p xmlns:a="http://schemas.openxmlformats.org/drawingml/2006/main">
            <a:pPr>
              <a:buNone/>
            </a:pPr>
            <a:r>
              <a:t>Educational synthesis based on simulated annealing and learning-rate scheduling concepts.</a:t>
            </a:r>
          </a:p>
          <a:p xmlns:a="http://schemas.openxmlformats.org/drawingml/2006/main">
            <a:pPr>
              <a:buNone/>
            </a:pPr>
          </a:p>
          <a:p xmlns:a="http://schemas.openxmlformats.org/drawingml/2006/main">
            <a:pPr>
              <a:buNone/>
            </a:pPr>
            <a:r>
              <a:rPr sz="1200" b="0" i="0" u="none">
                <a:solidFill>
                  <a:srgbClr val="000000"/>
                </a:solidFill>
                <a:latin typeface="Times New Roman"/>
                <a:ea typeface="Times New Roman"/>
                <a:cs typeface="Times New Roman"/>
              </a:rPr>
              <a:t>어닐링 그래프는 “처음에는 크게 탐색하고, 시간이 갈수록 조심스럽게 수렴한다”는 뜻입니다.</a:t>
            </a:r>
          </a:p>
          <a:p xmlns:a="http://schemas.openxmlformats.org/drawingml/2006/main">
            <a:pPr>
              <a:buNone/>
            </a:pPr>
            <a:r>
              <a:rPr sz="1200" b="0" i="0" u="none">
                <a:solidFill>
                  <a:srgbClr val="000000"/>
                </a:solidFill>
                <a:latin typeface="Times New Roman"/>
                <a:ea typeface="Times New Roman"/>
                <a:cs typeface="Times New Roman"/>
              </a:rPr>
              <a:t>가로축 </a:t>
            </a:r>
            <a:r>
              <a:rPr sz="1000" b="0" i="0" u="none">
                <a:solidFill>
                  <a:srgbClr val="000000"/>
                </a:solidFill>
                <a:latin typeface="Courier New"/>
                <a:ea typeface="Courier New"/>
                <a:cs typeface="Courier New"/>
              </a:rPr>
              <a:t>time</a:t>
            </a:r>
            <a:r>
              <a:rPr sz="1200" b="0" i="0" u="none">
                <a:solidFill>
                  <a:srgbClr val="000000"/>
                </a:solidFill>
                <a:latin typeface="Times New Roman"/>
                <a:ea typeface="Times New Roman"/>
                <a:cs typeface="Times New Roman"/>
              </a:rPr>
              <a:t>: 학습이 진행되는 시간 또는 step</a:t>
            </a:r>
            <a:br/>
            <a:r>
              <a:rPr sz="1200" b="0" i="0" u="none">
                <a:solidFill>
                  <a:srgbClr val="000000"/>
                </a:solidFill>
                <a:latin typeface="Times New Roman"/>
                <a:ea typeface="Times New Roman"/>
                <a:cs typeface="Times New Roman"/>
              </a:rPr>
              <a:t>세로축 </a:t>
            </a:r>
            <a:r>
              <a:rPr sz="1000" b="0" i="0" u="none">
                <a:solidFill>
                  <a:srgbClr val="000000"/>
                </a:solidFill>
                <a:latin typeface="Courier New"/>
                <a:ea typeface="Courier New"/>
                <a:cs typeface="Courier New"/>
              </a:rPr>
              <a:t>temperature / learning rate</a:t>
            </a:r>
            <a:r>
              <a:rPr sz="1200" b="0" i="0" u="none">
                <a:solidFill>
                  <a:srgbClr val="000000"/>
                </a:solidFill>
                <a:latin typeface="Times New Roman"/>
                <a:ea typeface="Times New Roman"/>
                <a:cs typeface="Times New Roman"/>
              </a:rPr>
              <a:t>: 움직임의 크기 또는 랜덤성</a:t>
            </a:r>
          </a:p>
          <a:p xmlns:a="http://schemas.openxmlformats.org/drawingml/2006/main">
            <a:pPr>
              <a:buNone/>
            </a:pPr>
            <a:r>
              <a:rPr sz="1200" b="0" i="0" u="none">
                <a:solidFill>
                  <a:srgbClr val="000000"/>
                </a:solidFill>
                <a:latin typeface="Times New Roman"/>
                <a:ea typeface="Times New Roman"/>
                <a:cs typeface="Times New Roman"/>
              </a:rPr>
              <a:t>처음, 주황색 </a:t>
            </a:r>
            <a:r>
              <a:rPr sz="1000" b="0" i="0" u="none">
                <a:solidFill>
                  <a:srgbClr val="000000"/>
                </a:solidFill>
                <a:latin typeface="Courier New"/>
                <a:ea typeface="Courier New"/>
                <a:cs typeface="Courier New"/>
              </a:rPr>
              <a:t>explore</a:t>
            </a:r>
            <a:r>
              <a:rPr sz="1200" b="0" i="0" u="none">
                <a:solidFill>
                  <a:srgbClr val="000000"/>
                </a:solidFill>
                <a:latin typeface="Times New Roman"/>
                <a:ea typeface="Times New Roman"/>
                <a:cs typeface="Times New Roman"/>
              </a:rPr>
              <a:t> 구간에서는 값이 높습니다. 그래서 모델이 크게 움직이거나 더 랜덤하게 탐색합니다. 이때는 좋은 방향을 넓게 찾는 단계입니다.</a:t>
            </a:r>
          </a:p>
          <a:p xmlns:a="http://schemas.openxmlformats.org/drawingml/2006/main">
            <a:pPr>
              <a:buNone/>
            </a:pPr>
            <a:r>
              <a:rPr sz="1200" b="0" i="0" u="none">
                <a:solidFill>
                  <a:srgbClr val="000000"/>
                </a:solidFill>
                <a:latin typeface="Times New Roman"/>
                <a:ea typeface="Times New Roman"/>
                <a:cs typeface="Times New Roman"/>
              </a:rPr>
              <a:t>시간이 지나면 파란 곡선이 내려갑니다. 즉 learning rate나 temperature를 줄입니다. 그러면 업데이트 폭이 작아지고, 모델이 더 안정적으로 움직입니다.</a:t>
            </a:r>
          </a:p>
          <a:p xmlns:a="http://schemas.openxmlformats.org/drawingml/2006/main">
            <a:pPr>
              <a:buNone/>
            </a:pPr>
            <a:r>
              <a:rPr sz="1200" b="0" i="0" u="none">
                <a:solidFill>
                  <a:srgbClr val="000000"/>
                </a:solidFill>
                <a:latin typeface="Times New Roman"/>
                <a:ea typeface="Times New Roman"/>
                <a:cs typeface="Times New Roman"/>
              </a:rPr>
              <a:t>마지막, 초록색 </a:t>
            </a:r>
            <a:r>
              <a:rPr sz="1000" b="0" i="0" u="none">
                <a:solidFill>
                  <a:srgbClr val="000000"/>
                </a:solidFill>
                <a:latin typeface="Courier New"/>
                <a:ea typeface="Courier New"/>
                <a:cs typeface="Courier New"/>
              </a:rPr>
              <a:t>settle</a:t>
            </a:r>
            <a:r>
              <a:rPr sz="1200" b="0" i="0" u="none">
                <a:solidFill>
                  <a:srgbClr val="000000"/>
                </a:solidFill>
                <a:latin typeface="Times New Roman"/>
                <a:ea typeface="Times New Roman"/>
                <a:cs typeface="Times New Roman"/>
              </a:rPr>
              <a:t> 구간에서는 값이 낮습니다. 이미 찾은 좋은 해 근처에서 미세 조정하는 단계입니다.</a:t>
            </a:r>
          </a:p>
          <a:p xmlns:a="http://schemas.openxmlformats.org/drawingml/2006/main">
            <a:pPr>
              <a:buNone/>
            </a:pPr>
            <a:r>
              <a:rPr sz="1200" b="0" i="0" u="none">
                <a:solidFill>
                  <a:srgbClr val="000000"/>
                </a:solidFill>
                <a:latin typeface="Times New Roman"/>
                <a:ea typeface="Times New Roman"/>
                <a:cs typeface="Times New Roman"/>
              </a:rPr>
              <a:t>요약하면:</a:t>
            </a:r>
          </a:p>
          <a:p xmlns:a="http://schemas.openxmlformats.org/drawingml/2006/main">
            <a:pPr>
              <a:buNone/>
            </a:pPr>
            <a:r>
              <a:rPr sz="1000" b="0" i="0" u="none">
                <a:solidFill>
                  <a:srgbClr val="000000"/>
                </a:solidFill>
                <a:latin typeface="Courier New"/>
                <a:ea typeface="Courier New"/>
                <a:cs typeface="Courier New"/>
              </a:rPr>
              <a:t>high randomness / large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wide search</a:t>
            </a:r>
            <a:br/>
            <a:r>
              <a:rPr sz="1000" b="0" i="0" u="none">
                <a:solidFill>
                  <a:srgbClr val="000000"/>
                </a:solidFill>
                <a:latin typeface="Courier New"/>
                <a:ea typeface="Courier New"/>
                <a:cs typeface="Courier New"/>
              </a:rPr>
              <a:t>low randomness / small step</a:t>
            </a:r>
            <a:r>
              <a:rPr sz="1200" b="0" i="0" u="none">
                <a:solidFill>
                  <a:srgbClr val="000000"/>
                </a:solidFill>
                <a:latin typeface="Times New Roman"/>
                <a:ea typeface="Times New Roman"/>
                <a:cs typeface="Times New Roman"/>
              </a:rPr>
              <a:t> -&gt; </a:t>
            </a:r>
            <a:r>
              <a:rPr sz="1000" b="0" i="0" u="none">
                <a:solidFill>
                  <a:srgbClr val="000000"/>
                </a:solidFill>
                <a:latin typeface="Courier New"/>
                <a:ea typeface="Courier New"/>
                <a:cs typeface="Courier New"/>
              </a:rPr>
              <a:t>stable convergence</a:t>
            </a:r>
          </a:p>
          <a:p xmlns:a="http://schemas.openxmlformats.org/drawingml/2006/main">
            <a:pPr>
              <a:buNone/>
            </a:pPr>
            <a:r>
              <a:rPr sz="1200" b="0" i="0" u="none">
                <a:solidFill>
                  <a:srgbClr val="000000"/>
                </a:solidFill>
                <a:latin typeface="Times New Roman"/>
                <a:ea typeface="Times New Roman"/>
                <a:cs typeface="Times New Roman"/>
              </a:rPr>
              <a:t>그래서 슬라이드 문장인 “early search is wide; later updates become stable”은 어닐링의 핵심을 말하는 겁니다.</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neural-network activation-function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Activation-function figure supplied by the user: https://www.researchgate.net/profile/Aaron-Stebner-2/publication/341310767/figure/fig7/AS:890211844255749@1589254451431/Common-activation-functions-in-artificial-neural-networks-NNs-that-introduce.ppm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chain rule in calculus.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backpropagation and gradient descent.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numeric first-layer weights and biases shown on slides 23 and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CNN overview and claims about local connectivity, feature maps, pooling, and parameter sharing: https://developersbreach.com/convolution-neural-network-deep-learning/</a:t>
            </a:r>
          </a:p>
          <a:p xmlns:a="http://schemas.openxmlformats.org/drawingml/2006/main">
            <a:pPr>
              <a:buNone/>
            </a:pPr>
            <a:r>
              <a:t>CNN architecture image supplied by the user: https://i0.wp.com/developersbreach.com/wp-content/uploads/2020/08/cnn_banner.png?fit=1200%2C564&amp;ssl=1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https://miro.medium.com/v2/resize:fit:1100/format:webp/1*AeKfV2uAPeMg9j8HhQZk2w.png</a:t>
            </a:r>
          </a:p>
          <a:p xmlns:a="http://schemas.openxmlformats.org/drawingml/2006/main">
            <a:pPr>
              <a:buNone/>
            </a:pPr>
            <a:r>
              <a:t>Educational synthesis based on standard recurrent neural-network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RNN, LSTM, and GRU architectures.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Image supplied by the user: https://miro.medium.com/v2/resize:fit:1100/format:webp/1*H_heJCepouMYEqd8IwF0mQ.png</a:t>
            </a:r>
          </a:p>
          <a:p xmlns:a="http://schemas.openxmlformats.org/drawingml/2006/main">
            <a:pPr>
              <a:buNone/>
            </a:pPr>
            <a:r>
              <a:t>Educational synthesis based on standard encoder-decoder sequence-to-sequence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sequence-to-sequence attention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Transformer architecture image supplied by the user: https://qiita-user-contents.imgix.net/https%3A%2F%2Fqiita-image-store.s3.ap-northeast-1.amazonaws.com%2F0%2F146659%2F90f26267-2445-f2dc-b0c6-80f384054ae0.png?ixlib=rb-4.0.0&amp;auto=format&amp;gif-q=60&amp;q=75&amp;s=17811178f02900b58011bbcc4220f974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the standard Transformer 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Educational synthesis based on standard machine learning concepts.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GPT architecture image supplied by the user: https://img.sbbit.jp/article/image/114721/l_bit202308301441497020.jpg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Hugging Face Transformers, Loading models: https://huggingface.co/docs/transformers/en/models</a:t>
            </a:r>
          </a:p>
          <a:p xmlns:a="http://schemas.openxmlformats.org/drawingml/2006/main">
            <a:pPr>
              <a:buNone/>
            </a:pPr>
            <a:r>
              <a:t>Hugging Face Transformers, Auto Classes: https://huggingface.co/docs/transformers/model_doc/auto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OpenAI API Reference, Responses create parameters: https://platform.openai.com/docs/api-reference/responses/create</a:t>
            </a:r>
          </a:p>
          <a:p xmlns:a="http://schemas.openxmlformats.org/drawingml/2006/main">
            <a:pPr>
              <a:buNone/>
            </a:pPr>
            <a:r>
              <a:t>OpenAI API Reference, Chat create parameters: https://platform.openai.com/docs/api-reference/chat/create</a:t>
            </a:r>
          </a:p>
          <a:p xmlns:a="http://schemas.openxmlformats.org/drawingml/2006/main">
            <a:pPr>
              <a:buNone/>
            </a:pPr>
            <a:r>
              <a:t>Temperature changes distribution sharpness. Top-p nucleus sampling limits sampling to a cumulative probability mass.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Vaswani et al., 2017, 'Attention Is All You Need', arXiv:1706.03762, https://arxiv.org/abs/1706.03762</a:t>
            </a:r>
          </a:p>
          <a:p xmlns:a="http://schemas.openxmlformats.org/drawingml/2006/main">
            <a:pPr>
              <a:buNone/>
            </a:pPr>
            <a:r>
              <a:t>Radford et al., 2018, 'Improving Language Understanding by Generative Pre-Training', OpenAI.</a:t>
            </a:r>
          </a:p>
          <a:p xmlns:a="http://schemas.openxmlformats.org/drawingml/2006/main">
            <a:pPr>
              <a:buNone/>
            </a:pPr>
            <a:r>
              <a:t>Radford et al., 2019, 'Language Models are Unsupervised Multitask Learners', OpenAI.</a:t>
            </a:r>
          </a:p>
          <a:p xmlns:a="http://schemas.openxmlformats.org/drawingml/2006/main">
            <a:pPr>
              <a:buNone/>
            </a:pPr>
            <a:r>
              <a:t>Brown et al., 2020, 'Language Models are Few-Shot Learners', arXiv:2005.14165, https://arxiv.org/abs/2005.14165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special tokens in language-model systems.</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Conceptual explanation of tool-call and end-of-generation control behavior.</a:t>
            </a:r>
          </a:p>
          <a:p xmlns:a="http://schemas.openxmlformats.org/drawingml/2006/main">
            <a:pPr>
              <a:buNone/>
            </a:pPr>
            <a:r>
              <a:t>OpenAI API documentation describes tool calling and finish reasons at https://platform.openai.com/docs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FFN / knowledge-neuron figure: https://i0.wp.com/syncedreview.com/wp-content/uploads/2021/04/image-114.png?resize=652%2C863&amp;ssl=1</a:t>
            </a:r>
          </a:p>
          <a:p xmlns:a="http://schemas.openxmlformats.org/drawingml/2006/main">
            <a:pPr>
              <a:buNone/>
            </a:pPr>
            <a:r>
              <a:t>Dai et al., 2022, 'Knowledge Neurons in Pretrained Transformers': https://aclanthology.org/2022.acl-long.581/</a:t>
            </a:r>
          </a:p>
          <a:p xmlns:a="http://schemas.openxmlformats.org/drawingml/2006/main">
            <a:pPr>
              <a:buNone/>
            </a:pPr>
            <a:r>
              <a:t>Smithline and Mascioli, 2026, 'Sparsity Moves Computation: How FFN Architecture Reshapes Attention in Small Transformers': https://arxiv.org/abs/2605.09403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User-supplied diffusion image: https://miro.medium.com/v2/resize:fit:1400/1*yvClU5LgylulNWLPNpOCfA.png</a:t>
            </a:r>
          </a:p>
          <a:p xmlns:a="http://schemas.openxmlformats.org/drawingml/2006/main">
            <a:pPr>
              <a:buNone/>
            </a:pPr>
            <a:r>
              <a:t>Ho et al., 2020, 'Denoising Diffusion Probabilistic Models': https://arxiv.org/abs/2006.11239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Inception, Introducing Mercury 2: https://www.inceptionlabs.ai/blog/introducing-mercury-2</a:t>
            </a:r>
          </a:p>
          <a:p xmlns:a="http://schemas.openxmlformats.org/drawingml/2006/main">
            <a:pPr>
              <a:buNone/>
            </a:pPr>
            <a:r>
              <a:t>Khanna et al., 2025, 'Mercury: Ultra-Fast Language Models Based on Diffusion': https://arxiv.org/abs/2506.17298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Leviathan, Kalman, and Matias, 2023, 'Fast Inference from Transformers via Speculative Decoding': https://arxiv.org/abs/2211.17192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Scaling Laws for Neural Language Models: https://arxiv.org/abs/2001.08361</a:t>
            </a:r>
          </a:p>
          <a:p xmlns:a="http://schemas.openxmlformats.org/drawingml/2006/main">
            <a:pPr>
              <a:buNone/>
            </a:pPr>
            <a:r>
              <a:t>Training Compute-Optimal Large Language Models: https://arxiv.org/abs/2203.15556</a:t>
            </a:r>
          </a:p>
          <a:p xmlns:a="http://schemas.openxmlformats.org/drawingml/2006/main">
            <a:pPr>
              <a:buNone/>
            </a:pPr>
            <a:r>
              <a:t>Mixtral of Experts: https://arxiv.org/abs/2401.04088</a:t>
            </a:r>
          </a:p>
          <a:p xmlns:a="http://schemas.openxmlformats.org/drawingml/2006/main">
            <a:pPr>
              <a:buNone/>
            </a:pPr>
            <a:r>
              <a:t>DeepSeek-V3 Technical Report: https://arxiv.org/abs/2412.19437</a:t>
            </a:r>
          </a:p>
          <a:p xmlns:a="http://schemas.openxmlformats.org/drawingml/2006/main">
            <a:pPr>
              <a:buNone/>
            </a:pPr>
            <a:r>
              <a:t>OpenAI, Learning to reason with LLMs: https://openai.com/index/learning-to-reason-with-llms/</a:t>
            </a:r>
          </a:p>
          <a:p xmlns:a="http://schemas.openxmlformats.org/drawingml/2006/main">
            <a:pPr>
              <a:buNone/>
            </a:pPr>
            <a:r>
              <a:t>DeepSeek-R1: https://arxiv.org/abs/2501.12948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buNone/>
            </a:pPr>
            <a:r>
              <a:t>[Sources]</a:t>
            </a:r>
          </a:p>
          <a:p xmlns:a="http://schemas.openxmlformats.org/drawingml/2006/main">
            <a:pPr>
              <a:buNone/>
            </a:pPr>
            <a:r>
              <a:t>Distilling the Knowledge in a Neural Network: https://arxiv.org/abs/1503.02531</a:t>
            </a:r>
          </a:p>
          <a:p xmlns:a="http://schemas.openxmlformats.org/drawingml/2006/main">
            <a:pPr>
              <a:buNone/>
            </a:pPr>
            <a:r>
              <a:t>DistilBERT, a distilled version of BERT: https://arxiv.org/abs/1910.01108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708a70c8ade4936" /><Relationship Type="http://schemas.openxmlformats.org/officeDocument/2006/relationships/image" Target="/ppt/media/image.png" Id="R53840c28a9db4676"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9b5019d5196240d7"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4630245409a849fb"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51514593babd4518" /><Relationship Type="http://schemas.openxmlformats.org/officeDocument/2006/relationships/image" Target="/ppt/media/image.png" Id="Rbaf521ee40c04b95"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2592f4614b564de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71e90838d84043d2"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c1af07e9fc74a7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bd0b3cd69f9846c2" /><Relationship Type="http://schemas.openxmlformats.org/officeDocument/2006/relationships/image" Target="/ppt/media/image.png" Id="R38774126604848cb"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3ea98af6b6cc4221"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3a4847877cb842ab"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785b4c28f5a8480b" /></Relationships>
</file>

<file path=ppt/slideLayouts/_rels/slideLayout12.xml.rels>&#65279;<?xml version="1.0" encoding="utf-8"?><Relationships xmlns="http://schemas.openxmlformats.org/package/2006/relationships"><Relationship Type="http://schemas.openxmlformats.org/officeDocument/2006/relationships/slideMaster" Target="/ppt/slideMasters/slideMaster1.xml" Id="Rfc84de22c44045bb" /></Relationships>
</file>

<file path=ppt/slideLayouts/slideLayout1.xml><?xml version="1.0" encoding="utf-8"?>
<p:sldLayout xmlns:p="http://schemas.openxmlformats.org/presentationml/2006/main" showMasterSp="1" showMasterPhAnim="0" matchingName="" type="title" preserve="1" userDrawn="1">
  <p:cSld name="Title Slide">
    <p:bg>
      <p:bgPr>
        <a:gradFill xmlns:a="http://schemas.openxmlformats.org/drawingml/2006/main">
          <a:gsLst>
            <a:gs pos="14000">
              <a:schemeClr val="tx2"/>
            </a:gs>
            <a:gs pos="100000">
              <a:schemeClr val="tx2">
                <a:lumMod val="75000"/>
              </a:schemeClr>
            </a:gs>
          </a:gsLst>
          <a:path path="circle"/>
        </a:gradFill>
      </p:bgPr>
    </p:bg>
    <p:spTree>
      <p:nvGrpSpPr>
        <p:cNvPr id="1" name=""/>
        <p:cNvGrpSpPr/>
        <p:nvPr/>
      </p:nvGrpSpPr>
      <p:grpSpPr>
        <a:xfrm xmlns:a="http://schemas.openxmlformats.org/drawingml/2006/main"/>
      </p:grpSpPr>
      <p:pic>
        <p:nvPicPr>
          <p:cNvPr id="1906601383" name="Picture 2116695055"/>
          <p:cNvPicPr>
            <a:picLocks xmlns:a="http://schemas.openxmlformats.org/drawingml/2006/main" noChangeAspect="1"/>
          </p:cNvPicPr>
          <p:nvPr/>
        </p:nvPicPr>
        <p:blipFill rotWithShape="1">
          <a:blip xmlns:r="http://schemas.openxmlformats.org/officeDocument/2006/relationships" xmlns:a="http://schemas.openxmlformats.org/drawingml/2006/main" r:embed="R53840c28a9db4676">
            <a:alphaModFix amt="30000"/>
          </a:blip>
          <a:stretch xmlns:a="http://schemas.openxmlformats.org/drawingml/2006/main"/>
        </p:blipFill>
        <p:spPr>
          <a:xfrm xmlns:a="http://schemas.openxmlformats.org/drawingml/2006/main">
            <a:off x="-3046" y="9144"/>
            <a:ext cx="12198094" cy="6848854"/>
          </a:xfrm>
          <a:prstGeom xmlns:a="http://schemas.openxmlformats.org/drawingml/2006/main" prst="rect">
            <a:avLst/>
          </a:prstGeom>
        </p:spPr>
      </p:pic>
      <p:sp>
        <p:nvSpPr>
          <p:cNvPr id="1473769246" name="Rectangle 376226509">
            <a:extLst xmlns:a="http://schemas.openxmlformats.org/drawingml/2006/main">
              <a:ext uri="{FF2B5EF4-FFF2-40B4-BE49-F238E27FC236}">
                <a16:creationId xmlns:a16="http://schemas.microsoft.com/office/drawing/2014/main" id="{9DE68A58-DED2-45B3-9BDD-E0FA4DEB7619}"/>
              </a:ext>
            </a:extLst>
          </p:cNvPr>
          <p:cNvSpPr>
            <a:spLocks xmlns:a="http://schemas.openxmlformats.org/drawingml/2006/main" noGrp="1"/>
          </p:cNvSpPr>
          <p:nvPr/>
        </p:nvSpPr>
        <p:spPr>
          <a:xfrm xmlns:a="http://schemas.openxmlformats.org/drawingml/2006/main">
            <a:off x="6079" y="4051"/>
            <a:ext cx="12179837" cy="6849891"/>
          </a:xfrm>
          <a:prstGeom xmlns:a="http://schemas.openxmlformats.org/drawingml/2006/main" prst="rect">
            <a:avLst/>
          </a:prstGeom>
          <a:gradFill xmlns:a="http://schemas.openxmlformats.org/drawingml/2006/main">
            <a:gsLst>
              <a:gs pos="1000">
                <a:schemeClr val="tx2">
                  <a:alpha val="23000"/>
                </a:schemeClr>
              </a:gs>
              <a:gs pos="75000">
                <a:schemeClr val="tx2">
                  <a:lumMod val="50000"/>
                  <a:alpha val="23000"/>
                </a:schemeClr>
              </a:gs>
            </a:gsLst>
            <a:path path="circle"/>
          </a:gra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849070979" name="Title 1">
            <a:extLst xmlns:a="http://schemas.openxmlformats.org/drawingml/2006/main">
              <a:ext uri="{FF2B5EF4-FFF2-40B4-BE49-F238E27FC236}">
                <a16:creationId xmlns:a16="http://schemas.microsoft.com/office/drawing/2014/main" id="{46100BB6-E98F-477A-86F7-CD57EB8966EC}"/>
              </a:ext>
            </a:extLst>
          </p:cNvPr>
          <p:cNvSpPr>
            <a:spLocks xmlns:a="http://schemas.openxmlformats.org/drawingml/2006/main" noGrp="1"/>
          </p:cNvSpPr>
          <p:nvPr>
            <p:ph type="ctrTitle" idx="0"/>
          </p:nvPr>
        </p:nvSpPr>
        <p:spPr>
          <a:xfrm xmlns:a="http://schemas.openxmlformats.org/drawingml/2006/main">
            <a:off x="1523999" y="1122363"/>
            <a:ext cx="9144000" cy="2387599"/>
          </a:xfrm>
        </p:spPr>
        <p:txBody>
          <a:bodyPr xmlns:a="http://schemas.openxmlformats.org/drawingml/2006/main" anchor="b"/>
          <a:lstStyle xmlns:a="http://schemas.openxmlformats.org/drawingml/2006/main">
            <a:lvl1pPr algn="ctr">
              <a:buNone/>
              <a:defRPr sz="6000">
                <a:solidFill>
                  <a:schemeClr val="bg1"/>
                </a:solidFill>
              </a:defRPr>
            </a:lvl1pPr>
          </a:lstStyle>
          <a:p xmlns:a="http://schemas.openxmlformats.org/drawingml/2006/main">
            <a:pPr>
              <a:buNone/>
            </a:pPr>
            <a:r>
              <a:t>Click to edit Master title style</a:t>
            </a:r>
          </a:p>
        </p:txBody>
      </p:sp>
      <p:sp>
        <p:nvSpPr>
          <p:cNvPr id="1593532175" name="Subtitle 2">
            <a:extLst xmlns:a="http://schemas.openxmlformats.org/drawingml/2006/main">
              <a:ext uri="{FF2B5EF4-FFF2-40B4-BE49-F238E27FC236}">
                <a16:creationId xmlns:a16="http://schemas.microsoft.com/office/drawing/2014/main" id="{A779DE30-614E-415C-8B3B-7F6B4C87C4E1}"/>
              </a:ext>
            </a:extLst>
          </p:cNvPr>
          <p:cNvSpPr>
            <a:spLocks xmlns:a="http://schemas.openxmlformats.org/drawingml/2006/main" noGrp="1"/>
          </p:cNvSpPr>
          <p:nvPr>
            <p:ph type="subTitle" idx="1"/>
          </p:nvPr>
        </p:nvSpPr>
        <p:spPr>
          <a:xfrm xmlns:a="http://schemas.openxmlformats.org/drawingml/2006/main">
            <a:off x="1527048" y="3602734"/>
            <a:ext cx="9144000" cy="1655760"/>
          </a:xfrm>
        </p:spPr>
        <p:txBody>
          <a:bodyPr xmlns:a="http://schemas.openxmlformats.org/drawingml/2006/main" vert="horz" wrap="square" lIns="91440" tIns="274318" rIns="91440" bIns="45720" anchor="t">
            <a:normAutofit/>
          </a:bodyPr>
          <a:lstStyle xmlns:a="http://schemas.openxmlformats.org/drawingml/2006/main">
            <a:lvl1pPr marL="0" indent="0" algn="ctr">
              <a:buNone/>
              <a:defRPr sz="28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xmlns:a="http://schemas.openxmlformats.org/drawingml/2006/main">
            <a:pPr>
              <a:buNone/>
            </a:pPr>
            <a:r>
              <a:t>Click to edit Master subtitle style</a:t>
            </a:r>
          </a:p>
        </p:txBody>
      </p:sp>
      <p:sp>
        <p:nvSpPr>
          <p:cNvPr id="333513962" name="Date Placeholder 3">
            <a:extLst xmlns:a="http://schemas.openxmlformats.org/drawingml/2006/main">
              <a:ext uri="{FF2B5EF4-FFF2-40B4-BE49-F238E27FC236}">
                <a16:creationId xmlns:a16="http://schemas.microsoft.com/office/drawing/2014/main" id="{E5D7047C-3416-4492-84F0-8FECC026C8E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860391838" name="Footer Placeholder 4">
            <a:extLst xmlns:a="http://schemas.openxmlformats.org/drawingml/2006/main">
              <a:ext uri="{FF2B5EF4-FFF2-40B4-BE49-F238E27FC236}">
                <a16:creationId xmlns:a16="http://schemas.microsoft.com/office/drawing/2014/main" id="{58319AD5-77D7-400E-82FA-E49B603B16E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139823792" name="Slide Number Placeholder 5">
            <a:extLst xmlns:a="http://schemas.openxmlformats.org/drawingml/2006/main">
              <a:ext uri="{FF2B5EF4-FFF2-40B4-BE49-F238E27FC236}">
                <a16:creationId xmlns:a16="http://schemas.microsoft.com/office/drawing/2014/main" id="{81981F12-E751-479D-AC70-6117E55AF82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906601381" name="Rectangle 640957806">
            <a:extLst xmlns:a="http://schemas.openxmlformats.org/drawingml/2006/main">
              <a:ext uri="{FF2B5EF4-FFF2-40B4-BE49-F238E27FC236}">
                <a16:creationId xmlns:a16="http://schemas.microsoft.com/office/drawing/2014/main" id="{967359C2-C5BF-4F30-A2A7-54EEAA691BCA}"/>
              </a:ext>
            </a:extLst>
          </p:cNvPr>
          <p:cNvSpPr>
            <a:spLocks xmlns:a="http://schemas.openxmlformats.org/drawingml/2006/main" noGrp="1"/>
          </p:cNvSpPr>
          <p:nvPr/>
        </p:nvSpPr>
        <p:spPr>
          <a:xfrm xmlns:a="http://schemas.openxmlformats.org/drawingml/2006/main">
            <a:off x="3570597" y="3530036"/>
            <a:ext cx="50400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lstStyle xmlns:a="http://schemas.openxmlformats.org/drawingml/2006/main"/>
          <a:p xmlns:a="http://schemas.openxmlformats.org/drawingml/2006/main">
            <a:pPr>
              <a:buNone/>
            </a:pPr>
          </a:p>
        </p:txBody>
      </p:sp>
    </p:spTree>
  </p:cSld>
</p:sldLayout>
</file>

<file path=ppt/slideLayouts/slideLayout2.xml><?xml version="1.0" encoding="utf-8"?>
<p:sldLayout xmlns:p="http://schemas.openxmlformats.org/presentationml/2006/main" showMasterSp="1" showMasterPhAnim="0" matchingName="" type="obj" preserve="1" userDrawn="1">
  <p:cSld name="Title and Content">
    <p:bg>
      <p:bgPr>
        <a:gradFill xmlns:a="http://schemas.openxmlformats.org/drawingml/2006/main">
          <a:gsLst>
            <a:gs pos="0">
              <a:schemeClr val="tx2">
                <a:lumMod val="20000"/>
                <a:lumOff val="80000"/>
              </a:schemeClr>
            </a:gs>
            <a:gs pos="100000">
              <a:schemeClr val="bg1"/>
            </a:gs>
          </a:gsLst>
          <a:path path="circle"/>
        </a:gradFill>
      </p:bgPr>
    </p:bg>
    <p:spTree>
      <p:nvGrpSpPr>
        <p:cNvPr id="1" name=""/>
        <p:cNvGrpSpPr/>
        <p:nvPr/>
      </p:nvGrpSpPr>
      <p:grpSpPr>
        <a:xfrm xmlns:a="http://schemas.openxmlformats.org/drawingml/2006/main"/>
      </p:grpSpPr>
      <p:sp>
        <p:nvSpPr>
          <p:cNvPr id="653443054" name="Title 1">
            <a:extLst xmlns:a="http://schemas.openxmlformats.org/drawingml/2006/main">
              <a:ext uri="{FF2B5EF4-FFF2-40B4-BE49-F238E27FC236}">
                <a16:creationId xmlns:a16="http://schemas.microsoft.com/office/drawing/2014/main" id="{1D8B73B6-C22F-420E-B86B-073B9C8F422F}"/>
              </a:ext>
            </a:extLst>
          </p:cNvPr>
          <p:cNvSpPr>
            <a:spLocks xmlns:a="http://schemas.openxmlformats.org/drawingml/2006/main" noGrp="1"/>
          </p:cNvSpPr>
          <p:nvPr>
            <p:ph type="title" idx="0"/>
          </p:nvPr>
        </p:nvSpPr>
        <p:spPr>
          <a:xfrm xmlns:a="http://schemas.openxmlformats.org/drawingml/2006/main">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970668080" name="Content Placeholder 2">
            <a:extLst xmlns:a="http://schemas.openxmlformats.org/drawingml/2006/main">
              <a:ext uri="{FF2B5EF4-FFF2-40B4-BE49-F238E27FC236}">
                <a16:creationId xmlns:a16="http://schemas.microsoft.com/office/drawing/2014/main" id="{6EEF1000-7833-4F2A-8635-7473040E91EB}"/>
              </a:ext>
            </a:extLst>
          </p:cNvPr>
          <p:cNvSpPr>
            <a:spLocks xmlns:a="http://schemas.openxmlformats.org/drawingml/2006/main" noGrp="1"/>
          </p:cNvSpPr>
          <p:nvPr>
            <p:ph idx="1"/>
          </p:nvPr>
        </p:nvSpPr>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819731744" name="Date Placeholder 3">
            <a:extLst xmlns:a="http://schemas.openxmlformats.org/drawingml/2006/main">
              <a:ext uri="{FF2B5EF4-FFF2-40B4-BE49-F238E27FC236}">
                <a16:creationId xmlns:a16="http://schemas.microsoft.com/office/drawing/2014/main" id="{F8305DDB-8F53-467E-9971-677AF83AC38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75807019" name="Footer Placeholder 4">
            <a:extLst xmlns:a="http://schemas.openxmlformats.org/drawingml/2006/main">
              <a:ext uri="{FF2B5EF4-FFF2-40B4-BE49-F238E27FC236}">
                <a16:creationId xmlns:a16="http://schemas.microsoft.com/office/drawing/2014/main" id="{FA93EA2F-2B42-4635-AB1C-A6F8B64F967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83376194" name="Slide Number Placeholder 5">
            <a:extLst xmlns:a="http://schemas.openxmlformats.org/drawingml/2006/main">
              <a:ext uri="{FF2B5EF4-FFF2-40B4-BE49-F238E27FC236}">
                <a16:creationId xmlns:a16="http://schemas.microsoft.com/office/drawing/2014/main" id="{02A0925E-E22B-4EFD-AA84-AEF678F13DB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391440471" name="Rectangle 640957806">
            <a:extLst xmlns:a="http://schemas.openxmlformats.org/drawingml/2006/main">
              <a:ext uri="{FF2B5EF4-FFF2-40B4-BE49-F238E27FC236}">
                <a16:creationId xmlns:a16="http://schemas.microsoft.com/office/drawing/2014/main" id="{0A57DD4C-6C48-49E5-816F-5BD9138D20D9}"/>
              </a:ext>
            </a:extLst>
          </p:cNvPr>
          <p:cNvSpPr>
            <a:spLocks xmlns:a="http://schemas.openxmlformats.org/drawingml/2006/main" noGrp="1"/>
          </p:cNvSpPr>
          <p:nvPr/>
        </p:nvSpPr>
        <p:spPr>
          <a:xfrm xmlns:a="http://schemas.openxmlformats.org/drawingml/2006/main">
            <a:off x="4703774" y="1486702"/>
            <a:ext cx="277643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3.xml><?xml version="1.0" encoding="utf-8"?>
<p:sldLayout xmlns:p="http://schemas.openxmlformats.org/presentationml/2006/main" showMasterSp="1" showMasterPhAnim="0" matchingName="" type="obj" preserve="1" userDrawn="1">
  <p:cSld name="Title and Content">
    <p:bg>
      <p:bgPr>
        <a:solidFill xmlns:a="http://schemas.openxmlformats.org/drawingml/2006/main">
          <a:schemeClr val="accent2">
            <a:alpha val="60000"/>
          </a:schemeClr>
        </a:solidFill>
      </p:bgPr>
    </p:bg>
    <p:spTree>
      <p:nvGrpSpPr>
        <p:cNvPr id="1" name=""/>
        <p:cNvGrpSpPr/>
        <p:nvPr/>
      </p:nvGrpSpPr>
      <p:grpSpPr>
        <a:xfrm xmlns:a="http://schemas.openxmlformats.org/drawingml/2006/main"/>
      </p:grpSpPr>
      <p:sp>
        <p:nvSpPr>
          <p:cNvPr id="1599700275" name="Title 1">
            <a:extLst xmlns:a="http://schemas.openxmlformats.org/drawingml/2006/main">
              <a:ext uri="{FF2B5EF4-FFF2-40B4-BE49-F238E27FC236}">
                <a16:creationId xmlns:a16="http://schemas.microsoft.com/office/drawing/2014/main" id="{86010011-0A73-4A26-8603-3F5FC613BC7B}"/>
              </a:ext>
            </a:extLst>
          </p:cNvPr>
          <p:cNvSpPr>
            <a:spLocks xmlns:a="http://schemas.openxmlformats.org/drawingml/2006/main" noGrp="1"/>
          </p:cNvSpPr>
          <p:nvPr>
            <p:ph type="title" idx="0"/>
          </p:nvPr>
        </p:nvSpPr>
        <p:spPr>
          <a:xfrm xmlns:a="http://schemas.openxmlformats.org/drawingml/2006/main">
            <a:off x="838197" y="365123"/>
            <a:ext cx="10515600" cy="1121577"/>
          </a:xfrm>
        </p:spPr>
        <p:txBody>
          <a:bodyPr xmlns:a="http://schemas.openxmlformats.org/drawingml/2006/main" vert="horz" wrap="square" lIns="91440" tIns="45720" rIns="91440" bIns="45720" anchor="b">
            <a:normAutofit/>
          </a:bodyPr>
          <a:lstStyle xmlns:a="http://schemas.openxmlformats.org/drawingml/2006/main">
            <a:lvl1pPr algn="l">
              <a:buNone/>
              <a:defRPr/>
            </a:lvl1pPr>
            <a:lvl2pPr algn="l">
              <a:buNone/>
              <a:defRPr/>
            </a:lvl2pPr>
            <a:lvl3pPr algn="l">
              <a:buNone/>
              <a:defRPr/>
            </a:lvl3pPr>
            <a:lvl4pPr algn="l">
              <a:buNone/>
              <a:defRPr/>
            </a:lvl4pPr>
            <a:lvl5pPr algn="l">
              <a:buNone/>
              <a:defRPr/>
            </a:lvl5pPr>
            <a:lvl6pPr algn="l">
              <a:buNone/>
              <a:defRPr/>
            </a:lvl6pPr>
            <a:lvl7pPr algn="l">
              <a:buNone/>
              <a:defRPr/>
            </a:lvl7pPr>
            <a:lvl8pPr algn="l">
              <a:buNone/>
              <a:defRPr/>
            </a:lvl8pPr>
            <a:lvl9pPr algn="l">
              <a:buNone/>
              <a:defRPr/>
            </a:lvl9pPr>
          </a:lstStyle>
          <a:p xmlns:a="http://schemas.openxmlformats.org/drawingml/2006/main">
            <a:pPr>
              <a:buNone/>
            </a:pPr>
            <a:r>
              <a:t>Click to edit Master title style</a:t>
            </a:r>
          </a:p>
        </p:txBody>
      </p:sp>
      <p:sp>
        <p:nvSpPr>
          <p:cNvPr id="1716033409" name="Content Placeholder 2">
            <a:extLst xmlns:a="http://schemas.openxmlformats.org/drawingml/2006/main">
              <a:ext uri="{FF2B5EF4-FFF2-40B4-BE49-F238E27FC236}">
                <a16:creationId xmlns:a16="http://schemas.microsoft.com/office/drawing/2014/main" id="{0669116A-9E66-4705-8D08-7AF6B2888CF6}"/>
              </a:ext>
            </a:extLst>
          </p:cNvPr>
          <p:cNvSpPr>
            <a:spLocks xmlns:a="http://schemas.openxmlformats.org/drawingml/2006/main" noGrp="1"/>
          </p:cNvSpPr>
          <p:nvPr>
            <p:ph idx="1"/>
          </p:nvPr>
        </p:nvSpPr>
        <p:spPr>
          <a:prstGeom xmlns:a="http://schemas.openxmlformats.org/drawingml/2006/main" prst="rect">
            <a:avLst/>
          </a:prstGeom>
          <a:solidFill xmlns:a="http://schemas.openxmlformats.org/drawingml/2006/main">
            <a:schemeClr val="bg1"/>
          </a:solidFill>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353608206" name="Date Placeholder 3">
            <a:extLst xmlns:a="http://schemas.openxmlformats.org/drawingml/2006/main">
              <a:ext uri="{FF2B5EF4-FFF2-40B4-BE49-F238E27FC236}">
                <a16:creationId xmlns:a16="http://schemas.microsoft.com/office/drawing/2014/main" id="{16536ED7-CAFC-4735-A1F5-8F1C61B250F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7B14398F-3795-7DE0-858E-3925D44B3378}" type="datetimeFigureOut">
              <a:t>2026/7/28</a:t>
            </a:fld>
          </a:p>
        </p:txBody>
      </p:sp>
      <p:sp>
        <p:nvSpPr>
          <p:cNvPr id="227925565" name="Footer Placeholder 4">
            <a:extLst xmlns:a="http://schemas.openxmlformats.org/drawingml/2006/main">
              <a:ext uri="{FF2B5EF4-FFF2-40B4-BE49-F238E27FC236}">
                <a16:creationId xmlns:a16="http://schemas.microsoft.com/office/drawing/2014/main" id="{C8904D78-3AFC-4636-AC49-55C5EAEAC87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574233868" name="Slide Number Placeholder 5">
            <a:extLst xmlns:a="http://schemas.openxmlformats.org/drawingml/2006/main">
              <a:ext uri="{FF2B5EF4-FFF2-40B4-BE49-F238E27FC236}">
                <a16:creationId xmlns:a16="http://schemas.microsoft.com/office/drawing/2014/main" id="{3B95533D-E14E-4735-AEFB-FCBDE6C3147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3D9411B4-B34A-E1DB-16D9-0D265777C9EB}" type="slidenum">
              <a:t>‹#›</a:t>
            </a:fld>
          </a:p>
        </p:txBody>
      </p:sp>
      <p:sp>
        <p:nvSpPr>
          <p:cNvPr id="80854078" name="Rectangle 640957806">
            <a:extLst xmlns:a="http://schemas.openxmlformats.org/drawingml/2006/main">
              <a:ext uri="{FF2B5EF4-FFF2-40B4-BE49-F238E27FC236}">
                <a16:creationId xmlns:a16="http://schemas.microsoft.com/office/drawing/2014/main" id="{5FAA936E-C681-4A62-B232-F4E0A796B07F}"/>
              </a:ext>
            </a:extLst>
          </p:cNvPr>
          <p:cNvSpPr>
            <a:spLocks xmlns:a="http://schemas.openxmlformats.org/drawingml/2006/main" noGrp="1"/>
          </p:cNvSpPr>
          <p:nvPr/>
        </p:nvSpPr>
        <p:spPr>
          <a:xfrm xmlns:a="http://schemas.openxmlformats.org/drawingml/2006/main">
            <a:off x="838197" y="1486702"/>
            <a:ext cx="1051560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4.xml><?xml version="1.0" encoding="utf-8"?>
<p:sldLayout xmlns:p="http://schemas.openxmlformats.org/presentationml/2006/main" showMasterSp="1" showMasterPhAnim="0" matchingName="" type="secHead" preserve="1" userDrawn="1">
  <p:cSld name="Section Header">
    <p:bg>
      <p:bgPr>
        <a:gradFill xmlns:a="http://schemas.openxmlformats.org/drawingml/2006/main">
          <a:gsLst>
            <a:gs pos="5000">
              <a:schemeClr val="tx2"/>
            </a:gs>
            <a:gs pos="84000">
              <a:schemeClr val="tx2">
                <a:lumMod val="75000"/>
              </a:schemeClr>
            </a:gs>
          </a:gsLst>
          <a:lin ang="5400000" scaled="1"/>
        </a:gradFill>
      </p:bgPr>
    </p:bg>
    <p:spTree>
      <p:nvGrpSpPr>
        <p:cNvPr id="1" name=""/>
        <p:cNvGrpSpPr/>
        <p:nvPr/>
      </p:nvGrpSpPr>
      <p:grpSpPr>
        <a:xfrm xmlns:a="http://schemas.openxmlformats.org/drawingml/2006/main"/>
      </p:grpSpPr>
      <p:pic>
        <p:nvPicPr>
          <p:cNvPr id="1376931337" name="Picture 1835292972"/>
          <p:cNvPicPr>
            <a:picLocks xmlns:a="http://schemas.openxmlformats.org/drawingml/2006/main" noChangeAspect="1"/>
          </p:cNvPicPr>
          <p:nvPr/>
        </p:nvPicPr>
        <p:blipFill rotWithShape="1">
          <a:blip xmlns:r="http://schemas.openxmlformats.org/officeDocument/2006/relationships" xmlns:a="http://schemas.openxmlformats.org/drawingml/2006/main" r:embed="Rbaf521ee40c04b95">
            <a:alphaModFix amt="30000"/>
          </a:blip>
          <a:stretch xmlns:a="http://schemas.openxmlformats.org/drawingml/2006/main"/>
        </p:blipFill>
        <p:spPr>
          <a:xfrm xmlns:a="http://schemas.openxmlformats.org/drawingml/2006/main">
            <a:off x="20621" y="8104"/>
            <a:ext cx="12216845" cy="6858000"/>
          </a:xfrm>
          <a:prstGeom xmlns:a="http://schemas.openxmlformats.org/drawingml/2006/main" prst="rect">
            <a:avLst/>
          </a:prstGeom>
        </p:spPr>
      </p:pic>
      <p:sp>
        <p:nvSpPr>
          <p:cNvPr id="73998026" name="Title 1">
            <a:extLst xmlns:a="http://schemas.openxmlformats.org/drawingml/2006/main">
              <a:ext uri="{FF2B5EF4-FFF2-40B4-BE49-F238E27FC236}">
                <a16:creationId xmlns:a16="http://schemas.microsoft.com/office/drawing/2014/main" id="{CAC147FB-FC01-4AC3-8BC9-08E756ADD31D}"/>
              </a:ext>
            </a:extLst>
          </p:cNvPr>
          <p:cNvSpPr>
            <a:spLocks xmlns:a="http://schemas.openxmlformats.org/drawingml/2006/main" noGrp="1"/>
          </p:cNvSpPr>
          <p:nvPr>
            <p:ph type="title" idx="0"/>
          </p:nvPr>
        </p:nvSpPr>
        <p:spPr>
          <a:xfrm xmlns:a="http://schemas.openxmlformats.org/drawingml/2006/main">
            <a:off x="831848" y="1399140"/>
            <a:ext cx="10515600" cy="2852736"/>
          </a:xfrm>
        </p:spPr>
        <p:txBody>
          <a:bodyPr xmlns:a="http://schemas.openxmlformats.org/drawingml/2006/main" vert="horz" wrap="square" lIns="91440" tIns="45720" rIns="91440" bIns="45720" anchor="ctr">
            <a:normAutofit/>
          </a:bodyPr>
          <a:lstStyle xmlns:a="http://schemas.openxmlformats.org/drawingml/2006/main">
            <a:lvl1pPr algn="ctr">
              <a:buNone/>
              <a:defRPr sz="6000">
                <a:solidFill>
                  <a:schemeClr val="bg1"/>
                </a:solidFill>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876094362" name="Text Placeholder 2">
            <a:extLst xmlns:a="http://schemas.openxmlformats.org/drawingml/2006/main">
              <a:ext uri="{FF2B5EF4-FFF2-40B4-BE49-F238E27FC236}">
                <a16:creationId xmlns:a16="http://schemas.microsoft.com/office/drawing/2014/main" id="{3CFDFD98-0579-4BB1-B218-86D8401FB8F0}"/>
              </a:ext>
            </a:extLst>
          </p:cNvPr>
          <p:cNvSpPr>
            <a:spLocks xmlns:a="http://schemas.openxmlformats.org/drawingml/2006/main" noGrp="1"/>
          </p:cNvSpPr>
          <p:nvPr>
            <p:ph type="body" idx="1"/>
          </p:nvPr>
        </p:nvSpPr>
        <p:spPr>
          <a:xfrm xmlns:a="http://schemas.openxmlformats.org/drawingml/2006/main">
            <a:off x="831848" y="4278863"/>
            <a:ext cx="10515600" cy="1500186"/>
          </a:xfrm>
        </p:spPr>
        <p:txBody>
          <a:bodyPr xmlns:a="http://schemas.openxmlformats.org/drawingml/2006/main"/>
          <a:lstStyle xmlns:a="http://schemas.openxmlformats.org/drawingml/2006/main">
            <a:lvl1pPr marL="0" indent="0" algn="ctr">
              <a:buNone/>
              <a:defRPr sz="2400">
                <a:solidFill>
                  <a:schemeClr val="bg1"/>
                </a:solidFill>
              </a:defRPr>
            </a:lvl1pPr>
            <a:lvl2pPr marL="457200" indent="0" algn="ctr">
              <a:buNone/>
              <a:defRPr sz="2000">
                <a:solidFill>
                  <a:schemeClr val="tx1">
                    <a:tint val="75000"/>
                  </a:schemeClr>
                </a:solidFill>
              </a:defRPr>
            </a:lvl2pPr>
            <a:lvl3pPr marL="914400" indent="0" algn="ctr">
              <a:buNone/>
              <a:defRPr sz="1800">
                <a:solidFill>
                  <a:schemeClr val="tx1">
                    <a:tint val="75000"/>
                  </a:schemeClr>
                </a:solidFill>
              </a:defRPr>
            </a:lvl3pPr>
            <a:lvl4pPr marL="1371600" indent="0" algn="ctr">
              <a:buNone/>
              <a:defRPr sz="1600">
                <a:solidFill>
                  <a:schemeClr val="tx1">
                    <a:tint val="75000"/>
                  </a:schemeClr>
                </a:solidFill>
              </a:defRPr>
            </a:lvl4pPr>
            <a:lvl5pPr marL="1828800" indent="0" algn="ctr">
              <a:buNone/>
              <a:defRPr sz="1600">
                <a:solidFill>
                  <a:schemeClr val="tx1">
                    <a:tint val="75000"/>
                  </a:schemeClr>
                </a:solidFill>
              </a:defRPr>
            </a:lvl5pPr>
            <a:lvl6pPr marL="2286000" indent="0" algn="ctr">
              <a:buNone/>
              <a:defRPr sz="1600">
                <a:solidFill>
                  <a:schemeClr val="tx1">
                    <a:tint val="75000"/>
                  </a:schemeClr>
                </a:solidFill>
              </a:defRPr>
            </a:lvl6pPr>
            <a:lvl7pPr marL="2743200" indent="0" algn="ctr">
              <a:buNone/>
              <a:defRPr sz="1600">
                <a:solidFill>
                  <a:schemeClr val="tx1">
                    <a:tint val="75000"/>
                  </a:schemeClr>
                </a:solidFill>
              </a:defRPr>
            </a:lvl7pPr>
            <a:lvl8pPr marL="3200400" indent="0" algn="ctr">
              <a:buNone/>
              <a:defRPr sz="1600">
                <a:solidFill>
                  <a:schemeClr val="tx1">
                    <a:tint val="75000"/>
                  </a:schemeClr>
                </a:solidFill>
              </a:defRPr>
            </a:lvl8pPr>
            <a:lvl9pPr marL="3657600" indent="0" algn="ctr">
              <a:buNone/>
              <a:defRPr sz="1600">
                <a:solidFill>
                  <a:schemeClr val="tx1">
                    <a:tint val="75000"/>
                  </a:schemeClr>
                </a:solidFill>
              </a:defRPr>
            </a:lvl9pPr>
          </a:lstStyle>
          <a:p xmlns:a="http://schemas.openxmlformats.org/drawingml/2006/main">
            <a:pPr lvl="0">
              <a:buNone/>
            </a:pPr>
            <a:r>
              <a:t>Click to edit Master text styles</a:t>
            </a:r>
          </a:p>
        </p:txBody>
      </p:sp>
      <p:sp>
        <p:nvSpPr>
          <p:cNvPr id="1376931335" name="Date Placeholder 3">
            <a:extLst xmlns:a="http://schemas.openxmlformats.org/drawingml/2006/main">
              <a:ext uri="{FF2B5EF4-FFF2-40B4-BE49-F238E27FC236}">
                <a16:creationId xmlns:a16="http://schemas.microsoft.com/office/drawing/2014/main" id="{30D4912A-0E7C-4D81-B6D1-CBCC454A5DA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270580816" name="Footer Placeholder 4">
            <a:extLst xmlns:a="http://schemas.openxmlformats.org/drawingml/2006/main">
              <a:ext uri="{FF2B5EF4-FFF2-40B4-BE49-F238E27FC236}">
                <a16:creationId xmlns:a16="http://schemas.microsoft.com/office/drawing/2014/main" id="{DAAADA37-6FC5-462A-A902-134EB97C8BE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149564390" name="Slide Number Placeholder 5">
            <a:extLst xmlns:a="http://schemas.openxmlformats.org/drawingml/2006/main">
              <a:ext uri="{FF2B5EF4-FFF2-40B4-BE49-F238E27FC236}">
                <a16:creationId xmlns:a16="http://schemas.microsoft.com/office/drawing/2014/main" id="{1902CEE3-E785-4FB5-A5C8-7258F842001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3325220" name="Rectangle 640957806">
            <a:extLst xmlns:a="http://schemas.openxmlformats.org/drawingml/2006/main">
              <a:ext uri="{FF2B5EF4-FFF2-40B4-BE49-F238E27FC236}">
                <a16:creationId xmlns:a16="http://schemas.microsoft.com/office/drawing/2014/main" id="{B2CF5896-4E1D-432D-A931-A50FBD72C844}"/>
              </a:ext>
            </a:extLst>
          </p:cNvPr>
          <p:cNvSpPr>
            <a:spLocks xmlns:a="http://schemas.openxmlformats.org/drawingml/2006/main" noGrp="1"/>
          </p:cNvSpPr>
          <p:nvPr/>
        </p:nvSpPr>
        <p:spPr>
          <a:xfrm xmlns:a="http://schemas.openxmlformats.org/drawingml/2006/main">
            <a:off x="-10884" y="6017640"/>
            <a:ext cx="12213770"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5.xml><?xml version="1.0" encoding="utf-8"?>
<p:sldLayout xmlns:p="http://schemas.openxmlformats.org/presentationml/2006/main" showMasterSp="1" showMasterPhAnim="0" matchingName="" type="twoObj" preserve="1" userDrawn="1">
  <p:cSld name="Two Content">
    <p:bg>
      <p:bgPr>
        <a:gradFill xmlns:a="http://schemas.openxmlformats.org/drawingml/2006/main">
          <a:gsLst>
            <a:gs pos="0">
              <a:schemeClr val="tx2">
                <a:lumMod val="20000"/>
                <a:lumOff val="80000"/>
                <a:alpha val="44999"/>
              </a:schemeClr>
            </a:gs>
            <a:gs pos="80000">
              <a:srgbClr val="FFFFFF">
                <a:alpha val="44999"/>
              </a:srgbClr>
            </a:gs>
          </a:gsLst>
          <a:lin ang="5400000" scaled="1"/>
        </a:gradFill>
      </p:bgPr>
    </p:bg>
    <p:spTree>
      <p:nvGrpSpPr>
        <p:cNvPr id="1" name=""/>
        <p:cNvGrpSpPr/>
        <p:nvPr/>
      </p:nvGrpSpPr>
      <p:grpSpPr>
        <a:xfrm xmlns:a="http://schemas.openxmlformats.org/drawingml/2006/main"/>
      </p:grpSpPr>
      <p:sp>
        <p:nvSpPr>
          <p:cNvPr id="1159080200" name="Title 1">
            <a:extLst xmlns:a="http://schemas.openxmlformats.org/drawingml/2006/main">
              <a:ext uri="{FF2B5EF4-FFF2-40B4-BE49-F238E27FC236}">
                <a16:creationId xmlns:a16="http://schemas.microsoft.com/office/drawing/2014/main" id="{5A52BB4A-161B-4F7E-8F96-271125BB0DA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261243341" name="Content Placeholder 2">
            <a:extLst xmlns:a="http://schemas.openxmlformats.org/drawingml/2006/main">
              <a:ext uri="{FF2B5EF4-FFF2-40B4-BE49-F238E27FC236}">
                <a16:creationId xmlns:a16="http://schemas.microsoft.com/office/drawing/2014/main" id="{6CA183AA-AEE8-4DFA-81CE-524057261B1C}"/>
              </a:ext>
            </a:extLst>
          </p:cNvPr>
          <p:cNvSpPr>
            <a:spLocks xmlns:a="http://schemas.openxmlformats.org/drawingml/2006/main" noGrp="1"/>
          </p:cNvSpPr>
          <p:nvPr>
            <p:ph idx="1"/>
          </p:nvPr>
        </p:nvSpPr>
        <p:spPr>
          <a:xfrm xmlns:a="http://schemas.openxmlformats.org/drawingml/2006/main">
            <a:off x="838198"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23244371" name="Content Placeholder 3">
            <a:extLst xmlns:a="http://schemas.openxmlformats.org/drawingml/2006/main">
              <a:ext uri="{FF2B5EF4-FFF2-40B4-BE49-F238E27FC236}">
                <a16:creationId xmlns:a16="http://schemas.microsoft.com/office/drawing/2014/main" id="{DD7B3B8C-D66B-4414-8179-AD000C8D029A}"/>
              </a:ext>
            </a:extLst>
          </p:cNvPr>
          <p:cNvSpPr>
            <a:spLocks xmlns:a="http://schemas.openxmlformats.org/drawingml/2006/main" noGrp="1"/>
          </p:cNvSpPr>
          <p:nvPr>
            <p:ph idx="2"/>
          </p:nvPr>
        </p:nvSpPr>
        <p:spPr>
          <a:xfrm xmlns:a="http://schemas.openxmlformats.org/drawingml/2006/main">
            <a:off x="6172200" y="1825624"/>
            <a:ext cx="5181599" cy="4351338"/>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484919181" name="Date Placeholder 4">
            <a:extLst xmlns:a="http://schemas.openxmlformats.org/drawingml/2006/main">
              <a:ext uri="{FF2B5EF4-FFF2-40B4-BE49-F238E27FC236}">
                <a16:creationId xmlns:a16="http://schemas.microsoft.com/office/drawing/2014/main" id="{3E3CE6CC-73B3-4F6E-B905-32AFC6F0E15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940791130" name="Footer Placeholder 5">
            <a:extLst xmlns:a="http://schemas.openxmlformats.org/drawingml/2006/main">
              <a:ext uri="{FF2B5EF4-FFF2-40B4-BE49-F238E27FC236}">
                <a16:creationId xmlns:a16="http://schemas.microsoft.com/office/drawing/2014/main" id="{9214C7EE-0839-40FE-B81F-0A604EDD81A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417432027" name="Slide Number Placeholder 6">
            <a:extLst xmlns:a="http://schemas.openxmlformats.org/drawingml/2006/main">
              <a:ext uri="{FF2B5EF4-FFF2-40B4-BE49-F238E27FC236}">
                <a16:creationId xmlns:a16="http://schemas.microsoft.com/office/drawing/2014/main" id="{33A41C69-9D96-402D-9972-315DA2D1E7F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634114988" name="Rectangle 640957806">
            <a:extLst xmlns:a="http://schemas.openxmlformats.org/drawingml/2006/main">
              <a:ext uri="{FF2B5EF4-FFF2-40B4-BE49-F238E27FC236}">
                <a16:creationId xmlns:a16="http://schemas.microsoft.com/office/drawing/2014/main" id="{C863A270-29C4-4E2B-B6F5-DF0B55031033}"/>
              </a:ext>
            </a:extLst>
          </p:cNvPr>
          <p:cNvSpPr>
            <a:spLocks xmlns:a="http://schemas.openxmlformats.org/drawingml/2006/main" noGrp="1"/>
          </p:cNvSpPr>
          <p:nvPr/>
        </p:nvSpPr>
        <p:spPr>
          <a:xfrm xmlns:a="http://schemas.openxmlformats.org/drawingml/2006/main">
            <a:off x="2070" y="6121172"/>
            <a:ext cx="12213769" cy="72000"/>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6.xml><?xml version="1.0" encoding="utf-8"?>
<p:sldLayout xmlns:p="http://schemas.openxmlformats.org/presentationml/2006/main" showMasterSp="1" showMasterPhAnim="0" matchingName="" type="twoTxTwoObj" preserve="1" userDrawn="1">
  <p:cSld name="Comparison">
    <p:bg>
      <p:bgPr>
        <a:gradFill xmlns:a="http://schemas.openxmlformats.org/drawingml/2006/main">
          <a:gsLst>
            <a:gs pos="0">
              <a:schemeClr val="tx2">
                <a:lumMod val="20000"/>
                <a:lumOff val="80000"/>
                <a:alpha val="44999"/>
              </a:schemeClr>
            </a:gs>
            <a:gs pos="50000">
              <a:srgbClr val="FFFFFF">
                <a:alpha val="44999"/>
              </a:srgbClr>
            </a:gs>
          </a:gsLst>
          <a:lin ang="10800000" scaled="1"/>
        </a:gradFill>
      </p:bgPr>
    </p:bg>
    <p:spTree>
      <p:nvGrpSpPr>
        <p:cNvPr id="1" name=""/>
        <p:cNvGrpSpPr/>
        <p:nvPr/>
      </p:nvGrpSpPr>
      <p:grpSpPr>
        <a:xfrm xmlns:a="http://schemas.openxmlformats.org/drawingml/2006/main"/>
      </p:grpSpPr>
      <p:sp>
        <p:nvSpPr>
          <p:cNvPr id="777626088" name="Title 1">
            <a:extLst xmlns:a="http://schemas.openxmlformats.org/drawingml/2006/main">
              <a:ext uri="{FF2B5EF4-FFF2-40B4-BE49-F238E27FC236}">
                <a16:creationId xmlns:a16="http://schemas.microsoft.com/office/drawing/2014/main" id="{16461996-5051-405F-BB54-AC14A533C848}"/>
              </a:ext>
            </a:extLst>
          </p:cNvPr>
          <p:cNvSpPr>
            <a:spLocks xmlns:a="http://schemas.openxmlformats.org/drawingml/2006/main" noGrp="1"/>
          </p:cNvSpPr>
          <p:nvPr>
            <p:ph type="title" idx="0"/>
          </p:nvPr>
        </p:nvSpPr>
        <p:spPr>
          <a:xfrm xmlns:a="http://schemas.openxmlformats.org/drawingml/2006/main">
            <a:off x="839787" y="365124"/>
            <a:ext cx="10515600" cy="1325562"/>
          </a:xfrm>
        </p:spPr>
        <p:txBody>
          <a:bodyPr xmlns:a="http://schemas.openxmlformats.org/drawingml/2006/main"/>
          <a:lstStyle xmlns:a="http://schemas.openxmlformats.org/drawingml/2006/main">
            <a:lvl1pPr algn="ctr">
              <a:buNone/>
              <a:defRPr/>
            </a:lvl1pPr>
            <a:lvl2pPr algn="ctr">
              <a:buNone/>
              <a:defRPr/>
            </a:lvl2pPr>
            <a:lvl3pPr algn="ctr">
              <a:buNone/>
              <a:defRPr/>
            </a:lvl3pPr>
            <a:lvl4pPr algn="ctr">
              <a:buNone/>
              <a:defRPr/>
            </a:lvl4pPr>
            <a:lvl5pPr algn="ctr">
              <a:buNone/>
              <a:defRPr/>
            </a:lvl5pPr>
            <a:lvl6pPr algn="ctr">
              <a:buNone/>
              <a:defRPr/>
            </a:lvl6pPr>
            <a:lvl7pPr algn="ctr">
              <a:buNone/>
              <a:defRPr/>
            </a:lvl7pPr>
            <a:lvl8pPr algn="ctr">
              <a:buNone/>
              <a:defRPr/>
            </a:lvl8pPr>
            <a:lvl9pPr algn="ctr">
              <a:buNone/>
              <a:defRPr/>
            </a:lvl9pPr>
          </a:lstStyle>
          <a:p xmlns:a="http://schemas.openxmlformats.org/drawingml/2006/main">
            <a:pPr>
              <a:buNone/>
            </a:pPr>
            <a:r>
              <a:t>Click to edit Master title style</a:t>
            </a:r>
          </a:p>
        </p:txBody>
      </p:sp>
      <p:sp>
        <p:nvSpPr>
          <p:cNvPr id="1461242103" name="Text Placeholder 2">
            <a:extLst xmlns:a="http://schemas.openxmlformats.org/drawingml/2006/main">
              <a:ext uri="{FF2B5EF4-FFF2-40B4-BE49-F238E27FC236}">
                <a16:creationId xmlns:a16="http://schemas.microsoft.com/office/drawing/2014/main" id="{96C12340-D5B7-4D1C-8985-AC7A7DA65D0A}"/>
              </a:ext>
            </a:extLst>
          </p:cNvPr>
          <p:cNvSpPr>
            <a:spLocks xmlns:a="http://schemas.openxmlformats.org/drawingml/2006/main" noGrp="1"/>
          </p:cNvSpPr>
          <p:nvPr>
            <p:ph type="body" idx="1"/>
          </p:nvPr>
        </p:nvSpPr>
        <p:spPr>
          <a:xfrm xmlns:a="http://schemas.openxmlformats.org/drawingml/2006/main">
            <a:off x="839786" y="1690686"/>
            <a:ext cx="5157784"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990736034" name="Content Placeholder 3">
            <a:extLst xmlns:a="http://schemas.openxmlformats.org/drawingml/2006/main">
              <a:ext uri="{FF2B5EF4-FFF2-40B4-BE49-F238E27FC236}">
                <a16:creationId xmlns:a16="http://schemas.microsoft.com/office/drawing/2014/main" id="{ED278611-1632-40C0-8C87-A7C9AB5B7E49}"/>
              </a:ext>
            </a:extLst>
          </p:cNvPr>
          <p:cNvSpPr>
            <a:spLocks xmlns:a="http://schemas.openxmlformats.org/drawingml/2006/main" noGrp="1"/>
          </p:cNvSpPr>
          <p:nvPr>
            <p:ph idx="2"/>
          </p:nvPr>
        </p:nvSpPr>
        <p:spPr>
          <a:xfrm xmlns:a="http://schemas.openxmlformats.org/drawingml/2006/main">
            <a:off x="839787" y="2505073"/>
            <a:ext cx="5157785"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28196900" name="Text Placeholder 4">
            <a:extLst xmlns:a="http://schemas.openxmlformats.org/drawingml/2006/main">
              <a:ext uri="{FF2B5EF4-FFF2-40B4-BE49-F238E27FC236}">
                <a16:creationId xmlns:a16="http://schemas.microsoft.com/office/drawing/2014/main" id="{D1AD3415-920A-458F-8234-3B79A40837AA}"/>
              </a:ext>
            </a:extLst>
          </p:cNvPr>
          <p:cNvSpPr>
            <a:spLocks xmlns:a="http://schemas.openxmlformats.org/drawingml/2006/main" noGrp="1"/>
          </p:cNvSpPr>
          <p:nvPr>
            <p:ph type="body" idx="3"/>
          </p:nvPr>
        </p:nvSpPr>
        <p:spPr>
          <a:xfrm xmlns:a="http://schemas.openxmlformats.org/drawingml/2006/main">
            <a:off x="6172198" y="1690686"/>
            <a:ext cx="5183186" cy="814385"/>
          </a:xfrm>
        </p:spPr>
        <p:txBody>
          <a:bodyPr xmlns:a="http://schemas.openxmlformats.org/drawingml/2006/main" vert="horz" wrap="square" lIns="182880" tIns="182880" rIns="182880" bIns="91440" anchor="ctr">
            <a:normAutofit/>
          </a:bodyPr>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1846392990" name="Content Placeholder 5">
            <a:extLst xmlns:a="http://schemas.openxmlformats.org/drawingml/2006/main">
              <a:ext uri="{FF2B5EF4-FFF2-40B4-BE49-F238E27FC236}">
                <a16:creationId xmlns:a16="http://schemas.microsoft.com/office/drawing/2014/main" id="{DEEC4135-B8EA-4CD9-B726-0CE50F1F13BF}"/>
              </a:ext>
            </a:extLst>
          </p:cNvPr>
          <p:cNvSpPr>
            <a:spLocks xmlns:a="http://schemas.openxmlformats.org/drawingml/2006/main" noGrp="1"/>
          </p:cNvSpPr>
          <p:nvPr>
            <p:ph idx="4"/>
          </p:nvPr>
        </p:nvSpPr>
        <p:spPr>
          <a:xfrm xmlns:a="http://schemas.openxmlformats.org/drawingml/2006/main">
            <a:off x="6172200" y="2505073"/>
            <a:ext cx="5183187" cy="3684587"/>
          </a:xfrm>
        </p:spPr>
        <p:txBody>
          <a:bodyPr xmlns:a="http://schemas.openxmlformats.org/drawingml/2006/main"/>
          <a:lstStyle xmlns:a="http://schemas.openxmlformats.org/drawingml/2006/main">
            <a:lvl1pPr>
              <a:buFont typeface="Arial"/>
              <a:buChar char="•"/>
              <a:defRPr/>
            </a:lvl1pPr>
            <a:lvl2pPr>
              <a:buFont typeface="Arial"/>
              <a:buChar char="•"/>
              <a:defRPr/>
            </a:lvl2pPr>
            <a:lvl3pPr>
              <a:buFont typeface="Arial"/>
              <a:buChar char="•"/>
              <a:defRPr/>
            </a:lvl3pPr>
            <a:lvl4pPr>
              <a:buFont typeface="Arial"/>
              <a:buChar char="•"/>
              <a:defRPr/>
            </a:lvl4pPr>
            <a:lvl5pPr>
              <a:buFont typeface="Arial"/>
              <a:buChar char="•"/>
              <a:defRPr/>
            </a:lvl5pPr>
            <a:lvl6pPr>
              <a:buFont typeface="Arial"/>
              <a:buChar char="•"/>
              <a:defRPr/>
            </a:lvl6pPr>
            <a:lvl7pPr>
              <a:buFont typeface="Arial"/>
              <a:buChar char="•"/>
              <a:defRPr/>
            </a:lvl7pPr>
            <a:lvl8pPr>
              <a:buFont typeface="Arial"/>
              <a:buChar char="•"/>
              <a:defRPr/>
            </a:lvl8pPr>
            <a:lvl9pPr>
              <a:buFont typeface="Arial"/>
              <a:buChar char="•"/>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148838123" name="Date Placeholder 6">
            <a:extLst xmlns:a="http://schemas.openxmlformats.org/drawingml/2006/main">
              <a:ext uri="{FF2B5EF4-FFF2-40B4-BE49-F238E27FC236}">
                <a16:creationId xmlns:a16="http://schemas.microsoft.com/office/drawing/2014/main" id="{72C560BC-D22B-4FCC-ABE7-3D0B91633B0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758991786" name="Footer Placeholder 7">
            <a:extLst xmlns:a="http://schemas.openxmlformats.org/drawingml/2006/main">
              <a:ext uri="{FF2B5EF4-FFF2-40B4-BE49-F238E27FC236}">
                <a16:creationId xmlns:a16="http://schemas.microsoft.com/office/drawing/2014/main" id="{C2CEC27B-C9A9-449C-AB20-83A90D3B331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496422396" name="Slide Number Placeholder 8">
            <a:extLst xmlns:a="http://schemas.openxmlformats.org/drawingml/2006/main">
              <a:ext uri="{FF2B5EF4-FFF2-40B4-BE49-F238E27FC236}">
                <a16:creationId xmlns:a16="http://schemas.microsoft.com/office/drawing/2014/main" id="{9DD03325-AEB2-41AA-8676-4735B980B15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394471594" name="Rectangle 640957806">
            <a:extLst xmlns:a="http://schemas.openxmlformats.org/drawingml/2006/main">
              <a:ext uri="{FF2B5EF4-FFF2-40B4-BE49-F238E27FC236}">
                <a16:creationId xmlns:a16="http://schemas.microsoft.com/office/drawing/2014/main" id="{DE86FE95-A5B4-4C99-8DFA-E24E61878FDB}"/>
              </a:ext>
            </a:extLst>
          </p:cNvPr>
          <p:cNvSpPr>
            <a:spLocks xmlns:a="http://schemas.openxmlformats.org/drawingml/2006/main" noGrp="1"/>
          </p:cNvSpPr>
          <p:nvPr/>
        </p:nvSpPr>
        <p:spPr>
          <a:xfrm xmlns:a="http://schemas.openxmlformats.org/drawingml/2006/main">
            <a:off x="2330779" y="1690686"/>
            <a:ext cx="7530436"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7.xml><?xml version="1.0" encoding="utf-8"?>
<p:sldLayout xmlns:p="http://schemas.openxmlformats.org/presentationml/2006/main" showMasterSp="1" showMasterPhAnim="0" matchingName="" type="picTx" preserve="1" userDrawn="1">
  <p:cSld name="Picture with Caption">
    <p:bg>
      <p:bgPr>
        <a:gradFill xmlns:a="http://schemas.openxmlformats.org/drawingml/2006/main">
          <a:gsLst>
            <a:gs pos="0">
              <a:schemeClr val="tx2">
                <a:lumMod val="75000"/>
              </a:schemeClr>
            </a:gs>
            <a:gs pos="100000">
              <a:schemeClr val="tx2"/>
            </a:gs>
          </a:gsLst>
          <a:lin ang="10800000" scaled="1"/>
        </a:gradFill>
      </p:bgPr>
    </p:bg>
    <p:spTree>
      <p:nvGrpSpPr>
        <p:cNvPr id="1" name=""/>
        <p:cNvGrpSpPr/>
        <p:nvPr/>
      </p:nvGrpSpPr>
      <p:grpSpPr>
        <a:xfrm xmlns:a="http://schemas.openxmlformats.org/drawingml/2006/main"/>
      </p:grpSpPr>
      <p:sp>
        <p:nvSpPr>
          <p:cNvPr id="857114060" name="Title 1">
            <a:extLst xmlns:a="http://schemas.openxmlformats.org/drawingml/2006/main">
              <a:ext uri="{FF2B5EF4-FFF2-40B4-BE49-F238E27FC236}">
                <a16:creationId xmlns:a16="http://schemas.microsoft.com/office/drawing/2014/main" id="{1252C71E-6FDE-4F32-B1D6-64061D7F06EC}"/>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vert="horz" wrap="square" lIns="91440" tIns="45720" rIns="91440" bIns="45720" anchor="ctr">
            <a:normAutofit/>
          </a:bodyPr>
          <a:lstStyle xmlns:a="http://schemas.openxmlformats.org/drawingml/2006/main">
            <a:lvl1pPr>
              <a:buNone/>
              <a:defRPr sz="3200">
                <a:solidFill>
                  <a:schemeClr val="bg1"/>
                </a:solidFill>
              </a:defRPr>
            </a:lvl1pPr>
          </a:lstStyle>
          <a:p xmlns:a="http://schemas.openxmlformats.org/drawingml/2006/main">
            <a:pPr>
              <a:buNone/>
            </a:pPr>
            <a:r>
              <a:t>Click to edit Master title style</a:t>
            </a:r>
          </a:p>
        </p:txBody>
      </p:sp>
      <p:sp>
        <p:nvSpPr>
          <p:cNvPr id="1680523425" name="Picture Placeholder 2">
            <a:extLst xmlns:a="http://schemas.openxmlformats.org/drawingml/2006/main">
              <a:ext uri="{FF2B5EF4-FFF2-40B4-BE49-F238E27FC236}">
                <a16:creationId xmlns:a16="http://schemas.microsoft.com/office/drawing/2014/main" id="{6C0AFD47-25D0-4797-B704-C763B299C39C}"/>
              </a:ext>
            </a:extLst>
          </p:cNvPr>
          <p:cNvSpPr>
            <a:spLocks xmlns:a="http://schemas.openxmlformats.org/drawingml/2006/main" noGrp="1"/>
          </p:cNvSpPr>
          <p:nvPr>
            <p:ph type="pic" idx="1"/>
          </p:nvPr>
        </p:nvSpPr>
        <p:spPr>
          <a:xfrm xmlns:a="http://schemas.openxmlformats.org/drawingml/2006/main">
            <a:off x="5183186" y="457198"/>
            <a:ext cx="6172200" cy="5403847"/>
          </a:xfrm>
        </p:spPr>
        <p:txBody>
          <a:bodyPr xmlns:a="http://schemas.openxmlformats.org/drawingml/2006/main" anchor="t"/>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a:buNone/>
            </a:pPr>
            <a:r>
              <a:t>Click icon to add picture</a:t>
            </a:r>
          </a:p>
        </p:txBody>
      </p:sp>
      <p:sp>
        <p:nvSpPr>
          <p:cNvPr id="1341879774" name="Text Placeholder 3">
            <a:extLst xmlns:a="http://schemas.openxmlformats.org/drawingml/2006/main">
              <a:ext uri="{FF2B5EF4-FFF2-40B4-BE49-F238E27FC236}">
                <a16:creationId xmlns:a16="http://schemas.microsoft.com/office/drawing/2014/main" id="{B81BD5D2-88F9-413C-8DE5-8A635F5B7E85}"/>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2400">
                <a:solidFill>
                  <a:schemeClr val="bg1"/>
                </a:solidFill>
              </a:defRPr>
            </a:lvl1pPr>
            <a:lvl2pPr marL="457200" indent="0">
              <a:buNone/>
              <a:defRPr sz="2400"/>
            </a:lvl2pPr>
            <a:lvl3pPr marL="914400" indent="0">
              <a:buNone/>
              <a:defRPr sz="2400"/>
            </a:lvl3pPr>
            <a:lvl4pPr marL="1371600" indent="0">
              <a:buNone/>
              <a:defRPr sz="2400"/>
            </a:lvl4pPr>
            <a:lvl5pPr marL="1828800" indent="0">
              <a:buNone/>
              <a:defRPr sz="2400"/>
            </a:lvl5pPr>
            <a:lvl6pPr marL="2286000" indent="0">
              <a:buNone/>
              <a:defRPr sz="2400"/>
            </a:lvl6pPr>
            <a:lvl7pPr marL="2743200" indent="0">
              <a:buNone/>
              <a:defRPr sz="2400"/>
            </a:lvl7pPr>
            <a:lvl8pPr marL="3200400" indent="0">
              <a:buNone/>
              <a:defRPr sz="2400"/>
            </a:lvl8pPr>
            <a:lvl9pPr marL="3657600" indent="0">
              <a:buNone/>
              <a:defRPr sz="2400"/>
            </a:lvl9pPr>
          </a:lstStyle>
          <a:p xmlns:a="http://schemas.openxmlformats.org/drawingml/2006/main">
            <a:pPr lvl="0">
              <a:buNone/>
            </a:pPr>
            <a:r>
              <a:t>Click to edit Master text styles</a:t>
            </a:r>
          </a:p>
        </p:txBody>
      </p:sp>
      <p:sp>
        <p:nvSpPr>
          <p:cNvPr id="336025917" name="Date Placeholder 4">
            <a:extLst xmlns:a="http://schemas.openxmlformats.org/drawingml/2006/main">
              <a:ext uri="{FF2B5EF4-FFF2-40B4-BE49-F238E27FC236}">
                <a16:creationId xmlns:a16="http://schemas.microsoft.com/office/drawing/2014/main" id="{6546A416-877F-4E36-B3F5-60933508F5D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919331046" name="Footer Placeholder 5">
            <a:extLst xmlns:a="http://schemas.openxmlformats.org/drawingml/2006/main">
              <a:ext uri="{FF2B5EF4-FFF2-40B4-BE49-F238E27FC236}">
                <a16:creationId xmlns:a16="http://schemas.microsoft.com/office/drawing/2014/main" id="{6709D6E4-89DB-4460-9AA2-B41CE3FF290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377019775" name="Slide Number Placeholder 6">
            <a:extLst xmlns:a="http://schemas.openxmlformats.org/drawingml/2006/main">
              <a:ext uri="{FF2B5EF4-FFF2-40B4-BE49-F238E27FC236}">
                <a16:creationId xmlns:a16="http://schemas.microsoft.com/office/drawing/2014/main" id="{2C162059-AEC8-4DB8-A727-F471F5D053E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
        <p:nvSpPr>
          <p:cNvPr id="1280566823" name="Rectangle 640957806">
            <a:extLst xmlns:a="http://schemas.openxmlformats.org/drawingml/2006/main">
              <a:ext uri="{FF2B5EF4-FFF2-40B4-BE49-F238E27FC236}">
                <a16:creationId xmlns:a16="http://schemas.microsoft.com/office/drawing/2014/main" id="{309B37AB-E63A-497E-B9B4-87AD2316FE15}"/>
              </a:ext>
            </a:extLst>
          </p:cNvPr>
          <p:cNvSpPr>
            <a:spLocks xmlns:a="http://schemas.openxmlformats.org/drawingml/2006/main" noGrp="1"/>
          </p:cNvSpPr>
          <p:nvPr/>
        </p:nvSpPr>
        <p:spPr>
          <a:xfrm xmlns:a="http://schemas.openxmlformats.org/drawingml/2006/main">
            <a:off x="838197" y="1984248"/>
            <a:ext cx="3933823" cy="73152"/>
          </a:xfrm>
          <a:prstGeom xmlns:a="http://schemas.openxmlformats.org/drawingml/2006/main" prst="rect">
            <a:avLst/>
          </a:prstGeom>
          <a:solidFill xmlns:a="http://schemas.openxmlformats.org/drawingml/2006/main">
            <a:schemeClr val="accent2">
              <a:lumMod val="75000"/>
            </a:schemeClr>
          </a:solidFill>
          <a:ln xmlns:a="http://schemas.openxmlformats.org/drawingml/2006/main" w="12700" cmpd="sng">
            <a:noFill/>
            <a:prstDash val="solid"/>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sp>
    </p:spTree>
  </p:cSld>
</p:sldLayout>
</file>

<file path=ppt/slideLayouts/slideLayout8.xml><?xml version="1.0" encoding="utf-8"?>
<p:sldLayout xmlns:p="http://schemas.openxmlformats.org/presentationml/2006/main" showMasterSp="1" showMasterPhAnim="0" matchingName="" type="titleOnly" preserve="1" userDrawn="1">
  <p:cSld name="Title Only">
    <p:bg>
      <p:bgPr>
        <a:gradFill xmlns:a="http://schemas.openxmlformats.org/drawingml/2006/main">
          <a:gsLst>
            <a:gs pos="0">
              <a:schemeClr val="tx2"/>
            </a:gs>
            <a:gs pos="100000">
              <a:schemeClr val="tx2">
                <a:lumMod val="75000"/>
              </a:schemeClr>
            </a:gs>
          </a:gsLst>
          <a:lin ang="16200000" scaled="1"/>
        </a:gradFill>
      </p:bgPr>
    </p:bg>
    <p:spTree>
      <p:nvGrpSpPr>
        <p:cNvPr id="1" name=""/>
        <p:cNvGrpSpPr/>
        <p:nvPr/>
      </p:nvGrpSpPr>
      <p:grpSpPr>
        <a:xfrm xmlns:a="http://schemas.openxmlformats.org/drawingml/2006/main"/>
      </p:grpSpPr>
      <p:pic>
        <p:nvPicPr>
          <p:cNvPr id="1330297443" name="Picture 752255626"/>
          <p:cNvPicPr>
            <a:picLocks xmlns:a="http://schemas.openxmlformats.org/drawingml/2006/main" noChangeAspect="1"/>
          </p:cNvPicPr>
          <p:nvPr/>
        </p:nvPicPr>
        <p:blipFill rotWithShape="1">
          <a:blip xmlns:r="http://schemas.openxmlformats.org/officeDocument/2006/relationships" xmlns:a="http://schemas.openxmlformats.org/drawingml/2006/main" r:embed="R38774126604848cb">
            <a:alphaModFix amt="30000"/>
          </a:blip>
          <a:stretch xmlns:a="http://schemas.openxmlformats.org/drawingml/2006/main"/>
        </p:blipFill>
        <p:spPr>
          <a:xfrm xmlns:a="http://schemas.openxmlformats.org/drawingml/2006/main">
            <a:off x="20620" y="8103"/>
            <a:ext cx="12216844" cy="6858000"/>
          </a:xfrm>
          <a:prstGeom xmlns:a="http://schemas.openxmlformats.org/drawingml/2006/main" prst="rect">
            <a:avLst/>
          </a:prstGeom>
        </p:spPr>
      </p:pic>
      <p:sp>
        <p:nvSpPr>
          <p:cNvPr id="56251189" name="Title 1">
            <a:extLst xmlns:a="http://schemas.openxmlformats.org/drawingml/2006/main">
              <a:ext uri="{FF2B5EF4-FFF2-40B4-BE49-F238E27FC236}">
                <a16:creationId xmlns:a16="http://schemas.microsoft.com/office/drawing/2014/main" id="{E39F8B99-C938-43EE-AC74-7466F46410D4}"/>
              </a:ext>
            </a:extLst>
          </p:cNvPr>
          <p:cNvSpPr>
            <a:spLocks xmlns:a="http://schemas.openxmlformats.org/drawingml/2006/main" noGrp="1"/>
          </p:cNvSpPr>
          <p:nvPr>
            <p:ph type="title" idx="0"/>
          </p:nvPr>
        </p:nvSpPr>
        <p:spPr>
          <a:xfrm xmlns:a="http://schemas.openxmlformats.org/drawingml/2006/main">
            <a:off x="838197" y="2455619"/>
            <a:ext cx="10515600" cy="1325561"/>
          </a:xfrm>
        </p:spPr>
        <p:txBody>
          <a:bodyPr xmlns:a="http://schemas.openxmlformats.org/drawingml/2006/main"/>
          <a:lstStyle xmlns:a="http://schemas.openxmlformats.org/drawingml/2006/main">
            <a:lvl1pPr algn="ctr">
              <a:buNone/>
              <a:defRPr>
                <a:solidFill>
                  <a:schemeClr val="bg1"/>
                </a:solidFill>
              </a:defRPr>
            </a:lvl1pPr>
            <a:lvl2pPr algn="ctr">
              <a:buNone/>
              <a:defRPr>
                <a:solidFill>
                  <a:schemeClr val="bg1"/>
                </a:solidFill>
              </a:defRPr>
            </a:lvl2pPr>
            <a:lvl3pPr algn="ctr">
              <a:buNone/>
              <a:defRPr>
                <a:solidFill>
                  <a:schemeClr val="bg1"/>
                </a:solidFill>
              </a:defRPr>
            </a:lvl3pPr>
            <a:lvl4pPr algn="ctr">
              <a:buNone/>
              <a:defRPr>
                <a:solidFill>
                  <a:schemeClr val="bg1"/>
                </a:solidFill>
              </a:defRPr>
            </a:lvl4pPr>
            <a:lvl5pPr algn="ctr">
              <a:buNone/>
              <a:defRPr>
                <a:solidFill>
                  <a:schemeClr val="bg1"/>
                </a:solidFill>
              </a:defRPr>
            </a:lvl5pPr>
            <a:lvl6pPr algn="ctr">
              <a:buNone/>
              <a:defRPr>
                <a:solidFill>
                  <a:schemeClr val="bg1"/>
                </a:solidFill>
              </a:defRPr>
            </a:lvl6pPr>
            <a:lvl7pPr algn="ctr">
              <a:buNone/>
              <a:defRPr>
                <a:solidFill>
                  <a:schemeClr val="bg1"/>
                </a:solidFill>
              </a:defRPr>
            </a:lvl7pPr>
            <a:lvl8pPr algn="ctr">
              <a:buNone/>
              <a:defRPr>
                <a:solidFill>
                  <a:schemeClr val="bg1"/>
                </a:solidFill>
              </a:defRPr>
            </a:lvl8pPr>
            <a:lvl9pPr algn="ctr">
              <a:buNone/>
              <a:defRPr>
                <a:solidFill>
                  <a:schemeClr val="bg1"/>
                </a:solidFill>
              </a:defRPr>
            </a:lvl9pPr>
          </a:lstStyle>
          <a:p xmlns:a="http://schemas.openxmlformats.org/drawingml/2006/main">
            <a:pPr>
              <a:buNone/>
            </a:pPr>
            <a:r>
              <a:t>Click to edit Master title style</a:t>
            </a:r>
          </a:p>
        </p:txBody>
      </p:sp>
      <p:sp>
        <p:nvSpPr>
          <p:cNvPr id="1330297441" name="Date Placeholder 2">
            <a:extLst xmlns:a="http://schemas.openxmlformats.org/drawingml/2006/main">
              <a:ext uri="{FF2B5EF4-FFF2-40B4-BE49-F238E27FC236}">
                <a16:creationId xmlns:a16="http://schemas.microsoft.com/office/drawing/2014/main" id="{1472AA2F-7B35-45F4-8322-88D1AE64F9B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945487837" name="Footer Placeholder 3">
            <a:extLst xmlns:a="http://schemas.openxmlformats.org/drawingml/2006/main">
              <a:ext uri="{FF2B5EF4-FFF2-40B4-BE49-F238E27FC236}">
                <a16:creationId xmlns:a16="http://schemas.microsoft.com/office/drawing/2014/main" id="{BA907C24-8B0D-4249-9F54-2268D5DA32B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201089259" name="Slide Number Placeholder 4">
            <a:extLst xmlns:a="http://schemas.openxmlformats.org/drawingml/2006/main">
              <a:ext uri="{FF2B5EF4-FFF2-40B4-BE49-F238E27FC236}">
                <a16:creationId xmlns:a16="http://schemas.microsoft.com/office/drawing/2014/main" id="{04DBE58C-9272-4D8B-AADC-096FFEE372A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9.xml><?xml version="1.0" encoding="utf-8"?>
<p:sldLayout xmlns:p="http://schemas.openxmlformats.org/presentationml/2006/main" showMasterSp="1" showMasterPhAnim="0" matchingName="" type="blank" preserve="1" userDrawn="1">
  <p:cSld name="Blank">
    <p:spTree>
      <p:nvGrpSpPr>
        <p:cNvPr id="1" name=""/>
        <p:cNvGrpSpPr/>
        <p:nvPr/>
      </p:nvGrpSpPr>
      <p:grpSpPr>
        <a:xfrm xmlns:a="http://schemas.openxmlformats.org/drawingml/2006/main"/>
      </p:grpSpPr>
      <p:sp>
        <p:nvSpPr>
          <p:cNvPr id="1926600806" name="Date Placeholder 1">
            <a:extLst xmlns:a="http://schemas.openxmlformats.org/drawingml/2006/main">
              <a:ext uri="{FF2B5EF4-FFF2-40B4-BE49-F238E27FC236}">
                <a16:creationId xmlns:a16="http://schemas.microsoft.com/office/drawing/2014/main" id="{2D17A731-746E-46D9-A2ED-F5BF78DABD0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1349059226" name="Footer Placeholder 2">
            <a:extLst xmlns:a="http://schemas.openxmlformats.org/drawingml/2006/main">
              <a:ext uri="{FF2B5EF4-FFF2-40B4-BE49-F238E27FC236}">
                <a16:creationId xmlns:a16="http://schemas.microsoft.com/office/drawing/2014/main" id="{F1E5ED36-1C7E-4802-AEA6-A0911572B69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851412947" name="Slide Number Placeholder 3">
            <a:extLst xmlns:a="http://schemas.openxmlformats.org/drawingml/2006/main">
              <a:ext uri="{FF2B5EF4-FFF2-40B4-BE49-F238E27FC236}">
                <a16:creationId xmlns:a16="http://schemas.microsoft.com/office/drawing/2014/main" id="{6DBBD5AE-A965-40E9-94D5-13885C1852A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0.xml><?xml version="1.0" encoding="utf-8"?>
<p:sldLayout xmlns:p="http://schemas.openxmlformats.org/presentationml/2006/main" showMasterSp="1" showMasterPhAnim="0" matchingName="" type="objTx" preserve="1" userDrawn="1">
  <p:cSld name="Content with Caption">
    <p:spTree>
      <p:nvGrpSpPr>
        <p:cNvPr id="1" name=""/>
        <p:cNvGrpSpPr/>
        <p:nvPr/>
      </p:nvGrpSpPr>
      <p:grpSpPr>
        <a:xfrm xmlns:a="http://schemas.openxmlformats.org/drawingml/2006/main"/>
      </p:grpSpPr>
      <p:sp>
        <p:nvSpPr>
          <p:cNvPr id="1343901473" name="Title 1">
            <a:extLst xmlns:a="http://schemas.openxmlformats.org/drawingml/2006/main">
              <a:ext uri="{FF2B5EF4-FFF2-40B4-BE49-F238E27FC236}">
                <a16:creationId xmlns:a16="http://schemas.microsoft.com/office/drawing/2014/main" id="{AF09D010-34E4-4C9D-B01A-D1722D3C638C}"/>
              </a:ext>
            </a:extLst>
          </p:cNvPr>
          <p:cNvSpPr>
            <a:spLocks xmlns:a="http://schemas.openxmlformats.org/drawingml/2006/main" noGrp="1"/>
          </p:cNvSpPr>
          <p:nvPr>
            <p:ph type="title" idx="0"/>
          </p:nvPr>
        </p:nvSpPr>
        <p:spPr>
          <a:xfrm xmlns:a="http://schemas.openxmlformats.org/drawingml/2006/main">
            <a:off x="839787" y="457200"/>
            <a:ext cx="3932236" cy="1600200"/>
          </a:xfrm>
        </p:spPr>
        <p:txBody>
          <a:bodyPr xmlns:a="http://schemas.openxmlformats.org/drawingml/2006/main" anchor="b"/>
          <a:lstStyle xmlns:a="http://schemas.openxmlformats.org/drawingml/2006/main">
            <a:lvl1pPr>
              <a:buNone/>
              <a:defRPr sz="3200"/>
            </a:lvl1pPr>
          </a:lstStyle>
          <a:p xmlns:a="http://schemas.openxmlformats.org/drawingml/2006/main">
            <a:pPr>
              <a:buNone/>
            </a:pPr>
            <a:r>
              <a:t>Click to edit Master title style</a:t>
            </a:r>
          </a:p>
        </p:txBody>
      </p:sp>
      <p:sp>
        <p:nvSpPr>
          <p:cNvPr id="911937960" name="Content Placeholder 2">
            <a:extLst xmlns:a="http://schemas.openxmlformats.org/drawingml/2006/main">
              <a:ext uri="{FF2B5EF4-FFF2-40B4-BE49-F238E27FC236}">
                <a16:creationId xmlns:a16="http://schemas.microsoft.com/office/drawing/2014/main" id="{DCB6ED3D-9F71-43AB-9A0C-7B4D5B0DAE6F}"/>
              </a:ext>
            </a:extLst>
          </p:cNvPr>
          <p:cNvSpPr>
            <a:spLocks xmlns:a="http://schemas.openxmlformats.org/drawingml/2006/main" noGrp="1"/>
          </p:cNvSpPr>
          <p:nvPr>
            <p:ph idx="1"/>
          </p:nvPr>
        </p:nvSpPr>
        <p:spPr>
          <a:xfrm xmlns:a="http://schemas.openxmlformats.org/drawingml/2006/main">
            <a:off x="5183187" y="987424"/>
            <a:ext cx="6172200" cy="4873624"/>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040566304" name="Text Placeholder 3">
            <a:extLst xmlns:a="http://schemas.openxmlformats.org/drawingml/2006/main">
              <a:ext uri="{FF2B5EF4-FFF2-40B4-BE49-F238E27FC236}">
                <a16:creationId xmlns:a16="http://schemas.microsoft.com/office/drawing/2014/main" id="{63066537-4852-4943-9E2C-632FA35C084A}"/>
              </a:ext>
            </a:extLst>
          </p:cNvPr>
          <p:cNvSpPr>
            <a:spLocks xmlns:a="http://schemas.openxmlformats.org/drawingml/2006/main" noGrp="1"/>
          </p:cNvSpPr>
          <p:nvPr>
            <p:ph type="body" idx="2"/>
          </p:nvPr>
        </p:nvSpPr>
        <p:spPr>
          <a:xfrm xmlns:a="http://schemas.openxmlformats.org/drawingml/2006/main">
            <a:off x="839787" y="2057400"/>
            <a:ext cx="3932236" cy="3811587"/>
          </a:xfrm>
        </p:spPr>
        <p:txBody>
          <a:bodyPr xmlns:a="http://schemas.openxmlformats.org/drawingml/2006/main"/>
          <a:lstStyle xmlns:a="http://schemas.openxmlformats.org/drawingml/2006/main">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xmlns:a="http://schemas.openxmlformats.org/drawingml/2006/main">
            <a:pPr lvl="0">
              <a:buNone/>
            </a:pPr>
            <a:r>
              <a:t>Click to edit Master text styles</a:t>
            </a:r>
          </a:p>
        </p:txBody>
      </p:sp>
      <p:sp>
        <p:nvSpPr>
          <p:cNvPr id="2031289346" name="Date Placeholder 4">
            <a:extLst xmlns:a="http://schemas.openxmlformats.org/drawingml/2006/main">
              <a:ext uri="{FF2B5EF4-FFF2-40B4-BE49-F238E27FC236}">
                <a16:creationId xmlns:a16="http://schemas.microsoft.com/office/drawing/2014/main" id="{77932F28-6B85-4213-A765-CE2358C9ACB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2146330244" name="Footer Placeholder 5">
            <a:extLst xmlns:a="http://schemas.openxmlformats.org/drawingml/2006/main">
              <a:ext uri="{FF2B5EF4-FFF2-40B4-BE49-F238E27FC236}">
                <a16:creationId xmlns:a16="http://schemas.microsoft.com/office/drawing/2014/main" id="{0D96D67B-47B7-4991-AF59-2A72109CE5A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619819458" name="Slide Number Placeholder 6">
            <a:extLst xmlns:a="http://schemas.openxmlformats.org/drawingml/2006/main">
              <a:ext uri="{FF2B5EF4-FFF2-40B4-BE49-F238E27FC236}">
                <a16:creationId xmlns:a16="http://schemas.microsoft.com/office/drawing/2014/main" id="{46767854-0211-4055-B24E-EF4621E2522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1.xml><?xml version="1.0" encoding="utf-8"?>
<p:sldLayout xmlns:p="http://schemas.openxmlformats.org/presentationml/2006/main" showMasterSp="1" showMasterPhAnim="0" matchingName="" type="vertTx" preserve="1" userDrawn="1">
  <p:cSld name="Title and Vertical Text">
    <p:spTree>
      <p:nvGrpSpPr>
        <p:cNvPr id="1" name=""/>
        <p:cNvGrpSpPr/>
        <p:nvPr/>
      </p:nvGrpSpPr>
      <p:grpSpPr>
        <a:xfrm xmlns:a="http://schemas.openxmlformats.org/drawingml/2006/main"/>
      </p:grpSpPr>
      <p:sp>
        <p:nvSpPr>
          <p:cNvPr id="547457939" name="Title 1">
            <a:extLst xmlns:a="http://schemas.openxmlformats.org/drawingml/2006/main">
              <a:ext uri="{FF2B5EF4-FFF2-40B4-BE49-F238E27FC236}">
                <a16:creationId xmlns:a16="http://schemas.microsoft.com/office/drawing/2014/main" id="{8EA60FC9-8072-497C-A363-D7D9C0E87F2C}"/>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pPr>
              <a:buNone/>
            </a:pPr>
            <a:r>
              <a:t>Click to edit Master title style</a:t>
            </a:r>
          </a:p>
        </p:txBody>
      </p:sp>
      <p:sp>
        <p:nvSpPr>
          <p:cNvPr id="1759667495" name="Vertical Text Placeholder 2">
            <a:extLst xmlns:a="http://schemas.openxmlformats.org/drawingml/2006/main">
              <a:ext uri="{FF2B5EF4-FFF2-40B4-BE49-F238E27FC236}">
                <a16:creationId xmlns:a16="http://schemas.microsoft.com/office/drawing/2014/main" id="{C542EB25-E16E-464B-AC9D-52152C4D6D36}"/>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1992044714" name="Date Placeholder 3">
            <a:extLst xmlns:a="http://schemas.openxmlformats.org/drawingml/2006/main">
              <a:ext uri="{FF2B5EF4-FFF2-40B4-BE49-F238E27FC236}">
                <a16:creationId xmlns:a16="http://schemas.microsoft.com/office/drawing/2014/main" id="{CD820A32-6D92-4604-918E-0C3FFF139FA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45838410" name="Footer Placeholder 4">
            <a:extLst xmlns:a="http://schemas.openxmlformats.org/drawingml/2006/main">
              <a:ext uri="{FF2B5EF4-FFF2-40B4-BE49-F238E27FC236}">
                <a16:creationId xmlns:a16="http://schemas.microsoft.com/office/drawing/2014/main" id="{804ED4A6-E447-4B90-A148-598AC2DD6B5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1961013501" name="Slide Number Placeholder 5">
            <a:extLst xmlns:a="http://schemas.openxmlformats.org/drawingml/2006/main">
              <a:ext uri="{FF2B5EF4-FFF2-40B4-BE49-F238E27FC236}">
                <a16:creationId xmlns:a16="http://schemas.microsoft.com/office/drawing/2014/main" id="{FB176EFC-347B-408A-B24C-FE73B46A697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Layouts/slideLayout12.xml><?xml version="1.0" encoding="utf-8"?>
<p:sldLayout xmlns:p="http://schemas.openxmlformats.org/presentationml/2006/main" showMasterSp="1" showMasterPhAnim="0" matchingName="" type="vertTitleAndTx" preserve="1" userDrawn="1">
  <p:cSld name="Vertical Title and Text">
    <p:spTree>
      <p:nvGrpSpPr>
        <p:cNvPr id="1" name=""/>
        <p:cNvGrpSpPr/>
        <p:nvPr/>
      </p:nvGrpSpPr>
      <p:grpSpPr>
        <a:xfrm xmlns:a="http://schemas.openxmlformats.org/drawingml/2006/main"/>
      </p:grpSpPr>
      <p:sp>
        <p:nvSpPr>
          <p:cNvPr id="161820997" name="Vertical Title 1">
            <a:extLst xmlns:a="http://schemas.openxmlformats.org/drawingml/2006/main">
              <a:ext uri="{FF2B5EF4-FFF2-40B4-BE49-F238E27FC236}">
                <a16:creationId xmlns:a16="http://schemas.microsoft.com/office/drawing/2014/main" id="{17A2FE20-D6D4-4ABD-9086-54891DAA83D1}"/>
              </a:ext>
            </a:extLst>
          </p:cNvPr>
          <p:cNvSpPr>
            <a:spLocks xmlns:a="http://schemas.openxmlformats.org/drawingml/2006/main" noGrp="1"/>
          </p:cNvSpPr>
          <p:nvPr>
            <p:ph type="title" idx="0"/>
          </p:nvPr>
        </p:nvSpPr>
        <p:spPr>
          <a:xfrm xmlns:a="http://schemas.openxmlformats.org/drawingml/2006/main">
            <a:off x="8724899" y="365124"/>
            <a:ext cx="2628900" cy="5811837"/>
          </a:xfrm>
        </p:spPr>
        <p:txBody>
          <a:bodyPr xmlns:a="http://schemas.openxmlformats.org/drawingml/2006/main" vert="eaVert"/>
          <a:lstStyle xmlns:a="http://schemas.openxmlformats.org/drawingml/2006/main"/>
          <a:p xmlns:a="http://schemas.openxmlformats.org/drawingml/2006/main">
            <a:pPr>
              <a:buNone/>
            </a:pPr>
            <a:r>
              <a:t>Click to edit Master title style</a:t>
            </a:r>
          </a:p>
        </p:txBody>
      </p:sp>
      <p:sp>
        <p:nvSpPr>
          <p:cNvPr id="212291837" name="Vertical Text Placeholder 2">
            <a:extLst xmlns:a="http://schemas.openxmlformats.org/drawingml/2006/main">
              <a:ext uri="{FF2B5EF4-FFF2-40B4-BE49-F238E27FC236}">
                <a16:creationId xmlns:a16="http://schemas.microsoft.com/office/drawing/2014/main" id="{6E2C63A2-E861-482E-A27E-208284CD211F}"/>
              </a:ext>
            </a:extLst>
          </p:cNvPr>
          <p:cNvSpPr>
            <a:spLocks xmlns:a="http://schemas.openxmlformats.org/drawingml/2006/main" noGrp="1"/>
          </p:cNvSpPr>
          <p:nvPr>
            <p:ph type="body" idx="1"/>
          </p:nvPr>
        </p:nvSpPr>
        <p:spPr>
          <a:xfrm xmlns:a="http://schemas.openxmlformats.org/drawingml/2006/main">
            <a:off x="838198" y="365124"/>
            <a:ext cx="7734299" cy="5811837"/>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967025902" name="Date Placeholder 3">
            <a:extLst xmlns:a="http://schemas.openxmlformats.org/drawingml/2006/main">
              <a:ext uri="{FF2B5EF4-FFF2-40B4-BE49-F238E27FC236}">
                <a16:creationId xmlns:a16="http://schemas.microsoft.com/office/drawing/2014/main" id="{8C83544A-E0A2-4A8E-B00A-DD672EF514F0}"/>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a:pPr>
              <a:buNone/>
            </a:pPr>
            <a:fld id="{BCC18F51-09EC-435C-A3BA-64A766E099C0}" type="datetimeFigureOut">
              <a:t>2026/7/28</a:t>
            </a:fld>
          </a:p>
        </p:txBody>
      </p:sp>
      <p:sp>
        <p:nvSpPr>
          <p:cNvPr id="401713448" name="Footer Placeholder 4">
            <a:extLst xmlns:a="http://schemas.openxmlformats.org/drawingml/2006/main">
              <a:ext uri="{FF2B5EF4-FFF2-40B4-BE49-F238E27FC236}">
                <a16:creationId xmlns:a16="http://schemas.microsoft.com/office/drawing/2014/main" id="{60AF7AAA-003C-4564-A5D8-47EEE3C7E24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a:pPr>
              <a:buNone/>
            </a:pPr>
          </a:p>
        </p:txBody>
      </p:sp>
      <p:sp>
        <p:nvSpPr>
          <p:cNvPr id="73704182" name="Slide Number Placeholder 5">
            <a:extLst xmlns:a="http://schemas.openxmlformats.org/drawingml/2006/main">
              <a:ext uri="{FF2B5EF4-FFF2-40B4-BE49-F238E27FC236}">
                <a16:creationId xmlns:a16="http://schemas.microsoft.com/office/drawing/2014/main" id="{968135D2-814E-47C7-94CA-F40F44B31D1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a:buNone/>
            </a:pPr>
            <a:fld id="{08395586-F03A-48D1-94DF-16B239DF4FB5}" type="slidenum">
              <a:t>‹#›</a:t>
            </a:fld>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bb7fcd048c14428" /><Relationship Type="http://schemas.openxmlformats.org/officeDocument/2006/relationships/slideLayout" Target="/ppt/slideLayouts/slideLayout1.xml" Id="Rb9915dbd11e142c9" /><Relationship Type="http://schemas.openxmlformats.org/officeDocument/2006/relationships/slideLayout" Target="/ppt/slideLayouts/slideLayout2.xml" Id="R16af1d3370a94e8e" /><Relationship Type="http://schemas.openxmlformats.org/officeDocument/2006/relationships/slideLayout" Target="/ppt/slideLayouts/slideLayout3.xml" Id="Rdf5dda7a00d84195" /><Relationship Type="http://schemas.openxmlformats.org/officeDocument/2006/relationships/slideLayout" Target="/ppt/slideLayouts/slideLayout4.xml" Id="Rbc419c606f4e48a4" /><Relationship Type="http://schemas.openxmlformats.org/officeDocument/2006/relationships/slideLayout" Target="/ppt/slideLayouts/slideLayout5.xml" Id="Rad6e4aec97434f38" /><Relationship Type="http://schemas.openxmlformats.org/officeDocument/2006/relationships/slideLayout" Target="/ppt/slideLayouts/slideLayout6.xml" Id="R767f64703baf4222" /><Relationship Type="http://schemas.openxmlformats.org/officeDocument/2006/relationships/slideLayout" Target="/ppt/slideLayouts/slideLayout7.xml" Id="R83dab7e57e924441" /><Relationship Type="http://schemas.openxmlformats.org/officeDocument/2006/relationships/slideLayout" Target="/ppt/slideLayouts/slideLayout8.xml" Id="R2571c69c899948b7" /><Relationship Type="http://schemas.openxmlformats.org/officeDocument/2006/relationships/slideLayout" Target="/ppt/slideLayouts/slideLayout9.xml" Id="Rd0734956dbd6403f" /><Relationship Type="http://schemas.openxmlformats.org/officeDocument/2006/relationships/slideLayout" Target="/ppt/slideLayouts/slideLayout10.xml" Id="Rc652befe483d4231" /><Relationship Type="http://schemas.openxmlformats.org/officeDocument/2006/relationships/slideLayout" Target="/ppt/slideLayouts/slideLayout11.xml" Id="Rcdec3b5052fd4288" /><Relationship Type="http://schemas.openxmlformats.org/officeDocument/2006/relationships/slideLayout" Target="/ppt/slideLayouts/slideLayout12.xml" Id="R383ae701cf7441b8" /></Relationships>
</file>

<file path=ppt/slideMasters/slideMaster1.xml><?xml version="1.0" encoding="utf-8"?>
<p:sldMaster xmlns:p="http://schemas.openxmlformats.org/presentationml/2006/main">
  <p:cSld>
    <p:bg>
      <p:bgPr>
        <a:gradFill xmlns:a="http://schemas.openxmlformats.org/drawingml/2006/main">
          <a:gsLst>
            <a:gs pos="0">
              <a:schemeClr val="tx2">
                <a:lumMod val="20000"/>
                <a:lumOff val="80000"/>
              </a:schemeClr>
            </a:gs>
            <a:gs pos="100000">
              <a:srgbClr val="FFFFFF"/>
            </a:gs>
          </a:gsLst>
          <a:path path="circle"/>
        </a:gradFill>
      </p:bgPr>
    </p:bg>
    <p:spTree>
      <p:nvGrpSpPr>
        <p:cNvPr id="1" name=""/>
        <p:cNvGrpSpPr/>
        <p:nvPr/>
      </p:nvGrpSpPr>
      <p:grpSpPr>
        <a:xfrm xmlns:a="http://schemas.openxmlformats.org/drawingml/2006/main"/>
      </p:grpSpPr>
      <p:sp>
        <p:nvSpPr>
          <p:cNvPr id="475224091" name="Title Placeholder 1">
            <a:extLst xmlns:a="http://schemas.openxmlformats.org/drawingml/2006/main">
              <a:ext uri="{FF2B5EF4-FFF2-40B4-BE49-F238E27FC236}">
                <a16:creationId xmlns:a16="http://schemas.microsoft.com/office/drawing/2014/main" id="{AF5D3D2C-6327-448C-9E5B-F937B488F5A7}"/>
              </a:ext>
            </a:extLst>
          </p:cNvPr>
          <p:cNvSpPr>
            <a:spLocks xmlns:a="http://schemas.openxmlformats.org/drawingml/2006/main" noGrp="1"/>
          </p:cNvSpPr>
          <p:nvPr>
            <p:ph type="title" idx="0"/>
          </p:nvPr>
        </p:nvSpPr>
        <p:spPr>
          <a:xfrm xmlns:a="http://schemas.openxmlformats.org/drawingml/2006/main">
            <a:off x="838198" y="365124"/>
            <a:ext cx="10515600" cy="1325562"/>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lvl1pPr>
              <a:buNone/>
              <a:defRPr b="1"/>
            </a:lvl1pPr>
          </a:lstStyle>
          <a:p xmlns:a="http://schemas.openxmlformats.org/drawingml/2006/main">
            <a:pPr>
              <a:buNone/>
            </a:pPr>
            <a:r>
              <a:t>Click to edit Master title style</a:t>
            </a:r>
          </a:p>
        </p:txBody>
      </p:sp>
      <p:sp>
        <p:nvSpPr>
          <p:cNvPr id="1071375742" name="Text Placeholder 2">
            <a:extLst xmlns:a="http://schemas.openxmlformats.org/drawingml/2006/main">
              <a:ext uri="{FF2B5EF4-FFF2-40B4-BE49-F238E27FC236}">
                <a16:creationId xmlns:a16="http://schemas.microsoft.com/office/drawing/2014/main" id="{56F912BA-C8D7-48E1-B5D4-BE86935D41DE}"/>
              </a:ext>
            </a:extLst>
          </p:cNvPr>
          <p:cNvSpPr>
            <a:spLocks xmlns:a="http://schemas.openxmlformats.org/drawingml/2006/main" noGrp="1"/>
          </p:cNvSpPr>
          <p:nvPr>
            <p:ph type="body" idx="1"/>
          </p:nvPr>
        </p:nvSpPr>
        <p:spPr>
          <a:xfrm xmlns:a="http://schemas.openxmlformats.org/drawingml/2006/main">
            <a:off x="841248" y="1828800"/>
            <a:ext cx="10515600" cy="4351338"/>
          </a:xfrm>
          <a:prstGeom xmlns:a="http://schemas.openxmlformats.org/drawingml/2006/main" prst="rect">
            <a:avLst/>
          </a:prstGeom>
        </p:spPr>
        <p:txBody>
          <a:bodyPr xmlns:a="http://schemas.openxmlformats.org/drawingml/2006/main" vert="horz" wrap="square" lIns="182880" tIns="182880" rIns="182880" bIns="91440" anchor="t">
            <a:normAutofit/>
          </a:bodyPr>
          <a:lstStyle xmlns:a="http://schemas.openxmlformats.org/drawingml/2006/main">
            <a:lvl1pPr>
              <a:buNone/>
              <a:defRPr/>
            </a:lvl1pPr>
            <a:lvl2pPr>
              <a:buNone/>
              <a:defRPr/>
            </a:lvl2pPr>
            <a:lvl3pPr>
              <a:buNone/>
              <a:defRPr/>
            </a:lvl3pPr>
            <a:lvl4pPr>
              <a:buNone/>
              <a:defRPr/>
            </a:lvl4pPr>
            <a:lvl5pPr>
              <a:buNone/>
              <a:defRPr/>
            </a:lvl5pPr>
            <a:lvl6pPr>
              <a:buNone/>
              <a:defRPr/>
            </a:lvl6pPr>
            <a:lvl7pPr>
              <a:buNone/>
              <a:defRPr/>
            </a:lvl7pPr>
            <a:lvl8pPr>
              <a:buNone/>
              <a:defRPr/>
            </a:lvl8pPr>
            <a:lvl9pPr>
              <a:buNone/>
              <a:defRPr/>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2129701086" name="Date Placeholder 3">
            <a:extLst xmlns:a="http://schemas.openxmlformats.org/drawingml/2006/main">
              <a:ext uri="{FF2B5EF4-FFF2-40B4-BE49-F238E27FC236}">
                <a16:creationId xmlns:a16="http://schemas.microsoft.com/office/drawing/2014/main" id="{BD3EFEEC-252B-4DB8-9C10-51CFCEC3FC84}"/>
              </a:ext>
            </a:extLst>
          </p:cNvPr>
          <p:cNvSpPr>
            <a:spLocks xmlns:a="http://schemas.openxmlformats.org/drawingml/2006/main" noGrp="1"/>
          </p:cNvSpPr>
          <p:nvPr>
            <p:ph type="dt" idx="2"/>
          </p:nvPr>
        </p:nvSpPr>
        <p:spPr>
          <a:xfrm xmlns:a="http://schemas.openxmlformats.org/drawingml/2006/main">
            <a:off x="838198"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a:pPr>
              <a:buNone/>
            </a:pPr>
            <a:fld id="{BCC18F51-09EC-435C-A3BA-64A766E099C0}" type="datetimeFigureOut">
              <a:t>2026/7/28</a:t>
            </a:fld>
          </a:p>
        </p:txBody>
      </p:sp>
      <p:sp>
        <p:nvSpPr>
          <p:cNvPr id="1996226865" name="Footer Placeholder 4">
            <a:extLst xmlns:a="http://schemas.openxmlformats.org/drawingml/2006/main">
              <a:ext uri="{FF2B5EF4-FFF2-40B4-BE49-F238E27FC236}">
                <a16:creationId xmlns:a16="http://schemas.microsoft.com/office/drawing/2014/main" id="{47B82838-2CCE-4787-9136-22833DDB9D31}"/>
              </a:ext>
            </a:extLst>
          </p:cNvPr>
          <p:cNvSpPr>
            <a:spLocks xmlns:a="http://schemas.openxmlformats.org/drawingml/2006/main" noGrp="1"/>
          </p:cNvSpPr>
          <p:nvPr>
            <p:ph type="ftr" idx="3"/>
          </p:nvPr>
        </p:nvSpPr>
        <p:spPr>
          <a:xfrm xmlns:a="http://schemas.openxmlformats.org/drawingml/2006/main">
            <a:off x="4038598" y="6356349"/>
            <a:ext cx="41148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a:pPr>
              <a:buNone/>
            </a:pPr>
          </a:p>
        </p:txBody>
      </p:sp>
      <p:sp>
        <p:nvSpPr>
          <p:cNvPr id="334731255" name="Slide Number Placeholder 5">
            <a:extLst xmlns:a="http://schemas.openxmlformats.org/drawingml/2006/main">
              <a:ext uri="{FF2B5EF4-FFF2-40B4-BE49-F238E27FC236}">
                <a16:creationId xmlns:a16="http://schemas.microsoft.com/office/drawing/2014/main" id="{9A83CEDC-76D5-4C70-A8F4-D006EF5E55B3}"/>
              </a:ext>
            </a:extLst>
          </p:cNvPr>
          <p:cNvSpPr>
            <a:spLocks xmlns:a="http://schemas.openxmlformats.org/drawingml/2006/main" noGrp="1"/>
          </p:cNvSpPr>
          <p:nvPr>
            <p:ph type="sldNum" idx="4"/>
          </p:nvPr>
        </p:nvSpPr>
        <p:spPr>
          <a:xfrm xmlns:a="http://schemas.openxmlformats.org/drawingml/2006/main">
            <a:off x="8610599" y="6356349"/>
            <a:ext cx="2743200" cy="365124"/>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a:pPr>
              <a:buNone/>
            </a:pPr>
            <a:fld id="{08395586-F03A-48D1-94DF-16B239DF4FB5}" type="slidenum">
              <a:t>‹#›</a:t>
            </a:fld>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9915dbd11e142c9"/>
    <p:sldLayoutId xmlns:r="http://schemas.openxmlformats.org/officeDocument/2006/relationships" id="2147483650" r:id="R16af1d3370a94e8e"/>
    <p:sldLayoutId xmlns:r="http://schemas.openxmlformats.org/officeDocument/2006/relationships" id="2147483651" r:id="Rdf5dda7a00d84195"/>
    <p:sldLayoutId xmlns:r="http://schemas.openxmlformats.org/officeDocument/2006/relationships" id="2147483652" r:id="Rbc419c606f4e48a4"/>
    <p:sldLayoutId xmlns:r="http://schemas.openxmlformats.org/officeDocument/2006/relationships" id="2147483653" r:id="Rad6e4aec97434f38"/>
    <p:sldLayoutId xmlns:r="http://schemas.openxmlformats.org/officeDocument/2006/relationships" id="2147483654" r:id="R767f64703baf4222"/>
    <p:sldLayoutId xmlns:r="http://schemas.openxmlformats.org/officeDocument/2006/relationships" id="2147483655" r:id="R83dab7e57e924441"/>
    <p:sldLayoutId xmlns:r="http://schemas.openxmlformats.org/officeDocument/2006/relationships" id="2147483656" r:id="R2571c69c899948b7"/>
    <p:sldLayoutId xmlns:r="http://schemas.openxmlformats.org/officeDocument/2006/relationships" id="2147483657" r:id="Rd0734956dbd6403f"/>
    <p:sldLayoutId xmlns:r="http://schemas.openxmlformats.org/officeDocument/2006/relationships" id="2147483658" r:id="Rc652befe483d4231"/>
    <p:sldLayoutId xmlns:r="http://schemas.openxmlformats.org/officeDocument/2006/relationships" id="2147483659" r:id="Rcdec3b5052fd4288"/>
    <p:sldLayoutId xmlns:r="http://schemas.openxmlformats.org/officeDocument/2006/relationships" id="2147483660" r:id="R383ae701cf7441b8"/>
  </p:sldLayoutIdLst>
  <p:txStyles>
    <p:titleStyle>
      <a:lvl1pPr xmlns:a="http://schemas.openxmlformats.org/drawingml/2006/main" algn="l" defTabSz="914400">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defTabSz="914400">
        <a:lnSpc>
          <a:spcPct val="90000"/>
        </a:lnSpc>
        <a:spcBef>
          <a:spcPts val="999"/>
        </a:spcBef>
        <a:buFont typeface="Arial"/>
        <a:buChar char="•"/>
        <a:defRPr sz="2800">
          <a:solidFill>
            <a:schemeClr val="tx1"/>
          </a:solidFill>
          <a:latin typeface="+mn-lt"/>
          <a:ea typeface="+mn-lt"/>
          <a:cs typeface="+mn-lt"/>
        </a:defRPr>
      </a:lvl1pPr>
      <a:lvl2pPr xmlns:a="http://schemas.openxmlformats.org/drawingml/2006/main" marL="685800" indent="-228600" algn="l" defTabSz="914400">
        <a:lnSpc>
          <a:spcPct val="90000"/>
        </a:lnSpc>
        <a:spcBef>
          <a:spcPts val="499"/>
        </a:spcBef>
        <a:buFont typeface="Arial"/>
        <a:buChar char="•"/>
        <a:defRPr sz="2400">
          <a:solidFill>
            <a:schemeClr val="tx1"/>
          </a:solidFill>
          <a:latin typeface="+mn-lt"/>
          <a:ea typeface="+mn-lt"/>
          <a:cs typeface="+mn-lt"/>
        </a:defRPr>
      </a:lvl2pPr>
      <a:lvl3pPr xmlns:a="http://schemas.openxmlformats.org/drawingml/2006/main" marL="1143000" indent="-228600" algn="l" defTabSz="914400">
        <a:lnSpc>
          <a:spcPct val="90000"/>
        </a:lnSpc>
        <a:spcBef>
          <a:spcPts val="499"/>
        </a:spcBef>
        <a:buFont typeface="Arial"/>
        <a:buChar char="•"/>
        <a:defRPr sz="2000">
          <a:solidFill>
            <a:schemeClr val="tx1"/>
          </a:solidFill>
          <a:latin typeface="+mn-lt"/>
          <a:ea typeface="+mn-lt"/>
          <a:cs typeface="+mn-lt"/>
        </a:defRPr>
      </a:lvl3pPr>
      <a:lvl4pPr xmlns:a="http://schemas.openxmlformats.org/drawingml/2006/main" marL="1600200" indent="-228600" algn="l" defTabSz="914400">
        <a:lnSpc>
          <a:spcPct val="90000"/>
        </a:lnSpc>
        <a:spcBef>
          <a:spcPts val="499"/>
        </a:spcBef>
        <a:buFont typeface="Arial"/>
        <a:buChar char="•"/>
        <a:defRPr sz="1800">
          <a:solidFill>
            <a:schemeClr val="tx1"/>
          </a:solidFill>
          <a:latin typeface="+mn-lt"/>
          <a:ea typeface="+mn-lt"/>
          <a:cs typeface="+mn-lt"/>
        </a:defRPr>
      </a:lvl4pPr>
      <a:lvl5pPr xmlns:a="http://schemas.openxmlformats.org/drawingml/2006/main" marL="2057400" indent="-228600" algn="l" defTabSz="914400">
        <a:lnSpc>
          <a:spcPct val="90000"/>
        </a:lnSpc>
        <a:spcBef>
          <a:spcPts val="499"/>
        </a:spcBef>
        <a:buFont typeface="Arial"/>
        <a:buChar char="•"/>
        <a:defRPr sz="1800">
          <a:solidFill>
            <a:schemeClr val="tx1"/>
          </a:solidFill>
          <a:latin typeface="+mn-lt"/>
          <a:ea typeface="+mn-lt"/>
          <a:cs typeface="+mn-lt"/>
        </a:defRPr>
      </a:lvl5pPr>
      <a:lvl6pPr xmlns:a="http://schemas.openxmlformats.org/drawingml/2006/main" marL="2514599" indent="-228600" algn="l" defTabSz="914400">
        <a:lnSpc>
          <a:spcPct val="90000"/>
        </a:lnSpc>
        <a:spcBef>
          <a:spcPts val="499"/>
        </a:spcBef>
        <a:buFont typeface="Arial"/>
        <a:buChar char="•"/>
        <a:defRPr sz="1800">
          <a:solidFill>
            <a:schemeClr val="tx1"/>
          </a:solidFill>
          <a:latin typeface="+mn-lt"/>
          <a:ea typeface="+mn-lt"/>
          <a:cs typeface="+mn-lt"/>
        </a:defRPr>
      </a:lvl6pPr>
      <a:lvl7pPr xmlns:a="http://schemas.openxmlformats.org/drawingml/2006/main" marL="2971800" indent="-228600" algn="l" defTabSz="914400">
        <a:lnSpc>
          <a:spcPct val="90000"/>
        </a:lnSpc>
        <a:spcBef>
          <a:spcPts val="499"/>
        </a:spcBef>
        <a:buFont typeface="Arial"/>
        <a:buChar char="•"/>
        <a:defRPr sz="1800">
          <a:solidFill>
            <a:schemeClr val="tx1"/>
          </a:solidFill>
          <a:latin typeface="+mn-lt"/>
          <a:ea typeface="+mn-lt"/>
          <a:cs typeface="+mn-lt"/>
        </a:defRPr>
      </a:lvl7pPr>
      <a:lvl8pPr xmlns:a="http://schemas.openxmlformats.org/drawingml/2006/main" marL="3429000" indent="-228600" algn="l" defTabSz="914400">
        <a:lnSpc>
          <a:spcPct val="90000"/>
        </a:lnSpc>
        <a:spcBef>
          <a:spcPts val="499"/>
        </a:spcBef>
        <a:buFont typeface="Arial"/>
        <a:buChar char="•"/>
        <a:defRPr sz="1800">
          <a:solidFill>
            <a:schemeClr val="tx1"/>
          </a:solidFill>
          <a:latin typeface="+mn-lt"/>
          <a:ea typeface="+mn-lt"/>
          <a:cs typeface="+mn-lt"/>
        </a:defRPr>
      </a:lvl8pPr>
      <a:lvl9pPr xmlns:a="http://schemas.openxmlformats.org/drawingml/2006/main" marL="3886200" indent="-228600" algn="l" defTabSz="914400">
        <a:lnSpc>
          <a:spcPct val="90000"/>
        </a:lnSpc>
        <a:spcBef>
          <a:spcPts val="499"/>
        </a:spcBef>
        <a:buFont typeface="Arial"/>
        <a:buChar char="•"/>
        <a:defRPr sz="1800">
          <a:solidFill>
            <a:schemeClr val="tx1"/>
          </a:solidFill>
          <a:latin typeface="+mn-lt"/>
          <a:ea typeface="+mn-lt"/>
          <a:cs typeface="+mn-lt"/>
        </a:defRPr>
      </a:lvl9pPr>
    </p:bodyStyle>
    <p:otherStyle>
      <a:lvl1pPr xmlns:a="http://schemas.openxmlformats.org/drawingml/2006/main" marL="0" algn="l" defTabSz="914400">
        <a:buNone/>
        <a:defRPr sz="1800">
          <a:solidFill>
            <a:schemeClr val="tx1"/>
          </a:solidFill>
          <a:latin typeface="+mn-lt"/>
          <a:ea typeface="+mn-lt"/>
          <a:cs typeface="+mn-lt"/>
        </a:defRPr>
      </a:lvl1pPr>
      <a:lvl2pPr xmlns:a="http://schemas.openxmlformats.org/drawingml/2006/main" marL="457200" algn="l" defTabSz="914400">
        <a:buNone/>
        <a:defRPr sz="1800">
          <a:solidFill>
            <a:schemeClr val="tx1"/>
          </a:solidFill>
          <a:latin typeface="+mn-lt"/>
          <a:ea typeface="+mn-lt"/>
          <a:cs typeface="+mn-lt"/>
        </a:defRPr>
      </a:lvl2pPr>
      <a:lvl3pPr xmlns:a="http://schemas.openxmlformats.org/drawingml/2006/main" marL="914400" algn="l" defTabSz="914400">
        <a:buNone/>
        <a:defRPr sz="1800">
          <a:solidFill>
            <a:schemeClr val="tx1"/>
          </a:solidFill>
          <a:latin typeface="+mn-lt"/>
          <a:ea typeface="+mn-lt"/>
          <a:cs typeface="+mn-lt"/>
        </a:defRPr>
      </a:lvl3pPr>
      <a:lvl4pPr xmlns:a="http://schemas.openxmlformats.org/drawingml/2006/main" marL="1371600" algn="l" defTabSz="914400">
        <a:buNone/>
        <a:defRPr sz="1800">
          <a:solidFill>
            <a:schemeClr val="tx1"/>
          </a:solidFill>
          <a:latin typeface="+mn-lt"/>
          <a:ea typeface="+mn-lt"/>
          <a:cs typeface="+mn-lt"/>
        </a:defRPr>
      </a:lvl4pPr>
      <a:lvl5pPr xmlns:a="http://schemas.openxmlformats.org/drawingml/2006/main" marL="1828800" algn="l" defTabSz="914400">
        <a:buNone/>
        <a:defRPr sz="1800">
          <a:solidFill>
            <a:schemeClr val="tx1"/>
          </a:solidFill>
          <a:latin typeface="+mn-lt"/>
          <a:ea typeface="+mn-lt"/>
          <a:cs typeface="+mn-lt"/>
        </a:defRPr>
      </a:lvl5pPr>
      <a:lvl6pPr xmlns:a="http://schemas.openxmlformats.org/drawingml/2006/main" marL="2286000" algn="l" defTabSz="914400">
        <a:buNone/>
        <a:defRPr sz="1800">
          <a:solidFill>
            <a:schemeClr val="tx1"/>
          </a:solidFill>
          <a:latin typeface="+mn-lt"/>
          <a:ea typeface="+mn-lt"/>
          <a:cs typeface="+mn-lt"/>
        </a:defRPr>
      </a:lvl6pPr>
      <a:lvl7pPr xmlns:a="http://schemas.openxmlformats.org/drawingml/2006/main" marL="2743200" algn="l" defTabSz="914400">
        <a:buNone/>
        <a:defRPr sz="1800">
          <a:solidFill>
            <a:schemeClr val="tx1"/>
          </a:solidFill>
          <a:latin typeface="+mn-lt"/>
          <a:ea typeface="+mn-lt"/>
          <a:cs typeface="+mn-lt"/>
        </a:defRPr>
      </a:lvl7pPr>
      <a:lvl8pPr xmlns:a="http://schemas.openxmlformats.org/drawingml/2006/main" marL="3200400" algn="l" defTabSz="914400">
        <a:buNone/>
        <a:defRPr sz="1800">
          <a:solidFill>
            <a:schemeClr val="tx1"/>
          </a:solidFill>
          <a:latin typeface="+mn-lt"/>
          <a:ea typeface="+mn-lt"/>
          <a:cs typeface="+mn-lt"/>
        </a:defRPr>
      </a:lvl8pPr>
      <a:lvl9pPr xmlns:a="http://schemas.openxmlformats.org/drawingml/2006/main" marL="3657600" algn="l" defTabSz="914400">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d6b011b20bd54d38" /><Relationship Type="http://schemas.openxmlformats.org/officeDocument/2006/relationships/notesSlide" Target="/ppt/notesSlides/notesSlide1.xml" Id="R2cec883624e64918"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1e3c80a376134ae6" /><Relationship Type="http://schemas.openxmlformats.org/officeDocument/2006/relationships/image" Target="/ppt/media/image.jpeg" Id="Ra6f4fdbb3b9f47d0" /><Relationship Type="http://schemas.openxmlformats.org/officeDocument/2006/relationships/image" Target="/ppt/media/image2.png" Id="Rde65061c40b94cf8" /><Relationship Type="http://schemas.openxmlformats.org/officeDocument/2006/relationships/image" Target="/ppt/media/image2.jpeg" Id="Rbd206b90cebe4510" /><Relationship Type="http://schemas.openxmlformats.org/officeDocument/2006/relationships/image" Target="/ppt/media/image.bin" Id="R932e8898909a4915" /><Relationship Type="http://schemas.openxmlformats.org/officeDocument/2006/relationships/notesSlide" Target="/ppt/notesSlides/notesSlide2.xml" Id="Rb56cd054d98041cd"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c1c90fa4f2d54edb" /><Relationship Type="http://schemas.openxmlformats.org/officeDocument/2006/relationships/image" Target="/ppt/media/image3.jpeg" Id="R8fba61b835f14c89" /><Relationship Type="http://schemas.openxmlformats.org/officeDocument/2006/relationships/notesSlide" Target="/ppt/notesSlides/notesSlide3.xml" Id="Re2daeea4755746ff"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7a9f6b4861104272" /><Relationship Type="http://schemas.openxmlformats.org/officeDocument/2006/relationships/image" Target="/ppt/media/image3.png" Id="Raf794836e3764149" /><Relationship Type="http://schemas.openxmlformats.org/officeDocument/2006/relationships/notesSlide" Target="/ppt/notesSlides/notesSlide4.xml" Id="Ra6466da63cc941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83b1248af72b42cb" /><Relationship Type="http://schemas.openxmlformats.org/officeDocument/2006/relationships/image" Target="/ppt/media/image3.png" Id="Rf7e08371618b4278" /><Relationship Type="http://schemas.openxmlformats.org/officeDocument/2006/relationships/notesSlide" Target="/ppt/notesSlides/notesSlide5.xml" Id="Re777bfd004e744f0"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518e252d4e044d18" /><Relationship Type="http://schemas.openxmlformats.org/officeDocument/2006/relationships/image" Target="/ppt/media/image3.png" Id="R61f1814eb81d4ac2" /><Relationship Type="http://schemas.openxmlformats.org/officeDocument/2006/relationships/notesSlide" Target="/ppt/notesSlides/notesSlide6.xml" Id="Rf0c052e4387a47e8"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07b54abbb1d9480c" /><Relationship Type="http://schemas.openxmlformats.org/officeDocument/2006/relationships/notesSlide" Target="/ppt/notesSlides/notesSlide7.xml" Id="R56852b9b68b04ae9"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814f1f5cac794a3f" /><Relationship Type="http://schemas.openxmlformats.org/officeDocument/2006/relationships/image" Target="/ppt/media/image4.png" Id="R2503c6f375574364" /><Relationship Type="http://schemas.openxmlformats.org/officeDocument/2006/relationships/image" Target="/ppt/media/image.svg" Id="Rea5fb8eb5bf64003" /><Relationship Type="http://schemas.openxmlformats.org/officeDocument/2006/relationships/notesSlide" Target="/ppt/notesSlides/notesSlide8.xml" Id="Rb6e30139006e4a9a"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c6d8a80d51004f00" /><Relationship Type="http://schemas.openxmlformats.org/officeDocument/2006/relationships/image" Target="/ppt/media/image5.png" Id="R0eb1b18e1ca44772" /><Relationship Type="http://schemas.openxmlformats.org/officeDocument/2006/relationships/image" Target="/ppt/media/image2.svg" Id="R77e43e56e7de4d7c" /><Relationship Type="http://schemas.openxmlformats.org/officeDocument/2006/relationships/notesSlide" Target="/ppt/notesSlides/notesSlide9.xml" Id="Rf2063113b58f499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2ec6c2b8d4bd4e71" /><Relationship Type="http://schemas.openxmlformats.org/officeDocument/2006/relationships/notesSlide" Target="/ppt/notesSlides/notesSlide10.xml" Id="Rfb70dba0462b4081"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ba76d95fe2fb476b" /><Relationship Type="http://schemas.openxmlformats.org/officeDocument/2006/relationships/image" Target="/ppt/media/image6.png" Id="R01474cdf9e584603" /><Relationship Type="http://schemas.openxmlformats.org/officeDocument/2006/relationships/image" Target="/ppt/media/image3.svg" Id="Rcc48b3d5ae1a4bf2" /><Relationship Type="http://schemas.openxmlformats.org/officeDocument/2006/relationships/notesSlide" Target="/ppt/notesSlides/notesSlide11.xml" Id="R4df6b65d89e845a0"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bd2643cdfd6643b0" /><Relationship Type="http://schemas.openxmlformats.org/officeDocument/2006/relationships/image" Target="/ppt/media/image7.png" Id="R0600a9dd16fe4c7d" /><Relationship Type="http://schemas.openxmlformats.org/officeDocument/2006/relationships/notesSlide" Target="/ppt/notesSlides/notesSlide12.xml" Id="Raa51405dc7644d4c"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6fd0f676166d4481" /><Relationship Type="http://schemas.openxmlformats.org/officeDocument/2006/relationships/image" Target="/ppt/media/image8.png" Id="R7a829502c8f847cf" /><Relationship Type="http://schemas.openxmlformats.org/officeDocument/2006/relationships/image" Target="/ppt/media/image9.png" Id="R6d358b5e00d74a93" /><Relationship Type="http://schemas.openxmlformats.org/officeDocument/2006/relationships/image" Target="/ppt/media/image4.svg" Id="Rb54b32d717b84e83" /><Relationship Type="http://schemas.openxmlformats.org/officeDocument/2006/relationships/notesSlide" Target="/ppt/notesSlides/notesSlide13.xml" Id="Rf6f152d1333a4846"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42cb1beedf734c13" /><Relationship Type="http://schemas.openxmlformats.org/officeDocument/2006/relationships/image" Target="/ppt/media/image10.png" Id="R11a20a77b7f94335" /><Relationship Type="http://schemas.openxmlformats.org/officeDocument/2006/relationships/notesSlide" Target="/ppt/notesSlides/notesSlide14.xml" Id="Rd16b57af0ae84676"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07d9f08c607b4faf" /><Relationship Type="http://schemas.openxmlformats.org/officeDocument/2006/relationships/image" Target="/ppt/media/image11.png" Id="R7b88de589c8f423c" /><Relationship Type="http://schemas.openxmlformats.org/officeDocument/2006/relationships/notesSlide" Target="/ppt/notesSlides/notesSlide15.xml" Id="Rdc8533e8f452453d"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232696569c14249" /><Relationship Type="http://schemas.openxmlformats.org/officeDocument/2006/relationships/image" Target="/ppt/media/image12.png" Id="R08b4ddc82509432d" /><Relationship Type="http://schemas.openxmlformats.org/officeDocument/2006/relationships/image" Target="/ppt/media/image13.png" Id="Rf50e8a15c0e34f60" /><Relationship Type="http://schemas.openxmlformats.org/officeDocument/2006/relationships/image" Target="/ppt/media/image5.svg" Id="R75198c6a79c44347" /><Relationship Type="http://schemas.openxmlformats.org/officeDocument/2006/relationships/notesSlide" Target="/ppt/notesSlides/notesSlide16.xml" Id="R1c6bead1835b42f6"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03dfebb5557e46db" /><Relationship Type="http://schemas.openxmlformats.org/officeDocument/2006/relationships/notesSlide" Target="/ppt/notesSlides/notesSlide17.xml" Id="Ra7e6c918248346fc"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f0e4fdd6d45a460a" /><Relationship Type="http://schemas.openxmlformats.org/officeDocument/2006/relationships/notesSlide" Target="/ppt/notesSlides/notesSlide18.xml" Id="Rac200785cef94896" /></Relationships>
</file>

<file path=ppt/slides/_rels/slide19.xml.rels>&#65279;<?xml version="1.0" encoding="utf-8"?><Relationships xmlns="http://schemas.openxmlformats.org/package/2006/relationships"><Relationship Type="http://schemas.openxmlformats.org/officeDocument/2006/relationships/slideLayout" Target="/ppt/slideLayouts/slideLayout1.xml" Id="R9cbe209b15d34d6c" /><Relationship Type="http://schemas.openxmlformats.org/officeDocument/2006/relationships/notesSlide" Target="/ppt/notesSlides/notesSlide19.xml" Id="R24cfcd1f73154958" /></Relationships>
</file>

<file path=ppt/slides/_rels/slide20.xml.rels>&#65279;<?xml version="1.0" encoding="utf-8"?><Relationships xmlns="http://schemas.openxmlformats.org/package/2006/relationships"><Relationship Type="http://schemas.openxmlformats.org/officeDocument/2006/relationships/slideLayout" Target="/ppt/slideLayouts/slideLayout1.xml" Id="R69491275e9ed4b39" /><Relationship Type="http://schemas.openxmlformats.org/officeDocument/2006/relationships/image" Target="/ppt/media/image14.png" Id="Rf6ed27800e9c4eb9" /><Relationship Type="http://schemas.openxmlformats.org/officeDocument/2006/relationships/notesSlide" Target="/ppt/notesSlides/notesSlide20.xml" Id="R082a2eb15ba84f05" /></Relationships>
</file>

<file path=ppt/slides/_rels/slide21.xml.rels>&#65279;<?xml version="1.0" encoding="utf-8"?><Relationships xmlns="http://schemas.openxmlformats.org/package/2006/relationships"><Relationship Type="http://schemas.openxmlformats.org/officeDocument/2006/relationships/slideLayout" Target="/ppt/slideLayouts/slideLayout1.xml" Id="R12554f516ec84705" /><Relationship Type="http://schemas.openxmlformats.org/officeDocument/2006/relationships/image" Target="/ppt/media/image15.png" Id="R6c0ef0eca2044484" /><Relationship Type="http://schemas.openxmlformats.org/officeDocument/2006/relationships/image" Target="/ppt/media/image6.svg" Id="R9abbed010765483c" /><Relationship Type="http://schemas.openxmlformats.org/officeDocument/2006/relationships/notesSlide" Target="/ppt/notesSlides/notesSlide21.xml" Id="R4839e798f0cd4a3b" /></Relationships>
</file>

<file path=ppt/slides/_rels/slide22.xml.rels>&#65279;<?xml version="1.0" encoding="utf-8"?><Relationships xmlns="http://schemas.openxmlformats.org/package/2006/relationships"><Relationship Type="http://schemas.openxmlformats.org/officeDocument/2006/relationships/slideLayout" Target="/ppt/slideLayouts/slideLayout1.xml" Id="R62de8a1f50d84f0b" /><Relationship Type="http://schemas.openxmlformats.org/officeDocument/2006/relationships/image" Target="/ppt/media/image16.png" Id="Rc11344b457ff4eea" /><Relationship Type="http://schemas.openxmlformats.org/officeDocument/2006/relationships/image" Target="/ppt/media/image7.svg" Id="R07b94797580f4be8" /><Relationship Type="http://schemas.openxmlformats.org/officeDocument/2006/relationships/image" Target="/ppt/media/image17.png" Id="R96bab961628448d1" /><Relationship Type="http://schemas.openxmlformats.org/officeDocument/2006/relationships/image" Target="/ppt/media/image8.svg" Id="R7dc0231147214778" /><Relationship Type="http://schemas.openxmlformats.org/officeDocument/2006/relationships/image" Target="/ppt/media/image18.png" Id="R23a79fc17d3344d0" /><Relationship Type="http://schemas.openxmlformats.org/officeDocument/2006/relationships/image" Target="/ppt/media/image9.svg" Id="Rd8e44584f69f40ca" /><Relationship Type="http://schemas.openxmlformats.org/officeDocument/2006/relationships/image" Target="/ppt/media/image19.png" Id="R3c17b8fbbc264e8e" /><Relationship Type="http://schemas.openxmlformats.org/officeDocument/2006/relationships/image" Target="/ppt/media/image10.svg" Id="R4024257c68b84679" /><Relationship Type="http://schemas.openxmlformats.org/officeDocument/2006/relationships/image" Target="/ppt/media/image20.png" Id="R8661e1e3077a4519" /><Relationship Type="http://schemas.openxmlformats.org/officeDocument/2006/relationships/image" Target="/ppt/media/image11.svg" Id="R947d504b17af47aa" /><Relationship Type="http://schemas.openxmlformats.org/officeDocument/2006/relationships/image" Target="/ppt/media/image21.png" Id="R9f9eb2247382441f" /><Relationship Type="http://schemas.openxmlformats.org/officeDocument/2006/relationships/image" Target="/ppt/media/image12.svg" Id="R16e5ae661f074a42" /><Relationship Type="http://schemas.openxmlformats.org/officeDocument/2006/relationships/notesSlide" Target="/ppt/notesSlides/notesSlide22.xml" Id="R923dea967b2243f9" /></Relationships>
</file>

<file path=ppt/slides/_rels/slide23.xml.rels>&#65279;<?xml version="1.0" encoding="utf-8"?><Relationships xmlns="http://schemas.openxmlformats.org/package/2006/relationships"><Relationship Type="http://schemas.openxmlformats.org/officeDocument/2006/relationships/slideLayout" Target="/ppt/slideLayouts/slideLayout1.xml" Id="R5181e8db5bcd43e1" /><Relationship Type="http://schemas.openxmlformats.org/officeDocument/2006/relationships/image" Target="/ppt/media/image22.png" Id="Rc3044cd5a8d14991" /><Relationship Type="http://schemas.openxmlformats.org/officeDocument/2006/relationships/image" Target="/ppt/media/image13.svg" Id="Rc8fa9a57d99444bf" /><Relationship Type="http://schemas.openxmlformats.org/officeDocument/2006/relationships/image" Target="/ppt/media/image23.png" Id="R9e2042e8620d440d" /><Relationship Type="http://schemas.openxmlformats.org/officeDocument/2006/relationships/image" Target="/ppt/media/image14.svg" Id="R800b89de0bad425b" /><Relationship Type="http://schemas.openxmlformats.org/officeDocument/2006/relationships/notesSlide" Target="/ppt/notesSlides/notesSlide23.xml" Id="R1cfec78d3814451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1.xml" Id="Rb1c86414cebb43ee" /><Relationship Type="http://schemas.openxmlformats.org/officeDocument/2006/relationships/notesSlide" Target="/ppt/notesSlides/notesSlide24.xml" Id="R53996c83e6674b58" /></Relationships>
</file>

<file path=ppt/slides/_rels/slide25.xml.rels>&#65279;<?xml version="1.0" encoding="utf-8"?><Relationships xmlns="http://schemas.openxmlformats.org/package/2006/relationships"><Relationship Type="http://schemas.openxmlformats.org/officeDocument/2006/relationships/slideLayout" Target="/ppt/slideLayouts/slideLayout9.xml" Id="R0ad5edcaa23e4ce4" /><Relationship Type="http://schemas.openxmlformats.org/officeDocument/2006/relationships/notesSlide" Target="/ppt/notesSlides/notesSlide25.xml" Id="Rde9f805d29c24543" /></Relationships>
</file>

<file path=ppt/slides/_rels/slide26.xml.rels>&#65279;<?xml version="1.0" encoding="utf-8"?><Relationships xmlns="http://schemas.openxmlformats.org/package/2006/relationships"><Relationship Type="http://schemas.openxmlformats.org/officeDocument/2006/relationships/slideLayout" Target="/ppt/slideLayouts/slideLayout1.xml" Id="R4a454a7e53dd4111" /><Relationship Type="http://schemas.openxmlformats.org/officeDocument/2006/relationships/image" Target="/ppt/media/image24.png" Id="R80fb0e54075844be" /><Relationship Type="http://schemas.openxmlformats.org/officeDocument/2006/relationships/notesSlide" Target="/ppt/notesSlides/notesSlide26.xml" Id="R105f8042d8bb48ec" /></Relationships>
</file>

<file path=ppt/slides/_rels/slide27.xml.rels>&#65279;<?xml version="1.0" encoding="utf-8"?><Relationships xmlns="http://schemas.openxmlformats.org/package/2006/relationships"><Relationship Type="http://schemas.openxmlformats.org/officeDocument/2006/relationships/slideLayout" Target="/ppt/slideLayouts/slideLayout1.xml" Id="Rd4d3366290f34381" /><Relationship Type="http://schemas.openxmlformats.org/officeDocument/2006/relationships/image" Target="/ppt/media/image25.png" Id="R958c94b4ab224790" /><Relationship Type="http://schemas.openxmlformats.org/officeDocument/2006/relationships/notesSlide" Target="/ppt/notesSlides/notesSlide27.xml" Id="R8a1b85d7115e4108" /></Relationships>
</file>

<file path=ppt/slides/_rels/slide28.xml.rels>&#65279;<?xml version="1.0" encoding="utf-8"?><Relationships xmlns="http://schemas.openxmlformats.org/package/2006/relationships"><Relationship Type="http://schemas.openxmlformats.org/officeDocument/2006/relationships/slideLayout" Target="/ppt/slideLayouts/slideLayout1.xml" Id="Rd84c94b9dcde4bd9" /><Relationship Type="http://schemas.openxmlformats.org/officeDocument/2006/relationships/notesSlide" Target="/ppt/notesSlides/notesSlide28.xml" Id="R9d56812113e74092" /></Relationships>
</file>

<file path=ppt/slides/_rels/slide29.xml.rels>&#65279;<?xml version="1.0" encoding="utf-8"?><Relationships xmlns="http://schemas.openxmlformats.org/package/2006/relationships"><Relationship Type="http://schemas.openxmlformats.org/officeDocument/2006/relationships/slideLayout" Target="/ppt/slideLayouts/slideLayout1.xml" Id="R1d43a631f18c49cf" /><Relationship Type="http://schemas.openxmlformats.org/officeDocument/2006/relationships/image" Target="/ppt/media/image26.png" Id="R27cc87468c354c82" /><Relationship Type="http://schemas.openxmlformats.org/officeDocument/2006/relationships/notesSlide" Target="/ppt/notesSlides/notesSlide29.xml" Id="R3f1638ce73284808" /></Relationships>
</file>

<file path=ppt/slides/_rels/slide30.xml.rels>&#65279;<?xml version="1.0" encoding="utf-8"?><Relationships xmlns="http://schemas.openxmlformats.org/package/2006/relationships"><Relationship Type="http://schemas.openxmlformats.org/officeDocument/2006/relationships/slideLayout" Target="/ppt/slideLayouts/slideLayout1.xml" Id="R573c6bf7acd048ca" /><Relationship Type="http://schemas.openxmlformats.org/officeDocument/2006/relationships/notesSlide" Target="/ppt/notesSlides/notesSlide30.xml" Id="R6ea3fb1893914231" /></Relationships>
</file>

<file path=ppt/slides/_rels/slide31.xml.rels>&#65279;<?xml version="1.0" encoding="utf-8"?><Relationships xmlns="http://schemas.openxmlformats.org/package/2006/relationships"><Relationship Type="http://schemas.openxmlformats.org/officeDocument/2006/relationships/slideLayout" Target="/ppt/slideLayouts/slideLayout1.xml" Id="R5be6691983de4dfa" /><Relationship Type="http://schemas.openxmlformats.org/officeDocument/2006/relationships/image" Target="/ppt/media/image27.png" Id="Rd1012c32736d470b" /><Relationship Type="http://schemas.openxmlformats.org/officeDocument/2006/relationships/notesSlide" Target="/ppt/notesSlides/notesSlide31.xml" Id="R5a4c93ca9316428e" /></Relationships>
</file>

<file path=ppt/slides/_rels/slide32.xml.rels>&#65279;<?xml version="1.0" encoding="utf-8"?><Relationships xmlns="http://schemas.openxmlformats.org/package/2006/relationships"><Relationship Type="http://schemas.openxmlformats.org/officeDocument/2006/relationships/slideLayout" Target="/ppt/slideLayouts/slideLayout1.xml" Id="R0c74f7db01a94f67" /><Relationship Type="http://schemas.openxmlformats.org/officeDocument/2006/relationships/notesSlide" Target="/ppt/notesSlides/notesSlide32.xml" Id="R104fbed3be104d6d" /></Relationships>
</file>

<file path=ppt/slides/_rels/slide33.xml.rels>&#65279;<?xml version="1.0" encoding="utf-8"?><Relationships xmlns="http://schemas.openxmlformats.org/package/2006/relationships"><Relationship Type="http://schemas.openxmlformats.org/officeDocument/2006/relationships/slideLayout" Target="/ppt/slideLayouts/slideLayout1.xml" Id="R21e8fc1229994771" /><Relationship Type="http://schemas.openxmlformats.org/officeDocument/2006/relationships/notesSlide" Target="/ppt/notesSlides/notesSlide33.xml" Id="Rcbe98bc7da454c74" /></Relationships>
</file>

<file path=ppt/slides/_rels/slide34.xml.rels>&#65279;<?xml version="1.0" encoding="utf-8"?><Relationships xmlns="http://schemas.openxmlformats.org/package/2006/relationships"><Relationship Type="http://schemas.openxmlformats.org/officeDocument/2006/relationships/slideLayout" Target="/ppt/slideLayouts/slideLayout1.xml" Id="Ra38421a41eb74f32" /><Relationship Type="http://schemas.openxmlformats.org/officeDocument/2006/relationships/notesSlide" Target="/ppt/notesSlides/notesSlide34.xml" Id="Raf4146f9c4fc4c74" /></Relationships>
</file>

<file path=ppt/slides/_rels/slide35.xml.rels>&#65279;<?xml version="1.0" encoding="utf-8"?><Relationships xmlns="http://schemas.openxmlformats.org/package/2006/relationships"><Relationship Type="http://schemas.openxmlformats.org/officeDocument/2006/relationships/slideLayout" Target="/ppt/slideLayouts/slideLayout1.xml" Id="Rb1d65f8b51514bca" /><Relationship Type="http://schemas.openxmlformats.org/officeDocument/2006/relationships/notesSlide" Target="/ppt/notesSlides/notesSlide35.xml" Id="R3f889ae7cf0143b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1.xml" Id="Ra782442e13804960" /><Relationship Type="http://schemas.openxmlformats.org/officeDocument/2006/relationships/notesSlide" Target="/ppt/notesSlides/notesSlide36.xml" Id="R7ea1eac26a054d19" /></Relationships>
</file>

<file path=ppt/slides/_rels/slide37.xml.rels>&#65279;<?xml version="1.0" encoding="utf-8"?><Relationships xmlns="http://schemas.openxmlformats.org/package/2006/relationships"><Relationship Type="http://schemas.openxmlformats.org/officeDocument/2006/relationships/slideLayout" Target="/ppt/slideLayouts/slideLayout1.xml" Id="R1bb33c72e8c2443b" /><Relationship Type="http://schemas.openxmlformats.org/officeDocument/2006/relationships/notesSlide" Target="/ppt/notesSlides/notesSlide37.xml" Id="R3e4eaed4efbd4b06" /></Relationships>
</file>

<file path=ppt/slides/_rels/slide38.xml.rels>&#65279;<?xml version="1.0" encoding="utf-8"?><Relationships xmlns="http://schemas.openxmlformats.org/package/2006/relationships"><Relationship Type="http://schemas.openxmlformats.org/officeDocument/2006/relationships/slideLayout" Target="/ppt/slideLayouts/slideLayout1.xml" Id="R14e10201d946489e" /><Relationship Type="http://schemas.openxmlformats.org/officeDocument/2006/relationships/notesSlide" Target="/ppt/notesSlides/notesSlide38.xml" Id="Rddeb98895f224f68" /></Relationships>
</file>

<file path=ppt/slides/_rels/slide39.xml.rels>&#65279;<?xml version="1.0" encoding="utf-8"?><Relationships xmlns="http://schemas.openxmlformats.org/package/2006/relationships"><Relationship Type="http://schemas.openxmlformats.org/officeDocument/2006/relationships/slideLayout" Target="/ppt/slideLayouts/slideLayout1.xml" Id="R481d85e8e5dc4cb7" /><Relationship Type="http://schemas.openxmlformats.org/officeDocument/2006/relationships/notesSlide" Target="/ppt/notesSlides/notesSlide39.xml" Id="R3e2f3b34f7bc4cf4" /></Relationships>
</file>

<file path=ppt/slides/_rels/slide40.xml.rels>&#65279;<?xml version="1.0" encoding="utf-8"?><Relationships xmlns="http://schemas.openxmlformats.org/package/2006/relationships"><Relationship Type="http://schemas.openxmlformats.org/officeDocument/2006/relationships/slideLayout" Target="/ppt/slideLayouts/slideLayout1.xml" Id="R36e6e9810dd1448d" /><Relationship Type="http://schemas.openxmlformats.org/officeDocument/2006/relationships/notesSlide" Target="/ppt/notesSlides/notesSlide40.xml" Id="R5e6f2afbcba14df2" /></Relationships>
</file>

<file path=ppt/slides/_rels/slide41.xml.rels>&#65279;<?xml version="1.0" encoding="utf-8"?><Relationships xmlns="http://schemas.openxmlformats.org/package/2006/relationships"><Relationship Type="http://schemas.openxmlformats.org/officeDocument/2006/relationships/slideLayout" Target="/ppt/slideLayouts/slideLayout1.xml" Id="R5531c0535713406c" /><Relationship Type="http://schemas.openxmlformats.org/officeDocument/2006/relationships/notesSlide" Target="/ppt/notesSlides/notesSlide41.xml" Id="R084749d5288e43b7" /></Relationships>
</file>

<file path=ppt/slides/_rels/slide42.xml.rels>&#65279;<?xml version="1.0" encoding="utf-8"?><Relationships xmlns="http://schemas.openxmlformats.org/package/2006/relationships"><Relationship Type="http://schemas.openxmlformats.org/officeDocument/2006/relationships/slideLayout" Target="/ppt/slideLayouts/slideLayout1.xml" Id="Ra4b5268ca3ea4d31" /><Relationship Type="http://schemas.openxmlformats.org/officeDocument/2006/relationships/notesSlide" Target="/ppt/notesSlides/notesSlide42.xml" Id="R6ddf84ab86474851" /></Relationships>
</file>

<file path=ppt/slides/_rels/slide43.xml.rels>&#65279;<?xml version="1.0" encoding="utf-8"?><Relationships xmlns="http://schemas.openxmlformats.org/package/2006/relationships"><Relationship Type="http://schemas.openxmlformats.org/officeDocument/2006/relationships/slideLayout" Target="/ppt/slideLayouts/slideLayout1.xml" Id="R425fb57deafd4967" /><Relationship Type="http://schemas.openxmlformats.org/officeDocument/2006/relationships/notesSlide" Target="/ppt/notesSlides/notesSlide43.xml" Id="Rf97665372ece4d3d" /></Relationships>
</file>

<file path=ppt/slides/_rels/slide44.xml.rels>&#65279;<?xml version="1.0" encoding="utf-8"?><Relationships xmlns="http://schemas.openxmlformats.org/package/2006/relationships"><Relationship Type="http://schemas.openxmlformats.org/officeDocument/2006/relationships/slideLayout" Target="/ppt/slideLayouts/slideLayout1.xml" Id="R777c08f11b5a4546" /><Relationship Type="http://schemas.openxmlformats.org/officeDocument/2006/relationships/notesSlide" Target="/ppt/notesSlides/notesSlide44.xml" Id="R36c87a5c7c9944a3" /></Relationships>
</file>

<file path=ppt/slides/_rels/slide45.xml.rels>&#65279;<?xml version="1.0" encoding="utf-8"?><Relationships xmlns="http://schemas.openxmlformats.org/package/2006/relationships"><Relationship Type="http://schemas.openxmlformats.org/officeDocument/2006/relationships/slideLayout" Target="/ppt/slideLayouts/slideLayout1.xml" Id="R897a273b24c14899" /><Relationship Type="http://schemas.openxmlformats.org/officeDocument/2006/relationships/notesSlide" Target="/ppt/notesSlides/notesSlide45.xml" Id="R167f380c4929416d" /></Relationships>
</file>

<file path=ppt/slides/_rels/slide46.xml.rels>&#65279;<?xml version="1.0" encoding="utf-8"?><Relationships xmlns="http://schemas.openxmlformats.org/package/2006/relationships"><Relationship Type="http://schemas.openxmlformats.org/officeDocument/2006/relationships/slideLayout" Target="/ppt/slideLayouts/slideLayout1.xml" Id="R975cbce88a7a48c1" /><Relationship Type="http://schemas.openxmlformats.org/officeDocument/2006/relationships/notesSlide" Target="/ppt/notesSlides/notesSlide46.xml" Id="Rc7eed9c915ea465f" /></Relationships>
</file>

<file path=ppt/slides/_rels/slide47.xml.rels>&#65279;<?xml version="1.0" encoding="utf-8"?><Relationships xmlns="http://schemas.openxmlformats.org/package/2006/relationships"><Relationship Type="http://schemas.openxmlformats.org/officeDocument/2006/relationships/slideLayout" Target="/ppt/slideLayouts/slideLayout1.xml" Id="R9a435fbbe38f4eee" /><Relationship Type="http://schemas.openxmlformats.org/officeDocument/2006/relationships/notesSlide" Target="/ppt/notesSlides/notesSlide47.xml" Id="Rc2ff98d728694292" /></Relationships>
</file>

<file path=ppt/slides/_rels/slide48.xml.rels>&#65279;<?xml version="1.0" encoding="utf-8"?><Relationships xmlns="http://schemas.openxmlformats.org/package/2006/relationships"><Relationship Type="http://schemas.openxmlformats.org/officeDocument/2006/relationships/slideLayout" Target="/ppt/slideLayouts/slideLayout1.xml" Id="R11011ecc5c6f4aae" /><Relationship Type="http://schemas.openxmlformats.org/officeDocument/2006/relationships/notesSlide" Target="/ppt/notesSlides/notesSlide48.xml" Id="Re16d767088b043e1" /></Relationships>
</file>

<file path=ppt/slides/_rels/slide49.xml.rels>&#65279;<?xml version="1.0" encoding="utf-8"?><Relationships xmlns="http://schemas.openxmlformats.org/package/2006/relationships"><Relationship Type="http://schemas.openxmlformats.org/officeDocument/2006/relationships/slideLayout" Target="/ppt/slideLayouts/slideLayout1.xml" Id="R69aa93faf4c7434d" /><Relationship Type="http://schemas.openxmlformats.org/officeDocument/2006/relationships/notesSlide" Target="/ppt/notesSlides/notesSlide49.xml" Id="R76147e7fc3c543fe" /></Relationships>
</file>

<file path=ppt/slides/_rels/slide50.xml.rels>&#65279;<?xml version="1.0" encoding="utf-8"?><Relationships xmlns="http://schemas.openxmlformats.org/package/2006/relationships"><Relationship Type="http://schemas.openxmlformats.org/officeDocument/2006/relationships/slideLayout" Target="/ppt/slideLayouts/slideLayout1.xml" Id="R55a7a90dc9914bbd" /><Relationship Type="http://schemas.openxmlformats.org/officeDocument/2006/relationships/notesSlide" Target="/ppt/notesSlides/notesSlide50.xml" Id="R8e9aa211b90c4bc7" /></Relationships>
</file>

<file path=ppt/slides/_rels/slide51.xml.rels>&#65279;<?xml version="1.0" encoding="utf-8"?><Relationships xmlns="http://schemas.openxmlformats.org/package/2006/relationships"><Relationship Type="http://schemas.openxmlformats.org/officeDocument/2006/relationships/slideLayout" Target="/ppt/slideLayouts/slideLayout1.xml" Id="R18ad257c51a64fc0" /><Relationship Type="http://schemas.openxmlformats.org/officeDocument/2006/relationships/notesSlide" Target="/ppt/notesSlides/notesSlide51.xml" Id="R5082e965671a427c" /></Relationships>
</file>

<file path=ppt/slides/_rels/slide52.xml.rels>&#65279;<?xml version="1.0" encoding="utf-8"?><Relationships xmlns="http://schemas.openxmlformats.org/package/2006/relationships"><Relationship Type="http://schemas.openxmlformats.org/officeDocument/2006/relationships/slideLayout" Target="/ppt/slideLayouts/slideLayout1.xml" Id="R50621a32de2e4646" /><Relationship Type="http://schemas.openxmlformats.org/officeDocument/2006/relationships/notesSlide" Target="/ppt/notesSlides/notesSlide52.xml" Id="Re00a54d80fcb45a8" /></Relationships>
</file>

<file path=ppt/slides/_rels/slide53.xml.rels>&#65279;<?xml version="1.0" encoding="utf-8"?><Relationships xmlns="http://schemas.openxmlformats.org/package/2006/relationships"><Relationship Type="http://schemas.openxmlformats.org/officeDocument/2006/relationships/slideLayout" Target="/ppt/slideLayouts/slideLayout1.xml" Id="R7976db31d7d646bd" /><Relationship Type="http://schemas.openxmlformats.org/officeDocument/2006/relationships/notesSlide" Target="/ppt/notesSlides/notesSlide53.xml" Id="Rb786ab56f42b46e2" /></Relationships>
</file>

<file path=ppt/slides/_rels/slide54.xml.rels>&#65279;<?xml version="1.0" encoding="utf-8"?><Relationships xmlns="http://schemas.openxmlformats.org/package/2006/relationships"><Relationship Type="http://schemas.openxmlformats.org/officeDocument/2006/relationships/slideLayout" Target="/ppt/slideLayouts/slideLayout1.xml" Id="Ra2127342fede477a" /><Relationship Type="http://schemas.openxmlformats.org/officeDocument/2006/relationships/notesSlide" Target="/ppt/notesSlides/notesSlide54.xml" Id="R2aabbdc825ef49c6" /></Relationships>
</file>

<file path=ppt/slides/_rels/slide55.xml.rels>&#65279;<?xml version="1.0" encoding="utf-8"?><Relationships xmlns="http://schemas.openxmlformats.org/package/2006/relationships"><Relationship Type="http://schemas.openxmlformats.org/officeDocument/2006/relationships/slideLayout" Target="/ppt/slideLayouts/slideLayout1.xml" Id="R88cef3b624db423c" /><Relationship Type="http://schemas.openxmlformats.org/officeDocument/2006/relationships/image" Target="/ppt/media/image4.jpeg" Id="Rdb987fc553034585" /><Relationship Type="http://schemas.openxmlformats.org/officeDocument/2006/relationships/notesSlide" Target="/ppt/notesSlides/notesSlide55.xml" Id="Rf77b5ab6cb984834" /></Relationships>
</file>

<file path=ppt/slides/_rels/slide56.xml.rels>&#65279;<?xml version="1.0" encoding="utf-8"?><Relationships xmlns="http://schemas.openxmlformats.org/package/2006/relationships"><Relationship Type="http://schemas.openxmlformats.org/officeDocument/2006/relationships/slideLayout" Target="/ppt/slideLayouts/slideLayout1.xml" Id="R809e5d28ebf443ca" /><Relationship Type="http://schemas.openxmlformats.org/officeDocument/2006/relationships/notesSlide" Target="/ppt/notesSlides/notesSlide56.xml" Id="R98da86f3c5854ac9" /></Relationships>
</file>

<file path=ppt/slides/_rels/slide57.xml.rels>&#65279;<?xml version="1.0" encoding="utf-8"?><Relationships xmlns="http://schemas.openxmlformats.org/package/2006/relationships"><Relationship Type="http://schemas.openxmlformats.org/officeDocument/2006/relationships/slideLayout" Target="/ppt/slideLayouts/slideLayout1.xml" Id="Rc4c1d0eec0e24d2e" /><Relationship Type="http://schemas.openxmlformats.org/officeDocument/2006/relationships/notesSlide" Target="/ppt/notesSlides/notesSlide57.xml" Id="Re2dd644a8c2e405c" /></Relationships>
</file>

<file path=ppt/slides/_rels/slide58.xml.rels>&#65279;<?xml version="1.0" encoding="utf-8"?><Relationships xmlns="http://schemas.openxmlformats.org/package/2006/relationships"><Relationship Type="http://schemas.openxmlformats.org/officeDocument/2006/relationships/slideLayout" Target="/ppt/slideLayouts/slideLayout1.xml" Id="R1c5810ee64524719" /><Relationship Type="http://schemas.openxmlformats.org/officeDocument/2006/relationships/notesSlide" Target="/ppt/notesSlides/notesSlide58.xml" Id="R41e85b5dbd1a4bc2" /></Relationships>
</file>

<file path=ppt/slides/_rels/slide59.xml.rels>&#65279;<?xml version="1.0" encoding="utf-8"?><Relationships xmlns="http://schemas.openxmlformats.org/package/2006/relationships"><Relationship Type="http://schemas.openxmlformats.org/officeDocument/2006/relationships/slideLayout" Target="/ppt/slideLayouts/slideLayout1.xml" Id="R71785564803f480c" /><Relationship Type="http://schemas.openxmlformats.org/officeDocument/2006/relationships/notesSlide" Target="/ppt/notesSlides/notesSlide59.xml" Id="R72dbb1ce30f34775" /></Relationships>
</file>

<file path=ppt/slides/_rels/slide60.xml.rels>&#65279;<?xml version="1.0" encoding="utf-8"?><Relationships xmlns="http://schemas.openxmlformats.org/package/2006/relationships"><Relationship Type="http://schemas.openxmlformats.org/officeDocument/2006/relationships/slideLayout" Target="/ppt/slideLayouts/slideLayout1.xml" Id="R21562b7d659d4ebd" /><Relationship Type="http://schemas.openxmlformats.org/officeDocument/2006/relationships/notesSlide" Target="/ppt/notesSlides/notesSlide60.xml" Id="Re96dbc180f974cff" /></Relationships>
</file>

<file path=ppt/slides/_rels/slide61.xml.rels>&#65279;<?xml version="1.0" encoding="utf-8"?><Relationships xmlns="http://schemas.openxmlformats.org/package/2006/relationships"><Relationship Type="http://schemas.openxmlformats.org/officeDocument/2006/relationships/slideLayout" Target="/ppt/slideLayouts/slideLayout1.xml" Id="R2c933e6b9aea4f47" /><Relationship Type="http://schemas.openxmlformats.org/officeDocument/2006/relationships/notesSlide" Target="/ppt/notesSlides/notesSlide61.xml" Id="R27243538af5d4a2f" /></Relationships>
</file>

<file path=ppt/slides/_rels/slide62.xml.rels>&#65279;<?xml version="1.0" encoding="utf-8"?><Relationships xmlns="http://schemas.openxmlformats.org/package/2006/relationships"><Relationship Type="http://schemas.openxmlformats.org/officeDocument/2006/relationships/slideLayout" Target="/ppt/slideLayouts/slideLayout1.xml" Id="Rfb75a2a28d6640a3" /><Relationship Type="http://schemas.openxmlformats.org/officeDocument/2006/relationships/image" Target="/ppt/media/image28.png" Id="Rbde76e0da3004094" /><Relationship Type="http://schemas.openxmlformats.org/officeDocument/2006/relationships/image" Target="/ppt/media/image15.svg" Id="R3e94f3baf69d41e8" /><Relationship Type="http://schemas.openxmlformats.org/officeDocument/2006/relationships/notesSlide" Target="/ppt/notesSlides/notesSlide62.xml" Id="R0cb84c7d9eb34373" /></Relationships>
</file>

<file path=ppt/slides/_rels/slide63.xml.rels>&#65279;<?xml version="1.0" encoding="utf-8"?><Relationships xmlns="http://schemas.openxmlformats.org/package/2006/relationships"><Relationship Type="http://schemas.openxmlformats.org/officeDocument/2006/relationships/slideLayout" Target="/ppt/slideLayouts/slideLayout1.xml" Id="R80205e3c76424d99" /><Relationship Type="http://schemas.openxmlformats.org/officeDocument/2006/relationships/notesSlide" Target="/ppt/notesSlides/notesSlide63.xml" Id="R404c62bd4ef0415a" /></Relationships>
</file>

<file path=ppt/slides/_rels/slide64.xml.rels>&#65279;<?xml version="1.0" encoding="utf-8"?><Relationships xmlns="http://schemas.openxmlformats.org/package/2006/relationships"><Relationship Type="http://schemas.openxmlformats.org/officeDocument/2006/relationships/slideLayout" Target="/ppt/slideLayouts/slideLayout1.xml" Id="Rbc91e671eb7d4fe1" /><Relationship Type="http://schemas.openxmlformats.org/officeDocument/2006/relationships/notesSlide" Target="/ppt/notesSlides/notesSlide64.xml" Id="R6943855ff5d94027" /></Relationships>
</file>

<file path=ppt/slides/_rels/slide65.xml.rels>&#65279;<?xml version="1.0" encoding="utf-8"?><Relationships xmlns="http://schemas.openxmlformats.org/package/2006/relationships"><Relationship Type="http://schemas.openxmlformats.org/officeDocument/2006/relationships/slideLayout" Target="/ppt/slideLayouts/slideLayout1.xml" Id="Rb45e2f04444a4426" /><Relationship Type="http://schemas.openxmlformats.org/officeDocument/2006/relationships/notesSlide" Target="/ppt/notesSlides/notesSlide65.xml" Id="R260a1ce1a8174596" /></Relationships>
</file>

<file path=ppt/slides/_rels/slide66.xml.rels>&#65279;<?xml version="1.0" encoding="utf-8"?><Relationships xmlns="http://schemas.openxmlformats.org/package/2006/relationships"><Relationship Type="http://schemas.openxmlformats.org/officeDocument/2006/relationships/slideLayout" Target="/ppt/slideLayouts/slideLayout1.xml" Id="R41598bf5e7d94837" /><Relationship Type="http://schemas.openxmlformats.org/officeDocument/2006/relationships/image" Target="/ppt/media/image29.png" Id="Rf3c62faffefc4535" /><Relationship Type="http://schemas.openxmlformats.org/officeDocument/2006/relationships/notesSlide" Target="/ppt/notesSlides/notesSlide66.xml" Id="R5d51a77391cb4ad6" /></Relationships>
</file>

<file path=ppt/slides/_rels/slide67.xml.rels>&#65279;<?xml version="1.0" encoding="utf-8"?><Relationships xmlns="http://schemas.openxmlformats.org/package/2006/relationships"><Relationship Type="http://schemas.openxmlformats.org/officeDocument/2006/relationships/slideLayout" Target="/ppt/slideLayouts/slideLayout1.xml" Id="Rc6043788b9444390" /><Relationship Type="http://schemas.openxmlformats.org/officeDocument/2006/relationships/image" Target="/ppt/media/image30.png" Id="Rc320ed2c43f84fb6" /><Relationship Type="http://schemas.openxmlformats.org/officeDocument/2006/relationships/notesSlide" Target="/ppt/notesSlides/notesSlide67.xml" Id="Rb073734612b843d2" /></Relationships>
</file>

<file path=ppt/slides/_rels/slide68.xml.rels>&#65279;<?xml version="1.0" encoding="utf-8"?><Relationships xmlns="http://schemas.openxmlformats.org/package/2006/relationships"><Relationship Type="http://schemas.openxmlformats.org/officeDocument/2006/relationships/slideLayout" Target="/ppt/slideLayouts/slideLayout1.xml" Id="R88d7a1ef6f944ffc" /><Relationship Type="http://schemas.openxmlformats.org/officeDocument/2006/relationships/hyperlink" Target="https://www.inceptionlabs.ai/blog/introducing-mercury-2" TargetMode="External" Id="R89a2fe70116745ec" /><Relationship Type="http://schemas.openxmlformats.org/officeDocument/2006/relationships/notesSlide" Target="/ppt/notesSlides/notesSlide68.xml" Id="R091152cee1284ca7" /></Relationships>
</file>

<file path=ppt/slides/_rels/slide69.xml.rels>&#65279;<?xml version="1.0" encoding="utf-8"?><Relationships xmlns="http://schemas.openxmlformats.org/package/2006/relationships"><Relationship Type="http://schemas.openxmlformats.org/officeDocument/2006/relationships/slideLayout" Target="/ppt/slideLayouts/slideLayout1.xml" Id="R1a1194d7a35e4f0e" /><Relationship Type="http://schemas.openxmlformats.org/officeDocument/2006/relationships/notesSlide" Target="/ppt/notesSlides/notesSlide69.xml" Id="R112560a264e7442a" /></Relationships>
</file>

<file path=ppt/slides/_rels/slide70.xml.rels>&#65279;<?xml version="1.0" encoding="utf-8"?><Relationships xmlns="http://schemas.openxmlformats.org/package/2006/relationships"><Relationship Type="http://schemas.openxmlformats.org/officeDocument/2006/relationships/slideLayout" Target="/ppt/slideLayouts/slideLayout1.xml" Id="R0fa4b31bd0634129" /><Relationship Type="http://schemas.openxmlformats.org/officeDocument/2006/relationships/notesSlide" Target="/ppt/notesSlides/notesSlide70.xml" Id="R25d754dcd467455f" /></Relationships>
</file>

<file path=ppt/slides/_rels/slide71.xml.rels>&#65279;<?xml version="1.0" encoding="utf-8"?><Relationships xmlns="http://schemas.openxmlformats.org/package/2006/relationships"><Relationship Type="http://schemas.openxmlformats.org/officeDocument/2006/relationships/slideLayout" Target="/ppt/slideLayouts/slideLayout1.xml" Id="Rd329b4d3602e4b52" /><Relationship Type="http://schemas.openxmlformats.org/officeDocument/2006/relationships/notesSlide" Target="/ppt/notesSlides/notesSlide71.xml" Id="R45a5a49ccbcc4ccb" /></Relationships>
</file>

<file path=ppt/slides/slide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49553817" name="Rectangle 1959211399">
            <a:extLst xmlns:a="http://schemas.openxmlformats.org/drawingml/2006/main">
              <a:ext uri="{FF2B5EF4-FFF2-40B4-BE49-F238E27FC236}">
                <a16:creationId xmlns:a16="http://schemas.microsoft.com/office/drawing/2014/main" id="{8FE1CDE0-7B9D-43A3-94F6-BF59DA48523D}"/>
              </a:ext>
            </a:extLst>
          </p:cNvPr>
          <p:cNvSpPr>
            <a:spLocks xmlns:a="http://schemas.openxmlformats.org/drawingml/2006/main" noGrp="1"/>
          </p:cNvSpPr>
          <p:nvPr/>
        </p:nvSpPr>
        <p:spPr>
          <a:xfrm xmlns:a="http://schemas.openxmlformats.org/drawingml/2006/main">
            <a:off x="666750" y="533400"/>
            <a:ext cx="8286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750" b="1">
                <a:solidFill>
                  <a:srgbClr val="0B0F19"/>
                </a:solidFill>
              </a:defRPr>
            </a:pPr>
            <a:r>
              <a:rPr sz="3750" b="1">
                <a:solidFill>
                  <a:srgbClr val="0B0F19"/>
                </a:solidFill>
              </a:rPr>
              <a:t>From Linear Regression to GPT</a:t>
            </a:r>
          </a:p>
        </p:txBody>
      </p:sp>
      <p:sp>
        <p:nvSpPr>
          <p:cNvPr id="1601302440" name="Rectangle 1850301699">
            <a:extLst xmlns:a="http://schemas.openxmlformats.org/drawingml/2006/main">
              <a:ext uri="{FF2B5EF4-FFF2-40B4-BE49-F238E27FC236}">
                <a16:creationId xmlns:a16="http://schemas.microsoft.com/office/drawing/2014/main" id="{AB3C6312-0182-4F2E-8F4D-FAA8290DBE75}"/>
              </a:ext>
            </a:extLst>
          </p:cNvPr>
          <p:cNvSpPr>
            <a:spLocks xmlns:a="http://schemas.openxmlformats.org/drawingml/2006/main" noGrp="1"/>
          </p:cNvSpPr>
          <p:nvPr/>
        </p:nvSpPr>
        <p:spPr>
          <a:xfrm xmlns:a="http://schemas.openxmlformats.org/drawingml/2006/main">
            <a:off x="704850" y="1219200"/>
            <a:ext cx="2476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250" b="1">
                <a:solidFill>
                  <a:srgbClr val="2563EB"/>
                </a:solidFill>
              </a:defRPr>
            </a:pPr>
            <a:r>
              <a:rPr sz="2250" b="1">
                <a:solidFill>
                  <a:srgbClr val="2563EB"/>
                </a:solidFill>
              </a:rPr>
              <a:t>Roadmap</a:t>
            </a:r>
          </a:p>
        </p:txBody>
      </p:sp>
      <p:sp>
        <p:nvSpPr>
          <p:cNvPr id="783139665" name="Rectangle 2018958639">
            <a:extLst xmlns:a="http://schemas.openxmlformats.org/drawingml/2006/main">
              <a:ext uri="{FF2B5EF4-FFF2-40B4-BE49-F238E27FC236}">
                <a16:creationId xmlns:a16="http://schemas.microsoft.com/office/drawing/2014/main" id="{EAD2B014-16FB-4614-A91F-63BADD94B0AA}"/>
              </a:ext>
            </a:extLst>
          </p:cNvPr>
          <p:cNvSpPr>
            <a:spLocks xmlns:a="http://schemas.openxmlformats.org/drawingml/2006/main" noGrp="1"/>
          </p:cNvSpPr>
          <p:nvPr/>
        </p:nvSpPr>
        <p:spPr>
          <a:xfrm xmlns:a="http://schemas.openxmlformats.org/drawingml/2006/main">
            <a:off x="2667000" y="1257300"/>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750" b="0">
                <a:solidFill>
                  <a:srgbClr val="667085"/>
                </a:solidFill>
              </a:defRPr>
            </a:pPr>
            <a:r>
              <a:rPr sz="1750" b="0">
                <a:solidFill>
                  <a:srgbClr val="667085"/>
                </a:solidFill>
              </a:rPr>
              <a:t>From simple prediction to GPT</a:t>
            </a:r>
          </a:p>
        </p:txBody>
      </p:sp>
      <p:sp>
        <p:nvSpPr>
          <p:cNvPr id="1373219734" name="Rectangle: Rounded Corners 90328709">
            <a:extLst xmlns:a="http://schemas.openxmlformats.org/drawingml/2006/main">
              <a:ext uri="{FF2B5EF4-FFF2-40B4-BE49-F238E27FC236}">
                <a16:creationId xmlns:a16="http://schemas.microsoft.com/office/drawing/2014/main" id="{4D44635E-DD70-48C6-A5DC-1C5429FC5E97}"/>
              </a:ext>
            </a:extLst>
          </p:cNvPr>
          <p:cNvSpPr>
            <a:spLocks xmlns:a="http://schemas.openxmlformats.org/drawingml/2006/main" noGrp="1"/>
          </p:cNvSpPr>
          <p:nvPr/>
        </p:nvSpPr>
        <p:spPr>
          <a:xfrm xmlns:a="http://schemas.openxmlformats.org/drawingml/2006/main">
            <a:off x="666750" y="2047875"/>
            <a:ext cx="10858500" cy="3333750"/>
          </a:xfrm>
          <a:prstGeom xmlns:a="http://schemas.openxmlformats.org/drawingml/2006/main" prst="roundRect">
            <a:avLst>
              <a:gd name="adj" fmla="val 2286"/>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1163336" name="Straight Connector 453704306">
            <a:extLst xmlns:a="http://schemas.openxmlformats.org/drawingml/2006/main">
              <a:ext uri="{FF2B5EF4-FFF2-40B4-BE49-F238E27FC236}">
                <a16:creationId xmlns:a16="http://schemas.microsoft.com/office/drawing/2014/main" id="{54FE6B28-B340-48AF-B103-BE934B53AB1A}"/>
              </a:ext>
            </a:extLst>
          </p:cNvPr>
          <p:cNvSpPr>
            <a:spLocks xmlns:a="http://schemas.openxmlformats.org/drawingml/2006/main" noGrp="1"/>
          </p:cNvSpPr>
          <p:nvPr/>
        </p:nvSpPr>
        <p:spPr>
          <a:xfrm xmlns:a="http://schemas.openxmlformats.org/drawingml/2006/main">
            <a:off x="1524000" y="3714750"/>
            <a:ext cx="9144000" cy="9525"/>
          </a:xfrm>
          <a:prstGeom xmlns:a="http://schemas.openxmlformats.org/drawingml/2006/main" prst="line">
            <a:avLst/>
          </a:prstGeom>
          <a:noFill xmlns:a="http://schemas.openxmlformats.org/drawingml/2006/main"/>
          <a:ln xmlns:a="http://schemas.openxmlformats.org/drawingml/2006/main" w="476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665379" name="Oval 1383570775">
            <a:extLst xmlns:a="http://schemas.openxmlformats.org/drawingml/2006/main">
              <a:ext uri="{FF2B5EF4-FFF2-40B4-BE49-F238E27FC236}">
                <a16:creationId xmlns:a16="http://schemas.microsoft.com/office/drawing/2014/main" id="{7016CEB2-A150-4048-822A-FE9CC4140C5C}"/>
              </a:ext>
            </a:extLst>
          </p:cNvPr>
          <p:cNvSpPr>
            <a:spLocks xmlns:a="http://schemas.openxmlformats.org/drawingml/2006/main" noGrp="1"/>
          </p:cNvSpPr>
          <p:nvPr/>
        </p:nvSpPr>
        <p:spPr>
          <a:xfrm xmlns:a="http://schemas.openxmlformats.org/drawingml/2006/main">
            <a:off x="1219200" y="3314700"/>
            <a:ext cx="800100" cy="800100"/>
          </a:xfrm>
          <a:prstGeom xmlns:a="http://schemas.openxmlformats.org/drawingml/2006/main" prst="ellipse">
            <a:avLst/>
          </a:prstGeom>
          <a:solidFill xmlns:a="http://schemas.openxmlformats.org/drawingml/2006/main">
            <a:srgbClr val="E0F2FE"/>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4713534" name="Rectangle 1909465558">
            <a:extLst xmlns:a="http://schemas.openxmlformats.org/drawingml/2006/main">
              <a:ext uri="{FF2B5EF4-FFF2-40B4-BE49-F238E27FC236}">
                <a16:creationId xmlns:a16="http://schemas.microsoft.com/office/drawing/2014/main" id="{691579AD-F3BC-446E-B8E5-56169588C3EE}"/>
              </a:ext>
            </a:extLst>
          </p:cNvPr>
          <p:cNvSpPr>
            <a:spLocks xmlns:a="http://schemas.openxmlformats.org/drawingml/2006/main" noGrp="1"/>
          </p:cNvSpPr>
          <p:nvPr/>
        </p:nvSpPr>
        <p:spPr>
          <a:xfrm xmlns:a="http://schemas.openxmlformats.org/drawingml/2006/main">
            <a:off x="7143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Foundations</a:t>
            </a:r>
          </a:p>
        </p:txBody>
      </p:sp>
      <p:sp>
        <p:nvSpPr>
          <p:cNvPr id="1413505355" name="Rectangle 373098539">
            <a:extLst xmlns:a="http://schemas.openxmlformats.org/drawingml/2006/main">
              <a:ext uri="{FF2B5EF4-FFF2-40B4-BE49-F238E27FC236}">
                <a16:creationId xmlns:a16="http://schemas.microsoft.com/office/drawing/2014/main" id="{B060C73C-C56D-4FF1-992B-D983B5044A71}"/>
              </a:ext>
            </a:extLst>
          </p:cNvPr>
          <p:cNvSpPr>
            <a:spLocks xmlns:a="http://schemas.openxmlformats.org/drawingml/2006/main" noGrp="1"/>
          </p:cNvSpPr>
          <p:nvPr/>
        </p:nvSpPr>
        <p:spPr>
          <a:xfrm xmlns:a="http://schemas.openxmlformats.org/drawingml/2006/main">
            <a:off x="7048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MSE, partials,</a:t>
            </a:r>
          </a:p>
          <a:p xmlns:a="http://schemas.openxmlformats.org/drawingml/2006/main">
            <a:pPr algn="ctr">
              <a:buNone/>
              <a:defRPr sz="1350" b="0">
                <a:solidFill>
                  <a:srgbClr val="0B0F19"/>
                </a:solidFill>
              </a:defRPr>
            </a:pPr>
            <a:r>
              <a:rPr sz="1350" b="0">
                <a:solidFill>
                  <a:srgbClr val="0B0F19"/>
                </a:solidFill>
              </a:rPr>
              <a:t>gradients</a:t>
            </a:r>
          </a:p>
        </p:txBody>
      </p:sp>
      <p:sp>
        <p:nvSpPr>
          <p:cNvPr id="1267397278" name="Rectangle 1435247823">
            <a:extLst xmlns:a="http://schemas.openxmlformats.org/drawingml/2006/main">
              <a:ext uri="{FF2B5EF4-FFF2-40B4-BE49-F238E27FC236}">
                <a16:creationId xmlns:a16="http://schemas.microsoft.com/office/drawing/2014/main" id="{334BEFFF-DBF7-4A87-8E4C-378D4B0F40FE}"/>
              </a:ext>
            </a:extLst>
          </p:cNvPr>
          <p:cNvSpPr>
            <a:spLocks xmlns:a="http://schemas.openxmlformats.org/drawingml/2006/main" noGrp="1"/>
          </p:cNvSpPr>
          <p:nvPr/>
        </p:nvSpPr>
        <p:spPr>
          <a:xfrm xmlns:a="http://schemas.openxmlformats.org/drawingml/2006/main">
            <a:off x="8572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3-22</a:t>
            </a:r>
          </a:p>
        </p:txBody>
      </p:sp>
      <p:sp>
        <p:nvSpPr>
          <p:cNvPr id="2068558450" name="Oval 517207118">
            <a:extLst xmlns:a="http://schemas.openxmlformats.org/drawingml/2006/main">
              <a:ext uri="{FF2B5EF4-FFF2-40B4-BE49-F238E27FC236}">
                <a16:creationId xmlns:a16="http://schemas.microsoft.com/office/drawing/2014/main" id="{6A438AF6-A2D3-44C5-9D03-A522C69CCE3F}"/>
              </a:ext>
            </a:extLst>
          </p:cNvPr>
          <p:cNvSpPr>
            <a:spLocks xmlns:a="http://schemas.openxmlformats.org/drawingml/2006/main" noGrp="1"/>
          </p:cNvSpPr>
          <p:nvPr/>
        </p:nvSpPr>
        <p:spPr>
          <a:xfrm xmlns:a="http://schemas.openxmlformats.org/drawingml/2006/main">
            <a:off x="34290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02</a:t>
            </a:r>
          </a:p>
        </p:txBody>
      </p:sp>
      <p:sp>
        <p:nvSpPr>
          <p:cNvPr id="287128466" name="Rectangle 1431946798">
            <a:extLst xmlns:a="http://schemas.openxmlformats.org/drawingml/2006/main">
              <a:ext uri="{FF2B5EF4-FFF2-40B4-BE49-F238E27FC236}">
                <a16:creationId xmlns:a16="http://schemas.microsoft.com/office/drawing/2014/main" id="{A75D074F-46EB-487F-AFF2-F860C1532E7C}"/>
              </a:ext>
            </a:extLst>
          </p:cNvPr>
          <p:cNvSpPr>
            <a:spLocks xmlns:a="http://schemas.openxmlformats.org/drawingml/2006/main" noGrp="1"/>
          </p:cNvSpPr>
          <p:nvPr/>
        </p:nvSpPr>
        <p:spPr>
          <a:xfrm xmlns:a="http://schemas.openxmlformats.org/drawingml/2006/main">
            <a:off x="29241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Language</a:t>
            </a:r>
          </a:p>
        </p:txBody>
      </p:sp>
      <p:sp>
        <p:nvSpPr>
          <p:cNvPr id="1789552913" name="Rectangle 1613992743">
            <a:extLst xmlns:a="http://schemas.openxmlformats.org/drawingml/2006/main">
              <a:ext uri="{FF2B5EF4-FFF2-40B4-BE49-F238E27FC236}">
                <a16:creationId xmlns:a16="http://schemas.microsoft.com/office/drawing/2014/main" id="{B0892840-3ACE-4788-A2EB-EA26584F37D0}"/>
              </a:ext>
            </a:extLst>
          </p:cNvPr>
          <p:cNvSpPr>
            <a:spLocks xmlns:a="http://schemas.openxmlformats.org/drawingml/2006/main" noGrp="1"/>
          </p:cNvSpPr>
          <p:nvPr/>
        </p:nvSpPr>
        <p:spPr>
          <a:xfrm xmlns:a="http://schemas.openxmlformats.org/drawingml/2006/main">
            <a:off x="29146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tokens and</a:t>
            </a:r>
          </a:p>
          <a:p xmlns:a="http://schemas.openxmlformats.org/drawingml/2006/main">
            <a:pPr algn="ctr">
              <a:buNone/>
              <a:defRPr sz="1350" b="0">
                <a:solidFill>
                  <a:srgbClr val="0B0F19"/>
                </a:solidFill>
              </a:defRPr>
            </a:pPr>
            <a:r>
              <a:rPr sz="1350" b="0">
                <a:solidFill>
                  <a:srgbClr val="0B0F19"/>
                </a:solidFill>
              </a:rPr>
              <a:t>embeddings</a:t>
            </a:r>
          </a:p>
        </p:txBody>
      </p:sp>
      <p:sp>
        <p:nvSpPr>
          <p:cNvPr id="1685014085" name="Rectangle 1819292424">
            <a:extLst xmlns:a="http://schemas.openxmlformats.org/drawingml/2006/main">
              <a:ext uri="{FF2B5EF4-FFF2-40B4-BE49-F238E27FC236}">
                <a16:creationId xmlns:a16="http://schemas.microsoft.com/office/drawing/2014/main" id="{A772E6D1-9E95-4E20-AA89-79DFE6E3CDCF}"/>
              </a:ext>
            </a:extLst>
          </p:cNvPr>
          <p:cNvSpPr>
            <a:spLocks xmlns:a="http://schemas.openxmlformats.org/drawingml/2006/main" noGrp="1"/>
          </p:cNvSpPr>
          <p:nvPr/>
        </p:nvSpPr>
        <p:spPr>
          <a:xfrm xmlns:a="http://schemas.openxmlformats.org/drawingml/2006/main">
            <a:off x="30670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23-29</a:t>
            </a:r>
          </a:p>
        </p:txBody>
      </p:sp>
      <p:sp>
        <p:nvSpPr>
          <p:cNvPr id="1594683630" name="Oval 1011337880">
            <a:extLst xmlns:a="http://schemas.openxmlformats.org/drawingml/2006/main">
              <a:ext uri="{FF2B5EF4-FFF2-40B4-BE49-F238E27FC236}">
                <a16:creationId xmlns:a16="http://schemas.microsoft.com/office/drawing/2014/main" id="{1CD1AFAD-5872-40F8-8AD4-2A39BD673985}"/>
              </a:ext>
            </a:extLst>
          </p:cNvPr>
          <p:cNvSpPr>
            <a:spLocks xmlns:a="http://schemas.openxmlformats.org/drawingml/2006/main" noGrp="1"/>
          </p:cNvSpPr>
          <p:nvPr/>
        </p:nvSpPr>
        <p:spPr>
          <a:xfrm xmlns:a="http://schemas.openxmlformats.org/drawingml/2006/main">
            <a:off x="56388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03</a:t>
            </a:r>
          </a:p>
        </p:txBody>
      </p:sp>
      <p:sp>
        <p:nvSpPr>
          <p:cNvPr id="156384596" name="Rectangle 231300994">
            <a:extLst xmlns:a="http://schemas.openxmlformats.org/drawingml/2006/main">
              <a:ext uri="{FF2B5EF4-FFF2-40B4-BE49-F238E27FC236}">
                <a16:creationId xmlns:a16="http://schemas.microsoft.com/office/drawing/2014/main" id="{D6DCCD2D-F828-4AC8-865D-CCBD25E547CD}"/>
              </a:ext>
            </a:extLst>
          </p:cNvPr>
          <p:cNvSpPr>
            <a:spLocks xmlns:a="http://schemas.openxmlformats.org/drawingml/2006/main" noGrp="1"/>
          </p:cNvSpPr>
          <p:nvPr/>
        </p:nvSpPr>
        <p:spPr>
          <a:xfrm xmlns:a="http://schemas.openxmlformats.org/drawingml/2006/main">
            <a:off x="51339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Attention</a:t>
            </a:r>
          </a:p>
        </p:txBody>
      </p:sp>
      <p:sp>
        <p:nvSpPr>
          <p:cNvPr id="1267769090" name="Rectangle 1085761315">
            <a:extLst xmlns:a="http://schemas.openxmlformats.org/drawingml/2006/main">
              <a:ext uri="{FF2B5EF4-FFF2-40B4-BE49-F238E27FC236}">
                <a16:creationId xmlns:a16="http://schemas.microsoft.com/office/drawing/2014/main" id="{A761A5BC-5071-4E0F-9CB1-109EA29445B3}"/>
              </a:ext>
            </a:extLst>
          </p:cNvPr>
          <p:cNvSpPr>
            <a:spLocks xmlns:a="http://schemas.openxmlformats.org/drawingml/2006/main" noGrp="1"/>
          </p:cNvSpPr>
          <p:nvPr/>
        </p:nvSpPr>
        <p:spPr>
          <a:xfrm xmlns:a="http://schemas.openxmlformats.org/drawingml/2006/main">
            <a:off x="51244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query, key,</a:t>
            </a:r>
          </a:p>
          <a:p xmlns:a="http://schemas.openxmlformats.org/drawingml/2006/main">
            <a:pPr algn="ctr">
              <a:buNone/>
              <a:defRPr sz="1350" b="0">
                <a:solidFill>
                  <a:srgbClr val="0B0F19"/>
                </a:solidFill>
              </a:defRPr>
            </a:pPr>
            <a:r>
              <a:rPr sz="1350" b="0">
                <a:solidFill>
                  <a:srgbClr val="0B0F19"/>
                </a:solidFill>
              </a:rPr>
              <a:t>value</a:t>
            </a:r>
          </a:p>
        </p:txBody>
      </p:sp>
      <p:sp>
        <p:nvSpPr>
          <p:cNvPr id="2145222048" name="Rectangle 9026134">
            <a:extLst xmlns:a="http://schemas.openxmlformats.org/drawingml/2006/main">
              <a:ext uri="{FF2B5EF4-FFF2-40B4-BE49-F238E27FC236}">
                <a16:creationId xmlns:a16="http://schemas.microsoft.com/office/drawing/2014/main" id="{3573810B-C6AA-410D-B9C6-5853A48B6D78}"/>
              </a:ext>
            </a:extLst>
          </p:cNvPr>
          <p:cNvSpPr>
            <a:spLocks xmlns:a="http://schemas.openxmlformats.org/drawingml/2006/main" noGrp="1"/>
          </p:cNvSpPr>
          <p:nvPr/>
        </p:nvSpPr>
        <p:spPr>
          <a:xfrm xmlns:a="http://schemas.openxmlformats.org/drawingml/2006/main">
            <a:off x="52768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30-37</a:t>
            </a:r>
          </a:p>
        </p:txBody>
      </p:sp>
      <p:sp>
        <p:nvSpPr>
          <p:cNvPr id="2124544825" name="Oval 1242283889">
            <a:extLst xmlns:a="http://schemas.openxmlformats.org/drawingml/2006/main">
              <a:ext uri="{FF2B5EF4-FFF2-40B4-BE49-F238E27FC236}">
                <a16:creationId xmlns:a16="http://schemas.microsoft.com/office/drawing/2014/main" id="{E2696A53-AA57-423B-A3E6-327610FD94FE}"/>
              </a:ext>
            </a:extLst>
          </p:cNvPr>
          <p:cNvSpPr>
            <a:spLocks xmlns:a="http://schemas.openxmlformats.org/drawingml/2006/main" noGrp="1"/>
          </p:cNvSpPr>
          <p:nvPr/>
        </p:nvSpPr>
        <p:spPr>
          <a:xfrm xmlns:a="http://schemas.openxmlformats.org/drawingml/2006/main">
            <a:off x="78486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04</a:t>
            </a:r>
          </a:p>
        </p:txBody>
      </p:sp>
      <p:sp>
        <p:nvSpPr>
          <p:cNvPr id="443424523" name="Rectangle 760971764">
            <a:extLst xmlns:a="http://schemas.openxmlformats.org/drawingml/2006/main">
              <a:ext uri="{FF2B5EF4-FFF2-40B4-BE49-F238E27FC236}">
                <a16:creationId xmlns:a16="http://schemas.microsoft.com/office/drawing/2014/main" id="{946E80CA-5D9D-4597-9C97-12F95B1C30B5}"/>
              </a:ext>
            </a:extLst>
          </p:cNvPr>
          <p:cNvSpPr>
            <a:spLocks xmlns:a="http://schemas.openxmlformats.org/drawingml/2006/main" noGrp="1"/>
          </p:cNvSpPr>
          <p:nvPr/>
        </p:nvSpPr>
        <p:spPr>
          <a:xfrm xmlns:a="http://schemas.openxmlformats.org/drawingml/2006/main">
            <a:off x="73437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Transformer</a:t>
            </a:r>
          </a:p>
        </p:txBody>
      </p:sp>
      <p:sp>
        <p:nvSpPr>
          <p:cNvPr id="1401559683" name="Rectangle 236810503">
            <a:extLst xmlns:a="http://schemas.openxmlformats.org/drawingml/2006/main">
              <a:ext uri="{FF2B5EF4-FFF2-40B4-BE49-F238E27FC236}">
                <a16:creationId xmlns:a16="http://schemas.microsoft.com/office/drawing/2014/main" id="{91A3D831-3123-49CB-A8B5-0AC6AFD3FAA7}"/>
              </a:ext>
            </a:extLst>
          </p:cNvPr>
          <p:cNvSpPr>
            <a:spLocks xmlns:a="http://schemas.openxmlformats.org/drawingml/2006/main" noGrp="1"/>
          </p:cNvSpPr>
          <p:nvPr/>
        </p:nvSpPr>
        <p:spPr>
          <a:xfrm xmlns:a="http://schemas.openxmlformats.org/drawingml/2006/main">
            <a:off x="73342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blocks and</a:t>
            </a:r>
          </a:p>
          <a:p xmlns:a="http://schemas.openxmlformats.org/drawingml/2006/main">
            <a:pPr algn="ctr">
              <a:buNone/>
              <a:defRPr sz="1350" b="0">
                <a:solidFill>
                  <a:srgbClr val="0B0F19"/>
                </a:solidFill>
              </a:defRPr>
            </a:pPr>
            <a:r>
              <a:rPr sz="1350" b="0">
                <a:solidFill>
                  <a:srgbClr val="0B0F19"/>
                </a:solidFill>
              </a:rPr>
              <a:t>masking</a:t>
            </a:r>
          </a:p>
        </p:txBody>
      </p:sp>
      <p:sp>
        <p:nvSpPr>
          <p:cNvPr id="1372533295" name="Rectangle 297379142">
            <a:extLst xmlns:a="http://schemas.openxmlformats.org/drawingml/2006/main">
              <a:ext uri="{FF2B5EF4-FFF2-40B4-BE49-F238E27FC236}">
                <a16:creationId xmlns:a16="http://schemas.microsoft.com/office/drawing/2014/main" id="{72F1B106-0068-4EB7-8EB0-75B99CD59BE1}"/>
              </a:ext>
            </a:extLst>
          </p:cNvPr>
          <p:cNvSpPr>
            <a:spLocks xmlns:a="http://schemas.openxmlformats.org/drawingml/2006/main" noGrp="1"/>
          </p:cNvSpPr>
          <p:nvPr/>
        </p:nvSpPr>
        <p:spPr>
          <a:xfrm xmlns:a="http://schemas.openxmlformats.org/drawingml/2006/main">
            <a:off x="74866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38-42</a:t>
            </a:r>
          </a:p>
        </p:txBody>
      </p:sp>
      <p:sp>
        <p:nvSpPr>
          <p:cNvPr id="1733008596" name="Oval 886147111">
            <a:extLst xmlns:a="http://schemas.openxmlformats.org/drawingml/2006/main">
              <a:ext uri="{FF2B5EF4-FFF2-40B4-BE49-F238E27FC236}">
                <a16:creationId xmlns:a16="http://schemas.microsoft.com/office/drawing/2014/main" id="{3001E1FE-741D-40A9-8A71-18C225DFBD88}"/>
              </a:ext>
            </a:extLst>
          </p:cNvPr>
          <p:cNvSpPr>
            <a:spLocks xmlns:a="http://schemas.openxmlformats.org/drawingml/2006/main" noGrp="1"/>
          </p:cNvSpPr>
          <p:nvPr/>
        </p:nvSpPr>
        <p:spPr>
          <a:xfrm xmlns:a="http://schemas.openxmlformats.org/drawingml/2006/main">
            <a:off x="10058400" y="3314700"/>
            <a:ext cx="800100" cy="800100"/>
          </a:xfrm>
          <a:prstGeom xmlns:a="http://schemas.openxmlformats.org/drawingml/2006/main" prst="ellipse">
            <a:avLst/>
          </a:prstGeom>
          <a:solidFill xmlns:a="http://schemas.openxmlformats.org/drawingml/2006/main">
            <a:srgbClr val="FFFFFF"/>
          </a:solidFill>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05</a:t>
            </a:r>
          </a:p>
        </p:txBody>
      </p:sp>
      <p:sp>
        <p:nvSpPr>
          <p:cNvPr id="1288824797" name="Rectangle 1979103398">
            <a:extLst xmlns:a="http://schemas.openxmlformats.org/drawingml/2006/main">
              <a:ext uri="{FF2B5EF4-FFF2-40B4-BE49-F238E27FC236}">
                <a16:creationId xmlns:a16="http://schemas.microsoft.com/office/drawing/2014/main" id="{7BEA4954-05D4-4D54-9BCF-9AE0B8B977F1}"/>
              </a:ext>
            </a:extLst>
          </p:cNvPr>
          <p:cNvSpPr>
            <a:spLocks xmlns:a="http://schemas.openxmlformats.org/drawingml/2006/main" noGrp="1"/>
          </p:cNvSpPr>
          <p:nvPr/>
        </p:nvSpPr>
        <p:spPr>
          <a:xfrm xmlns:a="http://schemas.openxmlformats.org/drawingml/2006/main">
            <a:off x="9553575" y="4333875"/>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GPT</a:t>
            </a:r>
          </a:p>
        </p:txBody>
      </p:sp>
      <p:sp>
        <p:nvSpPr>
          <p:cNvPr id="992714688" name="Rectangle 668892514">
            <a:extLst xmlns:a="http://schemas.openxmlformats.org/drawingml/2006/main">
              <a:ext uri="{FF2B5EF4-FFF2-40B4-BE49-F238E27FC236}">
                <a16:creationId xmlns:a16="http://schemas.microsoft.com/office/drawing/2014/main" id="{B2252E34-4EFB-427B-A1A2-991864C62B4D}"/>
              </a:ext>
            </a:extLst>
          </p:cNvPr>
          <p:cNvSpPr>
            <a:spLocks xmlns:a="http://schemas.openxmlformats.org/drawingml/2006/main" noGrp="1"/>
          </p:cNvSpPr>
          <p:nvPr/>
        </p:nvSpPr>
        <p:spPr>
          <a:xfrm xmlns:a="http://schemas.openxmlformats.org/drawingml/2006/main">
            <a:off x="9544050" y="4686300"/>
            <a:ext cx="18288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0B0F19"/>
                </a:solidFill>
              </a:defRPr>
            </a:pPr>
            <a:r>
              <a:rPr sz="1350" b="0">
                <a:solidFill>
                  <a:srgbClr val="0B0F19"/>
                </a:solidFill>
              </a:rPr>
              <a:t>next-token</a:t>
            </a:r>
          </a:p>
          <a:p xmlns:a="http://schemas.openxmlformats.org/drawingml/2006/main">
            <a:pPr algn="ctr">
              <a:buNone/>
              <a:defRPr sz="1350" b="0">
                <a:solidFill>
                  <a:srgbClr val="0B0F19"/>
                </a:solidFill>
              </a:defRPr>
            </a:pPr>
            <a:r>
              <a:rPr sz="1350" b="0">
                <a:solidFill>
                  <a:srgbClr val="0B0F19"/>
                </a:solidFill>
              </a:rPr>
              <a:t>prediction</a:t>
            </a:r>
          </a:p>
        </p:txBody>
      </p:sp>
      <p:sp>
        <p:nvSpPr>
          <p:cNvPr id="351920585" name="Rectangle 846714876">
            <a:extLst xmlns:a="http://schemas.openxmlformats.org/drawingml/2006/main">
              <a:ext uri="{FF2B5EF4-FFF2-40B4-BE49-F238E27FC236}">
                <a16:creationId xmlns:a16="http://schemas.microsoft.com/office/drawing/2014/main" id="{1CC7BB69-7593-4DA3-9BD0-B093417A9C67}"/>
              </a:ext>
            </a:extLst>
          </p:cNvPr>
          <p:cNvSpPr>
            <a:spLocks xmlns:a="http://schemas.openxmlformats.org/drawingml/2006/main" noGrp="1"/>
          </p:cNvSpPr>
          <p:nvPr/>
        </p:nvSpPr>
        <p:spPr>
          <a:xfrm xmlns:a="http://schemas.openxmlformats.org/drawingml/2006/main">
            <a:off x="9696450" y="2857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150" b="1">
                <a:solidFill>
                  <a:srgbClr val="667085"/>
                </a:solidFill>
              </a:defRPr>
            </a:pPr>
            <a:r>
              <a:rPr sz="1150" b="1">
                <a:solidFill>
                  <a:srgbClr val="667085"/>
                </a:solidFill>
              </a:rPr>
              <a:t>Slides 43-58</a:t>
            </a:r>
          </a:p>
        </p:txBody>
      </p:sp>
      <p:sp>
        <p:nvSpPr>
          <p:cNvPr id="464509372" name="Rectangle 612628765">
            <a:extLst xmlns:a="http://schemas.openxmlformats.org/drawingml/2006/main">
              <a:ext uri="{FF2B5EF4-FFF2-40B4-BE49-F238E27FC236}">
                <a16:creationId xmlns:a16="http://schemas.microsoft.com/office/drawing/2014/main" id="{E66C2F49-5D64-4181-83B9-B000EEF424D1}"/>
              </a:ext>
            </a:extLst>
          </p:cNvPr>
          <p:cNvSpPr>
            <a:spLocks xmlns:a="http://schemas.openxmlformats.org/drawingml/2006/main" noGrp="1"/>
          </p:cNvSpPr>
          <p:nvPr/>
        </p:nvSpPr>
        <p:spPr>
          <a:xfrm xmlns:a="http://schemas.openxmlformats.org/drawingml/2006/main">
            <a:off x="1952625" y="5791200"/>
            <a:ext cx="8286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Goal: understand GPT's core principles and architecture</a:t>
            </a:r>
            <a:br/>
            <a:r>
              <a:rPr sz="2100" b="1">
                <a:solidFill>
                  <a:srgbClr val="2563EB"/>
                </a:solidFill>
              </a:rPr>
              <a:t>to assess engineering possibilities</a:t>
            </a:r>
          </a:p>
        </p:txBody>
      </p:sp>
      <p:sp>
        <p:nvSpPr>
          <p:cNvPr id="420877786" name="Rectangle 1343619986">
            <a:extLst xmlns:a="http://schemas.openxmlformats.org/drawingml/2006/main">
              <a:ext uri="{FF2B5EF4-FFF2-40B4-BE49-F238E27FC236}">
                <a16:creationId xmlns:a16="http://schemas.microsoft.com/office/drawing/2014/main" id="{FE0B2B3A-969B-4B3A-A34A-4027917DBC1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01</a:t>
            </a:r>
          </a:p>
        </p:txBody>
      </p:sp>
    </p:spTree>
    <p:extLst>
      <p:ext uri="{BB962C8B-B14F-4D97-AF65-F5344CB8AC3E}">
        <p14:creationId xmlns:p14="http://schemas.microsoft.com/office/powerpoint/2010/main" val="1613343920"/>
      </p:ext>
    </p:extLst>
  </p:cSld>
</p:sld>
</file>

<file path=ppt/slides/slide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 name="">
            <a:extLst xmlns:a="http://schemas.openxmlformats.org/drawingml/2006/main">
              <a:ext uri="{FF2B5EF4-FFF2-40B4-BE49-F238E27FC236}">
                <a16:creationId xmlns:a16="http://schemas.microsoft.com/office/drawing/2014/main" id="{ACA56B6D-DCE8-4CAB-A6F9-D29DDAFBC3DD}"/>
              </a:ext>
            </a:extLst>
          </p:cNvPr>
          <p:cNvSpPr>
            <a:spLocks xmlns:a="http://schemas.openxmlformats.org/drawingml/2006/main" noGrp="1"/>
          </p:cNvSpPr>
          <p:nvPr/>
        </p:nvSpPr>
        <p:spPr>
          <a:xfrm xmlns:a="http://schemas.openxmlformats.org/drawingml/2006/main">
            <a:off x="609600" y="323850"/>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200" b="1">
                <a:solidFill>
                  <a:srgbClr val="2563EB"/>
                </a:solidFill>
              </a:defRPr>
            </a:pPr>
            <a:r>
              <a:rPr sz="1200" b="1">
                <a:solidFill>
                  <a:srgbClr val="2563EB"/>
                </a:solidFill>
              </a:rPr>
              <a:t>AI landscape</a:t>
            </a:r>
          </a:p>
        </p:txBody>
      </p:sp>
      <p:sp>
        <p:nvSpPr>
          <p:cNvPr id="2" name="">
            <a:extLst xmlns:a="http://schemas.openxmlformats.org/drawingml/2006/main">
              <a:ext uri="{FF2B5EF4-FFF2-40B4-BE49-F238E27FC236}">
                <a16:creationId xmlns:a16="http://schemas.microsoft.com/office/drawing/2014/main" id="{5475A8BB-D7E0-4D83-91F4-1224F1D32AD9}"/>
              </a:ext>
            </a:extLst>
          </p:cNvPr>
          <p:cNvSpPr>
            <a:spLocks xmlns:a="http://schemas.openxmlformats.org/drawingml/2006/main" noGrp="1"/>
          </p:cNvSpPr>
          <p:nvPr/>
        </p:nvSpPr>
        <p:spPr>
          <a:xfrm xmlns:a="http://schemas.openxmlformats.org/drawingml/2006/main">
            <a:off x="609600" y="590550"/>
            <a:ext cx="106680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3000" b="1">
                <a:solidFill>
                  <a:srgbClr val="0B0F19"/>
                </a:solidFill>
              </a:defRPr>
            </a:pPr>
            <a:r>
              <a:rPr sz="3000" b="1">
                <a:solidFill>
                  <a:srgbClr val="0B0F19"/>
                </a:solidFill>
              </a:rPr>
              <a:t>AI learns patterns to act in new situations</a:t>
            </a:r>
          </a:p>
        </p:txBody>
      </p:sp>
      <p:sp>
        <p:nvSpPr>
          <p:cNvPr id="3" name="">
            <a:extLst xmlns:a="http://schemas.openxmlformats.org/drawingml/2006/main">
              <a:ext uri="{FF2B5EF4-FFF2-40B4-BE49-F238E27FC236}">
                <a16:creationId xmlns:a16="http://schemas.microsoft.com/office/drawing/2014/main" id="{FB34BD26-DE01-4D82-A09A-43A76A4C6D3A}"/>
              </a:ext>
            </a:extLst>
          </p:cNvPr>
          <p:cNvSpPr>
            <a:spLocks xmlns:a="http://schemas.openxmlformats.org/drawingml/2006/main" noGrp="1"/>
          </p:cNvSpPr>
          <p:nvPr/>
        </p:nvSpPr>
        <p:spPr>
          <a:xfrm xmlns:a="http://schemas.openxmlformats.org/drawingml/2006/main">
            <a:off x="609600" y="1104900"/>
            <a:ext cx="8572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defRPr sz="1500" b="0">
                <a:solidFill>
                  <a:srgbClr val="667085"/>
                </a:solidFill>
              </a:defRPr>
            </a:pPr>
            <a:r>
              <a:rPr sz="1500" b="0">
                <a:solidFill>
                  <a:srgbClr val="667085"/>
                </a:solidFill>
              </a:rPr>
              <a:t>From fixed rules to prediction, decision-making, and creation</a:t>
            </a:r>
          </a:p>
        </p:txBody>
      </p:sp>
      <p:sp>
        <p:nvSpPr>
          <p:cNvPr id="4" name="">
            <a:extLst xmlns:a="http://schemas.openxmlformats.org/drawingml/2006/main">
              <a:ext uri="{FF2B5EF4-FFF2-40B4-BE49-F238E27FC236}">
                <a16:creationId xmlns:a16="http://schemas.microsoft.com/office/drawing/2014/main" id="{C3EB6EE7-349E-4F82-9785-C89F3234D620}"/>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sp>
      <p:sp>
        <p:nvSpPr>
          <p:cNvPr id="5" name="">
            <a:extLst xmlns:a="http://schemas.openxmlformats.org/drawingml/2006/main">
              <a:ext uri="{FF2B5EF4-FFF2-40B4-BE49-F238E27FC236}">
                <a16:creationId xmlns:a16="http://schemas.microsoft.com/office/drawing/2014/main" id="{0AE1DA96-5E31-42FA-8D2C-7314E6D69C59}"/>
              </a:ext>
            </a:extLst>
          </p:cNvPr>
          <p:cNvSpPr>
            <a:spLocks xmlns:a="http://schemas.openxmlformats.org/drawingml/2006/main" noGrp="1"/>
          </p:cNvSpPr>
          <p:nvPr/>
        </p:nvSpPr>
        <p:spPr>
          <a:xfrm xmlns:a="http://schemas.openxmlformats.org/drawingml/2006/main">
            <a:off x="3086100" y="3143250"/>
            <a:ext cx="43815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6" name="">
            <a:extLst xmlns:a="http://schemas.openxmlformats.org/drawingml/2006/main">
              <a:ext uri="{FF2B5EF4-FFF2-40B4-BE49-F238E27FC236}">
                <a16:creationId xmlns:a16="http://schemas.microsoft.com/office/drawing/2014/main" id="{C0A7E4CF-7752-44DD-890D-313A22611E27}"/>
              </a:ext>
            </a:extLst>
          </p:cNvPr>
          <p:cNvSpPr>
            <a:spLocks xmlns:a="http://schemas.openxmlformats.org/drawingml/2006/main" noGrp="1"/>
          </p:cNvSpPr>
          <p:nvPr/>
        </p:nvSpPr>
        <p:spPr>
          <a:xfrm xmlns:a="http://schemas.openxmlformats.org/drawingml/2006/main">
            <a:off x="5657850" y="3143250"/>
            <a:ext cx="43815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7" name="">
            <a:extLst xmlns:a="http://schemas.openxmlformats.org/drawingml/2006/main">
              <a:ext uri="{FF2B5EF4-FFF2-40B4-BE49-F238E27FC236}">
                <a16:creationId xmlns:a16="http://schemas.microsoft.com/office/drawing/2014/main" id="{E756B22B-8E81-46E3-91B1-9D5594D79541}"/>
              </a:ext>
            </a:extLst>
          </p:cNvPr>
          <p:cNvSpPr>
            <a:spLocks xmlns:a="http://schemas.openxmlformats.org/drawingml/2006/main" noGrp="1"/>
          </p:cNvSpPr>
          <p:nvPr/>
        </p:nvSpPr>
        <p:spPr>
          <a:xfrm xmlns:a="http://schemas.openxmlformats.org/drawingml/2006/main">
            <a:off x="8229600" y="3143250"/>
            <a:ext cx="438150" cy="9525"/>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sp>
      <p:sp>
        <p:nvSpPr>
          <p:cNvPr id="8" name="">
            <a:extLst xmlns:a="http://schemas.openxmlformats.org/drawingml/2006/main">
              <a:ext uri="{FF2B5EF4-FFF2-40B4-BE49-F238E27FC236}">
                <a16:creationId xmlns:a16="http://schemas.microsoft.com/office/drawing/2014/main" id="{4AE61E32-7568-4164-96E0-44B372137D52}"/>
              </a:ext>
            </a:extLst>
          </p:cNvPr>
          <p:cNvSpPr>
            <a:spLocks xmlns:a="http://schemas.openxmlformats.org/drawingml/2006/main" noGrp="1"/>
          </p:cNvSpPr>
          <p:nvPr/>
        </p:nvSpPr>
        <p:spPr>
          <a:xfrm xmlns:a="http://schemas.openxmlformats.org/drawingml/2006/main">
            <a:off x="104775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2563EB"/>
            </a:solidFill>
            <a:prstDash val="solid"/>
          </a:ln>
        </p:spPr>
      </p:sp>
      <p:pic>
        <p:nvPicPr>
          <p:cNvPr id="34" name=""/>
          <p:cNvPicPr>
            <a:picLocks xmlns:a="http://schemas.openxmlformats.org/drawingml/2006/main" noChangeAspect="1"/>
          </p:cNvPicPr>
          <p:nvPr/>
        </p:nvPicPr>
        <p:blipFill>
          <a:blip xmlns:r="http://schemas.openxmlformats.org/officeDocument/2006/relationships" xmlns:a="http://schemas.openxmlformats.org/drawingml/2006/main" r:embed="Ra6f4fdbb3b9f47d0"/>
          <a:srcRect xmlns:a="http://schemas.openxmlformats.org/drawingml/2006/main" l="0" t="12360" r="0" b="12360"/>
          <a:stretch xmlns:a="http://schemas.openxmlformats.org/drawingml/2006/main">
            <a:fillRect l="0" t="0" r="0" b="0"/>
          </a:stretch>
        </p:blipFill>
        <p:spPr>
          <a:xfrm xmlns:a="http://schemas.openxmlformats.org/drawingml/2006/main">
            <a:off x="1200150" y="2190750"/>
            <a:ext cx="1695450" cy="1276350"/>
          </a:xfrm>
          <a:prstGeom xmlns:a="http://schemas.openxmlformats.org/drawingml/2006/main" prst="roundRect">
            <a:avLst>
              <a:gd name="adj" fmla="val 5970"/>
            </a:avLst>
          </a:prstGeom>
        </p:spPr>
      </p:pic>
      <p:sp>
        <p:nvSpPr>
          <p:cNvPr id="10" name="">
            <a:extLst xmlns:a="http://schemas.openxmlformats.org/drawingml/2006/main">
              <a:ext uri="{FF2B5EF4-FFF2-40B4-BE49-F238E27FC236}">
                <a16:creationId xmlns:a16="http://schemas.microsoft.com/office/drawing/2014/main" id="{90BFF7E1-6A8A-478D-9C5D-9306C35EF214}"/>
              </a:ext>
            </a:extLst>
          </p:cNvPr>
          <p:cNvSpPr>
            <a:spLocks xmlns:a="http://schemas.openxmlformats.org/drawingml/2006/main" noGrp="1"/>
          </p:cNvSpPr>
          <p:nvPr/>
        </p:nvSpPr>
        <p:spPr>
          <a:xfrm xmlns:a="http://schemas.openxmlformats.org/drawingml/2006/main">
            <a:off x="116205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2563EB"/>
                </a:solidFill>
              </a:defRPr>
            </a:pPr>
            <a:r>
              <a:rPr sz="1500" b="1">
                <a:solidFill>
                  <a:srgbClr val="2563EB"/>
                </a:solidFill>
              </a:rPr>
              <a:t>Rule-based automation</a:t>
            </a:r>
          </a:p>
        </p:txBody>
      </p:sp>
      <p:sp>
        <p:nvSpPr>
          <p:cNvPr id="11" name="">
            <a:extLst xmlns:a="http://schemas.openxmlformats.org/drawingml/2006/main">
              <a:ext uri="{FF2B5EF4-FFF2-40B4-BE49-F238E27FC236}">
                <a16:creationId xmlns:a16="http://schemas.microsoft.com/office/drawing/2014/main" id="{6A6E405F-6F0F-4396-B34E-C9EF1F187998}"/>
              </a:ext>
            </a:extLst>
          </p:cNvPr>
          <p:cNvSpPr>
            <a:spLocks xmlns:a="http://schemas.openxmlformats.org/drawingml/2006/main" noGrp="1"/>
          </p:cNvSpPr>
          <p:nvPr/>
        </p:nvSpPr>
        <p:spPr>
          <a:xfrm xmlns:a="http://schemas.openxmlformats.org/drawingml/2006/main">
            <a:off x="120015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0B0F19"/>
                </a:solidFill>
              </a:defRPr>
            </a:pPr>
            <a:r>
              <a:rPr sz="1275" b="0">
                <a:solidFill>
                  <a:srgbClr val="0B0F19"/>
                </a:solidFill>
              </a:rPr>
              <a:t>robot vacuum</a:t>
            </a:r>
          </a:p>
          <a:p xmlns:a="http://schemas.openxmlformats.org/drawingml/2006/main">
            <a:pPr algn="ctr">
              <a:defRPr sz="1275" b="0">
                <a:solidFill>
                  <a:srgbClr val="0B0F19"/>
                </a:solidFill>
              </a:defRPr>
            </a:pPr>
            <a:r>
              <a:rPr sz="1275" b="0">
                <a:solidFill>
                  <a:srgbClr val="0B0F19"/>
                </a:solidFill>
              </a:rPr>
              <a:t>follows set rules</a:t>
            </a:r>
          </a:p>
        </p:txBody>
      </p:sp>
      <p:sp>
        <p:nvSpPr>
          <p:cNvPr id="12" name="">
            <a:extLst xmlns:a="http://schemas.openxmlformats.org/drawingml/2006/main">
              <a:ext uri="{FF2B5EF4-FFF2-40B4-BE49-F238E27FC236}">
                <a16:creationId xmlns:a16="http://schemas.microsoft.com/office/drawing/2014/main" id="{99175C48-8174-4151-9AA6-7FE787DE35D5}"/>
              </a:ext>
            </a:extLst>
          </p:cNvPr>
          <p:cNvSpPr>
            <a:spLocks xmlns:a="http://schemas.openxmlformats.org/drawingml/2006/main" noGrp="1"/>
          </p:cNvSpPr>
          <p:nvPr/>
        </p:nvSpPr>
        <p:spPr>
          <a:xfrm xmlns:a="http://schemas.openxmlformats.org/drawingml/2006/main">
            <a:off x="361950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10B981"/>
            </a:solidFill>
            <a:prstDash val="solid"/>
          </a:ln>
        </p:spPr>
      </p:sp>
      <p:pic>
        <p:nvPicPr>
          <p:cNvPr id="38" name=""/>
          <p:cNvPicPr>
            <a:picLocks xmlns:a="http://schemas.openxmlformats.org/drawingml/2006/main" noChangeAspect="1"/>
          </p:cNvPicPr>
          <p:nvPr/>
        </p:nvPicPr>
        <p:blipFill>
          <a:blip xmlns:r="http://schemas.openxmlformats.org/officeDocument/2006/relationships" xmlns:a="http://schemas.openxmlformats.org/drawingml/2006/main" r:embed="Rde65061c40b94cf8"/>
          <a:srcRect xmlns:a="http://schemas.openxmlformats.org/drawingml/2006/main" l="0" t="12360" r="0" b="12360"/>
          <a:stretch xmlns:a="http://schemas.openxmlformats.org/drawingml/2006/main">
            <a:fillRect l="0" t="0" r="0" b="0"/>
          </a:stretch>
        </p:blipFill>
        <p:spPr>
          <a:xfrm xmlns:a="http://schemas.openxmlformats.org/drawingml/2006/main">
            <a:off x="3771900" y="2190750"/>
            <a:ext cx="1695450" cy="1276350"/>
          </a:xfrm>
          <a:prstGeom xmlns:a="http://schemas.openxmlformats.org/drawingml/2006/main" prst="roundRect">
            <a:avLst>
              <a:gd name="adj" fmla="val 5970"/>
            </a:avLst>
          </a:prstGeom>
        </p:spPr>
      </p:pic>
      <p:sp>
        <p:nvSpPr>
          <p:cNvPr id="14" name="">
            <a:extLst xmlns:a="http://schemas.openxmlformats.org/drawingml/2006/main">
              <a:ext uri="{FF2B5EF4-FFF2-40B4-BE49-F238E27FC236}">
                <a16:creationId xmlns:a16="http://schemas.microsoft.com/office/drawing/2014/main" id="{0997154A-5EA0-4313-875D-97ECDC1094B1}"/>
              </a:ext>
            </a:extLst>
          </p:cNvPr>
          <p:cNvSpPr>
            <a:spLocks xmlns:a="http://schemas.openxmlformats.org/drawingml/2006/main" noGrp="1"/>
          </p:cNvSpPr>
          <p:nvPr/>
        </p:nvSpPr>
        <p:spPr>
          <a:xfrm xmlns:a="http://schemas.openxmlformats.org/drawingml/2006/main">
            <a:off x="373380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10B981"/>
                </a:solidFill>
              </a:defRPr>
            </a:pPr>
            <a:r>
              <a:rPr sz="1500" b="1">
                <a:solidFill>
                  <a:srgbClr val="10B981"/>
                </a:solidFill>
              </a:rPr>
              <a:t>Prediction &amp; decision</a:t>
            </a:r>
          </a:p>
        </p:txBody>
      </p:sp>
      <p:sp>
        <p:nvSpPr>
          <p:cNvPr id="15" name="">
            <a:extLst xmlns:a="http://schemas.openxmlformats.org/drawingml/2006/main">
              <a:ext uri="{FF2B5EF4-FFF2-40B4-BE49-F238E27FC236}">
                <a16:creationId xmlns:a16="http://schemas.microsoft.com/office/drawing/2014/main" id="{8F414592-08EF-43CB-9DC2-3C0191B1D4CE}"/>
              </a:ext>
            </a:extLst>
          </p:cNvPr>
          <p:cNvSpPr>
            <a:spLocks xmlns:a="http://schemas.openxmlformats.org/drawingml/2006/main" noGrp="1"/>
          </p:cNvSpPr>
          <p:nvPr/>
        </p:nvSpPr>
        <p:spPr>
          <a:xfrm xmlns:a="http://schemas.openxmlformats.org/drawingml/2006/main">
            <a:off x="377190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0B0F19"/>
                </a:solidFill>
              </a:defRPr>
            </a:pPr>
            <a:r>
              <a:rPr sz="1275" b="0">
                <a:solidFill>
                  <a:srgbClr val="0B0F19"/>
                </a:solidFill>
              </a:rPr>
              <a:t>chess AI</a:t>
            </a:r>
          </a:p>
          <a:p xmlns:a="http://schemas.openxmlformats.org/drawingml/2006/main">
            <a:pPr algn="ctr">
              <a:defRPr sz="1275" b="0">
                <a:solidFill>
                  <a:srgbClr val="0B0F19"/>
                </a:solidFill>
              </a:defRPr>
            </a:pPr>
            <a:r>
              <a:rPr sz="1275" b="0">
                <a:solidFill>
                  <a:srgbClr val="0B0F19"/>
                </a:solidFill>
              </a:rPr>
              <a:t>chooses a move</a:t>
            </a:r>
          </a:p>
        </p:txBody>
      </p:sp>
      <p:sp>
        <p:nvSpPr>
          <p:cNvPr id="16" name="">
            <a:extLst xmlns:a="http://schemas.openxmlformats.org/drawingml/2006/main">
              <a:ext uri="{FF2B5EF4-FFF2-40B4-BE49-F238E27FC236}">
                <a16:creationId xmlns:a16="http://schemas.microsoft.com/office/drawing/2014/main" id="{55852346-6554-4E78-B446-C849CFFC5C0C}"/>
              </a:ext>
            </a:extLst>
          </p:cNvPr>
          <p:cNvSpPr>
            <a:spLocks xmlns:a="http://schemas.openxmlformats.org/drawingml/2006/main" noGrp="1"/>
          </p:cNvSpPr>
          <p:nvPr/>
        </p:nvSpPr>
        <p:spPr>
          <a:xfrm xmlns:a="http://schemas.openxmlformats.org/drawingml/2006/main">
            <a:off x="619125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F97316"/>
            </a:solidFill>
            <a:prstDash val="solid"/>
          </a:ln>
        </p:spPr>
      </p:sp>
      <p:pic>
        <p:nvPicPr>
          <p:cNvPr id="42" name=""/>
          <p:cNvPicPr>
            <a:picLocks xmlns:a="http://schemas.openxmlformats.org/drawingml/2006/main" noChangeAspect="1"/>
          </p:cNvPicPr>
          <p:nvPr/>
        </p:nvPicPr>
        <p:blipFill>
          <a:blip xmlns:r="http://schemas.openxmlformats.org/officeDocument/2006/relationships" xmlns:a="http://schemas.openxmlformats.org/drawingml/2006/main" r:embed="Rbd206b90cebe4510"/>
          <a:srcRect xmlns:a="http://schemas.openxmlformats.org/drawingml/2006/main" l="12604" t="0" r="12604" b="0"/>
          <a:stretch xmlns:a="http://schemas.openxmlformats.org/drawingml/2006/main">
            <a:fillRect l="0" t="0" r="0" b="0"/>
          </a:stretch>
        </p:blipFill>
        <p:spPr>
          <a:xfrm xmlns:a="http://schemas.openxmlformats.org/drawingml/2006/main">
            <a:off x="6343650" y="2190750"/>
            <a:ext cx="1695450" cy="1276350"/>
          </a:xfrm>
          <a:prstGeom xmlns:a="http://schemas.openxmlformats.org/drawingml/2006/main" prst="roundRect">
            <a:avLst>
              <a:gd name="adj" fmla="val 5970"/>
            </a:avLst>
          </a:prstGeom>
        </p:spPr>
      </p:pic>
      <p:sp>
        <p:nvSpPr>
          <p:cNvPr id="18" name="">
            <a:extLst xmlns:a="http://schemas.openxmlformats.org/drawingml/2006/main">
              <a:ext uri="{FF2B5EF4-FFF2-40B4-BE49-F238E27FC236}">
                <a16:creationId xmlns:a16="http://schemas.microsoft.com/office/drawing/2014/main" id="{F6C61F53-8C33-4101-A10E-225D57BDEA63}"/>
              </a:ext>
            </a:extLst>
          </p:cNvPr>
          <p:cNvSpPr>
            <a:spLocks xmlns:a="http://schemas.openxmlformats.org/drawingml/2006/main" noGrp="1"/>
          </p:cNvSpPr>
          <p:nvPr/>
        </p:nvSpPr>
        <p:spPr>
          <a:xfrm xmlns:a="http://schemas.openxmlformats.org/drawingml/2006/main">
            <a:off x="630555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F97316"/>
                </a:solidFill>
              </a:defRPr>
            </a:pPr>
            <a:r>
              <a:rPr sz="1500" b="1">
                <a:solidFill>
                  <a:srgbClr val="F97316"/>
                </a:solidFill>
              </a:rPr>
              <a:t>Complex strategy</a:t>
            </a:r>
          </a:p>
        </p:txBody>
      </p:sp>
      <p:sp>
        <p:nvSpPr>
          <p:cNvPr id="19" name="">
            <a:extLst xmlns:a="http://schemas.openxmlformats.org/drawingml/2006/main">
              <a:ext uri="{FF2B5EF4-FFF2-40B4-BE49-F238E27FC236}">
                <a16:creationId xmlns:a16="http://schemas.microsoft.com/office/drawing/2014/main" id="{0424C859-2EE1-452E-8D4E-4DE5C8CDBBAD}"/>
              </a:ext>
            </a:extLst>
          </p:cNvPr>
          <p:cNvSpPr>
            <a:spLocks xmlns:a="http://schemas.openxmlformats.org/drawingml/2006/main" noGrp="1"/>
          </p:cNvSpPr>
          <p:nvPr/>
        </p:nvSpPr>
        <p:spPr>
          <a:xfrm xmlns:a="http://schemas.openxmlformats.org/drawingml/2006/main">
            <a:off x="634365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0B0F19"/>
                </a:solidFill>
              </a:defRPr>
            </a:pPr>
            <a:r>
              <a:rPr sz="1275" b="0">
                <a:solidFill>
                  <a:srgbClr val="0B0F19"/>
                </a:solidFill>
              </a:rPr>
              <a:t>game AI</a:t>
            </a:r>
          </a:p>
          <a:p xmlns:a="http://schemas.openxmlformats.org/drawingml/2006/main">
            <a:pPr algn="ctr">
              <a:defRPr sz="1275" b="0">
                <a:solidFill>
                  <a:srgbClr val="0B0F19"/>
                </a:solidFill>
              </a:defRPr>
            </a:pPr>
            <a:r>
              <a:rPr sz="1275" b="0">
                <a:solidFill>
                  <a:srgbClr val="0B0F19"/>
                </a:solidFill>
              </a:rPr>
              <a:t>acts in changing worlds</a:t>
            </a:r>
          </a:p>
        </p:txBody>
      </p:sp>
      <p:sp>
        <p:nvSpPr>
          <p:cNvPr id="20" name="">
            <a:extLst xmlns:a="http://schemas.openxmlformats.org/drawingml/2006/main">
              <a:ext uri="{FF2B5EF4-FFF2-40B4-BE49-F238E27FC236}">
                <a16:creationId xmlns:a16="http://schemas.microsoft.com/office/drawing/2014/main" id="{264DAAB3-7FF5-4440-9CF5-CFB5AB524E8C}"/>
              </a:ext>
            </a:extLst>
          </p:cNvPr>
          <p:cNvSpPr>
            <a:spLocks xmlns:a="http://schemas.openxmlformats.org/drawingml/2006/main" noGrp="1"/>
          </p:cNvSpPr>
          <p:nvPr/>
        </p:nvSpPr>
        <p:spPr>
          <a:xfrm xmlns:a="http://schemas.openxmlformats.org/drawingml/2006/main">
            <a:off x="8763000" y="2019300"/>
            <a:ext cx="2000250" cy="3009900"/>
          </a:xfrm>
          <a:prstGeom xmlns:a="http://schemas.openxmlformats.org/drawingml/2006/main" prst="roundRect">
            <a:avLst>
              <a:gd name="adj" fmla="val 5714"/>
            </a:avLst>
          </a:prstGeom>
          <a:solidFill xmlns:a="http://schemas.openxmlformats.org/drawingml/2006/main">
            <a:srgbClr val="FFFFFF"/>
          </a:solidFill>
          <a:ln xmlns:a="http://schemas.openxmlformats.org/drawingml/2006/main" w="19050">
            <a:solidFill>
              <a:srgbClr val="7C3AED"/>
            </a:solidFill>
            <a:prstDash val="solid"/>
          </a:ln>
        </p:spPr>
      </p:sp>
      <p:pic>
        <p:nvPicPr>
          <p:cNvPr id="46" name=""/>
          <p:cNvPicPr>
            <a:picLocks xmlns:a="http://schemas.openxmlformats.org/drawingml/2006/main" noChangeAspect="1"/>
          </p:cNvPicPr>
          <p:nvPr/>
        </p:nvPicPr>
        <p:blipFill>
          <a:blip xmlns:r="http://schemas.openxmlformats.org/officeDocument/2006/relationships" xmlns:a="http://schemas.openxmlformats.org/drawingml/2006/main" r:embed="R932e8898909a4915"/>
          <a:stretch xmlns:a="http://schemas.openxmlformats.org/drawingml/2006/main"/>
        </p:blipFill>
        <p:spPr>
          <a:xfrm xmlns:a="http://schemas.openxmlformats.org/drawingml/2006/main">
            <a:off x="8915400" y="2382986"/>
            <a:ext cx="1695450" cy="891877"/>
          </a:xfrm>
          <a:prstGeom xmlns:a="http://schemas.openxmlformats.org/drawingml/2006/main" prst="roundRect">
            <a:avLst>
              <a:gd name="adj" fmla="val 5970"/>
            </a:avLst>
          </a:prstGeom>
        </p:spPr>
      </p:pic>
      <p:sp>
        <p:nvSpPr>
          <p:cNvPr id="22" name="">
            <a:extLst xmlns:a="http://schemas.openxmlformats.org/drawingml/2006/main">
              <a:ext uri="{FF2B5EF4-FFF2-40B4-BE49-F238E27FC236}">
                <a16:creationId xmlns:a16="http://schemas.microsoft.com/office/drawing/2014/main" id="{E891145C-2CE9-45A5-87BE-39B00E311D81}"/>
              </a:ext>
            </a:extLst>
          </p:cNvPr>
          <p:cNvSpPr>
            <a:spLocks xmlns:a="http://schemas.openxmlformats.org/drawingml/2006/main" noGrp="1"/>
          </p:cNvSpPr>
          <p:nvPr/>
        </p:nvSpPr>
        <p:spPr>
          <a:xfrm xmlns:a="http://schemas.openxmlformats.org/drawingml/2006/main">
            <a:off x="8877300" y="3714750"/>
            <a:ext cx="17716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500" b="1">
                <a:solidFill>
                  <a:srgbClr val="7C3AED"/>
                </a:solidFill>
              </a:defRPr>
            </a:pPr>
            <a:r>
              <a:rPr sz="1500" b="1">
                <a:solidFill>
                  <a:srgbClr val="7C3AED"/>
                </a:solidFill>
              </a:rPr>
              <a:t>Generative AI</a:t>
            </a:r>
          </a:p>
        </p:txBody>
      </p:sp>
      <p:sp>
        <p:nvSpPr>
          <p:cNvPr id="23" name="">
            <a:extLst xmlns:a="http://schemas.openxmlformats.org/drawingml/2006/main">
              <a:ext uri="{FF2B5EF4-FFF2-40B4-BE49-F238E27FC236}">
                <a16:creationId xmlns:a16="http://schemas.microsoft.com/office/drawing/2014/main" id="{08D0B0AA-1AE3-4274-8651-18A0470B5ADC}"/>
              </a:ext>
            </a:extLst>
          </p:cNvPr>
          <p:cNvSpPr>
            <a:spLocks xmlns:a="http://schemas.openxmlformats.org/drawingml/2006/main" noGrp="1"/>
          </p:cNvSpPr>
          <p:nvPr/>
        </p:nvSpPr>
        <p:spPr>
          <a:xfrm xmlns:a="http://schemas.openxmlformats.org/drawingml/2006/main">
            <a:off x="8915400" y="4133850"/>
            <a:ext cx="16954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275" b="0">
                <a:solidFill>
                  <a:srgbClr val="0B0F19"/>
                </a:solidFill>
              </a:defRPr>
            </a:pPr>
            <a:r>
              <a:rPr sz="1275" b="0">
                <a:solidFill>
                  <a:srgbClr val="0B0F19"/>
                </a:solidFill>
              </a:rPr>
              <a:t>ChatGPT</a:t>
            </a:r>
          </a:p>
          <a:p xmlns:a="http://schemas.openxmlformats.org/drawingml/2006/main">
            <a:pPr algn="ctr">
              <a:defRPr sz="1275" b="0">
                <a:solidFill>
                  <a:srgbClr val="0B0F19"/>
                </a:solidFill>
              </a:defRPr>
            </a:pPr>
            <a:r>
              <a:rPr sz="1275" b="0">
                <a:solidFill>
                  <a:srgbClr val="0B0F19"/>
                </a:solidFill>
              </a:rPr>
              <a:t>creates language</a:t>
            </a:r>
          </a:p>
        </p:txBody>
      </p:sp>
      <p:sp>
        <p:nvSpPr>
          <p:cNvPr id="24" name="">
            <a:extLst xmlns:a="http://schemas.openxmlformats.org/drawingml/2006/main">
              <a:ext uri="{FF2B5EF4-FFF2-40B4-BE49-F238E27FC236}">
                <a16:creationId xmlns:a16="http://schemas.microsoft.com/office/drawing/2014/main" id="{C53AC1D2-D073-4348-98A8-7F29E41A576D}"/>
              </a:ext>
            </a:extLst>
          </p:cNvPr>
          <p:cNvSpPr>
            <a:spLocks xmlns:a="http://schemas.openxmlformats.org/drawingml/2006/main" noGrp="1"/>
          </p:cNvSpPr>
          <p:nvPr/>
        </p:nvSpPr>
        <p:spPr>
          <a:xfrm xmlns:a="http://schemas.openxmlformats.org/drawingml/2006/main">
            <a:off x="2190750" y="5410200"/>
            <a:ext cx="7810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defRPr sz="1800" b="1">
                <a:solidFill>
                  <a:srgbClr val="0B0F19"/>
                </a:solidFill>
              </a:defRPr>
            </a:pPr>
            <a:r>
              <a:rPr sz="1800" b="1">
                <a:solidFill>
                  <a:srgbClr val="0B0F19"/>
                </a:solidFill>
              </a:rPr>
              <a:t>AI = learning patterns from data to predict, decide, or create</a:t>
            </a:r>
          </a:p>
        </p:txBody>
      </p:sp>
      <p:sp>
        <p:nvSpPr>
          <p:cNvPr id="25" name="">
            <a:extLst xmlns:a="http://schemas.openxmlformats.org/drawingml/2006/main">
              <a:ext uri="{FF2B5EF4-FFF2-40B4-BE49-F238E27FC236}">
                <a16:creationId xmlns:a16="http://schemas.microsoft.com/office/drawing/2014/main" id="{5FBE9CEE-DC60-40FF-B244-DC314804787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defRPr sz="975" b="0">
                <a:solidFill>
                  <a:srgbClr val="667085"/>
                </a:solidFill>
              </a:defRPr>
            </a:pPr>
            <a:r>
              <a:rPr sz="975" b="0">
                <a:solidFill>
                  <a:srgbClr val="667085"/>
                </a:solidFill>
              </a:rPr>
              <a:t>02</a:t>
            </a:r>
          </a:p>
        </p:txBody>
      </p:sp>
    </p:spTree>
    <p:extLst>
      <p:ext uri="{BB962C8B-B14F-4D97-AF65-F5344CB8AC3E}">
        <p14:creationId xmlns:p14="http://schemas.microsoft.com/office/powerpoint/2010/main" val="1613343920"/>
      </p:ext>
    </p:extLst>
  </p:cSld>
</p:sld>
</file>

<file path=ppt/slides/slide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05299140" name="Rectangle 935271156">
            <a:extLst xmlns:a="http://schemas.openxmlformats.org/drawingml/2006/main">
              <a:ext uri="{FF2B5EF4-FFF2-40B4-BE49-F238E27FC236}">
                <a16:creationId xmlns:a16="http://schemas.microsoft.com/office/drawing/2014/main" id="{C12FCF93-C18C-48CB-822F-1210750C3A9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Orientation</a:t>
            </a:r>
          </a:p>
        </p:txBody>
      </p:sp>
      <p:sp>
        <p:nvSpPr>
          <p:cNvPr id="1566673028" name="Rectangle 251777344">
            <a:extLst xmlns:a="http://schemas.openxmlformats.org/drawingml/2006/main">
              <a:ext uri="{FF2B5EF4-FFF2-40B4-BE49-F238E27FC236}">
                <a16:creationId xmlns:a16="http://schemas.microsoft.com/office/drawing/2014/main" id="{7F095D76-3980-4534-BECD-B9EF29E2710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This deck follows one path through the AI landscape</a:t>
            </a:r>
          </a:p>
        </p:txBody>
      </p:sp>
      <p:sp>
        <p:nvSpPr>
          <p:cNvPr id="1495509295" name="Rectangle: Rounded Corners 1456392341">
            <a:extLst xmlns:a="http://schemas.openxmlformats.org/drawingml/2006/main">
              <a:ext uri="{FF2B5EF4-FFF2-40B4-BE49-F238E27FC236}">
                <a16:creationId xmlns:a16="http://schemas.microsoft.com/office/drawing/2014/main" id="{633C0098-DF86-4F3B-A5D3-51863C842911}"/>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1155151" name="Rectangle: Rounded Corners 1987074982">
            <a:extLst xmlns:a="http://schemas.openxmlformats.org/drawingml/2006/main">
              <a:ext uri="{FF2B5EF4-FFF2-40B4-BE49-F238E27FC236}">
                <a16:creationId xmlns:a16="http://schemas.microsoft.com/office/drawing/2014/main" id="{A39D65FE-D296-4F75-9D74-8B012F631E95}"/>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8404211" name="Rectangle 1286956634">
            <a:extLst xmlns:a="http://schemas.openxmlformats.org/drawingml/2006/main">
              <a:ext uri="{FF2B5EF4-FFF2-40B4-BE49-F238E27FC236}">
                <a16:creationId xmlns:a16="http://schemas.microsoft.com/office/drawing/2014/main" id="{FF6B0D71-2FB7-4598-AD43-EC4295109AC1}"/>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Starting point</a:t>
            </a:r>
          </a:p>
        </p:txBody>
      </p:sp>
      <p:sp>
        <p:nvSpPr>
          <p:cNvPr id="1211920523" name="Rectangle 399762638">
            <a:extLst xmlns:a="http://schemas.openxmlformats.org/drawingml/2006/main">
              <a:ext uri="{FF2B5EF4-FFF2-40B4-BE49-F238E27FC236}">
                <a16:creationId xmlns:a16="http://schemas.microsoft.com/office/drawing/2014/main" id="{067ECC4F-4F18-44C1-9AE2-179E155847EB}"/>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linear regression</a:t>
            </a:r>
          </a:p>
          <a:p xmlns:a="http://schemas.openxmlformats.org/drawingml/2006/main">
            <a:pPr algn="l">
              <a:buNone/>
              <a:defRPr sz="1600" b="0">
                <a:solidFill>
                  <a:srgbClr val="667085"/>
                </a:solidFill>
              </a:defRPr>
            </a:pPr>
            <a:r>
              <a:rPr sz="1600" b="0">
                <a:solidFill>
                  <a:srgbClr val="667085"/>
                </a:solidFill>
              </a:rPr>
              <a:t>→ machine learning</a:t>
            </a:r>
          </a:p>
          <a:p xmlns:a="http://schemas.openxmlformats.org/drawingml/2006/main">
            <a:pPr algn="l">
              <a:buNone/>
              <a:defRPr sz="1600" b="0">
                <a:solidFill>
                  <a:srgbClr val="667085"/>
                </a:solidFill>
              </a:defRPr>
            </a:pPr>
            <a:r>
              <a:rPr sz="1600" b="0">
                <a:solidFill>
                  <a:srgbClr val="667085"/>
                </a:solidFill>
              </a:rPr>
              <a:t>→ neural networks</a:t>
            </a:r>
          </a:p>
        </p:txBody>
      </p:sp>
      <p:sp>
        <p:nvSpPr>
          <p:cNvPr id="885467447" name="Rectangle 1233632033">
            <a:extLst xmlns:a="http://schemas.openxmlformats.org/drawingml/2006/main">
              <a:ext uri="{FF2B5EF4-FFF2-40B4-BE49-F238E27FC236}">
                <a16:creationId xmlns:a16="http://schemas.microsoft.com/office/drawing/2014/main" id="{E09FFC1F-6887-414F-804B-B6F5060CE55F}"/>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Destination</a:t>
            </a:r>
          </a:p>
        </p:txBody>
      </p:sp>
      <p:sp>
        <p:nvSpPr>
          <p:cNvPr id="1724671027" name="Rectangle 987778106">
            <a:extLst xmlns:a="http://schemas.openxmlformats.org/drawingml/2006/main">
              <a:ext uri="{FF2B5EF4-FFF2-40B4-BE49-F238E27FC236}">
                <a16:creationId xmlns:a16="http://schemas.microsoft.com/office/drawing/2014/main" id="{6C0DBA7D-D054-41A1-BCC0-953F8512749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deep learning</a:t>
            </a:r>
          </a:p>
          <a:p xmlns:a="http://schemas.openxmlformats.org/drawingml/2006/main">
            <a:pPr algn="l">
              <a:buNone/>
              <a:defRPr sz="1500" b="0">
                <a:solidFill>
                  <a:srgbClr val="667085"/>
                </a:solidFill>
              </a:defRPr>
            </a:pPr>
            <a:r>
              <a:rPr sz="1500" b="0">
                <a:solidFill>
                  <a:srgbClr val="667085"/>
                </a:solidFill>
              </a:rPr>
              <a:t>→ Transformers</a:t>
            </a:r>
          </a:p>
          <a:p xmlns:a="http://schemas.openxmlformats.org/drawingml/2006/main">
            <a:pPr algn="l">
              <a:buNone/>
              <a:defRPr sz="1500" b="0">
                <a:solidFill>
                  <a:srgbClr val="667085"/>
                </a:solidFill>
              </a:defRPr>
            </a:pPr>
            <a:r>
              <a:rPr sz="1500" b="0">
                <a:solidFill>
                  <a:srgbClr val="667085"/>
                </a:solidFill>
              </a:rPr>
              <a:t>→ GPT</a:t>
            </a:r>
          </a:p>
        </p:txBody>
      </p:sp>
      <p:sp>
        <p:nvSpPr>
          <p:cNvPr id="118177388" name="Rectangle 1495975732">
            <a:extLst xmlns:a="http://schemas.openxmlformats.org/drawingml/2006/main">
              <a:ext uri="{FF2B5EF4-FFF2-40B4-BE49-F238E27FC236}">
                <a16:creationId xmlns:a16="http://schemas.microsoft.com/office/drawing/2014/main" id="{41FFE5E2-BBDC-48D2-8A36-3EB34E9266B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03</a:t>
            </a:r>
          </a:p>
        </p:txBody>
      </p:sp>
      <p:pic>
        <p:nvPicPr>
          <p:cNvPr id="1724671038"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8fba61b835f14c89"/>
          <a:stretch xmlns:a="http://schemas.openxmlformats.org/drawingml/2006/main"/>
        </p:blipFill>
        <p:spPr>
          <a:xfrm xmlns:a="http://schemas.openxmlformats.org/drawingml/2006/main">
            <a:off x="2119307" y="1504950"/>
            <a:ext cx="3838585" cy="4476750"/>
          </a:xfrm>
          <a:prstGeom xmlns:a="http://schemas.openxmlformats.org/drawingml/2006/main" prst="rect">
            <a:avLst/>
          </a:prstGeom>
        </p:spPr>
      </p:pic>
    </p:spTree>
    <p:extLst>
      <p:ext uri="{BB962C8B-B14F-4D97-AF65-F5344CB8AC3E}">
        <p14:creationId xmlns:p14="http://schemas.microsoft.com/office/powerpoint/2010/main" val="2115642849"/>
      </p:ext>
    </p:extLst>
  </p:cSld>
</p:sld>
</file>

<file path=ppt/slides/slide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73303750" name="Rectangle 197505908">
            <a:extLst xmlns:a="http://schemas.openxmlformats.org/drawingml/2006/main">
              <a:ext uri="{FF2B5EF4-FFF2-40B4-BE49-F238E27FC236}">
                <a16:creationId xmlns:a16="http://schemas.microsoft.com/office/drawing/2014/main" id="{A2564195-FB8C-4EB8-B32A-71B8E990E18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439177561" name="Rectangle 1909048147">
            <a:extLst xmlns:a="http://schemas.openxmlformats.org/drawingml/2006/main">
              <a:ext uri="{FF2B5EF4-FFF2-40B4-BE49-F238E27FC236}">
                <a16:creationId xmlns:a16="http://schemas.microsoft.com/office/drawing/2014/main" id="{AE0A30C8-8041-4176-B78E-EDA775FE1B2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Start with a bad line</a:t>
            </a:r>
          </a:p>
        </p:txBody>
      </p:sp>
      <p:sp>
        <p:nvSpPr>
          <p:cNvPr id="425096569" name="Rectangle: Rounded Corners 816331080">
            <a:extLst xmlns:a="http://schemas.openxmlformats.org/drawingml/2006/main">
              <a:ext uri="{FF2B5EF4-FFF2-40B4-BE49-F238E27FC236}">
                <a16:creationId xmlns:a16="http://schemas.microsoft.com/office/drawing/2014/main" id="{5A66E315-9E3B-44F3-94B3-608C581CEFD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1870926338" name="Picture 2137688687"/>
          <p:cNvPicPr>
            <a:picLocks xmlns:a="http://schemas.openxmlformats.org/drawingml/2006/main" noChangeAspect="1"/>
          </p:cNvPicPr>
          <p:nvPr/>
        </p:nvPicPr>
        <p:blipFill rotWithShape="1">
          <a:blip xmlns:r="http://schemas.openxmlformats.org/officeDocument/2006/relationships" xmlns:a="http://schemas.openxmlformats.org/drawingml/2006/main" r:embed="Raf794836e3764149"/>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641796381" name="Straight Connector 161416146">
            <a:extLst xmlns:a="http://schemas.openxmlformats.org/drawingml/2006/main">
              <a:ext uri="{FF2B5EF4-FFF2-40B4-BE49-F238E27FC236}">
                <a16:creationId xmlns:a16="http://schemas.microsoft.com/office/drawing/2014/main" id="{D5F554DB-94FF-4A8B-87E8-9DC35EFF6AFD}"/>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535567" name="Straight Connector 61902172">
            <a:extLst xmlns:a="http://schemas.openxmlformats.org/drawingml/2006/main">
              <a:ext uri="{FF2B5EF4-FFF2-40B4-BE49-F238E27FC236}">
                <a16:creationId xmlns:a16="http://schemas.microsoft.com/office/drawing/2014/main" id="{5D8AE38E-07DE-4145-8F0C-9EBFC9264B1A}"/>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4426685" name="Rectangle: Rounded Corners 898681238">
            <a:extLst xmlns:a="http://schemas.openxmlformats.org/drawingml/2006/main">
              <a:ext uri="{FF2B5EF4-FFF2-40B4-BE49-F238E27FC236}">
                <a16:creationId xmlns:a16="http://schemas.microsoft.com/office/drawing/2014/main" id="{36421824-2BCD-4B55-90F8-886667F68C2B}"/>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MSE ≈ 4.75</a:t>
            </a:r>
          </a:p>
        </p:txBody>
      </p:sp>
      <p:sp>
        <p:nvSpPr>
          <p:cNvPr id="1133938060" name="Rectangle 1225503430">
            <a:extLst xmlns:a="http://schemas.openxmlformats.org/drawingml/2006/main">
              <a:ext uri="{FF2B5EF4-FFF2-40B4-BE49-F238E27FC236}">
                <a16:creationId xmlns:a16="http://schemas.microsoft.com/office/drawing/2014/main" id="{869CEDC4-EF89-4B54-AA13-69C3613579D8}"/>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large errors</a:t>
            </a:r>
          </a:p>
        </p:txBody>
      </p:sp>
      <p:sp>
        <p:nvSpPr>
          <p:cNvPr id="1174091501" name="Straight Connector 1461826591">
            <a:extLst xmlns:a="http://schemas.openxmlformats.org/drawingml/2006/main">
              <a:ext uri="{FF2B5EF4-FFF2-40B4-BE49-F238E27FC236}">
                <a16:creationId xmlns:a16="http://schemas.microsoft.com/office/drawing/2014/main" id="{66953D9A-D49D-4A45-B7EB-D600DC49EBCE}"/>
              </a:ext>
            </a:extLst>
          </p:cNvPr>
          <p:cNvSpPr>
            <a:spLocks xmlns:a="http://schemas.openxmlformats.org/drawingml/2006/main" noGrp="1"/>
          </p:cNvSpPr>
          <p:nvPr/>
        </p:nvSpPr>
        <p:spPr>
          <a:xfrm xmlns:a="http://schemas.openxmlformats.org/drawingml/2006/main">
            <a:off x="2619375" y="3297238"/>
            <a:ext cx="9525" cy="15890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0635615" name="Oval 308551117">
            <a:extLst xmlns:a="http://schemas.openxmlformats.org/drawingml/2006/main">
              <a:ext uri="{FF2B5EF4-FFF2-40B4-BE49-F238E27FC236}">
                <a16:creationId xmlns:a16="http://schemas.microsoft.com/office/drawing/2014/main" id="{C49EA19C-356A-4E3C-A3A1-46C6BC4840E2}"/>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37513" name="Straight Connector 2122530921">
            <a:extLst xmlns:a="http://schemas.openxmlformats.org/drawingml/2006/main">
              <a:ext uri="{FF2B5EF4-FFF2-40B4-BE49-F238E27FC236}">
                <a16:creationId xmlns:a16="http://schemas.microsoft.com/office/drawing/2014/main" id="{1E253238-EB21-4C37-9C04-802C9B4CE4DF}"/>
              </a:ext>
            </a:extLst>
          </p:cNvPr>
          <p:cNvSpPr>
            <a:spLocks xmlns:a="http://schemas.openxmlformats.org/drawingml/2006/main" noGrp="1"/>
          </p:cNvSpPr>
          <p:nvPr/>
        </p:nvSpPr>
        <p:spPr>
          <a:xfrm xmlns:a="http://schemas.openxmlformats.org/drawingml/2006/main">
            <a:off x="3857625" y="3400425"/>
            <a:ext cx="9525" cy="115569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0223088" name="Oval 1902723883">
            <a:extLst xmlns:a="http://schemas.openxmlformats.org/drawingml/2006/main">
              <a:ext uri="{FF2B5EF4-FFF2-40B4-BE49-F238E27FC236}">
                <a16:creationId xmlns:a16="http://schemas.microsoft.com/office/drawing/2014/main" id="{DC15D0F6-4045-4D5F-A1CD-A4D5C87F7C0F}"/>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56447116" name="Straight Connector 167498950">
            <a:extLst xmlns:a="http://schemas.openxmlformats.org/drawingml/2006/main">
              <a:ext uri="{FF2B5EF4-FFF2-40B4-BE49-F238E27FC236}">
                <a16:creationId xmlns:a16="http://schemas.microsoft.com/office/drawing/2014/main" id="{8B631F6A-453B-49AD-BCFF-5EE6BE4CE439}"/>
              </a:ext>
            </a:extLst>
          </p:cNvPr>
          <p:cNvSpPr>
            <a:spLocks xmlns:a="http://schemas.openxmlformats.org/drawingml/2006/main" noGrp="1"/>
          </p:cNvSpPr>
          <p:nvPr/>
        </p:nvSpPr>
        <p:spPr>
          <a:xfrm xmlns:a="http://schemas.openxmlformats.org/drawingml/2006/main">
            <a:off x="5095875" y="3503613"/>
            <a:ext cx="9525" cy="763587"/>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9708454" name="Oval 1159963357">
            <a:extLst xmlns:a="http://schemas.openxmlformats.org/drawingml/2006/main">
              <a:ext uri="{FF2B5EF4-FFF2-40B4-BE49-F238E27FC236}">
                <a16:creationId xmlns:a16="http://schemas.microsoft.com/office/drawing/2014/main" id="{E4FD08BA-7A86-4CFA-A44A-809ADC891EBD}"/>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0163687" name="Straight Connector 1986469558">
            <a:extLst xmlns:a="http://schemas.openxmlformats.org/drawingml/2006/main">
              <a:ext uri="{FF2B5EF4-FFF2-40B4-BE49-F238E27FC236}">
                <a16:creationId xmlns:a16="http://schemas.microsoft.com/office/drawing/2014/main" id="{A2FEE126-62ED-4CB3-9869-51184E63F9DF}"/>
              </a:ext>
            </a:extLst>
          </p:cNvPr>
          <p:cNvSpPr>
            <a:spLocks xmlns:a="http://schemas.openxmlformats.org/drawingml/2006/main" noGrp="1"/>
          </p:cNvSpPr>
          <p:nvPr/>
        </p:nvSpPr>
        <p:spPr>
          <a:xfrm xmlns:a="http://schemas.openxmlformats.org/drawingml/2006/main">
            <a:off x="6334125" y="3606800"/>
            <a:ext cx="9525" cy="247650"/>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3312045" name="Oval 1145200305">
            <a:extLst xmlns:a="http://schemas.openxmlformats.org/drawingml/2006/main">
              <a:ext uri="{FF2B5EF4-FFF2-40B4-BE49-F238E27FC236}">
                <a16:creationId xmlns:a16="http://schemas.microsoft.com/office/drawing/2014/main" id="{078B0440-A70C-42A3-B329-EDE9C1BC1B87}"/>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538449" name="Straight Connector 1746813433">
            <a:extLst xmlns:a="http://schemas.openxmlformats.org/drawingml/2006/main">
              <a:ext uri="{FF2B5EF4-FFF2-40B4-BE49-F238E27FC236}">
                <a16:creationId xmlns:a16="http://schemas.microsoft.com/office/drawing/2014/main" id="{77839C54-B2C4-4A58-A367-C220D466C6DD}"/>
              </a:ext>
            </a:extLst>
          </p:cNvPr>
          <p:cNvSpPr>
            <a:spLocks xmlns:a="http://schemas.openxmlformats.org/drawingml/2006/main" noGrp="1"/>
          </p:cNvSpPr>
          <p:nvPr/>
        </p:nvSpPr>
        <p:spPr>
          <a:xfrm xmlns:a="http://schemas.openxmlformats.org/drawingml/2006/main">
            <a:off x="7572375" y="3565525"/>
            <a:ext cx="9525" cy="144463"/>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237822" name="Oval 2137688682">
            <a:extLst xmlns:a="http://schemas.openxmlformats.org/drawingml/2006/main">
              <a:ext uri="{FF2B5EF4-FFF2-40B4-BE49-F238E27FC236}">
                <a16:creationId xmlns:a16="http://schemas.microsoft.com/office/drawing/2014/main" id="{5D6A39FC-C972-4123-B4FE-93C1D82F01F7}"/>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7464706" name="Straight Connector 696285493">
            <a:extLst xmlns:a="http://schemas.openxmlformats.org/drawingml/2006/main">
              <a:ext uri="{FF2B5EF4-FFF2-40B4-BE49-F238E27FC236}">
                <a16:creationId xmlns:a16="http://schemas.microsoft.com/office/drawing/2014/main" id="{35F109EC-718B-4C1E-9DB0-5276E39CBBF5}"/>
              </a:ext>
            </a:extLst>
          </p:cNvPr>
          <p:cNvSpPr>
            <a:spLocks xmlns:a="http://schemas.openxmlformats.org/drawingml/2006/main" noGrp="1"/>
          </p:cNvSpPr>
          <p:nvPr/>
        </p:nvSpPr>
        <p:spPr>
          <a:xfrm xmlns:a="http://schemas.openxmlformats.org/drawingml/2006/main">
            <a:off x="8810625" y="3235325"/>
            <a:ext cx="9525" cy="577849"/>
          </a:xfrm>
          <a:prstGeom xmlns:a="http://schemas.openxmlformats.org/drawingml/2006/main" prst="line">
            <a:avLst/>
          </a:prstGeom>
          <a:noFill xmlns:a="http://schemas.openxmlformats.org/drawingml/2006/main"/>
          <a:ln xmlns:a="http://schemas.openxmlformats.org/drawingml/2006/main" w="3810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0926333" name="Oval 1445698389">
            <a:extLst xmlns:a="http://schemas.openxmlformats.org/drawingml/2006/main">
              <a:ext uri="{FF2B5EF4-FFF2-40B4-BE49-F238E27FC236}">
                <a16:creationId xmlns:a16="http://schemas.microsoft.com/office/drawing/2014/main" id="{D7087282-FB26-4970-BDEB-6CB97EB85E63}"/>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1393920" name="Rectangle 1506024003">
            <a:extLst xmlns:a="http://schemas.openxmlformats.org/drawingml/2006/main">
              <a:ext uri="{FF2B5EF4-FFF2-40B4-BE49-F238E27FC236}">
                <a16:creationId xmlns:a16="http://schemas.microsoft.com/office/drawing/2014/main" id="{02501C3A-A6D8-44F8-865A-BEF2FAAB48FB}"/>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1764423483" name="Rectangle 340544592">
            <a:extLst xmlns:a="http://schemas.openxmlformats.org/drawingml/2006/main">
              <a:ext uri="{FF2B5EF4-FFF2-40B4-BE49-F238E27FC236}">
                <a16:creationId xmlns:a16="http://schemas.microsoft.com/office/drawing/2014/main" id="{1AC5E2D5-2767-4185-925B-891610F0CC0D}"/>
              </a:ext>
            </a:extLst>
          </p:cNvPr>
          <p:cNvSpPr>
            <a:spLocks xmlns:a="http://schemas.openxmlformats.org/drawingml/2006/main" noGrp="1"/>
          </p:cNvSpPr>
          <p:nvPr/>
        </p:nvSpPr>
        <p:spPr>
          <a:xfrm xmlns:a="http://schemas.openxmlformats.org/drawingml/2006/main">
            <a:off x="6715125" y="42862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988094021" name="Rectangle 191215672">
            <a:extLst xmlns:a="http://schemas.openxmlformats.org/drawingml/2006/main">
              <a:ext uri="{FF2B5EF4-FFF2-40B4-BE49-F238E27FC236}">
                <a16:creationId xmlns:a16="http://schemas.microsoft.com/office/drawing/2014/main" id="{D9E3AE99-CCE2-47C8-9626-A077C7909C2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04</a:t>
            </a:r>
          </a:p>
        </p:txBody>
      </p:sp>
      <p:sp>
        <p:nvSpPr>
          <p:cNvPr id="1110914490" name="Straight Connector 523934700">
            <a:extLst xmlns:a="http://schemas.openxmlformats.org/drawingml/2006/main">
              <a:ext uri="{FF2B5EF4-FFF2-40B4-BE49-F238E27FC236}">
                <a16:creationId xmlns:a16="http://schemas.microsoft.com/office/drawing/2014/main" id="{FB5DF36C-7E9F-4154-A52A-70C7D8D9A62B}"/>
              </a:ext>
            </a:extLst>
          </p:cNvPr>
          <p:cNvSpPr>
            <a:spLocks xmlns:a="http://schemas.openxmlformats.org/drawingml/2006/main" noGrp="1"/>
          </p:cNvSpPr>
          <p:nvPr/>
        </p:nvSpPr>
        <p:spPr>
          <a:xfrm xmlns:a="http://schemas.openxmlformats.org/drawingml/2006/main">
            <a:off x="2371725" y="3314700"/>
            <a:ext cx="6715125" cy="53340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91945137"/>
      </p:ext>
    </p:extLst>
  </p:cSld>
</p:sld>
</file>

<file path=ppt/slides/slide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90800523" name="Rectangle 764921179">
            <a:extLst xmlns:a="http://schemas.openxmlformats.org/drawingml/2006/main">
              <a:ext uri="{FF2B5EF4-FFF2-40B4-BE49-F238E27FC236}">
                <a16:creationId xmlns:a16="http://schemas.microsoft.com/office/drawing/2014/main" id="{8540EE77-B797-4AA9-9829-972B960293D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115582067" name="Rectangle 1306971651">
            <a:extLst xmlns:a="http://schemas.openxmlformats.org/drawingml/2006/main">
              <a:ext uri="{FF2B5EF4-FFF2-40B4-BE49-F238E27FC236}">
                <a16:creationId xmlns:a16="http://schemas.microsoft.com/office/drawing/2014/main" id="{EC9B82E8-CF35-4446-86D2-6EFD8FC6760C}"/>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Change w and b to lower MSE</a:t>
            </a:r>
          </a:p>
        </p:txBody>
      </p:sp>
      <p:sp>
        <p:nvSpPr>
          <p:cNvPr id="210352863" name="Rectangle: Rounded Corners 1651333515">
            <a:extLst xmlns:a="http://schemas.openxmlformats.org/drawingml/2006/main">
              <a:ext uri="{FF2B5EF4-FFF2-40B4-BE49-F238E27FC236}">
                <a16:creationId xmlns:a16="http://schemas.microsoft.com/office/drawing/2014/main" id="{351F0010-FDB6-4573-B5E1-57CA75D2832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19008565" name="Picture 2139346076"/>
          <p:cNvPicPr>
            <a:picLocks xmlns:a="http://schemas.openxmlformats.org/drawingml/2006/main" noChangeAspect="1"/>
          </p:cNvPicPr>
          <p:nvPr/>
        </p:nvPicPr>
        <p:blipFill rotWithShape="1">
          <a:blip xmlns:r="http://schemas.openxmlformats.org/officeDocument/2006/relationships" xmlns:a="http://schemas.openxmlformats.org/drawingml/2006/main" r:embed="Rf7e08371618b4278"/>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41931105" name="Straight Connector 673215582">
            <a:extLst xmlns:a="http://schemas.openxmlformats.org/drawingml/2006/main">
              <a:ext uri="{FF2B5EF4-FFF2-40B4-BE49-F238E27FC236}">
                <a16:creationId xmlns:a16="http://schemas.microsoft.com/office/drawing/2014/main" id="{B190C803-42B4-483C-9F35-923996E3142A}"/>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2360263" name="Straight Connector 1831783794">
            <a:extLst xmlns:a="http://schemas.openxmlformats.org/drawingml/2006/main">
              <a:ext uri="{FF2B5EF4-FFF2-40B4-BE49-F238E27FC236}">
                <a16:creationId xmlns:a16="http://schemas.microsoft.com/office/drawing/2014/main" id="{C9554478-7761-44CE-A62F-A173373C5DCC}"/>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2498540" name="Rectangle: Rounded Corners 1519439690">
            <a:extLst xmlns:a="http://schemas.openxmlformats.org/drawingml/2006/main">
              <a:ext uri="{FF2B5EF4-FFF2-40B4-BE49-F238E27FC236}">
                <a16:creationId xmlns:a16="http://schemas.microsoft.com/office/drawing/2014/main" id="{6CAA1E15-EFE1-40B5-9725-467A370B4204}"/>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MSE ≈ 0.19</a:t>
            </a:r>
          </a:p>
        </p:txBody>
      </p:sp>
      <p:sp>
        <p:nvSpPr>
          <p:cNvPr id="2119008560" name="Rectangle 1880411001">
            <a:extLst xmlns:a="http://schemas.openxmlformats.org/drawingml/2006/main">
              <a:ext uri="{FF2B5EF4-FFF2-40B4-BE49-F238E27FC236}">
                <a16:creationId xmlns:a16="http://schemas.microsoft.com/office/drawing/2014/main" id="{A05E3692-0F32-4B9C-88F9-C061217DC8EE}"/>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F97316"/>
                </a:solidFill>
              </a:defRPr>
            </a:pPr>
            <a:r>
              <a:rPr sz="1650" b="1">
                <a:solidFill>
                  <a:srgbClr val="F97316"/>
                </a:solidFill>
              </a:rPr>
              <a:t>closer line</a:t>
            </a:r>
          </a:p>
        </p:txBody>
      </p:sp>
      <p:sp>
        <p:nvSpPr>
          <p:cNvPr id="129417983" name="Straight Connector 63070562">
            <a:extLst xmlns:a="http://schemas.openxmlformats.org/drawingml/2006/main">
              <a:ext uri="{FF2B5EF4-FFF2-40B4-BE49-F238E27FC236}">
                <a16:creationId xmlns:a16="http://schemas.microsoft.com/office/drawing/2014/main" id="{44492627-079D-41E1-8D78-5C259572ADDF}"/>
              </a:ext>
            </a:extLst>
          </p:cNvPr>
          <p:cNvSpPr>
            <a:spLocks xmlns:a="http://schemas.openxmlformats.org/drawingml/2006/main" noGrp="1"/>
          </p:cNvSpPr>
          <p:nvPr/>
        </p:nvSpPr>
        <p:spPr>
          <a:xfrm xmlns:a="http://schemas.openxmlformats.org/drawingml/2006/main">
            <a:off x="2619375" y="4638675"/>
            <a:ext cx="9525" cy="2476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2349306" name="Oval 723606972">
            <a:extLst xmlns:a="http://schemas.openxmlformats.org/drawingml/2006/main">
              <a:ext uri="{FF2B5EF4-FFF2-40B4-BE49-F238E27FC236}">
                <a16:creationId xmlns:a16="http://schemas.microsoft.com/office/drawing/2014/main" id="{B3E47211-0465-4C74-B2CC-6940E1C5ECCB}"/>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07705272" name="Straight Connector 1295429066">
            <a:extLst xmlns:a="http://schemas.openxmlformats.org/drawingml/2006/main">
              <a:ext uri="{FF2B5EF4-FFF2-40B4-BE49-F238E27FC236}">
                <a16:creationId xmlns:a16="http://schemas.microsoft.com/office/drawing/2014/main" id="{37DDF937-390B-48FD-BFF0-0BE544D63F72}"/>
              </a:ext>
            </a:extLst>
          </p:cNvPr>
          <p:cNvSpPr>
            <a:spLocks xmlns:a="http://schemas.openxmlformats.org/drawingml/2006/main" noGrp="1"/>
          </p:cNvSpPr>
          <p:nvPr/>
        </p:nvSpPr>
        <p:spPr>
          <a:xfrm xmlns:a="http://schemas.openxmlformats.org/drawingml/2006/main">
            <a:off x="3857625" y="4411663"/>
            <a:ext cx="9525" cy="144463"/>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0373560" name="Oval 8682068">
            <a:extLst xmlns:a="http://schemas.openxmlformats.org/drawingml/2006/main">
              <a:ext uri="{FF2B5EF4-FFF2-40B4-BE49-F238E27FC236}">
                <a16:creationId xmlns:a16="http://schemas.microsoft.com/office/drawing/2014/main" id="{5635DAAE-9E0B-4A26-A5FD-8A177F46D649}"/>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1171669" name="Straight Connector 2139346071">
            <a:extLst xmlns:a="http://schemas.openxmlformats.org/drawingml/2006/main">
              <a:ext uri="{FF2B5EF4-FFF2-40B4-BE49-F238E27FC236}">
                <a16:creationId xmlns:a16="http://schemas.microsoft.com/office/drawing/2014/main" id="{E2D4E577-3778-492F-8EF7-74C5786A5ECF}"/>
              </a:ext>
            </a:extLst>
          </p:cNvPr>
          <p:cNvSpPr>
            <a:spLocks xmlns:a="http://schemas.openxmlformats.org/drawingml/2006/main" noGrp="1"/>
          </p:cNvSpPr>
          <p:nvPr/>
        </p:nvSpPr>
        <p:spPr>
          <a:xfrm xmlns:a="http://schemas.openxmlformats.org/drawingml/2006/main">
            <a:off x="5095875" y="4184650"/>
            <a:ext cx="9525" cy="8255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2051760" name="Oval 2066189596">
            <a:extLst xmlns:a="http://schemas.openxmlformats.org/drawingml/2006/main">
              <a:ext uri="{FF2B5EF4-FFF2-40B4-BE49-F238E27FC236}">
                <a16:creationId xmlns:a16="http://schemas.microsoft.com/office/drawing/2014/main" id="{47FB7E7D-9A5F-42AD-9E25-A318D18FEB01}"/>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7593229" name="Straight Connector 272593582">
            <a:extLst xmlns:a="http://schemas.openxmlformats.org/drawingml/2006/main">
              <a:ext uri="{FF2B5EF4-FFF2-40B4-BE49-F238E27FC236}">
                <a16:creationId xmlns:a16="http://schemas.microsoft.com/office/drawing/2014/main" id="{9DE35BE4-D713-4C74-B4DE-D3D7B1D54EBB}"/>
              </a:ext>
            </a:extLst>
          </p:cNvPr>
          <p:cNvSpPr>
            <a:spLocks xmlns:a="http://schemas.openxmlformats.org/drawingml/2006/main" noGrp="1"/>
          </p:cNvSpPr>
          <p:nvPr/>
        </p:nvSpPr>
        <p:spPr>
          <a:xfrm xmlns:a="http://schemas.openxmlformats.org/drawingml/2006/main">
            <a:off x="6334125" y="3854450"/>
            <a:ext cx="9525" cy="1031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3618052" name="Oval 134232463">
            <a:extLst xmlns:a="http://schemas.openxmlformats.org/drawingml/2006/main">
              <a:ext uri="{FF2B5EF4-FFF2-40B4-BE49-F238E27FC236}">
                <a16:creationId xmlns:a16="http://schemas.microsoft.com/office/drawing/2014/main" id="{F8C44AEB-D2A7-4713-AAE0-A34FE4D90961}"/>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1486230" name="Straight Connector 775049891">
            <a:extLst xmlns:a="http://schemas.openxmlformats.org/drawingml/2006/main">
              <a:ext uri="{FF2B5EF4-FFF2-40B4-BE49-F238E27FC236}">
                <a16:creationId xmlns:a16="http://schemas.microsoft.com/office/drawing/2014/main" id="{5F9BF07D-9182-4870-B8B1-AD4DAF3623FE}"/>
              </a:ext>
            </a:extLst>
          </p:cNvPr>
          <p:cNvSpPr>
            <a:spLocks xmlns:a="http://schemas.openxmlformats.org/drawingml/2006/main" noGrp="1"/>
          </p:cNvSpPr>
          <p:nvPr/>
        </p:nvSpPr>
        <p:spPr>
          <a:xfrm xmlns:a="http://schemas.openxmlformats.org/drawingml/2006/main">
            <a:off x="7572375" y="3565525"/>
            <a:ext cx="9525" cy="165100"/>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2428233" name="Oval 1072269508">
            <a:extLst xmlns:a="http://schemas.openxmlformats.org/drawingml/2006/main">
              <a:ext uri="{FF2B5EF4-FFF2-40B4-BE49-F238E27FC236}">
                <a16:creationId xmlns:a16="http://schemas.microsoft.com/office/drawing/2014/main" id="{95697242-0944-4780-9A11-C08017985F5C}"/>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7245385" name="Straight Connector 982061214">
            <a:extLst xmlns:a="http://schemas.openxmlformats.org/drawingml/2006/main">
              <a:ext uri="{FF2B5EF4-FFF2-40B4-BE49-F238E27FC236}">
                <a16:creationId xmlns:a16="http://schemas.microsoft.com/office/drawing/2014/main" id="{A550E7F6-0309-4D08-AAE8-B6BE8AFD3C5C}"/>
              </a:ext>
            </a:extLst>
          </p:cNvPr>
          <p:cNvSpPr>
            <a:spLocks xmlns:a="http://schemas.openxmlformats.org/drawingml/2006/main" noGrp="1"/>
          </p:cNvSpPr>
          <p:nvPr/>
        </p:nvSpPr>
        <p:spPr>
          <a:xfrm xmlns:a="http://schemas.openxmlformats.org/drawingml/2006/main">
            <a:off x="8810625" y="3235325"/>
            <a:ext cx="9525" cy="268288"/>
          </a:xfrm>
          <a:prstGeom xmlns:a="http://schemas.openxmlformats.org/drawingml/2006/main" prst="line">
            <a:avLst/>
          </a:prstGeom>
          <a:noFill xmlns:a="http://schemas.openxmlformats.org/drawingml/2006/main"/>
          <a:ln xmlns:a="http://schemas.openxmlformats.org/drawingml/2006/main" w="2857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1386263" name="Oval 1509233170">
            <a:extLst xmlns:a="http://schemas.openxmlformats.org/drawingml/2006/main">
              <a:ext uri="{FF2B5EF4-FFF2-40B4-BE49-F238E27FC236}">
                <a16:creationId xmlns:a16="http://schemas.microsoft.com/office/drawing/2014/main" id="{1F5B5B97-C8A5-454C-9769-E1C25C875EE2}"/>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7255982" name="Rectangle 835713909">
            <a:extLst xmlns:a="http://schemas.openxmlformats.org/drawingml/2006/main">
              <a:ext uri="{FF2B5EF4-FFF2-40B4-BE49-F238E27FC236}">
                <a16:creationId xmlns:a16="http://schemas.microsoft.com/office/drawing/2014/main" id="{FAFECA87-95DF-47A2-B60C-50E987E9E7CA}"/>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495357158" name="Rectangle 891411324">
            <a:extLst xmlns:a="http://schemas.openxmlformats.org/drawingml/2006/main">
              <a:ext uri="{FF2B5EF4-FFF2-40B4-BE49-F238E27FC236}">
                <a16:creationId xmlns:a16="http://schemas.microsoft.com/office/drawing/2014/main" id="{57B76689-991F-4337-9427-875A107558E1}"/>
              </a:ext>
            </a:extLst>
          </p:cNvPr>
          <p:cNvSpPr>
            <a:spLocks xmlns:a="http://schemas.openxmlformats.org/drawingml/2006/main" noGrp="1"/>
          </p:cNvSpPr>
          <p:nvPr/>
        </p:nvSpPr>
        <p:spPr>
          <a:xfrm xmlns:a="http://schemas.openxmlformats.org/drawingml/2006/main">
            <a:off x="6715125" y="371475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403131672" name="Rectangle 1615394469">
            <a:extLst xmlns:a="http://schemas.openxmlformats.org/drawingml/2006/main">
              <a:ext uri="{FF2B5EF4-FFF2-40B4-BE49-F238E27FC236}">
                <a16:creationId xmlns:a16="http://schemas.microsoft.com/office/drawing/2014/main" id="{BECC6CD8-EC5F-4FE4-9578-DF7F1D1D0B5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05</a:t>
            </a:r>
          </a:p>
        </p:txBody>
      </p:sp>
      <p:sp>
        <p:nvSpPr>
          <p:cNvPr id="1972781276" name="solidguide_flipV">
            <a:extLst xmlns:a="http://schemas.openxmlformats.org/drawingml/2006/main">
              <a:ext uri="{FF2B5EF4-FFF2-40B4-BE49-F238E27FC236}">
                <a16:creationId xmlns:a16="http://schemas.microsoft.com/office/drawing/2014/main" id="{24462B01-6155-4ADC-B5E2-C97C2E5FD46E}"/>
              </a:ext>
            </a:extLst>
          </p:cNvPr>
          <p:cNvSpPr>
            <a:spLocks xmlns:a="http://schemas.openxmlformats.org/drawingml/2006/main" noGrp="1"/>
          </p:cNvSpPr>
          <p:nvPr/>
        </p:nvSpPr>
        <p:spPr>
          <a:xfrm xmlns:a="http://schemas.openxmlformats.org/drawingml/2006/main" flipV="1">
            <a:off x="2371725" y="3458210"/>
            <a:ext cx="6686550" cy="1225868"/>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60862069"/>
      </p:ext>
    </p:extLst>
  </p:cSld>
</p:sld>
</file>

<file path=ppt/slides/slide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62667782" name="Rectangle 810486817">
            <a:extLst xmlns:a="http://schemas.openxmlformats.org/drawingml/2006/main">
              <a:ext uri="{FF2B5EF4-FFF2-40B4-BE49-F238E27FC236}">
                <a16:creationId xmlns:a16="http://schemas.microsoft.com/office/drawing/2014/main" id="{91CC7D37-C2B6-47F3-A793-C65B990361A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760278914" name="Rectangle 1387195607">
            <a:extLst xmlns:a="http://schemas.openxmlformats.org/drawingml/2006/main">
              <a:ext uri="{FF2B5EF4-FFF2-40B4-BE49-F238E27FC236}">
                <a16:creationId xmlns:a16="http://schemas.microsoft.com/office/drawing/2014/main" id="{2E136F0D-0496-4198-A274-25A63D922CF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fitted line makes MSE small</a:t>
            </a:r>
          </a:p>
        </p:txBody>
      </p:sp>
      <p:sp>
        <p:nvSpPr>
          <p:cNvPr id="21286702" name="Rectangle: Rounded Corners 2010506367">
            <a:extLst xmlns:a="http://schemas.openxmlformats.org/drawingml/2006/main">
              <a:ext uri="{FF2B5EF4-FFF2-40B4-BE49-F238E27FC236}">
                <a16:creationId xmlns:a16="http://schemas.microsoft.com/office/drawing/2014/main" id="{40F19053-149E-4708-9470-F927473D23E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94839706" name="Picture 2108938199"/>
          <p:cNvPicPr>
            <a:picLocks xmlns:a="http://schemas.openxmlformats.org/drawingml/2006/main" noChangeAspect="1"/>
          </p:cNvPicPr>
          <p:nvPr/>
        </p:nvPicPr>
        <p:blipFill rotWithShape="1">
          <a:blip xmlns:r="http://schemas.openxmlformats.org/officeDocument/2006/relationships" xmlns:a="http://schemas.openxmlformats.org/drawingml/2006/main" r:embed="R61f1814eb81d4ac2"/>
          <a:stretch xmlns:a="http://schemas.openxmlformats.org/drawingml/2006/main"/>
        </p:blipFill>
        <p:spPr>
          <a:xfrm xmlns:a="http://schemas.openxmlformats.org/drawingml/2006/main">
            <a:off x="2381250" y="1556268"/>
            <a:ext cx="7429500" cy="697463"/>
          </a:xfrm>
          <a:prstGeom xmlns:a="http://schemas.openxmlformats.org/drawingml/2006/main" prst="rect">
            <a:avLst/>
          </a:prstGeom>
        </p:spPr>
      </p:pic>
      <p:sp>
        <p:nvSpPr>
          <p:cNvPr id="1427865361" name="Straight Connector 1226520373">
            <a:extLst xmlns:a="http://schemas.openxmlformats.org/drawingml/2006/main">
              <a:ext uri="{FF2B5EF4-FFF2-40B4-BE49-F238E27FC236}">
                <a16:creationId xmlns:a16="http://schemas.microsoft.com/office/drawing/2014/main" id="{CA30D64D-B1CD-4414-841C-62FBD19BEEE1}"/>
              </a:ext>
            </a:extLst>
          </p:cNvPr>
          <p:cNvSpPr>
            <a:spLocks xmlns:a="http://schemas.openxmlformats.org/drawingml/2006/main" noGrp="1"/>
          </p:cNvSpPr>
          <p:nvPr/>
        </p:nvSpPr>
        <p:spPr>
          <a:xfrm xmlns:a="http://schemas.openxmlformats.org/drawingml/2006/main">
            <a:off x="2000250" y="5381625"/>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5875049" name="Straight Connector 1752169602">
            <a:extLst xmlns:a="http://schemas.openxmlformats.org/drawingml/2006/main">
              <a:ext uri="{FF2B5EF4-FFF2-40B4-BE49-F238E27FC236}">
                <a16:creationId xmlns:a16="http://schemas.microsoft.com/office/drawing/2014/main" id="{F71BE3E3-55B6-484F-B572-DEFCD5E7CB76}"/>
              </a:ext>
            </a:extLst>
          </p:cNvPr>
          <p:cNvSpPr>
            <a:spLocks xmlns:a="http://schemas.openxmlformats.org/drawingml/2006/main" noGrp="1"/>
          </p:cNvSpPr>
          <p:nvPr/>
        </p:nvSpPr>
        <p:spPr>
          <a:xfrm xmlns:a="http://schemas.openxmlformats.org/drawingml/2006/main">
            <a:off x="2000250" y="2905125"/>
            <a:ext cx="9525" cy="2476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9989440" name="Rectangle: Rounded Corners 917000957">
            <a:extLst xmlns:a="http://schemas.openxmlformats.org/drawingml/2006/main">
              <a:ext uri="{FF2B5EF4-FFF2-40B4-BE49-F238E27FC236}">
                <a16:creationId xmlns:a16="http://schemas.microsoft.com/office/drawing/2014/main" id="{064686E6-166F-465A-A76A-611F35BA02A8}"/>
              </a:ext>
            </a:extLst>
          </p:cNvPr>
          <p:cNvSpPr>
            <a:spLocks xmlns:a="http://schemas.openxmlformats.org/drawingml/2006/main" noGrp="1"/>
          </p:cNvSpPr>
          <p:nvPr/>
        </p:nvSpPr>
        <p:spPr>
          <a:xfrm xmlns:a="http://schemas.openxmlformats.org/drawingml/2006/main">
            <a:off x="9667875" y="2714625"/>
            <a:ext cx="1381125" cy="628650"/>
          </a:xfrm>
          <a:prstGeom xmlns:a="http://schemas.openxmlformats.org/drawingml/2006/main" prst="roundRect">
            <a:avLst>
              <a:gd name="adj" fmla="val 1818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MSE ≈ 0.01</a:t>
            </a:r>
          </a:p>
        </p:txBody>
      </p:sp>
      <p:sp>
        <p:nvSpPr>
          <p:cNvPr id="451037489" name="Rectangle 835812764">
            <a:extLst xmlns:a="http://schemas.openxmlformats.org/drawingml/2006/main">
              <a:ext uri="{FF2B5EF4-FFF2-40B4-BE49-F238E27FC236}">
                <a16:creationId xmlns:a16="http://schemas.microsoft.com/office/drawing/2014/main" id="{44C8914D-F48D-4EEB-B481-8FB4064154E1}"/>
              </a:ext>
            </a:extLst>
          </p:cNvPr>
          <p:cNvSpPr>
            <a:spLocks xmlns:a="http://schemas.openxmlformats.org/drawingml/2006/main" noGrp="1"/>
          </p:cNvSpPr>
          <p:nvPr/>
        </p:nvSpPr>
        <p:spPr>
          <a:xfrm xmlns:a="http://schemas.openxmlformats.org/drawingml/2006/main">
            <a:off x="9477375" y="3524250"/>
            <a:ext cx="180975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small errors</a:t>
            </a:r>
          </a:p>
        </p:txBody>
      </p:sp>
      <p:sp>
        <p:nvSpPr>
          <p:cNvPr id="758113609" name="Straight Connector 1136040176">
            <a:extLst xmlns:a="http://schemas.openxmlformats.org/drawingml/2006/main">
              <a:ext uri="{FF2B5EF4-FFF2-40B4-BE49-F238E27FC236}">
                <a16:creationId xmlns:a16="http://schemas.microsoft.com/office/drawing/2014/main" id="{791BCE0C-F937-4BEA-B80C-733C8950B4CB}"/>
              </a:ext>
            </a:extLst>
          </p:cNvPr>
          <p:cNvSpPr>
            <a:spLocks xmlns:a="http://schemas.openxmlformats.org/drawingml/2006/main" noGrp="1"/>
          </p:cNvSpPr>
          <p:nvPr/>
        </p:nvSpPr>
        <p:spPr>
          <a:xfrm xmlns:a="http://schemas.openxmlformats.org/drawingml/2006/main">
            <a:off x="2619375" y="4886325"/>
            <a:ext cx="9525" cy="20637"/>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7636728" name="Oval 583075002">
            <a:extLst xmlns:a="http://schemas.openxmlformats.org/drawingml/2006/main">
              <a:ext uri="{FF2B5EF4-FFF2-40B4-BE49-F238E27FC236}">
                <a16:creationId xmlns:a16="http://schemas.microsoft.com/office/drawing/2014/main" id="{40FAEEE4-1C52-4B82-B231-ECFC6F04C62C}"/>
              </a:ext>
            </a:extLst>
          </p:cNvPr>
          <p:cNvSpPr>
            <a:spLocks xmlns:a="http://schemas.openxmlformats.org/drawingml/2006/main" noGrp="1"/>
          </p:cNvSpPr>
          <p:nvPr/>
        </p:nvSpPr>
        <p:spPr>
          <a:xfrm xmlns:a="http://schemas.openxmlformats.org/drawingml/2006/main">
            <a:off x="2533650" y="4800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8461563" name="Straight Connector 337929435">
            <a:extLst xmlns:a="http://schemas.openxmlformats.org/drawingml/2006/main">
              <a:ext uri="{FF2B5EF4-FFF2-40B4-BE49-F238E27FC236}">
                <a16:creationId xmlns:a16="http://schemas.microsoft.com/office/drawing/2014/main" id="{23D0E17E-9A24-4335-943A-5352ACBACE57}"/>
              </a:ext>
            </a:extLst>
          </p:cNvPr>
          <p:cNvSpPr>
            <a:spLocks xmlns:a="http://schemas.openxmlformats.org/drawingml/2006/main" noGrp="1"/>
          </p:cNvSpPr>
          <p:nvPr/>
        </p:nvSpPr>
        <p:spPr>
          <a:xfrm xmlns:a="http://schemas.openxmlformats.org/drawingml/2006/main">
            <a:off x="3857625" y="45561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4839701" name="Oval 2108938194">
            <a:extLst xmlns:a="http://schemas.openxmlformats.org/drawingml/2006/main">
              <a:ext uri="{FF2B5EF4-FFF2-40B4-BE49-F238E27FC236}">
                <a16:creationId xmlns:a16="http://schemas.microsoft.com/office/drawing/2014/main" id="{077D4121-9209-4644-947C-DF22809DCE05}"/>
              </a:ext>
            </a:extLst>
          </p:cNvPr>
          <p:cNvSpPr>
            <a:spLocks xmlns:a="http://schemas.openxmlformats.org/drawingml/2006/main" noGrp="1"/>
          </p:cNvSpPr>
          <p:nvPr/>
        </p:nvSpPr>
        <p:spPr>
          <a:xfrm xmlns:a="http://schemas.openxmlformats.org/drawingml/2006/main">
            <a:off x="3771900" y="44704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9311627" name="Straight Connector 1089038474">
            <a:extLst xmlns:a="http://schemas.openxmlformats.org/drawingml/2006/main">
              <a:ext uri="{FF2B5EF4-FFF2-40B4-BE49-F238E27FC236}">
                <a16:creationId xmlns:a16="http://schemas.microsoft.com/office/drawing/2014/main" id="{F63F6553-79E8-487C-8045-B4856CCFD23F}"/>
              </a:ext>
            </a:extLst>
          </p:cNvPr>
          <p:cNvSpPr>
            <a:spLocks xmlns:a="http://schemas.openxmlformats.org/drawingml/2006/main" noGrp="1"/>
          </p:cNvSpPr>
          <p:nvPr/>
        </p:nvSpPr>
        <p:spPr>
          <a:xfrm xmlns:a="http://schemas.openxmlformats.org/drawingml/2006/main">
            <a:off x="5095875" y="4246563"/>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8019070" name="Oval 344103133">
            <a:extLst xmlns:a="http://schemas.openxmlformats.org/drawingml/2006/main">
              <a:ext uri="{FF2B5EF4-FFF2-40B4-BE49-F238E27FC236}">
                <a16:creationId xmlns:a16="http://schemas.microsoft.com/office/drawing/2014/main" id="{A35B763A-F8A0-455B-9470-689D476EBE33}"/>
              </a:ext>
            </a:extLst>
          </p:cNvPr>
          <p:cNvSpPr>
            <a:spLocks xmlns:a="http://schemas.openxmlformats.org/drawingml/2006/main" noGrp="1"/>
          </p:cNvSpPr>
          <p:nvPr/>
        </p:nvSpPr>
        <p:spPr>
          <a:xfrm xmlns:a="http://schemas.openxmlformats.org/drawingml/2006/main">
            <a:off x="5010149" y="418147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5659879" name="Straight Connector 116319933">
            <a:extLst xmlns:a="http://schemas.openxmlformats.org/drawingml/2006/main">
              <a:ext uri="{FF2B5EF4-FFF2-40B4-BE49-F238E27FC236}">
                <a16:creationId xmlns:a16="http://schemas.microsoft.com/office/drawing/2014/main" id="{2E879D41-48C1-4296-B089-C765A077E29F}"/>
              </a:ext>
            </a:extLst>
          </p:cNvPr>
          <p:cNvSpPr>
            <a:spLocks xmlns:a="http://schemas.openxmlformats.org/drawingml/2006/main" noGrp="1"/>
          </p:cNvSpPr>
          <p:nvPr/>
        </p:nvSpPr>
        <p:spPr>
          <a:xfrm xmlns:a="http://schemas.openxmlformats.org/drawingml/2006/main">
            <a:off x="6334125" y="3854450"/>
            <a:ext cx="9525" cy="61913"/>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9011958" name="Oval 1497503668">
            <a:extLst xmlns:a="http://schemas.openxmlformats.org/drawingml/2006/main">
              <a:ext uri="{FF2B5EF4-FFF2-40B4-BE49-F238E27FC236}">
                <a16:creationId xmlns:a16="http://schemas.microsoft.com/office/drawing/2014/main" id="{BB1CC29D-AD97-4822-9B60-284A1BA2DDF2}"/>
              </a:ext>
            </a:extLst>
          </p:cNvPr>
          <p:cNvSpPr>
            <a:spLocks xmlns:a="http://schemas.openxmlformats.org/drawingml/2006/main" noGrp="1"/>
          </p:cNvSpPr>
          <p:nvPr/>
        </p:nvSpPr>
        <p:spPr>
          <a:xfrm xmlns:a="http://schemas.openxmlformats.org/drawingml/2006/main">
            <a:off x="6248400" y="3768725"/>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9353469" name="Straight Connector 1398652273">
            <a:extLst xmlns:a="http://schemas.openxmlformats.org/drawingml/2006/main">
              <a:ext uri="{FF2B5EF4-FFF2-40B4-BE49-F238E27FC236}">
                <a16:creationId xmlns:a16="http://schemas.microsoft.com/office/drawing/2014/main" id="{45C05EC0-63BD-4E15-9935-B2DEC3A5E2E7}"/>
              </a:ext>
            </a:extLst>
          </p:cNvPr>
          <p:cNvSpPr>
            <a:spLocks xmlns:a="http://schemas.openxmlformats.org/drawingml/2006/main" noGrp="1"/>
          </p:cNvSpPr>
          <p:nvPr/>
        </p:nvSpPr>
        <p:spPr>
          <a:xfrm xmlns:a="http://schemas.openxmlformats.org/drawingml/2006/main">
            <a:off x="7572375" y="35655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3007142" name="Oval 1635056806">
            <a:extLst xmlns:a="http://schemas.openxmlformats.org/drawingml/2006/main">
              <a:ext uri="{FF2B5EF4-FFF2-40B4-BE49-F238E27FC236}">
                <a16:creationId xmlns:a16="http://schemas.microsoft.com/office/drawing/2014/main" id="{A0E721AE-2F47-437B-8BD5-7660B49C1AD9}"/>
              </a:ext>
            </a:extLst>
          </p:cNvPr>
          <p:cNvSpPr>
            <a:spLocks xmlns:a="http://schemas.openxmlformats.org/drawingml/2006/main" noGrp="1"/>
          </p:cNvSpPr>
          <p:nvPr/>
        </p:nvSpPr>
        <p:spPr>
          <a:xfrm xmlns:a="http://schemas.openxmlformats.org/drawingml/2006/main">
            <a:off x="7486650" y="34798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6142709" name="Straight Connector 1900162545">
            <a:extLst xmlns:a="http://schemas.openxmlformats.org/drawingml/2006/main">
              <a:ext uri="{FF2B5EF4-FFF2-40B4-BE49-F238E27FC236}">
                <a16:creationId xmlns:a16="http://schemas.microsoft.com/office/drawing/2014/main" id="{96F7985F-CAA0-403F-AE6E-F4C66E3752B3}"/>
              </a:ext>
            </a:extLst>
          </p:cNvPr>
          <p:cNvSpPr>
            <a:spLocks xmlns:a="http://schemas.openxmlformats.org/drawingml/2006/main" noGrp="1"/>
          </p:cNvSpPr>
          <p:nvPr/>
        </p:nvSpPr>
        <p:spPr>
          <a:xfrm xmlns:a="http://schemas.openxmlformats.org/drawingml/2006/main">
            <a:off x="8810625" y="3235325"/>
            <a:ext cx="9525" cy="206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0183101" name="Oval 781560171">
            <a:extLst xmlns:a="http://schemas.openxmlformats.org/drawingml/2006/main">
              <a:ext uri="{FF2B5EF4-FFF2-40B4-BE49-F238E27FC236}">
                <a16:creationId xmlns:a16="http://schemas.microsoft.com/office/drawing/2014/main" id="{8738DB51-4F31-4C9B-B293-68B6025EE922}"/>
              </a:ext>
            </a:extLst>
          </p:cNvPr>
          <p:cNvSpPr>
            <a:spLocks xmlns:a="http://schemas.openxmlformats.org/drawingml/2006/main" noGrp="1"/>
          </p:cNvSpPr>
          <p:nvPr/>
        </p:nvSpPr>
        <p:spPr>
          <a:xfrm xmlns:a="http://schemas.openxmlformats.org/drawingml/2006/main">
            <a:off x="8724900" y="3149600"/>
            <a:ext cx="171450" cy="1714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689900" name="Rectangle 1575462251">
            <a:extLst xmlns:a="http://schemas.openxmlformats.org/drawingml/2006/main">
              <a:ext uri="{FF2B5EF4-FFF2-40B4-BE49-F238E27FC236}">
                <a16:creationId xmlns:a16="http://schemas.microsoft.com/office/drawing/2014/main" id="{FFFA3A01-D411-404C-9001-3C3AE29434A0}"/>
              </a:ext>
            </a:extLst>
          </p:cNvPr>
          <p:cNvSpPr>
            <a:spLocks xmlns:a="http://schemas.openxmlformats.org/drawingml/2006/main" noGrp="1"/>
          </p:cNvSpPr>
          <p:nvPr/>
        </p:nvSpPr>
        <p:spPr>
          <a:xfrm xmlns:a="http://schemas.openxmlformats.org/drawingml/2006/main">
            <a:off x="2476500" y="2543175"/>
            <a:ext cx="762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450" b="1">
                <a:solidFill>
                  <a:srgbClr val="2563EB"/>
                </a:solidFill>
              </a:defRPr>
            </a:pPr>
            <a:r>
              <a:rPr sz="1450" b="1">
                <a:solidFill>
                  <a:srgbClr val="2563EB"/>
                </a:solidFill>
              </a:rPr>
              <a:t>data</a:t>
            </a:r>
          </a:p>
        </p:txBody>
      </p:sp>
      <p:sp>
        <p:nvSpPr>
          <p:cNvPr id="696846343" name="Rectangle 1355267839">
            <a:extLst xmlns:a="http://schemas.openxmlformats.org/drawingml/2006/main">
              <a:ext uri="{FF2B5EF4-FFF2-40B4-BE49-F238E27FC236}">
                <a16:creationId xmlns:a16="http://schemas.microsoft.com/office/drawing/2014/main" id="{C9BABEB6-CF6F-44CA-A7C8-162175D272A9}"/>
              </a:ext>
            </a:extLst>
          </p:cNvPr>
          <p:cNvSpPr>
            <a:spLocks xmlns:a="http://schemas.openxmlformats.org/drawingml/2006/main" noGrp="1"/>
          </p:cNvSpPr>
          <p:nvPr/>
        </p:nvSpPr>
        <p:spPr>
          <a:xfrm xmlns:a="http://schemas.openxmlformats.org/drawingml/2006/main">
            <a:off x="6715125" y="33147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model line</a:t>
            </a:r>
          </a:p>
        </p:txBody>
      </p:sp>
      <p:sp>
        <p:nvSpPr>
          <p:cNvPr id="1474451578" name="Rectangle 1311817854">
            <a:extLst xmlns:a="http://schemas.openxmlformats.org/drawingml/2006/main">
              <a:ext uri="{FF2B5EF4-FFF2-40B4-BE49-F238E27FC236}">
                <a16:creationId xmlns:a16="http://schemas.microsoft.com/office/drawing/2014/main" id="{5F8192FC-BEBE-4FCE-B4ED-3E7D9CCF695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06</a:t>
            </a:r>
          </a:p>
        </p:txBody>
      </p:sp>
      <p:sp>
        <p:nvSpPr>
          <p:cNvPr id="620869648" name="solidguide_flipV">
            <a:extLst xmlns:a="http://schemas.openxmlformats.org/drawingml/2006/main">
              <a:ext uri="{FF2B5EF4-FFF2-40B4-BE49-F238E27FC236}">
                <a16:creationId xmlns:a16="http://schemas.microsoft.com/office/drawing/2014/main" id="{F60A4E65-2729-4C16-A675-420B42617BEB}"/>
              </a:ext>
            </a:extLst>
          </p:cNvPr>
          <p:cNvSpPr>
            <a:spLocks xmlns:a="http://schemas.openxmlformats.org/drawingml/2006/main" noGrp="1"/>
          </p:cNvSpPr>
          <p:nvPr/>
        </p:nvSpPr>
        <p:spPr>
          <a:xfrm xmlns:a="http://schemas.openxmlformats.org/drawingml/2006/main" flipV="1">
            <a:off x="2371725" y="3189923"/>
            <a:ext cx="6686550" cy="1783080"/>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82628252"/>
      </p:ext>
    </p:extLst>
  </p:cSld>
</p:sld>
</file>

<file path=ppt/slides/slide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79569105" name="Rectangle 896921065">
            <a:extLst xmlns:a="http://schemas.openxmlformats.org/drawingml/2006/main">
              <a:ext uri="{FF2B5EF4-FFF2-40B4-BE49-F238E27FC236}">
                <a16:creationId xmlns:a16="http://schemas.microsoft.com/office/drawing/2014/main" id="{0DDC0358-24CB-4529-9332-E69FD6BA56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Linear regression</a:t>
            </a:r>
          </a:p>
        </p:txBody>
      </p:sp>
      <p:sp>
        <p:nvSpPr>
          <p:cNvPr id="1617717279" name="Rectangle 873289791">
            <a:extLst xmlns:a="http://schemas.openxmlformats.org/drawingml/2006/main">
              <a:ext uri="{FF2B5EF4-FFF2-40B4-BE49-F238E27FC236}">
                <a16:creationId xmlns:a16="http://schemas.microsoft.com/office/drawing/2014/main" id="{DF3B0C7B-68E5-45D7-9426-8263B06E0D6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Example: attendance predicts grades</a:t>
            </a:r>
          </a:p>
        </p:txBody>
      </p:sp>
      <p:sp>
        <p:nvSpPr>
          <p:cNvPr id="210952991" name="Rectangle: Rounded Corners 1535529518">
            <a:extLst xmlns:a="http://schemas.openxmlformats.org/drawingml/2006/main">
              <a:ext uri="{FF2B5EF4-FFF2-40B4-BE49-F238E27FC236}">
                <a16:creationId xmlns:a16="http://schemas.microsoft.com/office/drawing/2014/main" id="{4DC24E4A-FC5B-4137-861A-7A9DECCE6E6D}"/>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21931996" name="Straight Connector 56707613">
            <a:extLst xmlns:a="http://schemas.openxmlformats.org/drawingml/2006/main">
              <a:ext uri="{FF2B5EF4-FFF2-40B4-BE49-F238E27FC236}">
                <a16:creationId xmlns:a16="http://schemas.microsoft.com/office/drawing/2014/main" id="{8D2F4DFB-E6B2-401B-AB21-9D0E19AC1C10}"/>
              </a:ext>
            </a:extLst>
          </p:cNvPr>
          <p:cNvSpPr>
            <a:spLocks xmlns:a="http://schemas.openxmlformats.org/drawingml/2006/main" noGrp="1"/>
          </p:cNvSpPr>
          <p:nvPr/>
        </p:nvSpPr>
        <p:spPr>
          <a:xfrm xmlns:a="http://schemas.openxmlformats.org/drawingml/2006/main">
            <a:off x="1905000" y="5334000"/>
            <a:ext cx="74295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0649714" name="Straight Connector 1473988392">
            <a:extLst xmlns:a="http://schemas.openxmlformats.org/drawingml/2006/main">
              <a:ext uri="{FF2B5EF4-FFF2-40B4-BE49-F238E27FC236}">
                <a16:creationId xmlns:a16="http://schemas.microsoft.com/office/drawing/2014/main" id="{373C26FF-32F3-4944-9E5B-D388C7DDD1FE}"/>
              </a:ext>
            </a:extLst>
          </p:cNvPr>
          <p:cNvSpPr>
            <a:spLocks xmlns:a="http://schemas.openxmlformats.org/drawingml/2006/main" noGrp="1"/>
          </p:cNvSpPr>
          <p:nvPr/>
        </p:nvSpPr>
        <p:spPr>
          <a:xfrm xmlns:a="http://schemas.openxmlformats.org/drawingml/2006/main">
            <a:off x="1905000" y="2476500"/>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4677462" name="Rectangle 1804586365">
            <a:extLst xmlns:a="http://schemas.openxmlformats.org/drawingml/2006/main">
              <a:ext uri="{FF2B5EF4-FFF2-40B4-BE49-F238E27FC236}">
                <a16:creationId xmlns:a16="http://schemas.microsoft.com/office/drawing/2014/main" id="{2CCC5162-C7FF-4C9D-86F5-D3585607308B}"/>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67630802" name="Rectangle 1864669960">
            <a:extLst xmlns:a="http://schemas.openxmlformats.org/drawingml/2006/main">
              <a:ext uri="{FF2B5EF4-FFF2-40B4-BE49-F238E27FC236}">
                <a16:creationId xmlns:a16="http://schemas.microsoft.com/office/drawing/2014/main" id="{C072ED09-7B92-4DD9-9377-1DC77B0DCDE2}"/>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316921672" name="Oval 1888914903">
            <a:extLst xmlns:a="http://schemas.openxmlformats.org/drawingml/2006/main">
              <a:ext uri="{FF2B5EF4-FFF2-40B4-BE49-F238E27FC236}">
                <a16:creationId xmlns:a16="http://schemas.microsoft.com/office/drawing/2014/main" id="{D30F8951-5C0C-4D92-B658-D31755328EBD}"/>
              </a:ext>
            </a:extLst>
          </p:cNvPr>
          <p:cNvSpPr>
            <a:spLocks xmlns:a="http://schemas.openxmlformats.org/drawingml/2006/main" noGrp="1"/>
          </p:cNvSpPr>
          <p:nvPr/>
        </p:nvSpPr>
        <p:spPr>
          <a:xfrm xmlns:a="http://schemas.openxmlformats.org/drawingml/2006/main">
            <a:off x="2121218" y="4421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0888400" name="Oval 832749497">
            <a:extLst xmlns:a="http://schemas.openxmlformats.org/drawingml/2006/main">
              <a:ext uri="{FF2B5EF4-FFF2-40B4-BE49-F238E27FC236}">
                <a16:creationId xmlns:a16="http://schemas.microsoft.com/office/drawing/2014/main" id="{05EBFFE4-66D3-4905-95E0-9133D7A15E33}"/>
              </a:ext>
            </a:extLst>
          </p:cNvPr>
          <p:cNvSpPr>
            <a:spLocks xmlns:a="http://schemas.openxmlformats.org/drawingml/2006/main" noGrp="1"/>
          </p:cNvSpPr>
          <p:nvPr/>
        </p:nvSpPr>
        <p:spPr>
          <a:xfrm xmlns:a="http://schemas.openxmlformats.org/drawingml/2006/main">
            <a:off x="2566988" y="5097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7497998" name="Oval 2073900984">
            <a:extLst xmlns:a="http://schemas.openxmlformats.org/drawingml/2006/main">
              <a:ext uri="{FF2B5EF4-FFF2-40B4-BE49-F238E27FC236}">
                <a16:creationId xmlns:a16="http://schemas.microsoft.com/office/drawing/2014/main" id="{3FD42CF0-14E7-487F-971C-45DE2E665CD5}"/>
              </a:ext>
            </a:extLst>
          </p:cNvPr>
          <p:cNvSpPr>
            <a:spLocks xmlns:a="http://schemas.openxmlformats.org/drawingml/2006/main" noGrp="1"/>
          </p:cNvSpPr>
          <p:nvPr/>
        </p:nvSpPr>
        <p:spPr>
          <a:xfrm xmlns:a="http://schemas.openxmlformats.org/drawingml/2006/main">
            <a:off x="2864168" y="411003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7766471" name="Oval 1025225897">
            <a:extLst xmlns:a="http://schemas.openxmlformats.org/drawingml/2006/main">
              <a:ext uri="{FF2B5EF4-FFF2-40B4-BE49-F238E27FC236}">
                <a16:creationId xmlns:a16="http://schemas.microsoft.com/office/drawing/2014/main" id="{2CC7C8B1-71A7-417D-8C9A-AA9CCCA70691}"/>
              </a:ext>
            </a:extLst>
          </p:cNvPr>
          <p:cNvSpPr>
            <a:spLocks xmlns:a="http://schemas.openxmlformats.org/drawingml/2006/main" noGrp="1"/>
          </p:cNvSpPr>
          <p:nvPr/>
        </p:nvSpPr>
        <p:spPr>
          <a:xfrm xmlns:a="http://schemas.openxmlformats.org/drawingml/2006/main">
            <a:off x="3458528" y="4577628"/>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8429252" name="Oval 393992283">
            <a:extLst xmlns:a="http://schemas.openxmlformats.org/drawingml/2006/main">
              <a:ext uri="{FF2B5EF4-FFF2-40B4-BE49-F238E27FC236}">
                <a16:creationId xmlns:a16="http://schemas.microsoft.com/office/drawing/2014/main" id="{091E9B81-F414-407C-83FA-6FA393866493}"/>
              </a:ext>
            </a:extLst>
          </p:cNvPr>
          <p:cNvSpPr>
            <a:spLocks xmlns:a="http://schemas.openxmlformats.org/drawingml/2006/main" noGrp="1"/>
          </p:cNvSpPr>
          <p:nvPr/>
        </p:nvSpPr>
        <p:spPr>
          <a:xfrm xmlns:a="http://schemas.openxmlformats.org/drawingml/2006/main">
            <a:off x="3755708" y="3798310"/>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2047874" name="Oval 1602577504">
            <a:extLst xmlns:a="http://schemas.openxmlformats.org/drawingml/2006/main">
              <a:ext uri="{FF2B5EF4-FFF2-40B4-BE49-F238E27FC236}">
                <a16:creationId xmlns:a16="http://schemas.microsoft.com/office/drawing/2014/main" id="{4712996D-DB98-4B8A-B4F9-B6C87C7C777F}"/>
              </a:ext>
            </a:extLst>
          </p:cNvPr>
          <p:cNvSpPr>
            <a:spLocks xmlns:a="http://schemas.openxmlformats.org/drawingml/2006/main" noGrp="1"/>
          </p:cNvSpPr>
          <p:nvPr/>
        </p:nvSpPr>
        <p:spPr>
          <a:xfrm xmlns:a="http://schemas.openxmlformats.org/drawingml/2006/main">
            <a:off x="4201478" y="4785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1975205" name="Oval 1371923820">
            <a:extLst xmlns:a="http://schemas.openxmlformats.org/drawingml/2006/main">
              <a:ext uri="{FF2B5EF4-FFF2-40B4-BE49-F238E27FC236}">
                <a16:creationId xmlns:a16="http://schemas.microsoft.com/office/drawing/2014/main" id="{BC3C6A25-14AE-46ED-A0F0-226439FCAD95}"/>
              </a:ext>
            </a:extLst>
          </p:cNvPr>
          <p:cNvSpPr>
            <a:spLocks xmlns:a="http://schemas.openxmlformats.org/drawingml/2006/main" noGrp="1"/>
          </p:cNvSpPr>
          <p:nvPr/>
        </p:nvSpPr>
        <p:spPr>
          <a:xfrm xmlns:a="http://schemas.openxmlformats.org/drawingml/2006/main">
            <a:off x="4647248" y="36424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1239241" name="Oval 1753025884">
            <a:extLst xmlns:a="http://schemas.openxmlformats.org/drawingml/2006/main">
              <a:ext uri="{FF2B5EF4-FFF2-40B4-BE49-F238E27FC236}">
                <a16:creationId xmlns:a16="http://schemas.microsoft.com/office/drawing/2014/main" id="{24547606-C97E-47D1-8E23-BCF5F387FD02}"/>
              </a:ext>
            </a:extLst>
          </p:cNvPr>
          <p:cNvSpPr>
            <a:spLocks xmlns:a="http://schemas.openxmlformats.org/drawingml/2006/main" noGrp="1"/>
          </p:cNvSpPr>
          <p:nvPr/>
        </p:nvSpPr>
        <p:spPr>
          <a:xfrm xmlns:a="http://schemas.openxmlformats.org/drawingml/2006/main">
            <a:off x="5093018" y="3954174"/>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3589000" name="Oval 1468286775">
            <a:extLst xmlns:a="http://schemas.openxmlformats.org/drawingml/2006/main">
              <a:ext uri="{FF2B5EF4-FFF2-40B4-BE49-F238E27FC236}">
                <a16:creationId xmlns:a16="http://schemas.microsoft.com/office/drawing/2014/main" id="{CF4FCF2A-8F4E-4052-B9F8-053135CBABF3}"/>
              </a:ext>
            </a:extLst>
          </p:cNvPr>
          <p:cNvSpPr>
            <a:spLocks xmlns:a="http://schemas.openxmlformats.org/drawingml/2006/main" noGrp="1"/>
          </p:cNvSpPr>
          <p:nvPr/>
        </p:nvSpPr>
        <p:spPr>
          <a:xfrm xmlns:a="http://schemas.openxmlformats.org/drawingml/2006/main">
            <a:off x="5687378" y="3330719"/>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7851720" name="Oval 1303532533">
            <a:extLst xmlns:a="http://schemas.openxmlformats.org/drawingml/2006/main">
              <a:ext uri="{FF2B5EF4-FFF2-40B4-BE49-F238E27FC236}">
                <a16:creationId xmlns:a16="http://schemas.microsoft.com/office/drawing/2014/main" id="{0834034F-2E6A-4304-AE4E-C1F6712E9C81}"/>
              </a:ext>
            </a:extLst>
          </p:cNvPr>
          <p:cNvSpPr>
            <a:spLocks xmlns:a="http://schemas.openxmlformats.org/drawingml/2006/main" noGrp="1"/>
          </p:cNvSpPr>
          <p:nvPr/>
        </p:nvSpPr>
        <p:spPr>
          <a:xfrm xmlns:a="http://schemas.openxmlformats.org/drawingml/2006/main">
            <a:off x="5984558" y="4213947"/>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02969" name="Oval 1098580289">
            <a:extLst xmlns:a="http://schemas.openxmlformats.org/drawingml/2006/main">
              <a:ext uri="{FF2B5EF4-FFF2-40B4-BE49-F238E27FC236}">
                <a16:creationId xmlns:a16="http://schemas.microsoft.com/office/drawing/2014/main" id="{12BEAEA7-6AD3-47FB-9A47-1E8AAA3E0A32}"/>
              </a:ext>
            </a:extLst>
          </p:cNvPr>
          <p:cNvSpPr>
            <a:spLocks xmlns:a="http://schemas.openxmlformats.org/drawingml/2006/main" noGrp="1"/>
          </p:cNvSpPr>
          <p:nvPr/>
        </p:nvSpPr>
        <p:spPr>
          <a:xfrm xmlns:a="http://schemas.openxmlformats.org/drawingml/2006/main">
            <a:off x="6430328" y="30189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2346544" name="Oval 747856202">
            <a:extLst xmlns:a="http://schemas.openxmlformats.org/drawingml/2006/main">
              <a:ext uri="{FF2B5EF4-FFF2-40B4-BE49-F238E27FC236}">
                <a16:creationId xmlns:a16="http://schemas.microsoft.com/office/drawing/2014/main" id="{C68A00DA-38D9-4D93-9A4E-E9D119BD40BF}"/>
              </a:ext>
            </a:extLst>
          </p:cNvPr>
          <p:cNvSpPr>
            <a:spLocks xmlns:a="http://schemas.openxmlformats.org/drawingml/2006/main" noGrp="1"/>
          </p:cNvSpPr>
          <p:nvPr/>
        </p:nvSpPr>
        <p:spPr>
          <a:xfrm xmlns:a="http://schemas.openxmlformats.org/drawingml/2006/main">
            <a:off x="6876098" y="3590492"/>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7127605" name="Oval 1515170768">
            <a:extLst xmlns:a="http://schemas.openxmlformats.org/drawingml/2006/main">
              <a:ext uri="{FF2B5EF4-FFF2-40B4-BE49-F238E27FC236}">
                <a16:creationId xmlns:a16="http://schemas.microsoft.com/office/drawing/2014/main" id="{CACD6AF3-0560-481D-B28E-F2D9EB203FC1}"/>
              </a:ext>
            </a:extLst>
          </p:cNvPr>
          <p:cNvSpPr>
            <a:spLocks xmlns:a="http://schemas.openxmlformats.org/drawingml/2006/main" noGrp="1"/>
          </p:cNvSpPr>
          <p:nvPr/>
        </p:nvSpPr>
        <p:spPr>
          <a:xfrm xmlns:a="http://schemas.openxmlformats.org/drawingml/2006/main">
            <a:off x="7321868" y="2707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2029328" name="Oval 758272404">
            <a:extLst xmlns:a="http://schemas.openxmlformats.org/drawingml/2006/main">
              <a:ext uri="{FF2B5EF4-FFF2-40B4-BE49-F238E27FC236}">
                <a16:creationId xmlns:a16="http://schemas.microsoft.com/office/drawing/2014/main" id="{E18ED939-B9F3-43F7-9D6B-3E9671F44913}"/>
              </a:ext>
            </a:extLst>
          </p:cNvPr>
          <p:cNvSpPr>
            <a:spLocks xmlns:a="http://schemas.openxmlformats.org/drawingml/2006/main" noGrp="1"/>
          </p:cNvSpPr>
          <p:nvPr/>
        </p:nvSpPr>
        <p:spPr>
          <a:xfrm xmlns:a="http://schemas.openxmlformats.org/drawingml/2006/main">
            <a:off x="7767638" y="32787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4460241" name="Oval 539647180">
            <a:extLst xmlns:a="http://schemas.openxmlformats.org/drawingml/2006/main">
              <a:ext uri="{FF2B5EF4-FFF2-40B4-BE49-F238E27FC236}">
                <a16:creationId xmlns:a16="http://schemas.microsoft.com/office/drawing/2014/main" id="{93E8D9CD-6D42-4FA7-89B3-55306B837F9F}"/>
              </a:ext>
            </a:extLst>
          </p:cNvPr>
          <p:cNvSpPr>
            <a:spLocks xmlns:a="http://schemas.openxmlformats.org/drawingml/2006/main" noGrp="1"/>
          </p:cNvSpPr>
          <p:nvPr/>
        </p:nvSpPr>
        <p:spPr>
          <a:xfrm xmlns:a="http://schemas.openxmlformats.org/drawingml/2006/main">
            <a:off x="8213408" y="2915083"/>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984216" name="Oval 382130369">
            <a:extLst xmlns:a="http://schemas.openxmlformats.org/drawingml/2006/main">
              <a:ext uri="{FF2B5EF4-FFF2-40B4-BE49-F238E27FC236}">
                <a16:creationId xmlns:a16="http://schemas.microsoft.com/office/drawing/2014/main" id="{492D1489-5333-44EC-A63E-065EC0C85E51}"/>
              </a:ext>
            </a:extLst>
          </p:cNvPr>
          <p:cNvSpPr>
            <a:spLocks xmlns:a="http://schemas.openxmlformats.org/drawingml/2006/main" noGrp="1"/>
          </p:cNvSpPr>
          <p:nvPr/>
        </p:nvSpPr>
        <p:spPr>
          <a:xfrm xmlns:a="http://schemas.openxmlformats.org/drawingml/2006/main">
            <a:off x="8659178" y="3850265"/>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8023003" name="Oval 347626963">
            <a:extLst xmlns:a="http://schemas.openxmlformats.org/drawingml/2006/main">
              <a:ext uri="{FF2B5EF4-FFF2-40B4-BE49-F238E27FC236}">
                <a16:creationId xmlns:a16="http://schemas.microsoft.com/office/drawing/2014/main" id="{24BC374B-D1E1-4F6B-AD66-A1A0F499B070}"/>
              </a:ext>
            </a:extLst>
          </p:cNvPr>
          <p:cNvSpPr>
            <a:spLocks xmlns:a="http://schemas.openxmlformats.org/drawingml/2006/main" noGrp="1"/>
          </p:cNvSpPr>
          <p:nvPr/>
        </p:nvSpPr>
        <p:spPr>
          <a:xfrm xmlns:a="http://schemas.openxmlformats.org/drawingml/2006/main">
            <a:off x="8956358" y="2551401"/>
            <a:ext cx="161925" cy="161925"/>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2227797" name="Rectangle: Rounded Corners 1734367546">
            <a:extLst xmlns:a="http://schemas.openxmlformats.org/drawingml/2006/main">
              <a:ext uri="{FF2B5EF4-FFF2-40B4-BE49-F238E27FC236}">
                <a16:creationId xmlns:a16="http://schemas.microsoft.com/office/drawing/2014/main" id="{DD8F5E77-8FBA-4017-981E-36D41F8A3278}"/>
              </a:ext>
            </a:extLst>
          </p:cNvPr>
          <p:cNvSpPr>
            <a:spLocks xmlns:a="http://schemas.openxmlformats.org/drawingml/2006/main" noGrp="1"/>
          </p:cNvSpPr>
          <p:nvPr/>
        </p:nvSpPr>
        <p:spPr>
          <a:xfrm xmlns:a="http://schemas.openxmlformats.org/drawingml/2006/main">
            <a:off x="9477375" y="2714625"/>
            <a:ext cx="16192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x = attendance</a:t>
            </a:r>
          </a:p>
        </p:txBody>
      </p:sp>
      <p:sp>
        <p:nvSpPr>
          <p:cNvPr id="561490309" name="Rectangle: Rounded Corners 1497716320">
            <a:extLst xmlns:a="http://schemas.openxmlformats.org/drawingml/2006/main">
              <a:ext uri="{FF2B5EF4-FFF2-40B4-BE49-F238E27FC236}">
                <a16:creationId xmlns:a16="http://schemas.microsoft.com/office/drawing/2014/main" id="{03DF517D-6F0B-4247-9989-79881869CF60}"/>
              </a:ext>
            </a:extLst>
          </p:cNvPr>
          <p:cNvSpPr>
            <a:spLocks xmlns:a="http://schemas.openxmlformats.org/drawingml/2006/main" noGrp="1"/>
          </p:cNvSpPr>
          <p:nvPr/>
        </p:nvSpPr>
        <p:spPr>
          <a:xfrm xmlns:a="http://schemas.openxmlformats.org/drawingml/2006/main">
            <a:off x="9477375" y="3429000"/>
            <a:ext cx="1619250" cy="552450"/>
          </a:xfrm>
          <a:prstGeom xmlns:a="http://schemas.openxmlformats.org/drawingml/2006/main" prst="roundRect">
            <a:avLst>
              <a:gd name="adj" fmla="val 2069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y = grade</a:t>
            </a:r>
          </a:p>
        </p:txBody>
      </p:sp>
      <p:sp>
        <p:nvSpPr>
          <p:cNvPr id="234320033" name="Rectangle: Rounded Corners 119055209">
            <a:extLst xmlns:a="http://schemas.openxmlformats.org/drawingml/2006/main">
              <a:ext uri="{FF2B5EF4-FFF2-40B4-BE49-F238E27FC236}">
                <a16:creationId xmlns:a16="http://schemas.microsoft.com/office/drawing/2014/main" id="{08A77009-6BEF-41FF-A2E6-47614191E7E6}"/>
              </a:ext>
            </a:extLst>
          </p:cNvPr>
          <p:cNvSpPr>
            <a:spLocks xmlns:a="http://schemas.openxmlformats.org/drawingml/2006/main" noGrp="1"/>
          </p:cNvSpPr>
          <p:nvPr/>
        </p:nvSpPr>
        <p:spPr>
          <a:xfrm xmlns:a="http://schemas.openxmlformats.org/drawingml/2006/main">
            <a:off x="9477375" y="4143375"/>
            <a:ext cx="1619250" cy="552450"/>
          </a:xfrm>
          <a:prstGeom xmlns:a="http://schemas.openxmlformats.org/drawingml/2006/main" prst="roundRect">
            <a:avLst>
              <a:gd name="adj" fmla="val 20690"/>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F97316"/>
                </a:solidFill>
              </a:defRPr>
            </a:pPr>
            <a:r>
              <a:rPr sz="1600" b="1">
                <a:solidFill>
                  <a:srgbClr val="F97316"/>
                </a:solidFill>
              </a:rPr>
              <a:t>line = prediction</a:t>
            </a:r>
          </a:p>
        </p:txBody>
      </p:sp>
      <p:sp>
        <p:nvSpPr>
          <p:cNvPr id="250080933" name="Rectangle 1782549367">
            <a:extLst xmlns:a="http://schemas.openxmlformats.org/drawingml/2006/main">
              <a:ext uri="{FF2B5EF4-FFF2-40B4-BE49-F238E27FC236}">
                <a16:creationId xmlns:a16="http://schemas.microsoft.com/office/drawing/2014/main" id="{6AC2BA94-93C7-4E82-BA98-BBDDA83BCEEE}"/>
              </a:ext>
            </a:extLst>
          </p:cNvPr>
          <p:cNvSpPr>
            <a:spLocks xmlns:a="http://schemas.openxmlformats.org/drawingml/2006/main" noGrp="1"/>
          </p:cNvSpPr>
          <p:nvPr/>
        </p:nvSpPr>
        <p:spPr>
          <a:xfrm xmlns:a="http://schemas.openxmlformats.org/drawingml/2006/main">
            <a:off x="3257550" y="1695450"/>
            <a:ext cx="49530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more attendance,</a:t>
            </a:r>
          </a:p>
          <a:p xmlns:a="http://schemas.openxmlformats.org/drawingml/2006/main">
            <a:pPr algn="ctr">
              <a:buNone/>
              <a:defRPr sz="2100" b="1">
                <a:solidFill>
                  <a:srgbClr val="2563EB"/>
                </a:solidFill>
              </a:defRPr>
            </a:pPr>
            <a:r>
              <a:rPr sz="2100" b="1">
                <a:solidFill>
                  <a:srgbClr val="2563EB"/>
                </a:solidFill>
              </a:rPr>
              <a:t>higher predicted grade</a:t>
            </a:r>
          </a:p>
        </p:txBody>
      </p:sp>
      <p:sp>
        <p:nvSpPr>
          <p:cNvPr id="854932323" name="Rectangle 1717240199">
            <a:extLst xmlns:a="http://schemas.openxmlformats.org/drawingml/2006/main">
              <a:ext uri="{FF2B5EF4-FFF2-40B4-BE49-F238E27FC236}">
                <a16:creationId xmlns:a16="http://schemas.microsoft.com/office/drawing/2014/main" id="{EA0C734F-A5B5-48D8-A73C-F1C57B7FAC1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07</a:t>
            </a:r>
          </a:p>
        </p:txBody>
      </p:sp>
      <p:sp>
        <p:nvSpPr>
          <p:cNvPr id="1626321336" name="solidguide_flipV">
            <a:extLst xmlns:a="http://schemas.openxmlformats.org/drawingml/2006/main">
              <a:ext uri="{FF2B5EF4-FFF2-40B4-BE49-F238E27FC236}">
                <a16:creationId xmlns:a16="http://schemas.microsoft.com/office/drawing/2014/main" id="{6A1BDF5F-6C09-423D-A3FD-256D5CD284EF}"/>
              </a:ext>
            </a:extLst>
          </p:cNvPr>
          <p:cNvSpPr>
            <a:spLocks xmlns:a="http://schemas.openxmlformats.org/drawingml/2006/main" noGrp="1"/>
          </p:cNvSpPr>
          <p:nvPr/>
        </p:nvSpPr>
        <p:spPr>
          <a:xfrm xmlns:a="http://schemas.openxmlformats.org/drawingml/2006/main" flipV="1">
            <a:off x="2339340" y="2951569"/>
            <a:ext cx="6370320" cy="1623517"/>
          </a:xfrm>
          <a:prstGeom xmlns:a="http://schemas.openxmlformats.org/drawingml/2006/main" prst="line">
            <a:avLst/>
          </a:prstGeom>
          <a:noFill xmlns:a="http://schemas.openxmlformats.org/drawingml/2006/main"/>
          <a:ln xmlns:a="http://schemas.openxmlformats.org/drawingml/2006/main" w="3048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1169716889"/>
      </p:ext>
    </p:extLst>
  </p:cSld>
</p:sld>
</file>

<file path=ppt/slides/slide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93705445" name="Rectangle 876043219">
            <a:extLst xmlns:a="http://schemas.openxmlformats.org/drawingml/2006/main">
              <a:ext uri="{FF2B5EF4-FFF2-40B4-BE49-F238E27FC236}">
                <a16:creationId xmlns:a16="http://schemas.microsoft.com/office/drawing/2014/main" id="{3F1C23CE-0AC6-4F95-A855-B2BA1D5D245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355667711" name="Rectangle 1970303406">
            <a:extLst xmlns:a="http://schemas.openxmlformats.org/drawingml/2006/main">
              <a:ext uri="{FF2B5EF4-FFF2-40B4-BE49-F238E27FC236}">
                <a16:creationId xmlns:a16="http://schemas.microsoft.com/office/drawing/2014/main" id="{42A0FF2A-9316-4072-BFE6-F5BDBAC22C71}"/>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Nonlinear regression allows curves</a:t>
            </a:r>
          </a:p>
        </p:txBody>
      </p:sp>
      <p:sp>
        <p:nvSpPr>
          <p:cNvPr id="347863569" name="Rectangle: Rounded Corners 1375366023">
            <a:extLst xmlns:a="http://schemas.openxmlformats.org/drawingml/2006/main">
              <a:ext uri="{FF2B5EF4-FFF2-40B4-BE49-F238E27FC236}">
                <a16:creationId xmlns:a16="http://schemas.microsoft.com/office/drawing/2014/main" id="{4A98FE5F-E5AE-4AE8-9F78-DEE4ECD2B10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8670633" name="Straight Connector 1537688957">
            <a:extLst xmlns:a="http://schemas.openxmlformats.org/drawingml/2006/main">
              <a:ext uri="{FF2B5EF4-FFF2-40B4-BE49-F238E27FC236}">
                <a16:creationId xmlns:a16="http://schemas.microsoft.com/office/drawing/2014/main" id="{95E29310-8DD7-44D6-9CA0-9495EDD7E149}"/>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2037975" name="Straight Connector 2007704337">
            <a:extLst xmlns:a="http://schemas.openxmlformats.org/drawingml/2006/main">
              <a:ext uri="{FF2B5EF4-FFF2-40B4-BE49-F238E27FC236}">
                <a16:creationId xmlns:a16="http://schemas.microsoft.com/office/drawing/2014/main" id="{ABB475A6-771F-4249-8DC9-C6396E798D98}"/>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1917134" name="Rectangle 65599505">
            <a:extLst xmlns:a="http://schemas.openxmlformats.org/drawingml/2006/main">
              <a:ext uri="{FF2B5EF4-FFF2-40B4-BE49-F238E27FC236}">
                <a16:creationId xmlns:a16="http://schemas.microsoft.com/office/drawing/2014/main" id="{8C69F6B4-E771-4216-9757-BEB24979CAF3}"/>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253152026" name="Rectangle 1251237696">
            <a:extLst xmlns:a="http://schemas.openxmlformats.org/drawingml/2006/main">
              <a:ext uri="{FF2B5EF4-FFF2-40B4-BE49-F238E27FC236}">
                <a16:creationId xmlns:a16="http://schemas.microsoft.com/office/drawing/2014/main" id="{A2FEE820-5B94-461D-9939-6FDE2465612A}"/>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966324501" name="Oval 1695470153">
            <a:extLst xmlns:a="http://schemas.openxmlformats.org/drawingml/2006/main">
              <a:ext uri="{FF2B5EF4-FFF2-40B4-BE49-F238E27FC236}">
                <a16:creationId xmlns:a16="http://schemas.microsoft.com/office/drawing/2014/main" id="{B9736271-9CD1-4FC8-9E40-525E09EABEEA}"/>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5332388" name="Oval 815448562">
            <a:extLst xmlns:a="http://schemas.openxmlformats.org/drawingml/2006/main">
              <a:ext uri="{FF2B5EF4-FFF2-40B4-BE49-F238E27FC236}">
                <a16:creationId xmlns:a16="http://schemas.microsoft.com/office/drawing/2014/main" id="{F614B47D-2AC1-4B05-8250-BE2F57CF902A}"/>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3196334" name="Oval 1303472677">
            <a:extLst xmlns:a="http://schemas.openxmlformats.org/drawingml/2006/main">
              <a:ext uri="{FF2B5EF4-FFF2-40B4-BE49-F238E27FC236}">
                <a16:creationId xmlns:a16="http://schemas.microsoft.com/office/drawing/2014/main" id="{439B815C-8EFB-4147-81B3-3E42777A97F1}"/>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4243965" name="Oval 674269756">
            <a:extLst xmlns:a="http://schemas.openxmlformats.org/drawingml/2006/main">
              <a:ext uri="{FF2B5EF4-FFF2-40B4-BE49-F238E27FC236}">
                <a16:creationId xmlns:a16="http://schemas.microsoft.com/office/drawing/2014/main" id="{3A4F4C17-043C-47CC-AC58-E48D37E582DC}"/>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692190" name="Oval 163294809">
            <a:extLst xmlns:a="http://schemas.openxmlformats.org/drawingml/2006/main">
              <a:ext uri="{FF2B5EF4-FFF2-40B4-BE49-F238E27FC236}">
                <a16:creationId xmlns:a16="http://schemas.microsoft.com/office/drawing/2014/main" id="{770AE875-4B8C-4946-94DA-A8FCED4DBBE5}"/>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3582056" name="Oval 1733278306">
            <a:extLst xmlns:a="http://schemas.openxmlformats.org/drawingml/2006/main">
              <a:ext uri="{FF2B5EF4-FFF2-40B4-BE49-F238E27FC236}">
                <a16:creationId xmlns:a16="http://schemas.microsoft.com/office/drawing/2014/main" id="{714238A7-C98A-4841-A789-79025B702F47}"/>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8994145" name="Oval 880799253">
            <a:extLst xmlns:a="http://schemas.openxmlformats.org/drawingml/2006/main">
              <a:ext uri="{FF2B5EF4-FFF2-40B4-BE49-F238E27FC236}">
                <a16:creationId xmlns:a16="http://schemas.microsoft.com/office/drawing/2014/main" id="{05D649F5-0981-4DA7-B1ED-B6AB863A0485}"/>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7520505" name="Oval 834346434">
            <a:extLst xmlns:a="http://schemas.openxmlformats.org/drawingml/2006/main">
              <a:ext uri="{FF2B5EF4-FFF2-40B4-BE49-F238E27FC236}">
                <a16:creationId xmlns:a16="http://schemas.microsoft.com/office/drawing/2014/main" id="{717A211D-7587-4D2B-8257-B609B4EF685A}"/>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396959" name="Oval 558427810">
            <a:extLst xmlns:a="http://schemas.openxmlformats.org/drawingml/2006/main">
              <a:ext uri="{FF2B5EF4-FFF2-40B4-BE49-F238E27FC236}">
                <a16:creationId xmlns:a16="http://schemas.microsoft.com/office/drawing/2014/main" id="{26C9928D-A639-439F-8F67-5ADF5AE66F86}"/>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6479237" name="Oval 1580509645">
            <a:extLst xmlns:a="http://schemas.openxmlformats.org/drawingml/2006/main">
              <a:ext uri="{FF2B5EF4-FFF2-40B4-BE49-F238E27FC236}">
                <a16:creationId xmlns:a16="http://schemas.microsoft.com/office/drawing/2014/main" id="{C9063F4E-6CEA-4F40-AF92-866122FC8808}"/>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0807667" name="Oval 572736301">
            <a:extLst xmlns:a="http://schemas.openxmlformats.org/drawingml/2006/main">
              <a:ext uri="{FF2B5EF4-FFF2-40B4-BE49-F238E27FC236}">
                <a16:creationId xmlns:a16="http://schemas.microsoft.com/office/drawing/2014/main" id="{25BBE924-529F-4E72-8792-5524DFD0001B}"/>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790521" name="Oval 777734922">
            <a:extLst xmlns:a="http://schemas.openxmlformats.org/drawingml/2006/main">
              <a:ext uri="{FF2B5EF4-FFF2-40B4-BE49-F238E27FC236}">
                <a16:creationId xmlns:a16="http://schemas.microsoft.com/office/drawing/2014/main" id="{90324846-D668-4A73-BEE2-F76E1406E2F2}"/>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444229" name="Oval 113252181">
            <a:extLst xmlns:a="http://schemas.openxmlformats.org/drawingml/2006/main">
              <a:ext uri="{FF2B5EF4-FFF2-40B4-BE49-F238E27FC236}">
                <a16:creationId xmlns:a16="http://schemas.microsoft.com/office/drawing/2014/main" id="{9C1D6C66-35C9-4D3B-BA7F-DD73726B9E1F}"/>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5888854" name="Oval 1702038152">
            <a:extLst xmlns:a="http://schemas.openxmlformats.org/drawingml/2006/main">
              <a:ext uri="{FF2B5EF4-FFF2-40B4-BE49-F238E27FC236}">
                <a16:creationId xmlns:a16="http://schemas.microsoft.com/office/drawing/2014/main" id="{101DD653-3834-4474-B9CC-5B62BC9C14AE}"/>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759982" name="Oval 1781702022">
            <a:extLst xmlns:a="http://schemas.openxmlformats.org/drawingml/2006/main">
              <a:ext uri="{FF2B5EF4-FFF2-40B4-BE49-F238E27FC236}">
                <a16:creationId xmlns:a16="http://schemas.microsoft.com/office/drawing/2014/main" id="{06F0593D-6F62-4F88-9BED-0B9234B268E7}"/>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3685916" name="Oval 164012884">
            <a:extLst xmlns:a="http://schemas.openxmlformats.org/drawingml/2006/main">
              <a:ext uri="{FF2B5EF4-FFF2-40B4-BE49-F238E27FC236}">
                <a16:creationId xmlns:a16="http://schemas.microsoft.com/office/drawing/2014/main" id="{E06A1699-459F-4C0A-89B5-5C05C09325DB}"/>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7452279" name="Oval 991339259">
            <a:extLst xmlns:a="http://schemas.openxmlformats.org/drawingml/2006/main">
              <a:ext uri="{FF2B5EF4-FFF2-40B4-BE49-F238E27FC236}">
                <a16:creationId xmlns:a16="http://schemas.microsoft.com/office/drawing/2014/main" id="{53122DC5-01D2-43C1-95D9-2E03F49BD5D9}"/>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7610710" name="Rectangle: Rounded Corners 2031926644">
            <a:extLst xmlns:a="http://schemas.openxmlformats.org/drawingml/2006/main">
              <a:ext uri="{FF2B5EF4-FFF2-40B4-BE49-F238E27FC236}">
                <a16:creationId xmlns:a16="http://schemas.microsoft.com/office/drawing/2014/main" id="{08896662-EA21-42BC-AA64-D23A7C6D4A1B}"/>
              </a:ext>
            </a:extLst>
          </p:cNvPr>
          <p:cNvSpPr>
            <a:spLocks xmlns:a="http://schemas.openxmlformats.org/drawingml/2006/main" noGrp="1"/>
          </p:cNvSpPr>
          <p:nvPr/>
        </p:nvSpPr>
        <p:spPr>
          <a:xfrm xmlns:a="http://schemas.openxmlformats.org/drawingml/2006/main">
            <a:off x="9477375" y="3000375"/>
            <a:ext cx="142875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linear</a:t>
            </a:r>
          </a:p>
        </p:txBody>
      </p:sp>
      <p:sp>
        <p:nvSpPr>
          <p:cNvPr id="656460090" name="Rectangle: Rounded Corners 1514015500">
            <a:extLst xmlns:a="http://schemas.openxmlformats.org/drawingml/2006/main">
              <a:ext uri="{FF2B5EF4-FFF2-40B4-BE49-F238E27FC236}">
                <a16:creationId xmlns:a16="http://schemas.microsoft.com/office/drawing/2014/main" id="{43A22F4A-2B9D-40C8-AA14-35A1AF650991}"/>
              </a:ext>
            </a:extLst>
          </p:cNvPr>
          <p:cNvSpPr>
            <a:spLocks xmlns:a="http://schemas.openxmlformats.org/drawingml/2006/main" noGrp="1"/>
          </p:cNvSpPr>
          <p:nvPr/>
        </p:nvSpPr>
        <p:spPr>
          <a:xfrm xmlns:a="http://schemas.openxmlformats.org/drawingml/2006/main">
            <a:off x="9477375" y="3714750"/>
            <a:ext cx="142875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nonlinear</a:t>
            </a:r>
          </a:p>
        </p:txBody>
      </p:sp>
      <p:sp>
        <p:nvSpPr>
          <p:cNvPr id="702910660" name="Rectangle 738739686">
            <a:extLst xmlns:a="http://schemas.openxmlformats.org/drawingml/2006/main">
              <a:ext uri="{FF2B5EF4-FFF2-40B4-BE49-F238E27FC236}">
                <a16:creationId xmlns:a16="http://schemas.microsoft.com/office/drawing/2014/main" id="{4F5EF79B-06C6-4086-8902-3ECAB69FFF8A}"/>
              </a:ext>
            </a:extLst>
          </p:cNvPr>
          <p:cNvSpPr>
            <a:spLocks xmlns:a="http://schemas.openxmlformats.org/drawingml/2006/main" noGrp="1"/>
          </p:cNvSpPr>
          <p:nvPr/>
        </p:nvSpPr>
        <p:spPr>
          <a:xfrm xmlns:a="http://schemas.openxmlformats.org/drawingml/2006/main">
            <a:off x="3381375" y="1714500"/>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10B981"/>
                </a:solidFill>
              </a:defRPr>
            </a:pPr>
            <a:r>
              <a:rPr sz="2100" b="1">
                <a:solidFill>
                  <a:srgbClr val="10B981"/>
                </a:solidFill>
              </a:rPr>
              <a:t>same task, more flexible shape</a:t>
            </a:r>
          </a:p>
        </p:txBody>
      </p:sp>
      <p:sp>
        <p:nvSpPr>
          <p:cNvPr id="191883405" name="Rectangle 1843306662">
            <a:extLst xmlns:a="http://schemas.openxmlformats.org/drawingml/2006/main">
              <a:ext uri="{FF2B5EF4-FFF2-40B4-BE49-F238E27FC236}">
                <a16:creationId xmlns:a16="http://schemas.microsoft.com/office/drawing/2014/main" id="{14EB78B5-4C79-44AE-9EB8-9E7513B247DC}"/>
              </a:ext>
            </a:extLst>
          </p:cNvPr>
          <p:cNvSpPr>
            <a:spLocks xmlns:a="http://schemas.openxmlformats.org/drawingml/2006/main" noGrp="1"/>
          </p:cNvSpPr>
          <p:nvPr/>
        </p:nvSpPr>
        <p:spPr>
          <a:xfrm xmlns:a="http://schemas.openxmlformats.org/drawingml/2006/main">
            <a:off x="9334500" y="4619625"/>
            <a:ext cx="1714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10B981"/>
                </a:solidFill>
              </a:defRPr>
            </a:pPr>
            <a:r>
              <a:rPr sz="2250" b="1">
                <a:solidFill>
                  <a:srgbClr val="10B981"/>
                </a:solidFill>
              </a:rPr>
              <a:t>y_hat = f(x)</a:t>
            </a:r>
          </a:p>
        </p:txBody>
      </p:sp>
      <p:sp>
        <p:nvSpPr>
          <p:cNvPr id="1198946163" name="Rectangle 940562735">
            <a:extLst xmlns:a="http://schemas.openxmlformats.org/drawingml/2006/main">
              <a:ext uri="{FF2B5EF4-FFF2-40B4-BE49-F238E27FC236}">
                <a16:creationId xmlns:a16="http://schemas.microsoft.com/office/drawing/2014/main" id="{0FD11F61-9A8D-45DC-8BBD-BC590CDCF00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08</a:t>
            </a:r>
          </a:p>
        </p:txBody>
      </p:sp>
      <p:sp>
        <p:nvSpPr>
          <p:cNvPr id="2027661004" name="solidguide_flipV">
            <a:extLst xmlns:a="http://schemas.openxmlformats.org/drawingml/2006/main">
              <a:ext uri="{FF2B5EF4-FFF2-40B4-BE49-F238E27FC236}">
                <a16:creationId xmlns:a16="http://schemas.microsoft.com/office/drawing/2014/main" id="{F414184F-CE89-4034-B423-099FC1ED2978}"/>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27661036" name="Graphic 2031926676"/>
          <p:cNvPicPr>
            <a:picLocks xmlns:a="http://schemas.openxmlformats.org/drawingml/2006/main" noChangeAspect="1"/>
          </p:cNvPicPr>
          <p:nvPr/>
        </p:nvPicPr>
        <p:blipFill rotWithShape="1">
          <a:blip xmlns:r="http://schemas.openxmlformats.org/officeDocument/2006/relationships" xmlns:a="http://schemas.openxmlformats.org/drawingml/2006/main" r:embed="R2503c6f375574364">
            <a:extLst>
              <a:ext uri="{96DAC541-7B7A-43D3-8B79-37D633B846F1}">
                <asvg:svgBlip xmlns:asvg="http://schemas.microsoft.com/office/drawing/2016/SVG/main" r:embed="Rea5fb8eb5bf64003"/>
              </a:ext>
            </a:extLst>
          </a:blip>
          <a:stretch xmlns:a="http://schemas.openxmlformats.org/drawingml/2006/main"/>
        </p:blipFill>
        <p:spPr>
          <a:xfrm xmlns:a="http://schemas.openxmlformats.org/drawingml/2006/main">
            <a:off x="1905000" y="2400300"/>
            <a:ext cx="7239000" cy="3028950"/>
          </a:xfrm>
          <a:prstGeom xmlns:a="http://schemas.openxmlformats.org/drawingml/2006/main" prst="rect">
            <a:avLst/>
          </a:prstGeom>
        </p:spPr>
      </p:pic>
    </p:spTree>
    <p:extLst>
      <p:ext uri="{BB962C8B-B14F-4D97-AF65-F5344CB8AC3E}">
        <p14:creationId xmlns:p14="http://schemas.microsoft.com/office/powerpoint/2010/main" val="973770218"/>
      </p:ext>
    </p:extLst>
  </p:cSld>
</p:sld>
</file>

<file path=ppt/slides/slide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43540909" name="Rectangle 1896240478">
            <a:extLst xmlns:a="http://schemas.openxmlformats.org/drawingml/2006/main">
              <a:ext uri="{FF2B5EF4-FFF2-40B4-BE49-F238E27FC236}">
                <a16:creationId xmlns:a16="http://schemas.microsoft.com/office/drawing/2014/main" id="{D3F2D7E9-29D0-4071-B5BB-D2B8F5D5140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98695353" name="Rectangle 574298503">
            <a:extLst xmlns:a="http://schemas.openxmlformats.org/drawingml/2006/main">
              <a:ext uri="{FF2B5EF4-FFF2-40B4-BE49-F238E27FC236}">
                <a16:creationId xmlns:a16="http://schemas.microsoft.com/office/drawing/2014/main" id="{7034E5CB-8F0E-468F-9A59-D1BE696C952E}"/>
              </a:ext>
            </a:extLst>
          </p:cNvPr>
          <p:cNvSpPr>
            <a:spLocks xmlns:a="http://schemas.openxmlformats.org/drawingml/2006/main" noGrp="1"/>
          </p:cNvSpPr>
          <p:nvPr/>
        </p:nvSpPr>
        <p:spPr>
          <a:xfrm xmlns:a="http://schemas.openxmlformats.org/drawingml/2006/main">
            <a:off x="609600" y="590549"/>
            <a:ext cx="981075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Too much flexibility can overfit</a:t>
            </a:r>
          </a:p>
        </p:txBody>
      </p:sp>
      <p:sp>
        <p:nvSpPr>
          <p:cNvPr id="444971896" name="Rectangle: Rounded Corners 682947437">
            <a:extLst xmlns:a="http://schemas.openxmlformats.org/drawingml/2006/main">
              <a:ext uri="{FF2B5EF4-FFF2-40B4-BE49-F238E27FC236}">
                <a16:creationId xmlns:a16="http://schemas.microsoft.com/office/drawing/2014/main" id="{DFA4C9E8-3379-4444-89AE-6691DB2DD51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6538533" name="Straight Connector 1968719096">
            <a:extLst xmlns:a="http://schemas.openxmlformats.org/drawingml/2006/main">
              <a:ext uri="{FF2B5EF4-FFF2-40B4-BE49-F238E27FC236}">
                <a16:creationId xmlns:a16="http://schemas.microsoft.com/office/drawing/2014/main" id="{2C512161-63ED-494B-997E-3AF533531987}"/>
              </a:ext>
            </a:extLst>
          </p:cNvPr>
          <p:cNvSpPr>
            <a:spLocks xmlns:a="http://schemas.openxmlformats.org/drawingml/2006/main" noGrp="1"/>
          </p:cNvSpPr>
          <p:nvPr/>
        </p:nvSpPr>
        <p:spPr>
          <a:xfrm xmlns:a="http://schemas.openxmlformats.org/drawingml/2006/main">
            <a:off x="1905000" y="5429250"/>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9440036" name="Straight Connector 1324465773">
            <a:extLst xmlns:a="http://schemas.openxmlformats.org/drawingml/2006/main">
              <a:ext uri="{FF2B5EF4-FFF2-40B4-BE49-F238E27FC236}">
                <a16:creationId xmlns:a16="http://schemas.microsoft.com/office/drawing/2014/main" id="{6FDEBE79-9852-4747-A6EF-E2656C9A755B}"/>
              </a:ext>
            </a:extLst>
          </p:cNvPr>
          <p:cNvSpPr>
            <a:spLocks xmlns:a="http://schemas.openxmlformats.org/drawingml/2006/main" noGrp="1"/>
          </p:cNvSpPr>
          <p:nvPr/>
        </p:nvSpPr>
        <p:spPr>
          <a:xfrm xmlns:a="http://schemas.openxmlformats.org/drawingml/2006/main">
            <a:off x="1905000" y="2400300"/>
            <a:ext cx="9525" cy="302895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74528301" name="Rectangle 910257484">
            <a:extLst xmlns:a="http://schemas.openxmlformats.org/drawingml/2006/main">
              <a:ext uri="{FF2B5EF4-FFF2-40B4-BE49-F238E27FC236}">
                <a16:creationId xmlns:a16="http://schemas.microsoft.com/office/drawing/2014/main" id="{E8BDAA79-9F0E-4B7D-A0DD-C72ECE660185}"/>
              </a:ext>
            </a:extLst>
          </p:cNvPr>
          <p:cNvSpPr>
            <a:spLocks xmlns:a="http://schemas.openxmlformats.org/drawingml/2006/main" noGrp="1"/>
          </p:cNvSpPr>
          <p:nvPr/>
        </p:nvSpPr>
        <p:spPr>
          <a:xfrm xmlns:a="http://schemas.openxmlformats.org/drawingml/2006/main">
            <a:off x="4762500" y="5619750"/>
            <a:ext cx="2000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attendance (%)</a:t>
            </a:r>
          </a:p>
        </p:txBody>
      </p:sp>
      <p:sp>
        <p:nvSpPr>
          <p:cNvPr id="1956494345" name="Rectangle 1246496868">
            <a:extLst xmlns:a="http://schemas.openxmlformats.org/drawingml/2006/main">
              <a:ext uri="{FF2B5EF4-FFF2-40B4-BE49-F238E27FC236}">
                <a16:creationId xmlns:a16="http://schemas.microsoft.com/office/drawing/2014/main" id="{0FC59918-7B07-4C14-98DC-BF2D4EC152EA}"/>
              </a:ext>
            </a:extLst>
          </p:cNvPr>
          <p:cNvSpPr>
            <a:spLocks xmlns:a="http://schemas.openxmlformats.org/drawingml/2006/main" noGrp="1"/>
          </p:cNvSpPr>
          <p:nvPr/>
        </p:nvSpPr>
        <p:spPr>
          <a:xfrm xmlns:a="http://schemas.openxmlformats.org/drawingml/2006/main">
            <a:off x="1219200" y="3667125"/>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grade</a:t>
            </a:r>
          </a:p>
        </p:txBody>
      </p:sp>
      <p:sp>
        <p:nvSpPr>
          <p:cNvPr id="1426148732" name="Oval 1811837015">
            <a:extLst xmlns:a="http://schemas.openxmlformats.org/drawingml/2006/main">
              <a:ext uri="{FF2B5EF4-FFF2-40B4-BE49-F238E27FC236}">
                <a16:creationId xmlns:a16="http://schemas.microsoft.com/office/drawing/2014/main" id="{4F252735-3C6C-465D-BFE1-C7021EDF1DAA}"/>
              </a:ext>
            </a:extLst>
          </p:cNvPr>
          <p:cNvSpPr>
            <a:spLocks xmlns:a="http://schemas.openxmlformats.org/drawingml/2006/main" noGrp="1"/>
          </p:cNvSpPr>
          <p:nvPr/>
        </p:nvSpPr>
        <p:spPr>
          <a:xfrm xmlns:a="http://schemas.openxmlformats.org/drawingml/2006/main">
            <a:off x="2116455" y="446999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5161943" name="Oval 453346286">
            <a:extLst xmlns:a="http://schemas.openxmlformats.org/drawingml/2006/main">
              <a:ext uri="{FF2B5EF4-FFF2-40B4-BE49-F238E27FC236}">
                <a16:creationId xmlns:a16="http://schemas.microsoft.com/office/drawing/2014/main" id="{08957753-74D9-43C8-918A-BFC2A78911CF}"/>
              </a:ext>
            </a:extLst>
          </p:cNvPr>
          <p:cNvSpPr>
            <a:spLocks xmlns:a="http://schemas.openxmlformats.org/drawingml/2006/main" noGrp="1"/>
          </p:cNvSpPr>
          <p:nvPr/>
        </p:nvSpPr>
        <p:spPr>
          <a:xfrm xmlns:a="http://schemas.openxmlformats.org/drawingml/2006/main">
            <a:off x="2550795" y="518593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8834423" name="Oval 1618228278">
            <a:extLst xmlns:a="http://schemas.openxmlformats.org/drawingml/2006/main">
              <a:ext uri="{FF2B5EF4-FFF2-40B4-BE49-F238E27FC236}">
                <a16:creationId xmlns:a16="http://schemas.microsoft.com/office/drawing/2014/main" id="{7B8734AA-17E9-46F8-9ED7-E58E3CC97BBC}"/>
              </a:ext>
            </a:extLst>
          </p:cNvPr>
          <p:cNvSpPr>
            <a:spLocks xmlns:a="http://schemas.openxmlformats.org/drawingml/2006/main" noGrp="1"/>
          </p:cNvSpPr>
          <p:nvPr/>
        </p:nvSpPr>
        <p:spPr>
          <a:xfrm xmlns:a="http://schemas.openxmlformats.org/drawingml/2006/main">
            <a:off x="2840355" y="4139565"/>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031515" name="Oval 2089599102">
            <a:extLst xmlns:a="http://schemas.openxmlformats.org/drawingml/2006/main">
              <a:ext uri="{FF2B5EF4-FFF2-40B4-BE49-F238E27FC236}">
                <a16:creationId xmlns:a16="http://schemas.microsoft.com/office/drawing/2014/main" id="{5CE980F8-2124-4EF1-B15B-030651185287}"/>
              </a:ext>
            </a:extLst>
          </p:cNvPr>
          <p:cNvSpPr>
            <a:spLocks xmlns:a="http://schemas.openxmlformats.org/drawingml/2006/main" noGrp="1"/>
          </p:cNvSpPr>
          <p:nvPr/>
        </p:nvSpPr>
        <p:spPr>
          <a:xfrm xmlns:a="http://schemas.openxmlformats.org/drawingml/2006/main">
            <a:off x="3419475" y="4635211"/>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7229730" name="Oval 1457916702">
            <a:extLst xmlns:a="http://schemas.openxmlformats.org/drawingml/2006/main">
              <a:ext uri="{FF2B5EF4-FFF2-40B4-BE49-F238E27FC236}">
                <a16:creationId xmlns:a16="http://schemas.microsoft.com/office/drawing/2014/main" id="{71F397EE-3AFF-4A7C-BDC8-3B9D64E0186C}"/>
              </a:ext>
            </a:extLst>
          </p:cNvPr>
          <p:cNvSpPr>
            <a:spLocks xmlns:a="http://schemas.openxmlformats.org/drawingml/2006/main" noGrp="1"/>
          </p:cNvSpPr>
          <p:nvPr/>
        </p:nvSpPr>
        <p:spPr>
          <a:xfrm xmlns:a="http://schemas.openxmlformats.org/drawingml/2006/main">
            <a:off x="3709035" y="3809134"/>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7319063" name="Oval 1250923537">
            <a:extLst xmlns:a="http://schemas.openxmlformats.org/drawingml/2006/main">
              <a:ext uri="{FF2B5EF4-FFF2-40B4-BE49-F238E27FC236}">
                <a16:creationId xmlns:a16="http://schemas.microsoft.com/office/drawing/2014/main" id="{6A36A4B5-4FF2-4226-AB25-7F6FA31B8658}"/>
              </a:ext>
            </a:extLst>
          </p:cNvPr>
          <p:cNvSpPr>
            <a:spLocks xmlns:a="http://schemas.openxmlformats.org/drawingml/2006/main" noGrp="1"/>
          </p:cNvSpPr>
          <p:nvPr/>
        </p:nvSpPr>
        <p:spPr>
          <a:xfrm xmlns:a="http://schemas.openxmlformats.org/drawingml/2006/main">
            <a:off x="4143375" y="485549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8888777" name="Oval 579714091">
            <a:extLst xmlns:a="http://schemas.openxmlformats.org/drawingml/2006/main">
              <a:ext uri="{FF2B5EF4-FFF2-40B4-BE49-F238E27FC236}">
                <a16:creationId xmlns:a16="http://schemas.microsoft.com/office/drawing/2014/main" id="{7F3EE1BE-B674-4439-9AEC-EAF4CFE7687B}"/>
              </a:ext>
            </a:extLst>
          </p:cNvPr>
          <p:cNvSpPr>
            <a:spLocks xmlns:a="http://schemas.openxmlformats.org/drawingml/2006/main" noGrp="1"/>
          </p:cNvSpPr>
          <p:nvPr/>
        </p:nvSpPr>
        <p:spPr>
          <a:xfrm xmlns:a="http://schemas.openxmlformats.org/drawingml/2006/main">
            <a:off x="4577715" y="364391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2219090" name="Oval 1188193174">
            <a:extLst xmlns:a="http://schemas.openxmlformats.org/drawingml/2006/main">
              <a:ext uri="{FF2B5EF4-FFF2-40B4-BE49-F238E27FC236}">
                <a16:creationId xmlns:a16="http://schemas.microsoft.com/office/drawing/2014/main" id="{908CC9BB-8BA4-4CBD-B162-6F4A1132B7AF}"/>
              </a:ext>
            </a:extLst>
          </p:cNvPr>
          <p:cNvSpPr>
            <a:spLocks xmlns:a="http://schemas.openxmlformats.org/drawingml/2006/main" noGrp="1"/>
          </p:cNvSpPr>
          <p:nvPr/>
        </p:nvSpPr>
        <p:spPr>
          <a:xfrm xmlns:a="http://schemas.openxmlformats.org/drawingml/2006/main">
            <a:off x="5012055" y="397435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1915243" name="Oval 2075857352">
            <a:extLst xmlns:a="http://schemas.openxmlformats.org/drawingml/2006/main">
              <a:ext uri="{FF2B5EF4-FFF2-40B4-BE49-F238E27FC236}">
                <a16:creationId xmlns:a16="http://schemas.microsoft.com/office/drawing/2014/main" id="{88710A6C-E301-4987-9CC1-5F27EC30EAC5}"/>
              </a:ext>
            </a:extLst>
          </p:cNvPr>
          <p:cNvSpPr>
            <a:spLocks xmlns:a="http://schemas.openxmlformats.org/drawingml/2006/main" noGrp="1"/>
          </p:cNvSpPr>
          <p:nvPr/>
        </p:nvSpPr>
        <p:spPr>
          <a:xfrm xmlns:a="http://schemas.openxmlformats.org/drawingml/2006/main">
            <a:off x="5591175" y="3313488"/>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8179476" name="Oval 260739156">
            <a:extLst xmlns:a="http://schemas.openxmlformats.org/drawingml/2006/main">
              <a:ext uri="{FF2B5EF4-FFF2-40B4-BE49-F238E27FC236}">
                <a16:creationId xmlns:a16="http://schemas.microsoft.com/office/drawing/2014/main" id="{2DFB2246-E664-46A4-AB53-F246AF508152}"/>
              </a:ext>
            </a:extLst>
          </p:cNvPr>
          <p:cNvSpPr>
            <a:spLocks xmlns:a="http://schemas.openxmlformats.org/drawingml/2006/main" noGrp="1"/>
          </p:cNvSpPr>
          <p:nvPr/>
        </p:nvSpPr>
        <p:spPr>
          <a:xfrm xmlns:a="http://schemas.openxmlformats.org/drawingml/2006/main">
            <a:off x="5880735" y="4249709"/>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9698582" name="Oval 472597423">
            <a:extLst xmlns:a="http://schemas.openxmlformats.org/drawingml/2006/main">
              <a:ext uri="{FF2B5EF4-FFF2-40B4-BE49-F238E27FC236}">
                <a16:creationId xmlns:a16="http://schemas.microsoft.com/office/drawing/2014/main" id="{D87B4268-6894-42F4-B4FE-3B5A65A33023}"/>
              </a:ext>
            </a:extLst>
          </p:cNvPr>
          <p:cNvSpPr>
            <a:spLocks xmlns:a="http://schemas.openxmlformats.org/drawingml/2006/main" noGrp="1"/>
          </p:cNvSpPr>
          <p:nvPr/>
        </p:nvSpPr>
        <p:spPr>
          <a:xfrm xmlns:a="http://schemas.openxmlformats.org/drawingml/2006/main">
            <a:off x="6315075" y="298305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618425" name="Oval 311162583">
            <a:extLst xmlns:a="http://schemas.openxmlformats.org/drawingml/2006/main">
              <a:ext uri="{FF2B5EF4-FFF2-40B4-BE49-F238E27FC236}">
                <a16:creationId xmlns:a16="http://schemas.microsoft.com/office/drawing/2014/main" id="{9F5679D1-8822-40EA-B701-FC572CED5A93}"/>
              </a:ext>
            </a:extLst>
          </p:cNvPr>
          <p:cNvSpPr>
            <a:spLocks xmlns:a="http://schemas.openxmlformats.org/drawingml/2006/main" noGrp="1"/>
          </p:cNvSpPr>
          <p:nvPr/>
        </p:nvSpPr>
        <p:spPr>
          <a:xfrm xmlns:a="http://schemas.openxmlformats.org/drawingml/2006/main">
            <a:off x="6749414" y="3588847"/>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227789" name="Oval 418592258">
            <a:extLst xmlns:a="http://schemas.openxmlformats.org/drawingml/2006/main">
              <a:ext uri="{FF2B5EF4-FFF2-40B4-BE49-F238E27FC236}">
                <a16:creationId xmlns:a16="http://schemas.microsoft.com/office/drawing/2014/main" id="{40B8501F-C3EE-46C4-9D3F-7C7DA40E69D8}"/>
              </a:ext>
            </a:extLst>
          </p:cNvPr>
          <p:cNvSpPr>
            <a:spLocks xmlns:a="http://schemas.openxmlformats.org/drawingml/2006/main" noGrp="1"/>
          </p:cNvSpPr>
          <p:nvPr/>
        </p:nvSpPr>
        <p:spPr>
          <a:xfrm xmlns:a="http://schemas.openxmlformats.org/drawingml/2006/main">
            <a:off x="7183755" y="265262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49131936" name="Oval 391215337">
            <a:extLst xmlns:a="http://schemas.openxmlformats.org/drawingml/2006/main">
              <a:ext uri="{FF2B5EF4-FFF2-40B4-BE49-F238E27FC236}">
                <a16:creationId xmlns:a16="http://schemas.microsoft.com/office/drawing/2014/main" id="{6A203FD1-9EE2-486D-883D-D54DF96D9712}"/>
              </a:ext>
            </a:extLst>
          </p:cNvPr>
          <p:cNvSpPr>
            <a:spLocks xmlns:a="http://schemas.openxmlformats.org/drawingml/2006/main" noGrp="1"/>
          </p:cNvSpPr>
          <p:nvPr/>
        </p:nvSpPr>
        <p:spPr>
          <a:xfrm xmlns:a="http://schemas.openxmlformats.org/drawingml/2006/main">
            <a:off x="7618095" y="325841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513556" name="Oval 1707420591">
            <a:extLst xmlns:a="http://schemas.openxmlformats.org/drawingml/2006/main">
              <a:ext uri="{FF2B5EF4-FFF2-40B4-BE49-F238E27FC236}">
                <a16:creationId xmlns:a16="http://schemas.microsoft.com/office/drawing/2014/main" id="{9AA9FAC4-2F5C-4123-A5ED-06A1D323C189}"/>
              </a:ext>
            </a:extLst>
          </p:cNvPr>
          <p:cNvSpPr>
            <a:spLocks xmlns:a="http://schemas.openxmlformats.org/drawingml/2006/main" noGrp="1"/>
          </p:cNvSpPr>
          <p:nvPr/>
        </p:nvSpPr>
        <p:spPr>
          <a:xfrm xmlns:a="http://schemas.openxmlformats.org/drawingml/2006/main">
            <a:off x="8052435" y="2872913"/>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781563" name="Oval 1324466289">
            <a:extLst xmlns:a="http://schemas.openxmlformats.org/drawingml/2006/main">
              <a:ext uri="{FF2B5EF4-FFF2-40B4-BE49-F238E27FC236}">
                <a16:creationId xmlns:a16="http://schemas.microsoft.com/office/drawing/2014/main" id="{DEDFF473-BBEF-4F3D-AE3F-54D59D81F791}"/>
              </a:ext>
            </a:extLst>
          </p:cNvPr>
          <p:cNvSpPr>
            <a:spLocks xmlns:a="http://schemas.openxmlformats.org/drawingml/2006/main" noGrp="1"/>
          </p:cNvSpPr>
          <p:nvPr/>
        </p:nvSpPr>
        <p:spPr>
          <a:xfrm xmlns:a="http://schemas.openxmlformats.org/drawingml/2006/main">
            <a:off x="8486775" y="3864206"/>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9642001" name="Oval 1167646443">
            <a:extLst xmlns:a="http://schemas.openxmlformats.org/drawingml/2006/main">
              <a:ext uri="{FF2B5EF4-FFF2-40B4-BE49-F238E27FC236}">
                <a16:creationId xmlns:a16="http://schemas.microsoft.com/office/drawing/2014/main" id="{80057395-313A-4464-966F-555C6C734740}"/>
              </a:ext>
            </a:extLst>
          </p:cNvPr>
          <p:cNvSpPr>
            <a:spLocks xmlns:a="http://schemas.openxmlformats.org/drawingml/2006/main" noGrp="1"/>
          </p:cNvSpPr>
          <p:nvPr/>
        </p:nvSpPr>
        <p:spPr>
          <a:xfrm xmlns:a="http://schemas.openxmlformats.org/drawingml/2006/main">
            <a:off x="8776335" y="2487410"/>
            <a:ext cx="156210" cy="156210"/>
          </a:xfrm>
          <a:prstGeom xmlns:a="http://schemas.openxmlformats.org/drawingml/2006/main" prst="ellipse">
            <a:avLst/>
          </a:prstGeom>
          <a:solidFill xmlns:a="http://schemas.openxmlformats.org/drawingml/2006/main">
            <a:srgbClr val="2563EB"/>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62956121" name="Rectangle: Rounded Corners 1367024097">
            <a:extLst xmlns:a="http://schemas.openxmlformats.org/drawingml/2006/main">
              <a:ext uri="{FF2B5EF4-FFF2-40B4-BE49-F238E27FC236}">
                <a16:creationId xmlns:a16="http://schemas.microsoft.com/office/drawing/2014/main" id="{58D4CF1A-C3DE-4E30-A19A-FE1F0CB6A32D}"/>
              </a:ext>
            </a:extLst>
          </p:cNvPr>
          <p:cNvSpPr>
            <a:spLocks xmlns:a="http://schemas.openxmlformats.org/drawingml/2006/main" noGrp="1"/>
          </p:cNvSpPr>
          <p:nvPr/>
        </p:nvSpPr>
        <p:spPr>
          <a:xfrm xmlns:a="http://schemas.openxmlformats.org/drawingml/2006/main">
            <a:off x="9429750" y="3000375"/>
            <a:ext cx="15240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fits noise</a:t>
            </a:r>
          </a:p>
        </p:txBody>
      </p:sp>
      <p:sp>
        <p:nvSpPr>
          <p:cNvPr id="1525581261" name="Rectangle: Rounded Corners 2069871042">
            <a:extLst xmlns:a="http://schemas.openxmlformats.org/drawingml/2006/main">
              <a:ext uri="{FF2B5EF4-FFF2-40B4-BE49-F238E27FC236}">
                <a16:creationId xmlns:a16="http://schemas.microsoft.com/office/drawing/2014/main" id="{F1FE5927-6A7D-4E2F-89AE-CDED1AFF05C2}"/>
              </a:ext>
            </a:extLst>
          </p:cNvPr>
          <p:cNvSpPr>
            <a:spLocks xmlns:a="http://schemas.openxmlformats.org/drawingml/2006/main" noGrp="1"/>
          </p:cNvSpPr>
          <p:nvPr/>
        </p:nvSpPr>
        <p:spPr>
          <a:xfrm xmlns:a="http://schemas.openxmlformats.org/drawingml/2006/main">
            <a:off x="9429750" y="3714750"/>
            <a:ext cx="15240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better trend</a:t>
            </a:r>
          </a:p>
        </p:txBody>
      </p:sp>
      <p:sp>
        <p:nvSpPr>
          <p:cNvPr id="1895823163" name="Rectangle 2096192631">
            <a:extLst xmlns:a="http://schemas.openxmlformats.org/drawingml/2006/main">
              <a:ext uri="{FF2B5EF4-FFF2-40B4-BE49-F238E27FC236}">
                <a16:creationId xmlns:a16="http://schemas.microsoft.com/office/drawing/2014/main" id="{74A29D8C-FB0B-4DD9-96BD-05446FE858E8}"/>
              </a:ext>
            </a:extLst>
          </p:cNvPr>
          <p:cNvSpPr>
            <a:spLocks xmlns:a="http://schemas.openxmlformats.org/drawingml/2006/main" noGrp="1"/>
          </p:cNvSpPr>
          <p:nvPr/>
        </p:nvSpPr>
        <p:spPr>
          <a:xfrm xmlns:a="http://schemas.openxmlformats.org/drawingml/2006/main">
            <a:off x="2857500" y="1714500"/>
            <a:ext cx="6477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EF4444"/>
                </a:solidFill>
              </a:defRPr>
            </a:pPr>
            <a:r>
              <a:rPr sz="2100" b="1">
                <a:solidFill>
                  <a:srgbClr val="EF4444"/>
                </a:solidFill>
              </a:rPr>
              <a:t>low training error, weak generalization</a:t>
            </a:r>
          </a:p>
        </p:txBody>
      </p:sp>
      <p:sp>
        <p:nvSpPr>
          <p:cNvPr id="1011098953" name="Rectangle 969777747">
            <a:extLst xmlns:a="http://schemas.openxmlformats.org/drawingml/2006/main">
              <a:ext uri="{FF2B5EF4-FFF2-40B4-BE49-F238E27FC236}">
                <a16:creationId xmlns:a16="http://schemas.microsoft.com/office/drawing/2014/main" id="{DB1FCE94-85DD-4194-8ED4-F9972CE9CF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09</a:t>
            </a:r>
          </a:p>
        </p:txBody>
      </p:sp>
      <p:pic>
        <p:nvPicPr>
          <p:cNvPr id="1999440066" name="Graphic 2096192661"/>
          <p:cNvPicPr>
            <a:picLocks xmlns:a="http://schemas.openxmlformats.org/drawingml/2006/main" noChangeAspect="1"/>
          </p:cNvPicPr>
          <p:nvPr/>
        </p:nvPicPr>
        <p:blipFill rotWithShape="1">
          <a:blip xmlns:r="http://schemas.openxmlformats.org/officeDocument/2006/relationships" xmlns:a="http://schemas.openxmlformats.org/drawingml/2006/main" r:embed="R0eb1b18e1ca44772">
            <a:extLst>
              <a:ext uri="{96DAC541-7B7A-43D3-8B79-37D633B846F1}">
                <asvg:svgBlip xmlns:asvg="http://schemas.microsoft.com/office/drawing/2016/SVG/main" r:embed="R77e43e56e7de4d7c"/>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1164207219" name="solidguide_flipV">
            <a:extLst xmlns:a="http://schemas.openxmlformats.org/drawingml/2006/main">
              <a:ext uri="{FF2B5EF4-FFF2-40B4-BE49-F238E27FC236}">
                <a16:creationId xmlns:a16="http://schemas.microsoft.com/office/drawing/2014/main" id="{2BE55C93-A6E3-4EC5-A124-611359EA58E7}"/>
              </a:ext>
            </a:extLst>
          </p:cNvPr>
          <p:cNvSpPr>
            <a:spLocks xmlns:a="http://schemas.openxmlformats.org/drawingml/2006/main" noGrp="1"/>
          </p:cNvSpPr>
          <p:nvPr/>
        </p:nvSpPr>
        <p:spPr>
          <a:xfrm xmlns:a="http://schemas.openxmlformats.org/drawingml/2006/main" flipV="1">
            <a:off x="2194560" y="2877773"/>
            <a:ext cx="6804660" cy="1734212"/>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635985076"/>
      </p:ext>
    </p:extLst>
  </p:cSld>
</p:sld>
</file>

<file path=ppt/slides/slide1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6253929" name="Rectangle 1890818175">
            <a:extLst xmlns:a="http://schemas.openxmlformats.org/drawingml/2006/main">
              <a:ext uri="{FF2B5EF4-FFF2-40B4-BE49-F238E27FC236}">
                <a16:creationId xmlns:a16="http://schemas.microsoft.com/office/drawing/2014/main" id="{E1F617E8-D5A7-40C8-A80A-7FF830160AC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284133027" name="Rectangle 785272061">
            <a:extLst xmlns:a="http://schemas.openxmlformats.org/drawingml/2006/main">
              <a:ext uri="{FF2B5EF4-FFF2-40B4-BE49-F238E27FC236}">
                <a16:creationId xmlns:a16="http://schemas.microsoft.com/office/drawing/2014/main" id="{99A760BA-D631-4C79-8EAD-6633891CEB7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chemeClr val="tx1">
                    <a:lumMod val="65000"/>
                    <a:lumOff val="35000"/>
                  </a:schemeClr>
                </a:solidFill>
              </a:rPr>
              <a:t>Data is split to separate learning from judging</a:t>
            </a:r>
          </a:p>
        </p:txBody>
      </p:sp>
      <p:sp>
        <p:nvSpPr>
          <p:cNvPr id="798405048" name="Rectangle: Rounded Corners 1266136651">
            <a:extLst xmlns:a="http://schemas.openxmlformats.org/drawingml/2006/main">
              <a:ext uri="{FF2B5EF4-FFF2-40B4-BE49-F238E27FC236}">
                <a16:creationId xmlns:a16="http://schemas.microsoft.com/office/drawing/2014/main" id="{7DD02F2B-D546-49C1-814F-DB1EFAD50CB5}"/>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898015" name="Rectangle: Rounded Corners 1050748594">
            <a:extLst xmlns:a="http://schemas.openxmlformats.org/drawingml/2006/main">
              <a:ext uri="{FF2B5EF4-FFF2-40B4-BE49-F238E27FC236}">
                <a16:creationId xmlns:a16="http://schemas.microsoft.com/office/drawing/2014/main" id="{EE39A1B1-CC79-4A5C-AC29-6DD79BEC9894}"/>
              </a:ext>
            </a:extLst>
          </p:cNvPr>
          <p:cNvSpPr>
            <a:spLocks xmlns:a="http://schemas.openxmlformats.org/drawingml/2006/main" noGrp="1"/>
          </p:cNvSpPr>
          <p:nvPr/>
        </p:nvSpPr>
        <p:spPr>
          <a:xfrm xmlns:a="http://schemas.openxmlformats.org/drawingml/2006/main">
            <a:off x="116205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30437646" name="Rectangle 1752567775">
            <a:extLst xmlns:a="http://schemas.openxmlformats.org/drawingml/2006/main">
              <a:ext uri="{FF2B5EF4-FFF2-40B4-BE49-F238E27FC236}">
                <a16:creationId xmlns:a16="http://schemas.microsoft.com/office/drawing/2014/main" id="{DA5DD1C7-AC55-4AC0-9BDF-EECD8EC98D0A}"/>
              </a:ext>
            </a:extLst>
          </p:cNvPr>
          <p:cNvSpPr>
            <a:spLocks xmlns:a="http://schemas.openxmlformats.org/drawingml/2006/main" noGrp="1"/>
          </p:cNvSpPr>
          <p:nvPr/>
        </p:nvSpPr>
        <p:spPr>
          <a:xfrm xmlns:a="http://schemas.openxmlformats.org/drawingml/2006/main">
            <a:off x="137160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2563EB"/>
                </a:solidFill>
              </a:defRPr>
            </a:pPr>
            <a:r>
              <a:rPr sz="2350" b="1">
                <a:solidFill>
                  <a:srgbClr val="2563EB"/>
                </a:solidFill>
              </a:rPr>
              <a:t>train</a:t>
            </a:r>
          </a:p>
        </p:txBody>
      </p:sp>
      <p:sp>
        <p:nvSpPr>
          <p:cNvPr id="1391489462" name="Rectangle 397256149">
            <a:extLst xmlns:a="http://schemas.openxmlformats.org/drawingml/2006/main">
              <a:ext uri="{FF2B5EF4-FFF2-40B4-BE49-F238E27FC236}">
                <a16:creationId xmlns:a16="http://schemas.microsoft.com/office/drawing/2014/main" id="{77894FC1-4AF5-45E0-9BC0-8694359515F4}"/>
              </a:ext>
            </a:extLst>
          </p:cNvPr>
          <p:cNvSpPr>
            <a:spLocks xmlns:a="http://schemas.openxmlformats.org/drawingml/2006/main" noGrp="1"/>
          </p:cNvSpPr>
          <p:nvPr/>
        </p:nvSpPr>
        <p:spPr>
          <a:xfrm xmlns:a="http://schemas.openxmlformats.org/drawingml/2006/main">
            <a:off x="139065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learn the model</a:t>
            </a:r>
          </a:p>
        </p:txBody>
      </p:sp>
      <p:sp>
        <p:nvSpPr>
          <p:cNvPr id="685577686" name="Rectangle 528734129">
            <a:extLst xmlns:a="http://schemas.openxmlformats.org/drawingml/2006/main">
              <a:ext uri="{FF2B5EF4-FFF2-40B4-BE49-F238E27FC236}">
                <a16:creationId xmlns:a16="http://schemas.microsoft.com/office/drawing/2014/main" id="{75436172-EECB-449F-9AFE-73D153B2DBA1}"/>
              </a:ext>
            </a:extLst>
          </p:cNvPr>
          <p:cNvSpPr>
            <a:spLocks xmlns:a="http://schemas.openxmlformats.org/drawingml/2006/main" noGrp="1"/>
          </p:cNvSpPr>
          <p:nvPr/>
        </p:nvSpPr>
        <p:spPr>
          <a:xfrm xmlns:a="http://schemas.openxmlformats.org/drawingml/2006/main">
            <a:off x="144780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uses</a:t>
            </a:r>
          </a:p>
        </p:txBody>
      </p:sp>
      <p:sp>
        <p:nvSpPr>
          <p:cNvPr id="2050281857" name="Rectangle 1008566192">
            <a:extLst xmlns:a="http://schemas.openxmlformats.org/drawingml/2006/main">
              <a:ext uri="{FF2B5EF4-FFF2-40B4-BE49-F238E27FC236}">
                <a16:creationId xmlns:a16="http://schemas.microsoft.com/office/drawing/2014/main" id="{7D907770-4B6F-4548-9025-5ECBA6CCFADE}"/>
              </a:ext>
            </a:extLst>
          </p:cNvPr>
          <p:cNvSpPr>
            <a:spLocks xmlns:a="http://schemas.openxmlformats.org/drawingml/2006/main" noGrp="1"/>
          </p:cNvSpPr>
          <p:nvPr/>
        </p:nvSpPr>
        <p:spPr>
          <a:xfrm xmlns:a="http://schemas.openxmlformats.org/drawingml/2006/main">
            <a:off x="217170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examples + labels</a:t>
            </a:r>
          </a:p>
        </p:txBody>
      </p:sp>
      <p:sp>
        <p:nvSpPr>
          <p:cNvPr id="1229954393" name="Straight Connector 2104166465">
            <a:extLst xmlns:a="http://schemas.openxmlformats.org/drawingml/2006/main">
              <a:ext uri="{FF2B5EF4-FFF2-40B4-BE49-F238E27FC236}">
                <a16:creationId xmlns:a16="http://schemas.microsoft.com/office/drawing/2014/main" id="{EE927E89-1D38-4F90-81C8-BC3E313FB227}"/>
              </a:ext>
            </a:extLst>
          </p:cNvPr>
          <p:cNvSpPr>
            <a:spLocks xmlns:a="http://schemas.openxmlformats.org/drawingml/2006/main" noGrp="1"/>
          </p:cNvSpPr>
          <p:nvPr/>
        </p:nvSpPr>
        <p:spPr>
          <a:xfrm xmlns:a="http://schemas.openxmlformats.org/drawingml/2006/main">
            <a:off x="144780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4770999" name="Rectangle 1391317270">
            <a:extLst xmlns:a="http://schemas.openxmlformats.org/drawingml/2006/main">
              <a:ext uri="{FF2B5EF4-FFF2-40B4-BE49-F238E27FC236}">
                <a16:creationId xmlns:a16="http://schemas.microsoft.com/office/drawing/2014/main" id="{DE46DF07-55AC-49C2-B2D5-348A3BF385E4}"/>
              </a:ext>
            </a:extLst>
          </p:cNvPr>
          <p:cNvSpPr>
            <a:spLocks xmlns:a="http://schemas.openxmlformats.org/drawingml/2006/main" noGrp="1"/>
          </p:cNvSpPr>
          <p:nvPr/>
        </p:nvSpPr>
        <p:spPr>
          <a:xfrm xmlns:a="http://schemas.openxmlformats.org/drawingml/2006/main">
            <a:off x="144780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affects</a:t>
            </a:r>
          </a:p>
        </p:txBody>
      </p:sp>
      <p:sp>
        <p:nvSpPr>
          <p:cNvPr id="381224207" name="Rectangle 2139818398">
            <a:extLst xmlns:a="http://schemas.openxmlformats.org/drawingml/2006/main">
              <a:ext uri="{FF2B5EF4-FFF2-40B4-BE49-F238E27FC236}">
                <a16:creationId xmlns:a16="http://schemas.microsoft.com/office/drawing/2014/main" id="{1EE4CB92-C23E-414C-A812-2780FBD63266}"/>
              </a:ext>
            </a:extLst>
          </p:cNvPr>
          <p:cNvSpPr>
            <a:spLocks xmlns:a="http://schemas.openxmlformats.org/drawingml/2006/main" noGrp="1"/>
          </p:cNvSpPr>
          <p:nvPr/>
        </p:nvSpPr>
        <p:spPr>
          <a:xfrm xmlns:a="http://schemas.openxmlformats.org/drawingml/2006/main">
            <a:off x="217170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weights directly</a:t>
            </a:r>
          </a:p>
        </p:txBody>
      </p:sp>
      <p:sp>
        <p:nvSpPr>
          <p:cNvPr id="1453200490" name="Straight Connector 756114381">
            <a:extLst xmlns:a="http://schemas.openxmlformats.org/drawingml/2006/main">
              <a:ext uri="{FF2B5EF4-FFF2-40B4-BE49-F238E27FC236}">
                <a16:creationId xmlns:a16="http://schemas.microsoft.com/office/drawing/2014/main" id="{A9A359B1-D770-4239-9108-3D3CDE5C9D6D}"/>
              </a:ext>
            </a:extLst>
          </p:cNvPr>
          <p:cNvSpPr>
            <a:spLocks xmlns:a="http://schemas.openxmlformats.org/drawingml/2006/main" noGrp="1"/>
          </p:cNvSpPr>
          <p:nvPr/>
        </p:nvSpPr>
        <p:spPr>
          <a:xfrm xmlns:a="http://schemas.openxmlformats.org/drawingml/2006/main">
            <a:off x="144780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36414153" name="Rectangle 1665170772">
            <a:extLst xmlns:a="http://schemas.openxmlformats.org/drawingml/2006/main">
              <a:ext uri="{FF2B5EF4-FFF2-40B4-BE49-F238E27FC236}">
                <a16:creationId xmlns:a16="http://schemas.microsoft.com/office/drawing/2014/main" id="{325DA2A5-1E34-4B82-9353-EEE96FB9B946}"/>
              </a:ext>
            </a:extLst>
          </p:cNvPr>
          <p:cNvSpPr>
            <a:spLocks xmlns:a="http://schemas.openxmlformats.org/drawingml/2006/main" noGrp="1"/>
          </p:cNvSpPr>
          <p:nvPr/>
        </p:nvSpPr>
        <p:spPr>
          <a:xfrm xmlns:a="http://schemas.openxmlformats.org/drawingml/2006/main">
            <a:off x="144780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timing</a:t>
            </a:r>
          </a:p>
        </p:txBody>
      </p:sp>
      <p:sp>
        <p:nvSpPr>
          <p:cNvPr id="214348732" name="Rectangle 1710634736">
            <a:extLst xmlns:a="http://schemas.openxmlformats.org/drawingml/2006/main">
              <a:ext uri="{FF2B5EF4-FFF2-40B4-BE49-F238E27FC236}">
                <a16:creationId xmlns:a16="http://schemas.microsoft.com/office/drawing/2014/main" id="{69C2E82B-4F62-4105-B04B-3317E8BA6420}"/>
              </a:ext>
            </a:extLst>
          </p:cNvPr>
          <p:cNvSpPr>
            <a:spLocks xmlns:a="http://schemas.openxmlformats.org/drawingml/2006/main" noGrp="1"/>
          </p:cNvSpPr>
          <p:nvPr/>
        </p:nvSpPr>
        <p:spPr>
          <a:xfrm xmlns:a="http://schemas.openxmlformats.org/drawingml/2006/main">
            <a:off x="217170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every update</a:t>
            </a:r>
          </a:p>
        </p:txBody>
      </p:sp>
      <p:sp>
        <p:nvSpPr>
          <p:cNvPr id="1006198053" name="Rectangle: Rounded Corners 1872312689">
            <a:extLst xmlns:a="http://schemas.openxmlformats.org/drawingml/2006/main">
              <a:ext uri="{FF2B5EF4-FFF2-40B4-BE49-F238E27FC236}">
                <a16:creationId xmlns:a16="http://schemas.microsoft.com/office/drawing/2014/main" id="{5A52FDA9-7EA9-4ABC-8149-75C6FEEDC348}"/>
              </a:ext>
            </a:extLst>
          </p:cNvPr>
          <p:cNvSpPr>
            <a:spLocks xmlns:a="http://schemas.openxmlformats.org/drawingml/2006/main" noGrp="1"/>
          </p:cNvSpPr>
          <p:nvPr/>
        </p:nvSpPr>
        <p:spPr>
          <a:xfrm xmlns:a="http://schemas.openxmlformats.org/drawingml/2006/main">
            <a:off x="4600575"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6204104" name="Rectangle 1638876599">
            <a:extLst xmlns:a="http://schemas.openxmlformats.org/drawingml/2006/main">
              <a:ext uri="{FF2B5EF4-FFF2-40B4-BE49-F238E27FC236}">
                <a16:creationId xmlns:a16="http://schemas.microsoft.com/office/drawing/2014/main" id="{6FCD9DAF-A643-4084-8821-C007EAB32B84}"/>
              </a:ext>
            </a:extLst>
          </p:cNvPr>
          <p:cNvSpPr>
            <a:spLocks xmlns:a="http://schemas.openxmlformats.org/drawingml/2006/main" noGrp="1"/>
          </p:cNvSpPr>
          <p:nvPr/>
        </p:nvSpPr>
        <p:spPr>
          <a:xfrm xmlns:a="http://schemas.openxmlformats.org/drawingml/2006/main">
            <a:off x="4810125"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10B981"/>
                </a:solidFill>
              </a:defRPr>
            </a:pPr>
            <a:r>
              <a:rPr sz="2350" b="1">
                <a:solidFill>
                  <a:srgbClr val="10B981"/>
                </a:solidFill>
              </a:rPr>
              <a:t>validation</a:t>
            </a:r>
          </a:p>
        </p:txBody>
      </p:sp>
      <p:sp>
        <p:nvSpPr>
          <p:cNvPr id="385765324" name="Rectangle 815678976">
            <a:extLst xmlns:a="http://schemas.openxmlformats.org/drawingml/2006/main">
              <a:ext uri="{FF2B5EF4-FFF2-40B4-BE49-F238E27FC236}">
                <a16:creationId xmlns:a16="http://schemas.microsoft.com/office/drawing/2014/main" id="{58A4C855-1AAA-4C0A-BDE5-1A46C240D984}"/>
              </a:ext>
            </a:extLst>
          </p:cNvPr>
          <p:cNvSpPr>
            <a:spLocks xmlns:a="http://schemas.openxmlformats.org/drawingml/2006/main" noGrp="1"/>
          </p:cNvSpPr>
          <p:nvPr/>
        </p:nvSpPr>
        <p:spPr>
          <a:xfrm xmlns:a="http://schemas.openxmlformats.org/drawingml/2006/main">
            <a:off x="4829175"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choose the setup</a:t>
            </a:r>
          </a:p>
        </p:txBody>
      </p:sp>
      <p:sp>
        <p:nvSpPr>
          <p:cNvPr id="1332476754" name="Rectangle 815528297">
            <a:extLst xmlns:a="http://schemas.openxmlformats.org/drawingml/2006/main">
              <a:ext uri="{FF2B5EF4-FFF2-40B4-BE49-F238E27FC236}">
                <a16:creationId xmlns:a16="http://schemas.microsoft.com/office/drawing/2014/main" id="{553EC852-9F5C-40D4-A2D3-2C37CC390646}"/>
              </a:ext>
            </a:extLst>
          </p:cNvPr>
          <p:cNvSpPr>
            <a:spLocks xmlns:a="http://schemas.openxmlformats.org/drawingml/2006/main" noGrp="1"/>
          </p:cNvSpPr>
          <p:nvPr/>
        </p:nvSpPr>
        <p:spPr>
          <a:xfrm xmlns:a="http://schemas.openxmlformats.org/drawingml/2006/main">
            <a:off x="4886325"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uses</a:t>
            </a:r>
          </a:p>
        </p:txBody>
      </p:sp>
      <p:sp>
        <p:nvSpPr>
          <p:cNvPr id="932595304" name="Rectangle 478170369">
            <a:extLst xmlns:a="http://schemas.openxmlformats.org/drawingml/2006/main">
              <a:ext uri="{FF2B5EF4-FFF2-40B4-BE49-F238E27FC236}">
                <a16:creationId xmlns:a16="http://schemas.microsoft.com/office/drawing/2014/main" id="{0E8D2B07-79AD-4A70-8EF7-9E434AFF203B}"/>
              </a:ext>
            </a:extLst>
          </p:cNvPr>
          <p:cNvSpPr>
            <a:spLocks xmlns:a="http://schemas.openxmlformats.org/drawingml/2006/main" noGrp="1"/>
          </p:cNvSpPr>
          <p:nvPr/>
        </p:nvSpPr>
        <p:spPr>
          <a:xfrm xmlns:a="http://schemas.openxmlformats.org/drawingml/2006/main">
            <a:off x="5610225"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held-out examples</a:t>
            </a:r>
          </a:p>
        </p:txBody>
      </p:sp>
      <p:sp>
        <p:nvSpPr>
          <p:cNvPr id="115753750" name="Straight Connector 533968529">
            <a:extLst xmlns:a="http://schemas.openxmlformats.org/drawingml/2006/main">
              <a:ext uri="{FF2B5EF4-FFF2-40B4-BE49-F238E27FC236}">
                <a16:creationId xmlns:a16="http://schemas.microsoft.com/office/drawing/2014/main" id="{C2171450-B035-41E7-AA81-14C34710EE79}"/>
              </a:ext>
            </a:extLst>
          </p:cNvPr>
          <p:cNvSpPr>
            <a:spLocks xmlns:a="http://schemas.openxmlformats.org/drawingml/2006/main" noGrp="1"/>
          </p:cNvSpPr>
          <p:nvPr/>
        </p:nvSpPr>
        <p:spPr>
          <a:xfrm xmlns:a="http://schemas.openxmlformats.org/drawingml/2006/main">
            <a:off x="4886325"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025242" name="Rectangle 195109745">
            <a:extLst xmlns:a="http://schemas.openxmlformats.org/drawingml/2006/main">
              <a:ext uri="{FF2B5EF4-FFF2-40B4-BE49-F238E27FC236}">
                <a16:creationId xmlns:a16="http://schemas.microsoft.com/office/drawing/2014/main" id="{E6499D03-EDEC-485A-81FE-4818812D259E}"/>
              </a:ext>
            </a:extLst>
          </p:cNvPr>
          <p:cNvSpPr>
            <a:spLocks xmlns:a="http://schemas.openxmlformats.org/drawingml/2006/main" noGrp="1"/>
          </p:cNvSpPr>
          <p:nvPr/>
        </p:nvSpPr>
        <p:spPr>
          <a:xfrm xmlns:a="http://schemas.openxmlformats.org/drawingml/2006/main">
            <a:off x="4886325"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affects</a:t>
            </a:r>
          </a:p>
        </p:txBody>
      </p:sp>
      <p:sp>
        <p:nvSpPr>
          <p:cNvPr id="309296127" name="Rectangle 1008757044">
            <a:extLst xmlns:a="http://schemas.openxmlformats.org/drawingml/2006/main">
              <a:ext uri="{FF2B5EF4-FFF2-40B4-BE49-F238E27FC236}">
                <a16:creationId xmlns:a16="http://schemas.microsoft.com/office/drawing/2014/main" id="{5DBCFEF9-2926-441D-8D3C-DE41817F9730}"/>
              </a:ext>
            </a:extLst>
          </p:cNvPr>
          <p:cNvSpPr>
            <a:spLocks xmlns:a="http://schemas.openxmlformats.org/drawingml/2006/main" noGrp="1"/>
          </p:cNvSpPr>
          <p:nvPr/>
        </p:nvSpPr>
        <p:spPr>
          <a:xfrm xmlns:a="http://schemas.openxmlformats.org/drawingml/2006/main">
            <a:off x="5610225"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choices indirectly</a:t>
            </a:r>
          </a:p>
        </p:txBody>
      </p:sp>
      <p:sp>
        <p:nvSpPr>
          <p:cNvPr id="898355889" name="Straight Connector 1685278168">
            <a:extLst xmlns:a="http://schemas.openxmlformats.org/drawingml/2006/main">
              <a:ext uri="{FF2B5EF4-FFF2-40B4-BE49-F238E27FC236}">
                <a16:creationId xmlns:a16="http://schemas.microsoft.com/office/drawing/2014/main" id="{5A051479-822D-422A-8A00-9284AA8EA07B}"/>
              </a:ext>
            </a:extLst>
          </p:cNvPr>
          <p:cNvSpPr>
            <a:spLocks xmlns:a="http://schemas.openxmlformats.org/drawingml/2006/main" noGrp="1"/>
          </p:cNvSpPr>
          <p:nvPr/>
        </p:nvSpPr>
        <p:spPr>
          <a:xfrm xmlns:a="http://schemas.openxmlformats.org/drawingml/2006/main">
            <a:off x="4886325"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934860" name="Rectangle 1256120152">
            <a:extLst xmlns:a="http://schemas.openxmlformats.org/drawingml/2006/main">
              <a:ext uri="{FF2B5EF4-FFF2-40B4-BE49-F238E27FC236}">
                <a16:creationId xmlns:a16="http://schemas.microsoft.com/office/drawing/2014/main" id="{7E25C8EE-64C3-47BE-9019-83FF0E0EAA01}"/>
              </a:ext>
            </a:extLst>
          </p:cNvPr>
          <p:cNvSpPr>
            <a:spLocks xmlns:a="http://schemas.openxmlformats.org/drawingml/2006/main" noGrp="1"/>
          </p:cNvSpPr>
          <p:nvPr/>
        </p:nvSpPr>
        <p:spPr>
          <a:xfrm xmlns:a="http://schemas.openxmlformats.org/drawingml/2006/main">
            <a:off x="4886325"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10B981"/>
                </a:solidFill>
              </a:defRPr>
            </a:pPr>
            <a:r>
              <a:rPr sz="1200" b="1">
                <a:solidFill>
                  <a:srgbClr val="10B981"/>
                </a:solidFill>
              </a:rPr>
              <a:t>timing</a:t>
            </a:r>
          </a:p>
        </p:txBody>
      </p:sp>
      <p:sp>
        <p:nvSpPr>
          <p:cNvPr id="493717430" name="Rectangle 686280821">
            <a:extLst xmlns:a="http://schemas.openxmlformats.org/drawingml/2006/main">
              <a:ext uri="{FF2B5EF4-FFF2-40B4-BE49-F238E27FC236}">
                <a16:creationId xmlns:a16="http://schemas.microsoft.com/office/drawing/2014/main" id="{9DD11A32-60F2-4377-9E7F-3201E4209033}"/>
              </a:ext>
            </a:extLst>
          </p:cNvPr>
          <p:cNvSpPr>
            <a:spLocks xmlns:a="http://schemas.openxmlformats.org/drawingml/2006/main" noGrp="1"/>
          </p:cNvSpPr>
          <p:nvPr/>
        </p:nvSpPr>
        <p:spPr>
          <a:xfrm xmlns:a="http://schemas.openxmlformats.org/drawingml/2006/main">
            <a:off x="5610225"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during development</a:t>
            </a:r>
          </a:p>
        </p:txBody>
      </p:sp>
      <p:sp>
        <p:nvSpPr>
          <p:cNvPr id="514290974" name="Rectangle: Rounded Corners 312764701">
            <a:extLst xmlns:a="http://schemas.openxmlformats.org/drawingml/2006/main">
              <a:ext uri="{FF2B5EF4-FFF2-40B4-BE49-F238E27FC236}">
                <a16:creationId xmlns:a16="http://schemas.microsoft.com/office/drawing/2014/main" id="{FF05258F-B259-4435-BBC9-BE096E45C020}"/>
              </a:ext>
            </a:extLst>
          </p:cNvPr>
          <p:cNvSpPr>
            <a:spLocks xmlns:a="http://schemas.openxmlformats.org/drawingml/2006/main" noGrp="1"/>
          </p:cNvSpPr>
          <p:nvPr/>
        </p:nvSpPr>
        <p:spPr>
          <a:xfrm xmlns:a="http://schemas.openxmlformats.org/drawingml/2006/main">
            <a:off x="8039100" y="1752599"/>
            <a:ext cx="2990850" cy="3543300"/>
          </a:xfrm>
          <a:prstGeom xmlns:a="http://schemas.openxmlformats.org/drawingml/2006/main" prst="roundRect">
            <a:avLst>
              <a:gd name="adj" fmla="val 3822"/>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9193384" name="Rectangle 2086773709">
            <a:extLst xmlns:a="http://schemas.openxmlformats.org/drawingml/2006/main">
              <a:ext uri="{FF2B5EF4-FFF2-40B4-BE49-F238E27FC236}">
                <a16:creationId xmlns:a16="http://schemas.microsoft.com/office/drawing/2014/main" id="{55AA0EBD-96DD-4577-AD4A-AE12B213A46C}"/>
              </a:ext>
            </a:extLst>
          </p:cNvPr>
          <p:cNvSpPr>
            <a:spLocks xmlns:a="http://schemas.openxmlformats.org/drawingml/2006/main" noGrp="1"/>
          </p:cNvSpPr>
          <p:nvPr/>
        </p:nvSpPr>
        <p:spPr>
          <a:xfrm xmlns:a="http://schemas.openxmlformats.org/drawingml/2006/main">
            <a:off x="8248650" y="2019300"/>
            <a:ext cx="2571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350" b="1">
                <a:solidFill>
                  <a:srgbClr val="7C3AED"/>
                </a:solidFill>
              </a:defRPr>
            </a:pPr>
            <a:r>
              <a:rPr sz="2350" b="1">
                <a:solidFill>
                  <a:srgbClr val="7C3AED"/>
                </a:solidFill>
              </a:rPr>
              <a:t>test</a:t>
            </a:r>
          </a:p>
        </p:txBody>
      </p:sp>
      <p:sp>
        <p:nvSpPr>
          <p:cNvPr id="2060347448" name="Rectangle 2025467514">
            <a:extLst xmlns:a="http://schemas.openxmlformats.org/drawingml/2006/main">
              <a:ext uri="{FF2B5EF4-FFF2-40B4-BE49-F238E27FC236}">
                <a16:creationId xmlns:a16="http://schemas.microsoft.com/office/drawing/2014/main" id="{24F944DE-A748-408A-9544-4E76534ED55A}"/>
              </a:ext>
            </a:extLst>
          </p:cNvPr>
          <p:cNvSpPr>
            <a:spLocks xmlns:a="http://schemas.openxmlformats.org/drawingml/2006/main" noGrp="1"/>
          </p:cNvSpPr>
          <p:nvPr/>
        </p:nvSpPr>
        <p:spPr>
          <a:xfrm xmlns:a="http://schemas.openxmlformats.org/drawingml/2006/main">
            <a:off x="8267700" y="2571750"/>
            <a:ext cx="253365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estimate final score</a:t>
            </a:r>
          </a:p>
        </p:txBody>
      </p:sp>
      <p:sp>
        <p:nvSpPr>
          <p:cNvPr id="2084350339" name="Rectangle 957358411">
            <a:extLst xmlns:a="http://schemas.openxmlformats.org/drawingml/2006/main">
              <a:ext uri="{FF2B5EF4-FFF2-40B4-BE49-F238E27FC236}">
                <a16:creationId xmlns:a16="http://schemas.microsoft.com/office/drawing/2014/main" id="{D812BB3A-D170-4DE6-9DB7-BEE8C45E166B}"/>
              </a:ext>
            </a:extLst>
          </p:cNvPr>
          <p:cNvSpPr>
            <a:spLocks xmlns:a="http://schemas.openxmlformats.org/drawingml/2006/main" noGrp="1"/>
          </p:cNvSpPr>
          <p:nvPr/>
        </p:nvSpPr>
        <p:spPr>
          <a:xfrm xmlns:a="http://schemas.openxmlformats.org/drawingml/2006/main">
            <a:off x="8324850" y="33718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uses</a:t>
            </a:r>
          </a:p>
        </p:txBody>
      </p:sp>
      <p:sp>
        <p:nvSpPr>
          <p:cNvPr id="462046895" name="Rectangle 1167683203">
            <a:extLst xmlns:a="http://schemas.openxmlformats.org/drawingml/2006/main">
              <a:ext uri="{FF2B5EF4-FFF2-40B4-BE49-F238E27FC236}">
                <a16:creationId xmlns:a16="http://schemas.microsoft.com/office/drawing/2014/main" id="{A2134682-392A-4EE7-A60C-6C80596AC1DC}"/>
              </a:ext>
            </a:extLst>
          </p:cNvPr>
          <p:cNvSpPr>
            <a:spLocks xmlns:a="http://schemas.openxmlformats.org/drawingml/2006/main" noGrp="1"/>
          </p:cNvSpPr>
          <p:nvPr/>
        </p:nvSpPr>
        <p:spPr>
          <a:xfrm xmlns:a="http://schemas.openxmlformats.org/drawingml/2006/main">
            <a:off x="9048750" y="33528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unseen examples</a:t>
            </a:r>
          </a:p>
        </p:txBody>
      </p:sp>
      <p:sp>
        <p:nvSpPr>
          <p:cNvPr id="1499205283" name="Straight Connector 935775799">
            <a:extLst xmlns:a="http://schemas.openxmlformats.org/drawingml/2006/main">
              <a:ext uri="{FF2B5EF4-FFF2-40B4-BE49-F238E27FC236}">
                <a16:creationId xmlns:a16="http://schemas.microsoft.com/office/drawing/2014/main" id="{3EA11809-6BB2-41AB-98D4-DD630C12272A}"/>
              </a:ext>
            </a:extLst>
          </p:cNvPr>
          <p:cNvSpPr>
            <a:spLocks xmlns:a="http://schemas.openxmlformats.org/drawingml/2006/main" noGrp="1"/>
          </p:cNvSpPr>
          <p:nvPr/>
        </p:nvSpPr>
        <p:spPr>
          <a:xfrm xmlns:a="http://schemas.openxmlformats.org/drawingml/2006/main">
            <a:off x="8324850" y="373380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946846" name="Rectangle 1650430570">
            <a:extLst xmlns:a="http://schemas.openxmlformats.org/drawingml/2006/main">
              <a:ext uri="{FF2B5EF4-FFF2-40B4-BE49-F238E27FC236}">
                <a16:creationId xmlns:a16="http://schemas.microsoft.com/office/drawing/2014/main" id="{B3D20094-4406-4F11-B01C-A15CA4AB6B83}"/>
              </a:ext>
            </a:extLst>
          </p:cNvPr>
          <p:cNvSpPr>
            <a:spLocks xmlns:a="http://schemas.openxmlformats.org/drawingml/2006/main" noGrp="1"/>
          </p:cNvSpPr>
          <p:nvPr/>
        </p:nvSpPr>
        <p:spPr>
          <a:xfrm xmlns:a="http://schemas.openxmlformats.org/drawingml/2006/main">
            <a:off x="8324850" y="388620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affects</a:t>
            </a:r>
          </a:p>
        </p:txBody>
      </p:sp>
      <p:sp>
        <p:nvSpPr>
          <p:cNvPr id="746526489" name="Rectangle 1673598855">
            <a:extLst xmlns:a="http://schemas.openxmlformats.org/drawingml/2006/main">
              <a:ext uri="{FF2B5EF4-FFF2-40B4-BE49-F238E27FC236}">
                <a16:creationId xmlns:a16="http://schemas.microsoft.com/office/drawing/2014/main" id="{0E8EC137-F58D-49F6-AFF2-FBFC5885D3EB}"/>
              </a:ext>
            </a:extLst>
          </p:cNvPr>
          <p:cNvSpPr>
            <a:spLocks xmlns:a="http://schemas.openxmlformats.org/drawingml/2006/main" noGrp="1"/>
          </p:cNvSpPr>
          <p:nvPr/>
        </p:nvSpPr>
        <p:spPr>
          <a:xfrm xmlns:a="http://schemas.openxmlformats.org/drawingml/2006/main">
            <a:off x="9048750" y="386715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nothing</a:t>
            </a:r>
          </a:p>
        </p:txBody>
      </p:sp>
      <p:sp>
        <p:nvSpPr>
          <p:cNvPr id="1587414738" name="Straight Connector 796017482">
            <a:extLst xmlns:a="http://schemas.openxmlformats.org/drawingml/2006/main">
              <a:ext uri="{FF2B5EF4-FFF2-40B4-BE49-F238E27FC236}">
                <a16:creationId xmlns:a16="http://schemas.microsoft.com/office/drawing/2014/main" id="{A7480DC9-10E3-42BF-9048-84365C76F24A}"/>
              </a:ext>
            </a:extLst>
          </p:cNvPr>
          <p:cNvSpPr>
            <a:spLocks xmlns:a="http://schemas.openxmlformats.org/drawingml/2006/main" noGrp="1"/>
          </p:cNvSpPr>
          <p:nvPr/>
        </p:nvSpPr>
        <p:spPr>
          <a:xfrm xmlns:a="http://schemas.openxmlformats.org/drawingml/2006/main">
            <a:off x="8324850" y="4248150"/>
            <a:ext cx="2419350" cy="9525"/>
          </a:xfrm>
          <a:prstGeom xmlns:a="http://schemas.openxmlformats.org/drawingml/2006/main" prst="line">
            <a:avLst/>
          </a:prstGeom>
          <a:noFill xmlns:a="http://schemas.openxmlformats.org/drawingml/2006/main"/>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2241056" name="Rectangle 150138993">
            <a:extLst xmlns:a="http://schemas.openxmlformats.org/drawingml/2006/main">
              <a:ext uri="{FF2B5EF4-FFF2-40B4-BE49-F238E27FC236}">
                <a16:creationId xmlns:a16="http://schemas.microsoft.com/office/drawing/2014/main" id="{3D4847E5-154A-4A1A-8558-54B61FF7BD58}"/>
              </a:ext>
            </a:extLst>
          </p:cNvPr>
          <p:cNvSpPr>
            <a:spLocks xmlns:a="http://schemas.openxmlformats.org/drawingml/2006/main" noGrp="1"/>
          </p:cNvSpPr>
          <p:nvPr/>
        </p:nvSpPr>
        <p:spPr>
          <a:xfrm xmlns:a="http://schemas.openxmlformats.org/drawingml/2006/main">
            <a:off x="8324850" y="4400550"/>
            <a:ext cx="704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7C3AED"/>
                </a:solidFill>
              </a:defRPr>
            </a:pPr>
            <a:r>
              <a:rPr sz="1200" b="1">
                <a:solidFill>
                  <a:srgbClr val="7C3AED"/>
                </a:solidFill>
              </a:rPr>
              <a:t>timing</a:t>
            </a:r>
          </a:p>
        </p:txBody>
      </p:sp>
      <p:sp>
        <p:nvSpPr>
          <p:cNvPr id="2025565972" name="Rectangle 1355132477">
            <a:extLst xmlns:a="http://schemas.openxmlformats.org/drawingml/2006/main">
              <a:ext uri="{FF2B5EF4-FFF2-40B4-BE49-F238E27FC236}">
                <a16:creationId xmlns:a16="http://schemas.microsoft.com/office/drawing/2014/main" id="{8C884A4C-A67A-49A1-9193-60D9EFEAD6E7}"/>
              </a:ext>
            </a:extLst>
          </p:cNvPr>
          <p:cNvSpPr>
            <a:spLocks xmlns:a="http://schemas.openxmlformats.org/drawingml/2006/main" noGrp="1"/>
          </p:cNvSpPr>
          <p:nvPr/>
        </p:nvSpPr>
        <p:spPr>
          <a:xfrm xmlns:a="http://schemas.openxmlformats.org/drawingml/2006/main">
            <a:off x="9048750" y="4381500"/>
            <a:ext cx="1695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0B0F19"/>
                </a:solidFill>
              </a:defRPr>
            </a:pPr>
            <a:r>
              <a:rPr sz="1300" b="0">
                <a:solidFill>
                  <a:srgbClr val="0B0F19"/>
                </a:solidFill>
              </a:rPr>
              <a:t>after all choices</a:t>
            </a:r>
          </a:p>
        </p:txBody>
      </p:sp>
      <p:sp>
        <p:nvSpPr>
          <p:cNvPr id="1402337336" name="Straight Connector 2121780220">
            <a:extLst xmlns:a="http://schemas.openxmlformats.org/drawingml/2006/main">
              <a:ext uri="{FF2B5EF4-FFF2-40B4-BE49-F238E27FC236}">
                <a16:creationId xmlns:a16="http://schemas.microsoft.com/office/drawing/2014/main" id="{1B208E7D-EB60-4601-B9FE-537740F1F806}"/>
              </a:ext>
            </a:extLst>
          </p:cNvPr>
          <p:cNvSpPr>
            <a:spLocks xmlns:a="http://schemas.openxmlformats.org/drawingml/2006/main" noGrp="1"/>
          </p:cNvSpPr>
          <p:nvPr/>
        </p:nvSpPr>
        <p:spPr>
          <a:xfrm xmlns:a="http://schemas.openxmlformats.org/drawingml/2006/main">
            <a:off x="4229100"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7848705" name="Straight Connector 835810551">
            <a:extLst xmlns:a="http://schemas.openxmlformats.org/drawingml/2006/main">
              <a:ext uri="{FF2B5EF4-FFF2-40B4-BE49-F238E27FC236}">
                <a16:creationId xmlns:a16="http://schemas.microsoft.com/office/drawing/2014/main" id="{8853C7AC-F3DB-4B6C-92E0-478F40902423}"/>
              </a:ext>
            </a:extLst>
          </p:cNvPr>
          <p:cNvSpPr>
            <a:spLocks xmlns:a="http://schemas.openxmlformats.org/drawingml/2006/main" noGrp="1"/>
          </p:cNvSpPr>
          <p:nvPr/>
        </p:nvSpPr>
        <p:spPr>
          <a:xfrm xmlns:a="http://schemas.openxmlformats.org/drawingml/2006/main">
            <a:off x="7667625" y="3524250"/>
            <a:ext cx="285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1099998" name="Rectangle 1100880979">
            <a:extLst xmlns:a="http://schemas.openxmlformats.org/drawingml/2006/main">
              <a:ext uri="{FF2B5EF4-FFF2-40B4-BE49-F238E27FC236}">
                <a16:creationId xmlns:a16="http://schemas.microsoft.com/office/drawing/2014/main" id="{0CE1C4CB-A974-4FD1-99D9-73ECA10925EC}"/>
              </a:ext>
            </a:extLst>
          </p:cNvPr>
          <p:cNvSpPr>
            <a:spLocks xmlns:a="http://schemas.openxmlformats.org/drawingml/2006/main" noGrp="1"/>
          </p:cNvSpPr>
          <p:nvPr/>
        </p:nvSpPr>
        <p:spPr>
          <a:xfrm xmlns:a="http://schemas.openxmlformats.org/drawingml/2006/main">
            <a:off x="2781300" y="5524500"/>
            <a:ext cx="666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validation is a development check; test is the final check</a:t>
            </a:r>
          </a:p>
        </p:txBody>
      </p:sp>
      <p:sp>
        <p:nvSpPr>
          <p:cNvPr id="1764234496" name="Rectangle 1811406449">
            <a:extLst xmlns:a="http://schemas.openxmlformats.org/drawingml/2006/main">
              <a:ext uri="{FF2B5EF4-FFF2-40B4-BE49-F238E27FC236}">
                <a16:creationId xmlns:a16="http://schemas.microsoft.com/office/drawing/2014/main" id="{7B6A853A-7E49-47F3-ACEA-6F3DC3E7F12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10</a:t>
            </a:r>
          </a:p>
        </p:txBody>
      </p:sp>
    </p:spTree>
    <p:extLst>
      <p:ext uri="{BB962C8B-B14F-4D97-AF65-F5344CB8AC3E}">
        <p14:creationId xmlns:p14="http://schemas.microsoft.com/office/powerpoint/2010/main" val="1716541426"/>
      </p:ext>
    </p:extLst>
  </p:cSld>
</p:sld>
</file>

<file path=ppt/slides/slide1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10013283" name="Rectangle 854926774">
            <a:extLst xmlns:a="http://schemas.openxmlformats.org/drawingml/2006/main">
              <a:ext uri="{FF2B5EF4-FFF2-40B4-BE49-F238E27FC236}">
                <a16:creationId xmlns:a16="http://schemas.microsoft.com/office/drawing/2014/main" id="{9B48DD10-2E44-47B9-8C41-81398F3DB58E}"/>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Regression</a:t>
            </a:r>
          </a:p>
        </p:txBody>
      </p:sp>
      <p:sp>
        <p:nvSpPr>
          <p:cNvPr id="119975323" name="Rectangle 1150295720">
            <a:extLst xmlns:a="http://schemas.openxmlformats.org/drawingml/2006/main">
              <a:ext uri="{FF2B5EF4-FFF2-40B4-BE49-F238E27FC236}">
                <a16:creationId xmlns:a16="http://schemas.microsoft.com/office/drawing/2014/main" id="{6C25778C-35F8-4B95-8225-0723AD87978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Train, validation, and test reveal fit quality</a:t>
            </a:r>
          </a:p>
        </p:txBody>
      </p:sp>
      <p:sp>
        <p:nvSpPr>
          <p:cNvPr id="1998071925" name="Rectangle: Rounded Corners 2106832513">
            <a:extLst xmlns:a="http://schemas.openxmlformats.org/drawingml/2006/main">
              <a:ext uri="{FF2B5EF4-FFF2-40B4-BE49-F238E27FC236}">
                <a16:creationId xmlns:a16="http://schemas.microsoft.com/office/drawing/2014/main" id="{36E240A1-D324-4D2F-8BB4-7B206817C317}"/>
              </a:ext>
            </a:extLst>
          </p:cNvPr>
          <p:cNvSpPr>
            <a:spLocks xmlns:a="http://schemas.openxmlformats.org/drawingml/2006/main" noGrp="1"/>
          </p:cNvSpPr>
          <p:nvPr/>
        </p:nvSpPr>
        <p:spPr>
          <a:xfrm xmlns:a="http://schemas.openxmlformats.org/drawingml/2006/main">
            <a:off x="1162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train</a:t>
            </a:r>
          </a:p>
        </p:txBody>
      </p:sp>
      <p:sp>
        <p:nvSpPr>
          <p:cNvPr id="870468952" name="Rectangle 537144149">
            <a:extLst xmlns:a="http://schemas.openxmlformats.org/drawingml/2006/main">
              <a:ext uri="{FF2B5EF4-FFF2-40B4-BE49-F238E27FC236}">
                <a16:creationId xmlns:a16="http://schemas.microsoft.com/office/drawing/2014/main" id="{7E49431A-8046-4223-8656-0B1AE52CDBCA}"/>
              </a:ext>
            </a:extLst>
          </p:cNvPr>
          <p:cNvSpPr>
            <a:spLocks xmlns:a="http://schemas.openxmlformats.org/drawingml/2006/main" noGrp="1"/>
          </p:cNvSpPr>
          <p:nvPr/>
        </p:nvSpPr>
        <p:spPr>
          <a:xfrm xmlns:a="http://schemas.openxmlformats.org/drawingml/2006/main">
            <a:off x="1162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fit weights</a:t>
            </a:r>
          </a:p>
        </p:txBody>
      </p:sp>
      <p:sp>
        <p:nvSpPr>
          <p:cNvPr id="835041142" name="Straight Connector 1844070667">
            <a:extLst xmlns:a="http://schemas.openxmlformats.org/drawingml/2006/main">
              <a:ext uri="{FF2B5EF4-FFF2-40B4-BE49-F238E27FC236}">
                <a16:creationId xmlns:a16="http://schemas.microsoft.com/office/drawing/2014/main" id="{8F37E55B-425C-4C0D-909E-A0BF647AB042}"/>
              </a:ext>
            </a:extLst>
          </p:cNvPr>
          <p:cNvSpPr>
            <a:spLocks xmlns:a="http://schemas.openxmlformats.org/drawingml/2006/main" noGrp="1"/>
          </p:cNvSpPr>
          <p:nvPr/>
        </p:nvSpPr>
        <p:spPr>
          <a:xfrm xmlns:a="http://schemas.openxmlformats.org/drawingml/2006/main">
            <a:off x="3752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3432791" name="Rectangle: Rounded Corners 1156722812">
            <a:extLst xmlns:a="http://schemas.openxmlformats.org/drawingml/2006/main">
              <a:ext uri="{FF2B5EF4-FFF2-40B4-BE49-F238E27FC236}">
                <a16:creationId xmlns:a16="http://schemas.microsoft.com/office/drawing/2014/main" id="{EF9D2B55-DBF4-40D5-A35B-18963D42C025}"/>
              </a:ext>
            </a:extLst>
          </p:cNvPr>
          <p:cNvSpPr>
            <a:spLocks xmlns:a="http://schemas.openxmlformats.org/drawingml/2006/main" noGrp="1"/>
          </p:cNvSpPr>
          <p:nvPr/>
        </p:nvSpPr>
        <p:spPr>
          <a:xfrm xmlns:a="http://schemas.openxmlformats.org/drawingml/2006/main">
            <a:off x="4591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validation</a:t>
            </a:r>
          </a:p>
        </p:txBody>
      </p:sp>
      <p:sp>
        <p:nvSpPr>
          <p:cNvPr id="179278812" name="Rectangle 555957418">
            <a:extLst xmlns:a="http://schemas.openxmlformats.org/drawingml/2006/main">
              <a:ext uri="{FF2B5EF4-FFF2-40B4-BE49-F238E27FC236}">
                <a16:creationId xmlns:a16="http://schemas.microsoft.com/office/drawing/2014/main" id="{281C126F-DCE5-4289-9440-B2E18BC2832B}"/>
              </a:ext>
            </a:extLst>
          </p:cNvPr>
          <p:cNvSpPr>
            <a:spLocks xmlns:a="http://schemas.openxmlformats.org/drawingml/2006/main" noGrp="1"/>
          </p:cNvSpPr>
          <p:nvPr/>
        </p:nvSpPr>
        <p:spPr>
          <a:xfrm xmlns:a="http://schemas.openxmlformats.org/drawingml/2006/main">
            <a:off x="4591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choose model</a:t>
            </a:r>
          </a:p>
        </p:txBody>
      </p:sp>
      <p:sp>
        <p:nvSpPr>
          <p:cNvPr id="409333208" name="Straight Connector 1221881980">
            <a:extLst xmlns:a="http://schemas.openxmlformats.org/drawingml/2006/main">
              <a:ext uri="{FF2B5EF4-FFF2-40B4-BE49-F238E27FC236}">
                <a16:creationId xmlns:a16="http://schemas.microsoft.com/office/drawing/2014/main" id="{B145763D-68B4-415A-936E-5E50587B19CF}"/>
              </a:ext>
            </a:extLst>
          </p:cNvPr>
          <p:cNvSpPr>
            <a:spLocks xmlns:a="http://schemas.openxmlformats.org/drawingml/2006/main" noGrp="1"/>
          </p:cNvSpPr>
          <p:nvPr/>
        </p:nvSpPr>
        <p:spPr>
          <a:xfrm xmlns:a="http://schemas.openxmlformats.org/drawingml/2006/main">
            <a:off x="7181850" y="1809750"/>
            <a:ext cx="6286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9522745" name="Rectangle: Rounded Corners 942243679">
            <a:extLst xmlns:a="http://schemas.openxmlformats.org/drawingml/2006/main">
              <a:ext uri="{FF2B5EF4-FFF2-40B4-BE49-F238E27FC236}">
                <a16:creationId xmlns:a16="http://schemas.microsoft.com/office/drawing/2014/main" id="{D6720D37-177E-4669-A673-443A17DAACA4}"/>
              </a:ext>
            </a:extLst>
          </p:cNvPr>
          <p:cNvSpPr>
            <a:spLocks xmlns:a="http://schemas.openxmlformats.org/drawingml/2006/main" noGrp="1"/>
          </p:cNvSpPr>
          <p:nvPr/>
        </p:nvSpPr>
        <p:spPr>
          <a:xfrm xmlns:a="http://schemas.openxmlformats.org/drawingml/2006/main">
            <a:off x="8020050" y="1466849"/>
            <a:ext cx="2381250"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test</a:t>
            </a:r>
          </a:p>
        </p:txBody>
      </p:sp>
      <p:sp>
        <p:nvSpPr>
          <p:cNvPr id="1488520661" name="Rectangle 1558388499">
            <a:extLst xmlns:a="http://schemas.openxmlformats.org/drawingml/2006/main">
              <a:ext uri="{FF2B5EF4-FFF2-40B4-BE49-F238E27FC236}">
                <a16:creationId xmlns:a16="http://schemas.microsoft.com/office/drawing/2014/main" id="{0BA906BA-51B2-4168-B5C4-5E58E711DF13}"/>
              </a:ext>
            </a:extLst>
          </p:cNvPr>
          <p:cNvSpPr>
            <a:spLocks xmlns:a="http://schemas.openxmlformats.org/drawingml/2006/main" noGrp="1"/>
          </p:cNvSpPr>
          <p:nvPr/>
        </p:nvSpPr>
        <p:spPr>
          <a:xfrm xmlns:a="http://schemas.openxmlformats.org/drawingml/2006/main">
            <a:off x="8020050" y="22479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final check</a:t>
            </a:r>
          </a:p>
        </p:txBody>
      </p:sp>
      <p:sp>
        <p:nvSpPr>
          <p:cNvPr id="694095312" name="Rectangle: Rounded Corners 497016789">
            <a:extLst xmlns:a="http://schemas.openxmlformats.org/drawingml/2006/main">
              <a:ext uri="{FF2B5EF4-FFF2-40B4-BE49-F238E27FC236}">
                <a16:creationId xmlns:a16="http://schemas.microsoft.com/office/drawing/2014/main" id="{EF4C7195-1CC2-4C14-88D7-6860B109EDBC}"/>
              </a:ext>
            </a:extLst>
          </p:cNvPr>
          <p:cNvSpPr>
            <a:spLocks xmlns:a="http://schemas.openxmlformats.org/drawingml/2006/main" noGrp="1"/>
          </p:cNvSpPr>
          <p:nvPr/>
        </p:nvSpPr>
        <p:spPr>
          <a:xfrm xmlns:a="http://schemas.openxmlformats.org/drawingml/2006/main">
            <a:off x="704850" y="2743200"/>
            <a:ext cx="10782300" cy="3314700"/>
          </a:xfrm>
          <a:prstGeom xmlns:a="http://schemas.openxmlformats.org/drawingml/2006/main" prst="roundRect">
            <a:avLst>
              <a:gd name="adj" fmla="val 3448"/>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015236" name="Straight Connector 944728692">
            <a:extLst xmlns:a="http://schemas.openxmlformats.org/drawingml/2006/main">
              <a:ext uri="{FF2B5EF4-FFF2-40B4-BE49-F238E27FC236}">
                <a16:creationId xmlns:a16="http://schemas.microsoft.com/office/drawing/2014/main" id="{89E7363F-3626-4505-BEA3-10B18DAD783D}"/>
              </a:ext>
            </a:extLst>
          </p:cNvPr>
          <p:cNvSpPr>
            <a:spLocks xmlns:a="http://schemas.openxmlformats.org/drawingml/2006/main" noGrp="1"/>
          </p:cNvSpPr>
          <p:nvPr/>
        </p:nvSpPr>
        <p:spPr>
          <a:xfrm xmlns:a="http://schemas.openxmlformats.org/drawingml/2006/main">
            <a:off x="1143000" y="5648325"/>
            <a:ext cx="9858375"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1702304" name="Straight Connector 492924597">
            <a:extLst xmlns:a="http://schemas.openxmlformats.org/drawingml/2006/main">
              <a:ext uri="{FF2B5EF4-FFF2-40B4-BE49-F238E27FC236}">
                <a16:creationId xmlns:a16="http://schemas.microsoft.com/office/drawing/2014/main" id="{F019C4F5-29AB-493C-BFBE-3F2235C25466}"/>
              </a:ext>
            </a:extLst>
          </p:cNvPr>
          <p:cNvSpPr>
            <a:spLocks xmlns:a="http://schemas.openxmlformats.org/drawingml/2006/main" noGrp="1"/>
          </p:cNvSpPr>
          <p:nvPr/>
        </p:nvSpPr>
        <p:spPr>
          <a:xfrm xmlns:a="http://schemas.openxmlformats.org/drawingml/2006/main">
            <a:off x="1143000" y="3124200"/>
            <a:ext cx="9525" cy="25241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3874353" name="Rectangle 1897545627">
            <a:extLst xmlns:a="http://schemas.openxmlformats.org/drawingml/2006/main">
              <a:ext uri="{FF2B5EF4-FFF2-40B4-BE49-F238E27FC236}">
                <a16:creationId xmlns:a16="http://schemas.microsoft.com/office/drawing/2014/main" id="{D81978A3-E43D-4D61-84E1-460FC77BBE35}"/>
              </a:ext>
            </a:extLst>
          </p:cNvPr>
          <p:cNvSpPr>
            <a:spLocks xmlns:a="http://schemas.openxmlformats.org/drawingml/2006/main" noGrp="1"/>
          </p:cNvSpPr>
          <p:nvPr/>
        </p:nvSpPr>
        <p:spPr>
          <a:xfrm xmlns:a="http://schemas.openxmlformats.org/drawingml/2006/main">
            <a:off x="4705350" y="5762625"/>
            <a:ext cx="2857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model complexity</a:t>
            </a:r>
          </a:p>
        </p:txBody>
      </p:sp>
      <p:sp>
        <p:nvSpPr>
          <p:cNvPr id="911801741" name="Rectangle 567799544">
            <a:extLst xmlns:a="http://schemas.openxmlformats.org/drawingml/2006/main">
              <a:ext uri="{FF2B5EF4-FFF2-40B4-BE49-F238E27FC236}">
                <a16:creationId xmlns:a16="http://schemas.microsoft.com/office/drawing/2014/main" id="{FAAA1D78-20C1-4B52-98F3-C2ADD8D874DA}"/>
              </a:ext>
            </a:extLst>
          </p:cNvPr>
          <p:cNvSpPr>
            <a:spLocks xmlns:a="http://schemas.openxmlformats.org/drawingml/2006/main" noGrp="1"/>
          </p:cNvSpPr>
          <p:nvPr/>
        </p:nvSpPr>
        <p:spPr>
          <a:xfrm xmlns:a="http://schemas.openxmlformats.org/drawingml/2006/main">
            <a:off x="742950" y="3009900"/>
            <a:ext cx="666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error</a:t>
            </a:r>
          </a:p>
        </p:txBody>
      </p:sp>
      <p:sp>
        <p:nvSpPr>
          <p:cNvPr id="2058488619" name="Rectangle 163568202">
            <a:extLst xmlns:a="http://schemas.openxmlformats.org/drawingml/2006/main">
              <a:ext uri="{FF2B5EF4-FFF2-40B4-BE49-F238E27FC236}">
                <a16:creationId xmlns:a16="http://schemas.microsoft.com/office/drawing/2014/main" id="{B63F0A35-854C-4020-A872-75557DD3B4F7}"/>
              </a:ext>
            </a:extLst>
          </p:cNvPr>
          <p:cNvSpPr>
            <a:spLocks xmlns:a="http://schemas.openxmlformats.org/drawingml/2006/main" noGrp="1"/>
          </p:cNvSpPr>
          <p:nvPr/>
        </p:nvSpPr>
        <p:spPr>
          <a:xfrm xmlns:a="http://schemas.openxmlformats.org/drawingml/2006/main">
            <a:off x="8934450" y="5257800"/>
            <a:ext cx="142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2563EB"/>
                </a:solidFill>
              </a:defRPr>
            </a:pPr>
            <a:r>
              <a:rPr sz="1500" b="1">
                <a:solidFill>
                  <a:srgbClr val="2563EB"/>
                </a:solidFill>
              </a:rPr>
              <a:t>train error</a:t>
            </a:r>
          </a:p>
        </p:txBody>
      </p:sp>
      <p:sp>
        <p:nvSpPr>
          <p:cNvPr id="686115825" name="Rectangle 1723731144">
            <a:extLst xmlns:a="http://schemas.openxmlformats.org/drawingml/2006/main">
              <a:ext uri="{FF2B5EF4-FFF2-40B4-BE49-F238E27FC236}">
                <a16:creationId xmlns:a16="http://schemas.microsoft.com/office/drawing/2014/main" id="{58611072-BB1E-4375-B137-48EEB88BA7B9}"/>
              </a:ext>
            </a:extLst>
          </p:cNvPr>
          <p:cNvSpPr>
            <a:spLocks xmlns:a="http://schemas.openxmlformats.org/drawingml/2006/main" noGrp="1"/>
          </p:cNvSpPr>
          <p:nvPr/>
        </p:nvSpPr>
        <p:spPr>
          <a:xfrm xmlns:a="http://schemas.openxmlformats.org/drawingml/2006/main">
            <a:off x="8905875" y="3200400"/>
            <a:ext cx="1809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F97316"/>
                </a:solidFill>
              </a:defRPr>
            </a:pPr>
            <a:r>
              <a:rPr sz="1500" b="1">
                <a:solidFill>
                  <a:srgbClr val="F97316"/>
                </a:solidFill>
              </a:rPr>
              <a:t>validation error</a:t>
            </a:r>
          </a:p>
        </p:txBody>
      </p:sp>
      <p:sp>
        <p:nvSpPr>
          <p:cNvPr id="1369225073" name="Rectangle 326786159">
            <a:extLst xmlns:a="http://schemas.openxmlformats.org/drawingml/2006/main">
              <a:ext uri="{FF2B5EF4-FFF2-40B4-BE49-F238E27FC236}">
                <a16:creationId xmlns:a16="http://schemas.microsoft.com/office/drawing/2014/main" id="{B789D65A-E117-4A76-87BC-6CD36C100ABA}"/>
              </a:ext>
            </a:extLst>
          </p:cNvPr>
          <p:cNvSpPr>
            <a:spLocks xmlns:a="http://schemas.openxmlformats.org/drawingml/2006/main" noGrp="1"/>
          </p:cNvSpPr>
          <p:nvPr/>
        </p:nvSpPr>
        <p:spPr>
          <a:xfrm xmlns:a="http://schemas.openxmlformats.org/drawingml/2006/main">
            <a:off x="76200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underfitting</a:t>
            </a:r>
          </a:p>
        </p:txBody>
      </p:sp>
      <p:sp>
        <p:nvSpPr>
          <p:cNvPr id="488517688" name="Rectangle 1482802785">
            <a:extLst xmlns:a="http://schemas.openxmlformats.org/drawingml/2006/main">
              <a:ext uri="{FF2B5EF4-FFF2-40B4-BE49-F238E27FC236}">
                <a16:creationId xmlns:a16="http://schemas.microsoft.com/office/drawing/2014/main" id="{37D5A320-1BC7-49BB-A874-2BD7A5F24F29}"/>
              </a:ext>
            </a:extLst>
          </p:cNvPr>
          <p:cNvSpPr>
            <a:spLocks xmlns:a="http://schemas.openxmlformats.org/drawingml/2006/main" noGrp="1"/>
          </p:cNvSpPr>
          <p:nvPr/>
        </p:nvSpPr>
        <p:spPr>
          <a:xfrm xmlns:a="http://schemas.openxmlformats.org/drawingml/2006/main">
            <a:off x="76200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both errors high</a:t>
            </a:r>
          </a:p>
        </p:txBody>
      </p:sp>
      <p:sp>
        <p:nvSpPr>
          <p:cNvPr id="153472707" name="Rectangle 947956942">
            <a:extLst xmlns:a="http://schemas.openxmlformats.org/drawingml/2006/main">
              <a:ext uri="{FF2B5EF4-FFF2-40B4-BE49-F238E27FC236}">
                <a16:creationId xmlns:a16="http://schemas.microsoft.com/office/drawing/2014/main" id="{D3FE225A-CA2A-4CD5-999F-A3E5CD8C9C34}"/>
              </a:ext>
            </a:extLst>
          </p:cNvPr>
          <p:cNvSpPr>
            <a:spLocks xmlns:a="http://schemas.openxmlformats.org/drawingml/2006/main" noGrp="1"/>
          </p:cNvSpPr>
          <p:nvPr/>
        </p:nvSpPr>
        <p:spPr>
          <a:xfrm xmlns:a="http://schemas.openxmlformats.org/drawingml/2006/main">
            <a:off x="4286250"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best fit</a:t>
            </a:r>
          </a:p>
        </p:txBody>
      </p:sp>
      <p:sp>
        <p:nvSpPr>
          <p:cNvPr id="839663050" name="Rectangle 2016319604">
            <a:extLst xmlns:a="http://schemas.openxmlformats.org/drawingml/2006/main">
              <a:ext uri="{FF2B5EF4-FFF2-40B4-BE49-F238E27FC236}">
                <a16:creationId xmlns:a16="http://schemas.microsoft.com/office/drawing/2014/main" id="{A36F39A2-379D-49C5-8CA2-3146DCE0A328}"/>
              </a:ext>
            </a:extLst>
          </p:cNvPr>
          <p:cNvSpPr>
            <a:spLocks xmlns:a="http://schemas.openxmlformats.org/drawingml/2006/main" noGrp="1"/>
          </p:cNvSpPr>
          <p:nvPr/>
        </p:nvSpPr>
        <p:spPr>
          <a:xfrm xmlns:a="http://schemas.openxmlformats.org/drawingml/2006/main">
            <a:off x="4286250"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validation lowest</a:t>
            </a:r>
          </a:p>
        </p:txBody>
      </p:sp>
      <p:sp>
        <p:nvSpPr>
          <p:cNvPr id="1392244581" name="Rectangle 759240474">
            <a:extLst xmlns:a="http://schemas.openxmlformats.org/drawingml/2006/main">
              <a:ext uri="{FF2B5EF4-FFF2-40B4-BE49-F238E27FC236}">
                <a16:creationId xmlns:a16="http://schemas.microsoft.com/office/drawing/2014/main" id="{4D4C7F05-A54F-4929-A585-9483D6035471}"/>
              </a:ext>
            </a:extLst>
          </p:cNvPr>
          <p:cNvSpPr>
            <a:spLocks xmlns:a="http://schemas.openxmlformats.org/drawingml/2006/main" noGrp="1"/>
          </p:cNvSpPr>
          <p:nvPr/>
        </p:nvSpPr>
        <p:spPr>
          <a:xfrm xmlns:a="http://schemas.openxmlformats.org/drawingml/2006/main">
            <a:off x="7591425" y="2800350"/>
            <a:ext cx="2190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overfitting</a:t>
            </a:r>
          </a:p>
        </p:txBody>
      </p:sp>
      <p:sp>
        <p:nvSpPr>
          <p:cNvPr id="1835343255" name="Rectangle 1102304899">
            <a:extLst xmlns:a="http://schemas.openxmlformats.org/drawingml/2006/main">
              <a:ext uri="{FF2B5EF4-FFF2-40B4-BE49-F238E27FC236}">
                <a16:creationId xmlns:a16="http://schemas.microsoft.com/office/drawing/2014/main" id="{C7EED492-1D1E-4920-B641-D311D2505DA6}"/>
              </a:ext>
            </a:extLst>
          </p:cNvPr>
          <p:cNvSpPr>
            <a:spLocks xmlns:a="http://schemas.openxmlformats.org/drawingml/2006/main" noGrp="1"/>
          </p:cNvSpPr>
          <p:nvPr/>
        </p:nvSpPr>
        <p:spPr>
          <a:xfrm xmlns:a="http://schemas.openxmlformats.org/drawingml/2006/main">
            <a:off x="7591425" y="5391150"/>
            <a:ext cx="2190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gap opens</a:t>
            </a:r>
          </a:p>
        </p:txBody>
      </p:sp>
      <p:sp>
        <p:nvSpPr>
          <p:cNvPr id="219879062" name="Rectangle 1141042966">
            <a:extLst xmlns:a="http://schemas.openxmlformats.org/drawingml/2006/main">
              <a:ext uri="{FF2B5EF4-FFF2-40B4-BE49-F238E27FC236}">
                <a16:creationId xmlns:a16="http://schemas.microsoft.com/office/drawing/2014/main" id="{6FCFDD77-F660-40B0-BA71-F235DD3F828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11</a:t>
            </a:r>
          </a:p>
        </p:txBody>
      </p:sp>
      <p:sp>
        <p:nvSpPr>
          <p:cNvPr id="1910233853" name="solidguide_normal">
            <a:extLst xmlns:a="http://schemas.openxmlformats.org/drawingml/2006/main">
              <a:ext uri="{FF2B5EF4-FFF2-40B4-BE49-F238E27FC236}">
                <a16:creationId xmlns:a16="http://schemas.microsoft.com/office/drawing/2014/main" id="{BD6241B5-C78D-46B9-B1AA-4BC3132C25A8}"/>
              </a:ext>
            </a:extLst>
          </p:cNvPr>
          <p:cNvSpPr>
            <a:spLocks xmlns:a="http://schemas.openxmlformats.org/drawingml/2006/main" noGrp="1"/>
          </p:cNvSpPr>
          <p:nvPr/>
        </p:nvSpPr>
        <p:spPr>
          <a:xfrm xmlns:a="http://schemas.openxmlformats.org/drawingml/2006/main">
            <a:off x="1857375" y="3200400"/>
            <a:ext cx="9525" cy="2447925"/>
          </a:xfrm>
          <a:prstGeom xmlns:a="http://schemas.openxmlformats.org/drawingml/2006/main" prst="line">
            <a:avLst/>
          </a:prstGeom>
          <a:noFill xmlns:a="http://schemas.openxmlformats.org/drawingml/2006/main"/>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2177080" name="solidguide_normal">
            <a:extLst xmlns:a="http://schemas.openxmlformats.org/drawingml/2006/main">
              <a:ext uri="{FF2B5EF4-FFF2-40B4-BE49-F238E27FC236}">
                <a16:creationId xmlns:a16="http://schemas.microsoft.com/office/drawing/2014/main" id="{01E03802-CC78-40DA-9783-3A977E257AA3}"/>
              </a:ext>
            </a:extLst>
          </p:cNvPr>
          <p:cNvSpPr>
            <a:spLocks xmlns:a="http://schemas.openxmlformats.org/drawingml/2006/main" noGrp="1"/>
          </p:cNvSpPr>
          <p:nvPr/>
        </p:nvSpPr>
        <p:spPr>
          <a:xfrm xmlns:a="http://schemas.openxmlformats.org/drawingml/2006/main">
            <a:off x="5381625" y="3200400"/>
            <a:ext cx="9525" cy="2447925"/>
          </a:xfrm>
          <a:prstGeom xmlns:a="http://schemas.openxmlformats.org/drawingml/2006/main" prst="line">
            <a:avLst/>
          </a:prstGeom>
          <a:noFill xmlns:a="http://schemas.openxmlformats.org/drawingml/2006/main"/>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058488647" name="Graphic 2106832541"/>
          <p:cNvPicPr>
            <a:picLocks xmlns:a="http://schemas.openxmlformats.org/drawingml/2006/main" noChangeAspect="1"/>
          </p:cNvPicPr>
          <p:nvPr/>
        </p:nvPicPr>
        <p:blipFill rotWithShape="1">
          <a:blip xmlns:r="http://schemas.openxmlformats.org/officeDocument/2006/relationships" xmlns:a="http://schemas.openxmlformats.org/drawingml/2006/main" r:embed="R01474cdf9e584603">
            <a:extLst>
              <a:ext uri="{96DAC541-7B7A-43D3-8B79-37D633B846F1}">
                <asvg:svgBlip xmlns:asvg="http://schemas.microsoft.com/office/drawing/2016/SVG/main" r:embed="Rcc48b3d5ae1a4bf2"/>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356135340"/>
      </p:ext>
    </p:extLst>
  </p:cSld>
</p:sld>
</file>

<file path=ppt/slides/slide1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06180690" name="Rectangle 1470283906">
            <a:extLst xmlns:a="http://schemas.openxmlformats.org/drawingml/2006/main">
              <a:ext uri="{FF2B5EF4-FFF2-40B4-BE49-F238E27FC236}">
                <a16:creationId xmlns:a16="http://schemas.microsoft.com/office/drawing/2014/main" id="{F69065DD-E3C8-49A1-AAE0-23FC91E27D3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Partial derivatives</a:t>
            </a:r>
          </a:p>
        </p:txBody>
      </p:sp>
      <p:sp>
        <p:nvSpPr>
          <p:cNvPr id="1052920471" name="Rectangle 843139879">
            <a:extLst xmlns:a="http://schemas.openxmlformats.org/drawingml/2006/main">
              <a:ext uri="{FF2B5EF4-FFF2-40B4-BE49-F238E27FC236}">
                <a16:creationId xmlns:a16="http://schemas.microsoft.com/office/drawing/2014/main" id="{C0E23338-D998-459F-BECE-F4E16BF4961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chemeClr val="tx1">
                    <a:lumMod val="65000"/>
                    <a:lumOff val="35000"/>
                  </a:schemeClr>
                </a:solidFill>
              </a:rPr>
              <a:t>Partial derivatives: one variable at a time</a:t>
            </a:r>
          </a:p>
        </p:txBody>
      </p:sp>
      <p:sp>
        <p:nvSpPr>
          <p:cNvPr id="109363314" name="Rectangle: Rounded Corners 441777437">
            <a:extLst xmlns:a="http://schemas.openxmlformats.org/drawingml/2006/main">
              <a:ext uri="{FF2B5EF4-FFF2-40B4-BE49-F238E27FC236}">
                <a16:creationId xmlns:a16="http://schemas.microsoft.com/office/drawing/2014/main" id="{55BEA122-8A17-42BB-A518-682E9D4F209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9931919" name="Picture 1856458312"/>
          <p:cNvPicPr>
            <a:picLocks xmlns:a="http://schemas.openxmlformats.org/drawingml/2006/main" noChangeAspect="1"/>
          </p:cNvPicPr>
          <p:nvPr/>
        </p:nvPicPr>
        <p:blipFill rotWithShape="1">
          <a:blip xmlns:r="http://schemas.openxmlformats.org/officeDocument/2006/relationships" xmlns:a="http://schemas.openxmlformats.org/drawingml/2006/main" r:embed="R0600a9dd16fe4c7d"/>
          <a:stretch xmlns:a="http://schemas.openxmlformats.org/drawingml/2006/main"/>
        </p:blipFill>
        <p:spPr>
          <a:xfrm xmlns:a="http://schemas.openxmlformats.org/drawingml/2006/main">
            <a:off x="1095375" y="1631156"/>
            <a:ext cx="10001250" cy="1785938"/>
          </a:xfrm>
          <a:prstGeom xmlns:a="http://schemas.openxmlformats.org/drawingml/2006/main" prst="rect">
            <a:avLst/>
          </a:prstGeom>
        </p:spPr>
      </p:pic>
      <p:sp>
        <p:nvSpPr>
          <p:cNvPr id="2109931914" name="Oval 1369448292">
            <a:extLst xmlns:a="http://schemas.openxmlformats.org/drawingml/2006/main">
              <a:ext uri="{FF2B5EF4-FFF2-40B4-BE49-F238E27FC236}">
                <a16:creationId xmlns:a16="http://schemas.microsoft.com/office/drawing/2014/main" id="{BD24540A-89F8-4DA7-A063-2D10139DEBD3}"/>
              </a:ext>
            </a:extLst>
          </p:cNvPr>
          <p:cNvSpPr>
            <a:spLocks xmlns:a="http://schemas.openxmlformats.org/drawingml/2006/main" noGrp="1"/>
          </p:cNvSpPr>
          <p:nvPr/>
        </p:nvSpPr>
        <p:spPr>
          <a:xfrm xmlns:a="http://schemas.openxmlformats.org/drawingml/2006/main">
            <a:off x="1524000" y="3905250"/>
            <a:ext cx="552450" cy="552450"/>
          </a:xfrm>
          <a:prstGeom xmlns:a="http://schemas.openxmlformats.org/drawingml/2006/main" prst="ellipse">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2563EB"/>
                </a:solidFill>
              </a:defRPr>
            </a:pPr>
            <a:r>
              <a:rPr sz="1950" b="1">
                <a:solidFill>
                  <a:srgbClr val="2563EB"/>
                </a:solidFill>
              </a:rPr>
              <a:t>1</a:t>
            </a:r>
          </a:p>
        </p:txBody>
      </p:sp>
      <p:sp>
        <p:nvSpPr>
          <p:cNvPr id="1537124123" name="Rectangle 119453285">
            <a:extLst xmlns:a="http://schemas.openxmlformats.org/drawingml/2006/main">
              <a:ext uri="{FF2B5EF4-FFF2-40B4-BE49-F238E27FC236}">
                <a16:creationId xmlns:a16="http://schemas.microsoft.com/office/drawing/2014/main" id="{B6ABF3C8-9C20-4693-BD23-46E85A5AC332}"/>
              </a:ext>
            </a:extLst>
          </p:cNvPr>
          <p:cNvSpPr>
            <a:spLocks xmlns:a="http://schemas.openxmlformats.org/drawingml/2006/main" noGrp="1"/>
          </p:cNvSpPr>
          <p:nvPr/>
        </p:nvSpPr>
        <p:spPr>
          <a:xfrm xmlns:a="http://schemas.openxmlformats.org/drawingml/2006/main">
            <a:off x="2238375" y="400050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Choose the variable</a:t>
            </a:r>
          </a:p>
        </p:txBody>
      </p:sp>
      <p:sp>
        <p:nvSpPr>
          <p:cNvPr id="821489838" name="Oval 1329949566">
            <a:extLst xmlns:a="http://schemas.openxmlformats.org/drawingml/2006/main">
              <a:ext uri="{FF2B5EF4-FFF2-40B4-BE49-F238E27FC236}">
                <a16:creationId xmlns:a16="http://schemas.microsoft.com/office/drawing/2014/main" id="{F170736C-D9A0-4E69-8C8F-02D11DB93F5C}"/>
              </a:ext>
            </a:extLst>
          </p:cNvPr>
          <p:cNvSpPr>
            <a:spLocks xmlns:a="http://schemas.openxmlformats.org/drawingml/2006/main" noGrp="1"/>
          </p:cNvSpPr>
          <p:nvPr/>
        </p:nvSpPr>
        <p:spPr>
          <a:xfrm xmlns:a="http://schemas.openxmlformats.org/drawingml/2006/main">
            <a:off x="1524000" y="4714875"/>
            <a:ext cx="552450" cy="552450"/>
          </a:xfrm>
          <a:prstGeom xmlns:a="http://schemas.openxmlformats.org/drawingml/2006/main" prst="ellipse">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F97316"/>
                </a:solidFill>
              </a:defRPr>
            </a:pPr>
            <a:r>
              <a:rPr sz="1950" b="1">
                <a:solidFill>
                  <a:srgbClr val="F97316"/>
                </a:solidFill>
              </a:rPr>
              <a:t>2</a:t>
            </a:r>
          </a:p>
        </p:txBody>
      </p:sp>
      <p:sp>
        <p:nvSpPr>
          <p:cNvPr id="1866186450" name="Rectangle 1856458307">
            <a:extLst xmlns:a="http://schemas.openxmlformats.org/drawingml/2006/main">
              <a:ext uri="{FF2B5EF4-FFF2-40B4-BE49-F238E27FC236}">
                <a16:creationId xmlns:a16="http://schemas.microsoft.com/office/drawing/2014/main" id="{7B69175A-E90B-4683-BA17-C03E23CE3E49}"/>
              </a:ext>
            </a:extLst>
          </p:cNvPr>
          <p:cNvSpPr>
            <a:spLocks xmlns:a="http://schemas.openxmlformats.org/drawingml/2006/main" noGrp="1"/>
          </p:cNvSpPr>
          <p:nvPr/>
        </p:nvSpPr>
        <p:spPr>
          <a:xfrm xmlns:a="http://schemas.openxmlformats.org/drawingml/2006/main">
            <a:off x="2238375" y="4810125"/>
            <a:ext cx="4619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Treat the other variable as a constant</a:t>
            </a:r>
          </a:p>
        </p:txBody>
      </p:sp>
      <p:sp>
        <p:nvSpPr>
          <p:cNvPr id="662387992" name="Oval 167515331">
            <a:extLst xmlns:a="http://schemas.openxmlformats.org/drawingml/2006/main">
              <a:ext uri="{FF2B5EF4-FFF2-40B4-BE49-F238E27FC236}">
                <a16:creationId xmlns:a16="http://schemas.microsoft.com/office/drawing/2014/main" id="{246ED9CD-F20B-4008-ADCD-37DCE47CB881}"/>
              </a:ext>
            </a:extLst>
          </p:cNvPr>
          <p:cNvSpPr>
            <a:spLocks xmlns:a="http://schemas.openxmlformats.org/drawingml/2006/main" noGrp="1"/>
          </p:cNvSpPr>
          <p:nvPr/>
        </p:nvSpPr>
        <p:spPr>
          <a:xfrm xmlns:a="http://schemas.openxmlformats.org/drawingml/2006/main">
            <a:off x="7239000" y="4305300"/>
            <a:ext cx="552450" cy="552450"/>
          </a:xfrm>
          <a:prstGeom xmlns:a="http://schemas.openxmlformats.org/drawingml/2006/main" prst="ellipse">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3</a:t>
            </a:r>
          </a:p>
        </p:txBody>
      </p:sp>
      <p:sp>
        <p:nvSpPr>
          <p:cNvPr id="1210033599" name="Rectangle 324280658">
            <a:extLst xmlns:a="http://schemas.openxmlformats.org/drawingml/2006/main">
              <a:ext uri="{FF2B5EF4-FFF2-40B4-BE49-F238E27FC236}">
                <a16:creationId xmlns:a16="http://schemas.microsoft.com/office/drawing/2014/main" id="{4D23AA0B-2B41-4B36-9900-5A1E55054E42}"/>
              </a:ext>
            </a:extLst>
          </p:cNvPr>
          <p:cNvSpPr>
            <a:spLocks xmlns:a="http://schemas.openxmlformats.org/drawingml/2006/main" noGrp="1"/>
          </p:cNvSpPr>
          <p:nvPr/>
        </p:nvSpPr>
        <p:spPr>
          <a:xfrm xmlns:a="http://schemas.openxmlformats.org/drawingml/2006/main">
            <a:off x="7953375" y="440055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Differentiate normally</a:t>
            </a:r>
          </a:p>
        </p:txBody>
      </p:sp>
      <p:sp>
        <p:nvSpPr>
          <p:cNvPr id="444813153" name="Rectangle 220100613">
            <a:extLst xmlns:a="http://schemas.openxmlformats.org/drawingml/2006/main">
              <a:ext uri="{FF2B5EF4-FFF2-40B4-BE49-F238E27FC236}">
                <a16:creationId xmlns:a16="http://schemas.microsoft.com/office/drawing/2014/main" id="{5B3068C8-E5B5-4504-BCBD-9CC6345101E4}"/>
              </a:ext>
            </a:extLst>
          </p:cNvPr>
          <p:cNvSpPr>
            <a:spLocks xmlns:a="http://schemas.openxmlformats.org/drawingml/2006/main" noGrp="1"/>
          </p:cNvSpPr>
          <p:nvPr/>
        </p:nvSpPr>
        <p:spPr>
          <a:xfrm xmlns:a="http://schemas.openxmlformats.org/drawingml/2006/main">
            <a:off x="2333625" y="5715000"/>
            <a:ext cx="7524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Partial derivative = slope with respect to one variable.</a:t>
            </a:r>
          </a:p>
        </p:txBody>
      </p:sp>
      <p:sp>
        <p:nvSpPr>
          <p:cNvPr id="900218922" name="Rectangle 1638243303">
            <a:extLst xmlns:a="http://schemas.openxmlformats.org/drawingml/2006/main">
              <a:ext uri="{FF2B5EF4-FFF2-40B4-BE49-F238E27FC236}">
                <a16:creationId xmlns:a16="http://schemas.microsoft.com/office/drawing/2014/main" id="{920A14FA-4308-4C2F-96DD-3E509B14083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12</a:t>
            </a:r>
          </a:p>
        </p:txBody>
      </p:sp>
    </p:spTree>
    <p:extLst>
      <p:ext uri="{BB962C8B-B14F-4D97-AF65-F5344CB8AC3E}">
        <p14:creationId xmlns:p14="http://schemas.microsoft.com/office/powerpoint/2010/main" val="1672065056"/>
      </p:ext>
    </p:extLst>
  </p:cSld>
</p:sld>
</file>

<file path=ppt/slides/slide1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76610940" name="Rectangle 914741475">
            <a:extLst xmlns:a="http://schemas.openxmlformats.org/drawingml/2006/main">
              <a:ext uri="{FF2B5EF4-FFF2-40B4-BE49-F238E27FC236}">
                <a16:creationId xmlns:a16="http://schemas.microsoft.com/office/drawing/2014/main" id="{505548E9-6A0A-4AC2-A307-FE59017B3D6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Gradient descent</a:t>
            </a:r>
          </a:p>
        </p:txBody>
      </p:sp>
      <p:sp>
        <p:nvSpPr>
          <p:cNvPr id="1994682401" name="Rectangle 763526406">
            <a:extLst xmlns:a="http://schemas.openxmlformats.org/drawingml/2006/main">
              <a:ext uri="{FF2B5EF4-FFF2-40B4-BE49-F238E27FC236}">
                <a16:creationId xmlns:a16="http://schemas.microsoft.com/office/drawing/2014/main" id="{3BDE57E9-2A34-4F11-B68E-2445A18144C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Gradient descent changes w and b</a:t>
            </a:r>
          </a:p>
        </p:txBody>
      </p:sp>
      <p:sp>
        <p:nvSpPr>
          <p:cNvPr id="1678422164" name="Rectangle: Rounded Corners 611293625">
            <a:extLst xmlns:a="http://schemas.openxmlformats.org/drawingml/2006/main">
              <a:ext uri="{FF2B5EF4-FFF2-40B4-BE49-F238E27FC236}">
                <a16:creationId xmlns:a16="http://schemas.microsoft.com/office/drawing/2014/main" id="{21C5F7BF-7E76-457D-87C0-FD35005D6325}"/>
              </a:ext>
            </a:extLst>
          </p:cNvPr>
          <p:cNvSpPr>
            <a:spLocks xmlns:a="http://schemas.openxmlformats.org/drawingml/2006/main" noGrp="1"/>
          </p:cNvSpPr>
          <p:nvPr/>
        </p:nvSpPr>
        <p:spPr>
          <a:xfrm xmlns:a="http://schemas.openxmlformats.org/drawingml/2006/main">
            <a:off x="591978" y="1553542"/>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4632821" name="Picture 1922458406"/>
          <p:cNvPicPr>
            <a:picLocks xmlns:a="http://schemas.openxmlformats.org/drawingml/2006/main" noChangeAspect="1"/>
          </p:cNvPicPr>
          <p:nvPr/>
        </p:nvPicPr>
        <p:blipFill rotWithShape="1">
          <a:blip xmlns:r="http://schemas.openxmlformats.org/officeDocument/2006/relationships" xmlns:a="http://schemas.openxmlformats.org/drawingml/2006/main" r:embed="R7a829502c8f847cf"/>
          <a:stretch xmlns:a="http://schemas.openxmlformats.org/drawingml/2006/main"/>
        </p:blipFill>
        <p:spPr>
          <a:xfrm xmlns:a="http://schemas.openxmlformats.org/drawingml/2006/main">
            <a:off x="1809750" y="1575006"/>
            <a:ext cx="8048625" cy="659987"/>
          </a:xfrm>
          <a:prstGeom xmlns:a="http://schemas.openxmlformats.org/drawingml/2006/main" prst="rect">
            <a:avLst/>
          </a:prstGeom>
        </p:spPr>
      </p:pic>
      <p:sp>
        <p:nvSpPr>
          <p:cNvPr id="638601009" name="Straight Connector 1032169778">
            <a:extLst xmlns:a="http://schemas.openxmlformats.org/drawingml/2006/main">
              <a:ext uri="{FF2B5EF4-FFF2-40B4-BE49-F238E27FC236}">
                <a16:creationId xmlns:a16="http://schemas.microsoft.com/office/drawing/2014/main" id="{B70C3EA7-2227-4583-AB74-5751C7AA0FFB}"/>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4632815" name="Straight Connector 1768100698">
            <a:extLst xmlns:a="http://schemas.openxmlformats.org/drawingml/2006/main">
              <a:ext uri="{FF2B5EF4-FFF2-40B4-BE49-F238E27FC236}">
                <a16:creationId xmlns:a16="http://schemas.microsoft.com/office/drawing/2014/main" id="{0EE976F4-FF27-4C69-B1E3-B670AC3DFE4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6408228" name="Rectangle 1922458400">
            <a:extLst xmlns:a="http://schemas.openxmlformats.org/drawingml/2006/main">
              <a:ext uri="{FF2B5EF4-FFF2-40B4-BE49-F238E27FC236}">
                <a16:creationId xmlns:a16="http://schemas.microsoft.com/office/drawing/2014/main" id="{CA3CDB43-FF7B-4C41-B343-D514A79DEF27}"/>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665797282" name="Rectangle 1402654062">
            <a:extLst xmlns:a="http://schemas.openxmlformats.org/drawingml/2006/main">
              <a:ext uri="{FF2B5EF4-FFF2-40B4-BE49-F238E27FC236}">
                <a16:creationId xmlns:a16="http://schemas.microsoft.com/office/drawing/2014/main" id="{DE8859EE-21A0-4A43-8E69-1F632CA20B26}"/>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625905127" name="Oval 1006697960">
            <a:extLst xmlns:a="http://schemas.openxmlformats.org/drawingml/2006/main">
              <a:ext uri="{FF2B5EF4-FFF2-40B4-BE49-F238E27FC236}">
                <a16:creationId xmlns:a16="http://schemas.microsoft.com/office/drawing/2014/main" id="{3ED3AD2E-E13C-4C02-AC0F-EAF4DC9ECD4C}"/>
              </a:ext>
            </a:extLst>
          </p:cNvPr>
          <p:cNvSpPr>
            <a:spLocks xmlns:a="http://schemas.openxmlformats.org/drawingml/2006/main" noGrp="1"/>
          </p:cNvSpPr>
          <p:nvPr/>
        </p:nvSpPr>
        <p:spPr>
          <a:xfrm xmlns:a="http://schemas.openxmlformats.org/drawingml/2006/main">
            <a:off x="7429500" y="4289362"/>
            <a:ext cx="247650" cy="24765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8547829" name="Straight Connector 772079832">
            <a:extLst xmlns:a="http://schemas.openxmlformats.org/drawingml/2006/main">
              <a:ext uri="{FF2B5EF4-FFF2-40B4-BE49-F238E27FC236}">
                <a16:creationId xmlns:a16="http://schemas.microsoft.com/office/drawing/2014/main" id="{00561911-500B-4127-94EB-0C9D72CCCD0A}"/>
              </a:ext>
            </a:extLst>
          </p:cNvPr>
          <p:cNvSpPr>
            <a:spLocks xmlns:a="http://schemas.openxmlformats.org/drawingml/2006/main" noGrp="1"/>
          </p:cNvSpPr>
          <p:nvPr/>
        </p:nvSpPr>
        <p:spPr>
          <a:xfrm xmlns:a="http://schemas.openxmlformats.org/drawingml/2006/main" flipV="1">
            <a:off x="6414849" y="3724072"/>
            <a:ext cx="2314813" cy="1410938"/>
          </a:xfrm>
          <a:prstGeom xmlns:a="http://schemas.openxmlformats.org/drawingml/2006/main" prst="line">
            <a:avLst/>
          </a:prstGeom>
          <a:noFill xmlns:a="http://schemas.openxmlformats.org/drawingml/2006/main"/>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5185906" name="Oval 1493081963">
            <a:extLst xmlns:a="http://schemas.openxmlformats.org/drawingml/2006/main">
              <a:ext uri="{FF2B5EF4-FFF2-40B4-BE49-F238E27FC236}">
                <a16:creationId xmlns:a16="http://schemas.microsoft.com/office/drawing/2014/main" id="{00F3F3CC-0543-40FA-927A-9F0931C93BBB}"/>
              </a:ext>
            </a:extLst>
          </p:cNvPr>
          <p:cNvSpPr>
            <a:spLocks xmlns:a="http://schemas.openxmlformats.org/drawingml/2006/main" noGrp="1"/>
          </p:cNvSpPr>
          <p:nvPr/>
        </p:nvSpPr>
        <p:spPr>
          <a:xfrm xmlns:a="http://schemas.openxmlformats.org/drawingml/2006/main">
            <a:off x="6507480" y="4717034"/>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4735692" name="Oval 1125848367">
            <a:extLst xmlns:a="http://schemas.openxmlformats.org/drawingml/2006/main">
              <a:ext uri="{FF2B5EF4-FFF2-40B4-BE49-F238E27FC236}">
                <a16:creationId xmlns:a16="http://schemas.microsoft.com/office/drawing/2014/main" id="{D15BCD81-3114-4099-A7EA-CFFC9331926B}"/>
              </a:ext>
            </a:extLst>
          </p:cNvPr>
          <p:cNvSpPr>
            <a:spLocks xmlns:a="http://schemas.openxmlformats.org/drawingml/2006/main" noGrp="1"/>
          </p:cNvSpPr>
          <p:nvPr/>
        </p:nvSpPr>
        <p:spPr>
          <a:xfrm xmlns:a="http://schemas.openxmlformats.org/drawingml/2006/main">
            <a:off x="5783580" y="4870704"/>
            <a:ext cx="209550" cy="20955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0732670" name="Rectangle 1431459787">
            <a:extLst xmlns:a="http://schemas.openxmlformats.org/drawingml/2006/main">
              <a:ext uri="{FF2B5EF4-FFF2-40B4-BE49-F238E27FC236}">
                <a16:creationId xmlns:a16="http://schemas.microsoft.com/office/drawing/2014/main" id="{157EA29A-FA39-4402-AA64-4226C37EE504}"/>
              </a:ext>
            </a:extLst>
          </p:cNvPr>
          <p:cNvSpPr>
            <a:spLocks xmlns:a="http://schemas.openxmlformats.org/drawingml/2006/main" noGrp="1"/>
          </p:cNvSpPr>
          <p:nvPr/>
        </p:nvSpPr>
        <p:spPr>
          <a:xfrm xmlns:a="http://schemas.openxmlformats.org/drawingml/2006/main">
            <a:off x="8458200" y="3560242"/>
            <a:ext cx="161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tangent line</a:t>
            </a:r>
          </a:p>
        </p:txBody>
      </p:sp>
      <p:sp>
        <p:nvSpPr>
          <p:cNvPr id="1647666897" name="Rectangle 551453139">
            <a:extLst xmlns:a="http://schemas.openxmlformats.org/drawingml/2006/main">
              <a:ext uri="{FF2B5EF4-FFF2-40B4-BE49-F238E27FC236}">
                <a16:creationId xmlns:a16="http://schemas.microsoft.com/office/drawing/2014/main" id="{99C18091-5F6E-44C5-9D2D-74FF113B1B55}"/>
              </a:ext>
            </a:extLst>
          </p:cNvPr>
          <p:cNvSpPr>
            <a:spLocks xmlns:a="http://schemas.openxmlformats.org/drawingml/2006/main" noGrp="1"/>
          </p:cNvSpPr>
          <p:nvPr/>
        </p:nvSpPr>
        <p:spPr>
          <a:xfrm xmlns:a="http://schemas.openxmlformats.org/drawingml/2006/main">
            <a:off x="7477125"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lower MSE</a:t>
            </a:r>
          </a:p>
        </p:txBody>
      </p:sp>
      <p:sp>
        <p:nvSpPr>
          <p:cNvPr id="1060031918" name="Rectangle 1387627842">
            <a:extLst xmlns:a="http://schemas.openxmlformats.org/drawingml/2006/main">
              <a:ext uri="{FF2B5EF4-FFF2-40B4-BE49-F238E27FC236}">
                <a16:creationId xmlns:a16="http://schemas.microsoft.com/office/drawing/2014/main" id="{30CB03CB-F487-4D1B-B7B9-BBAF8C7DDF5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13</a:t>
            </a:r>
          </a:p>
        </p:txBody>
      </p:sp>
      <p:sp>
        <p:nvSpPr>
          <p:cNvPr id="2089055205" name="Straight Connector 1489075409">
            <a:extLst xmlns:a="http://schemas.openxmlformats.org/drawingml/2006/main">
              <a:ext uri="{FF2B5EF4-FFF2-40B4-BE49-F238E27FC236}">
                <a16:creationId xmlns:a16="http://schemas.microsoft.com/office/drawing/2014/main" id="{B62AABA1-25AC-41AB-BDD6-02590176B1D7}"/>
              </a:ext>
            </a:extLst>
          </p:cNvPr>
          <p:cNvSpPr>
            <a:spLocks xmlns:a="http://schemas.openxmlformats.org/drawingml/2006/main" noGrp="1"/>
          </p:cNvSpPr>
          <p:nvPr/>
        </p:nvSpPr>
        <p:spPr>
          <a:xfrm xmlns:a="http://schemas.openxmlformats.org/drawingml/2006/main" flipV="1">
            <a:off x="5568271" y="4471591"/>
            <a:ext cx="2486111" cy="670593"/>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8377907" name="Straight Connector 768615074">
            <a:extLst xmlns:a="http://schemas.openxmlformats.org/drawingml/2006/main">
              <a:ext uri="{FF2B5EF4-FFF2-40B4-BE49-F238E27FC236}">
                <a16:creationId xmlns:a16="http://schemas.microsoft.com/office/drawing/2014/main" id="{D195FC30-275D-43C1-A85D-4B6160B679F9}"/>
              </a:ext>
            </a:extLst>
          </p:cNvPr>
          <p:cNvSpPr>
            <a:spLocks xmlns:a="http://schemas.openxmlformats.org/drawingml/2006/main" noGrp="1"/>
          </p:cNvSpPr>
          <p:nvPr/>
        </p:nvSpPr>
        <p:spPr>
          <a:xfrm xmlns:a="http://schemas.openxmlformats.org/drawingml/2006/main" flipV="1">
            <a:off x="4440555" y="4831981"/>
            <a:ext cx="3076574" cy="276874"/>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34632835" name="Graphic 1922458420"/>
          <p:cNvPicPr>
            <a:picLocks xmlns:a="http://schemas.openxmlformats.org/drawingml/2006/main" noChangeAspect="1"/>
          </p:cNvPicPr>
          <p:nvPr/>
        </p:nvPicPr>
        <p:blipFill rotWithShape="1">
          <a:blip xmlns:r="http://schemas.openxmlformats.org/officeDocument/2006/relationships" xmlns:a="http://schemas.openxmlformats.org/drawingml/2006/main" r:embed="R6d358b5e00d74a93">
            <a:extLst>
              <a:ext uri="{96DAC541-7B7A-43D3-8B79-37D633B846F1}">
                <asvg:svgBlip xmlns:asvg="http://schemas.microsoft.com/office/drawing/2016/SVG/main" r:embed="Rb54b32d717b84e83"/>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554362195"/>
      </p:ext>
    </p:extLst>
  </p:cSld>
</p:sld>
</file>

<file path=ppt/slides/slide1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98489788" name="Rectangle 151304597">
            <a:extLst xmlns:a="http://schemas.openxmlformats.org/drawingml/2006/main">
              <a:ext uri="{FF2B5EF4-FFF2-40B4-BE49-F238E27FC236}">
                <a16:creationId xmlns:a16="http://schemas.microsoft.com/office/drawing/2014/main" id="{A3B763AE-B99F-4D06-864B-79FDF645F70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Learning rate</a:t>
            </a:r>
          </a:p>
        </p:txBody>
      </p:sp>
      <p:sp>
        <p:nvSpPr>
          <p:cNvPr id="1581922608" name="Rectangle 177396171">
            <a:extLst xmlns:a="http://schemas.openxmlformats.org/drawingml/2006/main">
              <a:ext uri="{FF2B5EF4-FFF2-40B4-BE49-F238E27FC236}">
                <a16:creationId xmlns:a16="http://schemas.microsoft.com/office/drawing/2014/main" id="{47911FD0-B154-4D3D-B4E0-FEB2851705E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Learning rate controls the step</a:t>
            </a:r>
          </a:p>
        </p:txBody>
      </p:sp>
      <p:sp>
        <p:nvSpPr>
          <p:cNvPr id="955245934" name="Rectangle: Rounded Corners 960318418">
            <a:extLst xmlns:a="http://schemas.openxmlformats.org/drawingml/2006/main">
              <a:ext uri="{FF2B5EF4-FFF2-40B4-BE49-F238E27FC236}">
                <a16:creationId xmlns:a16="http://schemas.microsoft.com/office/drawing/2014/main" id="{E50F8FD3-A51D-4A05-85F4-7324E6341F6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7434485" name="Straight Connector 53979157">
            <a:extLst xmlns:a="http://schemas.openxmlformats.org/drawingml/2006/main">
              <a:ext uri="{FF2B5EF4-FFF2-40B4-BE49-F238E27FC236}">
                <a16:creationId xmlns:a16="http://schemas.microsoft.com/office/drawing/2014/main" id="{ED912853-35F8-4DE5-A91B-D471308070F7}"/>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4129372" name="Straight Connector 627639122">
            <a:extLst xmlns:a="http://schemas.openxmlformats.org/drawingml/2006/main">
              <a:ext uri="{FF2B5EF4-FFF2-40B4-BE49-F238E27FC236}">
                <a16:creationId xmlns:a16="http://schemas.microsoft.com/office/drawing/2014/main" id="{E7A92C88-3AEA-4CD4-B89A-16B761DB3601}"/>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4634373" name="Rectangle 466830898">
            <a:extLst xmlns:a="http://schemas.openxmlformats.org/drawingml/2006/main">
              <a:ext uri="{FF2B5EF4-FFF2-40B4-BE49-F238E27FC236}">
                <a16:creationId xmlns:a16="http://schemas.microsoft.com/office/drawing/2014/main" id="{661AEF56-7FC0-40ED-889D-9213E666156C}"/>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811879108" name="Rectangle 1905295987">
            <a:extLst xmlns:a="http://schemas.openxmlformats.org/drawingml/2006/main">
              <a:ext uri="{FF2B5EF4-FFF2-40B4-BE49-F238E27FC236}">
                <a16:creationId xmlns:a16="http://schemas.microsoft.com/office/drawing/2014/main" id="{086BD833-7216-400A-A3E1-E12B8075B217}"/>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827549068" name="Oval 917868853">
            <a:extLst xmlns:a="http://schemas.openxmlformats.org/drawingml/2006/main">
              <a:ext uri="{FF2B5EF4-FFF2-40B4-BE49-F238E27FC236}">
                <a16:creationId xmlns:a16="http://schemas.microsoft.com/office/drawing/2014/main" id="{296C3543-CE5D-4F0C-BEC3-A7D256FD929F}"/>
              </a:ext>
            </a:extLst>
          </p:cNvPr>
          <p:cNvSpPr>
            <a:spLocks xmlns:a="http://schemas.openxmlformats.org/drawingml/2006/main" noGrp="1"/>
          </p:cNvSpPr>
          <p:nvPr/>
        </p:nvSpPr>
        <p:spPr>
          <a:xfrm xmlns:a="http://schemas.openxmlformats.org/drawingml/2006/main">
            <a:off x="7574280" y="4205542"/>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282639" name="Oval 1147861544">
            <a:extLst xmlns:a="http://schemas.openxmlformats.org/drawingml/2006/main">
              <a:ext uri="{FF2B5EF4-FFF2-40B4-BE49-F238E27FC236}">
                <a16:creationId xmlns:a16="http://schemas.microsoft.com/office/drawing/2014/main" id="{6CADE486-D7DB-4F4D-9728-FAC74275F8CB}"/>
              </a:ext>
            </a:extLst>
          </p:cNvPr>
          <p:cNvSpPr>
            <a:spLocks xmlns:a="http://schemas.openxmlformats.org/drawingml/2006/main" noGrp="1"/>
          </p:cNvSpPr>
          <p:nvPr/>
        </p:nvSpPr>
        <p:spPr>
          <a:xfrm xmlns:a="http://schemas.openxmlformats.org/drawingml/2006/main">
            <a:off x="7313295" y="4396169"/>
            <a:ext cx="190500" cy="1905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2868694" name="Oval 453648762">
            <a:extLst xmlns:a="http://schemas.openxmlformats.org/drawingml/2006/main">
              <a:ext uri="{FF2B5EF4-FFF2-40B4-BE49-F238E27FC236}">
                <a16:creationId xmlns:a16="http://schemas.microsoft.com/office/drawing/2014/main" id="{EAF9FCE1-6990-4709-B6EF-DA8A86E331CC}"/>
              </a:ext>
            </a:extLst>
          </p:cNvPr>
          <p:cNvSpPr>
            <a:spLocks xmlns:a="http://schemas.openxmlformats.org/drawingml/2006/main" noGrp="1"/>
          </p:cNvSpPr>
          <p:nvPr/>
        </p:nvSpPr>
        <p:spPr>
          <a:xfrm xmlns:a="http://schemas.openxmlformats.org/drawingml/2006/main">
            <a:off x="6136005" y="4801807"/>
            <a:ext cx="228600" cy="22860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8781869" name="Oval 1758550888">
            <a:extLst xmlns:a="http://schemas.openxmlformats.org/drawingml/2006/main">
              <a:ext uri="{FF2B5EF4-FFF2-40B4-BE49-F238E27FC236}">
                <a16:creationId xmlns:a16="http://schemas.microsoft.com/office/drawing/2014/main" id="{75F551A7-90B0-4CAC-BD8B-0DCB302E707C}"/>
              </a:ext>
            </a:extLst>
          </p:cNvPr>
          <p:cNvSpPr>
            <a:spLocks xmlns:a="http://schemas.openxmlformats.org/drawingml/2006/main" noGrp="1"/>
          </p:cNvSpPr>
          <p:nvPr/>
        </p:nvSpPr>
        <p:spPr>
          <a:xfrm xmlns:a="http://schemas.openxmlformats.org/drawingml/2006/main">
            <a:off x="3819525" y="4578287"/>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6082875" name="Rectangle: Rounded Corners 1781569673">
            <a:extLst xmlns:a="http://schemas.openxmlformats.org/drawingml/2006/main">
              <a:ext uri="{FF2B5EF4-FFF2-40B4-BE49-F238E27FC236}">
                <a16:creationId xmlns:a16="http://schemas.microsoft.com/office/drawing/2014/main" id="{C8B07A38-EB4A-4E06-8E28-7729E725E3D2}"/>
              </a:ext>
            </a:extLst>
          </p:cNvPr>
          <p:cNvSpPr>
            <a:spLocks xmlns:a="http://schemas.openxmlformats.org/drawingml/2006/main" noGrp="1"/>
          </p:cNvSpPr>
          <p:nvPr/>
        </p:nvSpPr>
        <p:spPr>
          <a:xfrm xmlns:a="http://schemas.openxmlformats.org/drawingml/2006/main">
            <a:off x="9477375" y="2857500"/>
            <a:ext cx="1333500" cy="514350"/>
          </a:xfrm>
          <a:prstGeom xmlns:a="http://schemas.openxmlformats.org/drawingml/2006/main" prst="roundRect">
            <a:avLst>
              <a:gd name="adj" fmla="val 22222"/>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10B981"/>
                </a:solidFill>
              </a:defRPr>
            </a:pPr>
            <a:r>
              <a:rPr sz="1750" b="1">
                <a:solidFill>
                  <a:srgbClr val="10B981"/>
                </a:solidFill>
              </a:rPr>
              <a:t>small α</a:t>
            </a:r>
          </a:p>
        </p:txBody>
      </p:sp>
      <p:sp>
        <p:nvSpPr>
          <p:cNvPr id="664795037" name="Rectangle: Rounded Corners 140372676">
            <a:extLst xmlns:a="http://schemas.openxmlformats.org/drawingml/2006/main">
              <a:ext uri="{FF2B5EF4-FFF2-40B4-BE49-F238E27FC236}">
                <a16:creationId xmlns:a16="http://schemas.microsoft.com/office/drawing/2014/main" id="{C4AF5831-1151-4BE4-A7CB-0CED07C35DB1}"/>
              </a:ext>
            </a:extLst>
          </p:cNvPr>
          <p:cNvSpPr>
            <a:spLocks xmlns:a="http://schemas.openxmlformats.org/drawingml/2006/main" noGrp="1"/>
          </p:cNvSpPr>
          <p:nvPr/>
        </p:nvSpPr>
        <p:spPr>
          <a:xfrm xmlns:a="http://schemas.openxmlformats.org/drawingml/2006/main">
            <a:off x="9477375" y="3571875"/>
            <a:ext cx="1333500" cy="514350"/>
          </a:xfrm>
          <a:prstGeom xmlns:a="http://schemas.openxmlformats.org/drawingml/2006/main" prst="roundRect">
            <a:avLst>
              <a:gd name="adj" fmla="val 22222"/>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F97316"/>
                </a:solidFill>
              </a:defRPr>
            </a:pPr>
            <a:r>
              <a:rPr sz="1750" b="1">
                <a:solidFill>
                  <a:srgbClr val="F97316"/>
                </a:solidFill>
              </a:rPr>
              <a:t>good α</a:t>
            </a:r>
          </a:p>
        </p:txBody>
      </p:sp>
      <p:sp>
        <p:nvSpPr>
          <p:cNvPr id="1717293177" name="Rectangle: Rounded Corners 457547252">
            <a:extLst xmlns:a="http://schemas.openxmlformats.org/drawingml/2006/main">
              <a:ext uri="{FF2B5EF4-FFF2-40B4-BE49-F238E27FC236}">
                <a16:creationId xmlns:a16="http://schemas.microsoft.com/office/drawing/2014/main" id="{8E9C465B-AD67-4CFC-BD19-DC6CA1DBC399}"/>
              </a:ext>
            </a:extLst>
          </p:cNvPr>
          <p:cNvSpPr>
            <a:spLocks xmlns:a="http://schemas.openxmlformats.org/drawingml/2006/main" noGrp="1"/>
          </p:cNvSpPr>
          <p:nvPr/>
        </p:nvSpPr>
        <p:spPr>
          <a:xfrm xmlns:a="http://schemas.openxmlformats.org/drawingml/2006/main">
            <a:off x="9477375" y="4286250"/>
            <a:ext cx="1333500" cy="514350"/>
          </a:xfrm>
          <a:prstGeom xmlns:a="http://schemas.openxmlformats.org/drawingml/2006/main" prst="roundRect">
            <a:avLst>
              <a:gd name="adj" fmla="val 22222"/>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EF4444"/>
                </a:solidFill>
              </a:defRPr>
            </a:pPr>
            <a:r>
              <a:rPr sz="1750" b="1">
                <a:solidFill>
                  <a:srgbClr val="EF4444"/>
                </a:solidFill>
              </a:rPr>
              <a:t>too large</a:t>
            </a:r>
          </a:p>
        </p:txBody>
      </p:sp>
      <p:sp>
        <p:nvSpPr>
          <p:cNvPr id="1498523023" name="Rectangle 126664147">
            <a:extLst xmlns:a="http://schemas.openxmlformats.org/drawingml/2006/main">
              <a:ext uri="{FF2B5EF4-FFF2-40B4-BE49-F238E27FC236}">
                <a16:creationId xmlns:a16="http://schemas.microsoft.com/office/drawing/2014/main" id="{DD457AB6-4CED-47BE-BDB4-AA861D0A5992}"/>
              </a:ext>
            </a:extLst>
          </p:cNvPr>
          <p:cNvSpPr>
            <a:spLocks xmlns:a="http://schemas.openxmlformats.org/drawingml/2006/main" noGrp="1"/>
          </p:cNvSpPr>
          <p:nvPr/>
        </p:nvSpPr>
        <p:spPr>
          <a:xfrm xmlns:a="http://schemas.openxmlformats.org/drawingml/2006/main">
            <a:off x="3048000" y="1733550"/>
            <a:ext cx="5334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α is the learning rate</a:t>
            </a:r>
          </a:p>
        </p:txBody>
      </p:sp>
      <p:sp>
        <p:nvSpPr>
          <p:cNvPr id="1914619801" name="Rectangle 638283189">
            <a:extLst xmlns:a="http://schemas.openxmlformats.org/drawingml/2006/main">
              <a:ext uri="{FF2B5EF4-FFF2-40B4-BE49-F238E27FC236}">
                <a16:creationId xmlns:a16="http://schemas.microsoft.com/office/drawing/2014/main" id="{910384FC-268F-4F2A-BC91-0CCBB7DE6AD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14</a:t>
            </a:r>
          </a:p>
        </p:txBody>
      </p:sp>
      <p:pic>
        <p:nvPicPr>
          <p:cNvPr id="1914619819" name="Graphic 1905296005"/>
          <p:cNvPicPr>
            <a:picLocks xmlns:a="http://schemas.openxmlformats.org/drawingml/2006/main" noChangeAspect="1"/>
          </p:cNvPicPr>
          <p:nvPr/>
        </p:nvPicPr>
        <p:blipFill rotWithShape="1">
          <a:blip xmlns:r="http://schemas.openxmlformats.org/officeDocument/2006/relationships" xmlns:a="http://schemas.openxmlformats.org/drawingml/2006/main" r:embed="R11a20a77b7f9433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56211064"/>
      </p:ext>
    </p:extLst>
  </p:cSld>
</p:sld>
</file>

<file path=ppt/slides/slide1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53461114" name="Rectangle 1072400785">
            <a:extLst xmlns:a="http://schemas.openxmlformats.org/drawingml/2006/main">
              <a:ext uri="{FF2B5EF4-FFF2-40B4-BE49-F238E27FC236}">
                <a16:creationId xmlns:a16="http://schemas.microsoft.com/office/drawing/2014/main" id="{23B10303-07F3-4716-B724-BA65E2CDFD0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Line search</a:t>
            </a:r>
          </a:p>
        </p:txBody>
      </p:sp>
      <p:sp>
        <p:nvSpPr>
          <p:cNvPr id="1088840537" name="Rectangle 1682929385">
            <a:extLst xmlns:a="http://schemas.openxmlformats.org/drawingml/2006/main">
              <a:ext uri="{FF2B5EF4-FFF2-40B4-BE49-F238E27FC236}">
                <a16:creationId xmlns:a16="http://schemas.microsoft.com/office/drawing/2014/main" id="{C78E12C4-AF87-4B75-8420-4A27621B666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Backtracking line search shrinks bad steps</a:t>
            </a:r>
          </a:p>
        </p:txBody>
      </p:sp>
      <p:sp>
        <p:nvSpPr>
          <p:cNvPr id="2103253834" name="Rectangle: Rounded Corners 1080314407">
            <a:extLst xmlns:a="http://schemas.openxmlformats.org/drawingml/2006/main">
              <a:ext uri="{FF2B5EF4-FFF2-40B4-BE49-F238E27FC236}">
                <a16:creationId xmlns:a16="http://schemas.microsoft.com/office/drawing/2014/main" id="{4F39A3AB-9F4D-4BFE-9169-089FBB25176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3253839" name="Picture 1957330896"/>
          <p:cNvPicPr>
            <a:picLocks xmlns:a="http://schemas.openxmlformats.org/drawingml/2006/main" noChangeAspect="1"/>
          </p:cNvPicPr>
          <p:nvPr/>
        </p:nvPicPr>
        <p:blipFill rotWithShape="1">
          <a:blip xmlns:r="http://schemas.openxmlformats.org/officeDocument/2006/relationships" xmlns:a="http://schemas.openxmlformats.org/drawingml/2006/main" r:embed="R7b88de589c8f423c"/>
          <a:stretch xmlns:a="http://schemas.openxmlformats.org/drawingml/2006/main"/>
        </p:blipFill>
        <p:spPr>
          <a:xfrm xmlns:a="http://schemas.openxmlformats.org/drawingml/2006/main">
            <a:off x="1875096" y="1524000"/>
            <a:ext cx="7775058" cy="742950"/>
          </a:xfrm>
          <a:prstGeom xmlns:a="http://schemas.openxmlformats.org/drawingml/2006/main" prst="rect">
            <a:avLst/>
          </a:prstGeom>
        </p:spPr>
      </p:pic>
      <p:sp>
        <p:nvSpPr>
          <p:cNvPr id="2080997356" name="Straight Connector 707499443">
            <a:extLst xmlns:a="http://schemas.openxmlformats.org/drawingml/2006/main">
              <a:ext uri="{FF2B5EF4-FFF2-40B4-BE49-F238E27FC236}">
                <a16:creationId xmlns:a16="http://schemas.microsoft.com/office/drawing/2014/main" id="{89F4E6C3-4D17-4482-9245-79827127CD48}"/>
              </a:ext>
            </a:extLst>
          </p:cNvPr>
          <p:cNvSpPr>
            <a:spLocks xmlns:a="http://schemas.openxmlformats.org/drawingml/2006/main" noGrp="1"/>
          </p:cNvSpPr>
          <p:nvPr/>
        </p:nvSpPr>
        <p:spPr>
          <a:xfrm xmlns:a="http://schemas.openxmlformats.org/drawingml/2006/main">
            <a:off x="1762125" y="5381625"/>
            <a:ext cx="723900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4091553" name="Straight Connector 1076861610">
            <a:extLst xmlns:a="http://schemas.openxmlformats.org/drawingml/2006/main">
              <a:ext uri="{FF2B5EF4-FFF2-40B4-BE49-F238E27FC236}">
                <a16:creationId xmlns:a16="http://schemas.microsoft.com/office/drawing/2014/main" id="{84E885FF-9240-4E1D-B766-18782C54A1FC}"/>
              </a:ext>
            </a:extLst>
          </p:cNvPr>
          <p:cNvSpPr>
            <a:spLocks xmlns:a="http://schemas.openxmlformats.org/drawingml/2006/main" noGrp="1"/>
          </p:cNvSpPr>
          <p:nvPr/>
        </p:nvSpPr>
        <p:spPr>
          <a:xfrm xmlns:a="http://schemas.openxmlformats.org/drawingml/2006/main">
            <a:off x="1762125" y="2524125"/>
            <a:ext cx="9525" cy="28575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7984994" name="Rectangle 1618224149">
            <a:extLst xmlns:a="http://schemas.openxmlformats.org/drawingml/2006/main">
              <a:ext uri="{FF2B5EF4-FFF2-40B4-BE49-F238E27FC236}">
                <a16:creationId xmlns:a16="http://schemas.microsoft.com/office/drawing/2014/main" id="{1978D6A6-AFF5-4AC9-9B93-F8748EA0D3A8}"/>
              </a:ext>
            </a:extLst>
          </p:cNvPr>
          <p:cNvSpPr>
            <a:spLocks xmlns:a="http://schemas.openxmlformats.org/drawingml/2006/main" noGrp="1"/>
          </p:cNvSpPr>
          <p:nvPr/>
        </p:nvSpPr>
        <p:spPr>
          <a:xfrm xmlns:a="http://schemas.openxmlformats.org/drawingml/2006/main">
            <a:off x="4714875" y="561975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parameter</a:t>
            </a:r>
          </a:p>
        </p:txBody>
      </p:sp>
      <p:sp>
        <p:nvSpPr>
          <p:cNvPr id="1689432259" name="Rectangle 1957330890">
            <a:extLst xmlns:a="http://schemas.openxmlformats.org/drawingml/2006/main">
              <a:ext uri="{FF2B5EF4-FFF2-40B4-BE49-F238E27FC236}">
                <a16:creationId xmlns:a16="http://schemas.microsoft.com/office/drawing/2014/main" id="{D5D0BEFE-6630-4A0B-97F5-62B5FDC5178E}"/>
              </a:ext>
            </a:extLst>
          </p:cNvPr>
          <p:cNvSpPr>
            <a:spLocks xmlns:a="http://schemas.openxmlformats.org/drawingml/2006/main" noGrp="1"/>
          </p:cNvSpPr>
          <p:nvPr/>
        </p:nvSpPr>
        <p:spPr>
          <a:xfrm xmlns:a="http://schemas.openxmlformats.org/drawingml/2006/main">
            <a:off x="1190625" y="3619500"/>
            <a:ext cx="571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MSE</a:t>
            </a:r>
          </a:p>
        </p:txBody>
      </p:sp>
      <p:sp>
        <p:nvSpPr>
          <p:cNvPr id="1652788761" name="Oval 1428842632">
            <a:extLst xmlns:a="http://schemas.openxmlformats.org/drawingml/2006/main">
              <a:ext uri="{FF2B5EF4-FFF2-40B4-BE49-F238E27FC236}">
                <a16:creationId xmlns:a16="http://schemas.microsoft.com/office/drawing/2014/main" id="{08A27B1D-940B-4132-A34B-0BA22983678E}"/>
              </a:ext>
            </a:extLst>
          </p:cNvPr>
          <p:cNvSpPr>
            <a:spLocks xmlns:a="http://schemas.openxmlformats.org/drawingml/2006/main" noGrp="1"/>
          </p:cNvSpPr>
          <p:nvPr/>
        </p:nvSpPr>
        <p:spPr>
          <a:xfrm xmlns:a="http://schemas.openxmlformats.org/drawingml/2006/main">
            <a:off x="7429500" y="4224121"/>
            <a:ext cx="247650" cy="2476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9318351" name="Oval 94324771">
            <a:extLst xmlns:a="http://schemas.openxmlformats.org/drawingml/2006/main">
              <a:ext uri="{FF2B5EF4-FFF2-40B4-BE49-F238E27FC236}">
                <a16:creationId xmlns:a16="http://schemas.microsoft.com/office/drawing/2014/main" id="{1D95E831-7CBB-4192-98B0-56E7BD22F19F}"/>
              </a:ext>
            </a:extLst>
          </p:cNvPr>
          <p:cNvSpPr>
            <a:spLocks xmlns:a="http://schemas.openxmlformats.org/drawingml/2006/main" noGrp="1"/>
          </p:cNvSpPr>
          <p:nvPr/>
        </p:nvSpPr>
        <p:spPr>
          <a:xfrm xmlns:a="http://schemas.openxmlformats.org/drawingml/2006/main">
            <a:off x="3529964" y="4449763"/>
            <a:ext cx="228600" cy="228600"/>
          </a:xfrm>
          <a:prstGeom xmlns:a="http://schemas.openxmlformats.org/drawingml/2006/main" prst="ellipse">
            <a:avLst/>
          </a:prstGeom>
          <a:solidFill xmlns:a="http://schemas.openxmlformats.org/drawingml/2006/main">
            <a:srgbClr val="EF4444"/>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4610584" name="Oval 1474916117">
            <a:extLst xmlns:a="http://schemas.openxmlformats.org/drawingml/2006/main">
              <a:ext uri="{FF2B5EF4-FFF2-40B4-BE49-F238E27FC236}">
                <a16:creationId xmlns:a16="http://schemas.microsoft.com/office/drawing/2014/main" id="{186692F3-CCB8-4120-812C-E3D146BD1D05}"/>
              </a:ext>
            </a:extLst>
          </p:cNvPr>
          <p:cNvSpPr>
            <a:spLocks xmlns:a="http://schemas.openxmlformats.org/drawingml/2006/main" noGrp="1"/>
          </p:cNvSpPr>
          <p:nvPr/>
        </p:nvSpPr>
        <p:spPr>
          <a:xfrm xmlns:a="http://schemas.openxmlformats.org/drawingml/2006/main">
            <a:off x="5774054" y="4861179"/>
            <a:ext cx="228600" cy="228600"/>
          </a:xfrm>
          <a:prstGeom xmlns:a="http://schemas.openxmlformats.org/drawingml/2006/main" prst="ellipse">
            <a:avLst/>
          </a:prstGeom>
          <a:solidFill xmlns:a="http://schemas.openxmlformats.org/drawingml/2006/main">
            <a:srgbClr val="10B981"/>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8572140" name="Rectangle 1335518815">
            <a:extLst xmlns:a="http://schemas.openxmlformats.org/drawingml/2006/main">
              <a:ext uri="{FF2B5EF4-FFF2-40B4-BE49-F238E27FC236}">
                <a16:creationId xmlns:a16="http://schemas.microsoft.com/office/drawing/2014/main" id="{BB7C70E5-F341-4BBF-BF24-0EE62419EEC9}"/>
              </a:ext>
            </a:extLst>
          </p:cNvPr>
          <p:cNvSpPr>
            <a:spLocks xmlns:a="http://schemas.openxmlformats.org/drawingml/2006/main" noGrp="1"/>
          </p:cNvSpPr>
          <p:nvPr/>
        </p:nvSpPr>
        <p:spPr>
          <a:xfrm xmlns:a="http://schemas.openxmlformats.org/drawingml/2006/main">
            <a:off x="3457575" y="408781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reject</a:t>
            </a:r>
          </a:p>
        </p:txBody>
      </p:sp>
      <p:sp>
        <p:nvSpPr>
          <p:cNvPr id="53772915" name="Rectangle 971869567">
            <a:extLst xmlns:a="http://schemas.openxmlformats.org/drawingml/2006/main">
              <a:ext uri="{FF2B5EF4-FFF2-40B4-BE49-F238E27FC236}">
                <a16:creationId xmlns:a16="http://schemas.microsoft.com/office/drawing/2014/main" id="{605ED334-1BF9-4508-B9AA-0DC833FE050B}"/>
              </a:ext>
            </a:extLst>
          </p:cNvPr>
          <p:cNvSpPr>
            <a:spLocks xmlns:a="http://schemas.openxmlformats.org/drawingml/2006/main" noGrp="1"/>
          </p:cNvSpPr>
          <p:nvPr/>
        </p:nvSpPr>
        <p:spPr>
          <a:xfrm xmlns:a="http://schemas.openxmlformats.org/drawingml/2006/main">
            <a:off x="5476875" y="4435983"/>
            <a:ext cx="1143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accept</a:t>
            </a:r>
          </a:p>
        </p:txBody>
      </p:sp>
      <p:sp>
        <p:nvSpPr>
          <p:cNvPr id="136523244" name="Rectangle: Rounded Corners 76329123">
            <a:extLst xmlns:a="http://schemas.openxmlformats.org/drawingml/2006/main">
              <a:ext uri="{FF2B5EF4-FFF2-40B4-BE49-F238E27FC236}">
                <a16:creationId xmlns:a16="http://schemas.microsoft.com/office/drawing/2014/main" id="{F55795D0-488E-4056-A805-CE77C7CE52BB}"/>
              </a:ext>
            </a:extLst>
          </p:cNvPr>
          <p:cNvSpPr>
            <a:spLocks xmlns:a="http://schemas.openxmlformats.org/drawingml/2006/main" noGrp="1"/>
          </p:cNvSpPr>
          <p:nvPr/>
        </p:nvSpPr>
        <p:spPr>
          <a:xfrm xmlns:a="http://schemas.openxmlformats.org/drawingml/2006/main">
            <a:off x="9477375" y="3619500"/>
            <a:ext cx="1381125"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α → α/2</a:t>
            </a:r>
          </a:p>
        </p:txBody>
      </p:sp>
      <p:sp>
        <p:nvSpPr>
          <p:cNvPr id="580541723" name="Rectangle 237806933">
            <a:extLst xmlns:a="http://schemas.openxmlformats.org/drawingml/2006/main">
              <a:ext uri="{FF2B5EF4-FFF2-40B4-BE49-F238E27FC236}">
                <a16:creationId xmlns:a16="http://schemas.microsoft.com/office/drawing/2014/main" id="{03B4B772-10A2-4913-8719-1FBB1573041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15</a:t>
            </a:r>
          </a:p>
        </p:txBody>
      </p:sp>
      <p:sp>
        <p:nvSpPr>
          <p:cNvPr id="590850441" name="solid-loss-curve">
            <a:extLst xmlns:a="http://schemas.openxmlformats.org/drawingml/2006/main">
              <a:ext uri="{FF2B5EF4-FFF2-40B4-BE49-F238E27FC236}">
                <a16:creationId xmlns:a16="http://schemas.microsoft.com/office/drawing/2014/main" id="{76B5813E-AC05-46E5-9818-DAD8C30CCDFD}"/>
              </a:ext>
            </a:extLst>
          </p:cNvPr>
          <p:cNvSpPr>
            <a:spLocks xmlns:a="http://schemas.openxmlformats.org/drawingml/2006/main" noGrp="1"/>
          </p:cNvSpPr>
          <p:nvPr/>
        </p:nvSpPr>
        <p:spPr>
          <a:xfrm xmlns:a="http://schemas.openxmlformats.org/drawingml/2006/main">
            <a:off x="1752599" y="3143250"/>
            <a:ext cx="7258050" cy="1905000"/>
          </a:xfrm>
          <a:custGeom xmlns:a="http://schemas.openxmlformats.org/drawingml/2006/main">
            <a:rect l="0" t="0" r="0" b="0"/>
            <a:pathLst>
              <a:path w="7258050" h="1905000">
                <a:moveTo>
                  <a:pt x="0" y="22741"/>
                </a:moveTo>
                <a:lnTo>
                  <a:pt x="76200" y="98581"/>
                </a:lnTo>
                <a:lnTo>
                  <a:pt x="152400" y="172812"/>
                </a:lnTo>
                <a:lnTo>
                  <a:pt x="228600" y="245434"/>
                </a:lnTo>
                <a:lnTo>
                  <a:pt x="304800" y="316446"/>
                </a:lnTo>
                <a:lnTo>
                  <a:pt x="381000" y="385849"/>
                </a:lnTo>
                <a:lnTo>
                  <a:pt x="457200" y="453643"/>
                </a:lnTo>
                <a:lnTo>
                  <a:pt x="533400" y="519827"/>
                </a:lnTo>
                <a:lnTo>
                  <a:pt x="609600" y="584402"/>
                </a:lnTo>
                <a:lnTo>
                  <a:pt x="685800" y="647367"/>
                </a:lnTo>
                <a:lnTo>
                  <a:pt x="762000" y="708724"/>
                </a:lnTo>
                <a:lnTo>
                  <a:pt x="838200" y="768471"/>
                </a:lnTo>
                <a:lnTo>
                  <a:pt x="914400" y="826608"/>
                </a:lnTo>
                <a:lnTo>
                  <a:pt x="990600" y="883136"/>
                </a:lnTo>
                <a:lnTo>
                  <a:pt x="1066800" y="938055"/>
                </a:lnTo>
                <a:lnTo>
                  <a:pt x="1143000" y="991365"/>
                </a:lnTo>
                <a:lnTo>
                  <a:pt x="1219200" y="1043065"/>
                </a:lnTo>
                <a:lnTo>
                  <a:pt x="1295400" y="1093156"/>
                </a:lnTo>
                <a:lnTo>
                  <a:pt x="1371600" y="1141637"/>
                </a:lnTo>
                <a:lnTo>
                  <a:pt x="1447800" y="1188509"/>
                </a:lnTo>
                <a:lnTo>
                  <a:pt x="1524000" y="1233772"/>
                </a:lnTo>
                <a:lnTo>
                  <a:pt x="1600200" y="1277426"/>
                </a:lnTo>
                <a:lnTo>
                  <a:pt x="1676400" y="1319470"/>
                </a:lnTo>
                <a:lnTo>
                  <a:pt x="1752600" y="1359904"/>
                </a:lnTo>
                <a:lnTo>
                  <a:pt x="1828800" y="1398730"/>
                </a:lnTo>
                <a:lnTo>
                  <a:pt x="1905000" y="1435946"/>
                </a:lnTo>
                <a:lnTo>
                  <a:pt x="1981200" y="1471553"/>
                </a:lnTo>
                <a:lnTo>
                  <a:pt x="2057400" y="1505550"/>
                </a:lnTo>
                <a:lnTo>
                  <a:pt x="2133600" y="1537938"/>
                </a:lnTo>
                <a:lnTo>
                  <a:pt x="2209800" y="1568717"/>
                </a:lnTo>
                <a:lnTo>
                  <a:pt x="2286000" y="1597886"/>
                </a:lnTo>
                <a:lnTo>
                  <a:pt x="2362200" y="1625446"/>
                </a:lnTo>
                <a:lnTo>
                  <a:pt x="2438400" y="1651397"/>
                </a:lnTo>
                <a:lnTo>
                  <a:pt x="2514600" y="1675738"/>
                </a:lnTo>
                <a:lnTo>
                  <a:pt x="2590800" y="1698470"/>
                </a:lnTo>
                <a:lnTo>
                  <a:pt x="2667000" y="1719593"/>
                </a:lnTo>
                <a:lnTo>
                  <a:pt x="2743200" y="1739106"/>
                </a:lnTo>
                <a:lnTo>
                  <a:pt x="2819400" y="1757010"/>
                </a:lnTo>
                <a:lnTo>
                  <a:pt x="2895600" y="1773305"/>
                </a:lnTo>
                <a:lnTo>
                  <a:pt x="2971800" y="1787990"/>
                </a:lnTo>
                <a:lnTo>
                  <a:pt x="3048000" y="1801066"/>
                </a:lnTo>
                <a:lnTo>
                  <a:pt x="3124200" y="1812532"/>
                </a:lnTo>
                <a:lnTo>
                  <a:pt x="3200400" y="1822390"/>
                </a:lnTo>
                <a:lnTo>
                  <a:pt x="3276600" y="1830638"/>
                </a:lnTo>
                <a:lnTo>
                  <a:pt x="3352800" y="1837276"/>
                </a:lnTo>
                <a:lnTo>
                  <a:pt x="3429000" y="1842305"/>
                </a:lnTo>
                <a:lnTo>
                  <a:pt x="3505200" y="1845725"/>
                </a:lnTo>
                <a:lnTo>
                  <a:pt x="3581400" y="1847536"/>
                </a:lnTo>
                <a:lnTo>
                  <a:pt x="3657600" y="1847737"/>
                </a:lnTo>
                <a:lnTo>
                  <a:pt x="3733800" y="1846329"/>
                </a:lnTo>
                <a:lnTo>
                  <a:pt x="3810000" y="1843311"/>
                </a:lnTo>
                <a:lnTo>
                  <a:pt x="3886200" y="1838684"/>
                </a:lnTo>
                <a:lnTo>
                  <a:pt x="3962400" y="1832448"/>
                </a:lnTo>
                <a:lnTo>
                  <a:pt x="4038600" y="1824603"/>
                </a:lnTo>
                <a:lnTo>
                  <a:pt x="4114800" y="1815148"/>
                </a:lnTo>
                <a:lnTo>
                  <a:pt x="4191000" y="1804083"/>
                </a:lnTo>
                <a:lnTo>
                  <a:pt x="4267200" y="1791410"/>
                </a:lnTo>
                <a:lnTo>
                  <a:pt x="4343400" y="1777127"/>
                </a:lnTo>
                <a:lnTo>
                  <a:pt x="4419600" y="1761235"/>
                </a:lnTo>
                <a:lnTo>
                  <a:pt x="4495800" y="1743733"/>
                </a:lnTo>
                <a:lnTo>
                  <a:pt x="4572000" y="1724622"/>
                </a:lnTo>
                <a:lnTo>
                  <a:pt x="4648200" y="1703902"/>
                </a:lnTo>
                <a:lnTo>
                  <a:pt x="4724400" y="1681572"/>
                </a:lnTo>
                <a:lnTo>
                  <a:pt x="4800600" y="1657633"/>
                </a:lnTo>
                <a:lnTo>
                  <a:pt x="4876800" y="1632085"/>
                </a:lnTo>
                <a:lnTo>
                  <a:pt x="4953000" y="1604927"/>
                </a:lnTo>
                <a:lnTo>
                  <a:pt x="5029200" y="1576160"/>
                </a:lnTo>
                <a:lnTo>
                  <a:pt x="5105400" y="1545784"/>
                </a:lnTo>
                <a:lnTo>
                  <a:pt x="5181600" y="1513798"/>
                </a:lnTo>
                <a:lnTo>
                  <a:pt x="5257800" y="1480203"/>
                </a:lnTo>
                <a:lnTo>
                  <a:pt x="5334000" y="1444999"/>
                </a:lnTo>
                <a:lnTo>
                  <a:pt x="5410200" y="1408185"/>
                </a:lnTo>
                <a:lnTo>
                  <a:pt x="5486400" y="1369762"/>
                </a:lnTo>
                <a:lnTo>
                  <a:pt x="5562600" y="1329729"/>
                </a:lnTo>
                <a:lnTo>
                  <a:pt x="5638800" y="1288087"/>
                </a:lnTo>
                <a:lnTo>
                  <a:pt x="5715000" y="1244836"/>
                </a:lnTo>
                <a:lnTo>
                  <a:pt x="5791200" y="1199976"/>
                </a:lnTo>
                <a:lnTo>
                  <a:pt x="5867400" y="1153506"/>
                </a:lnTo>
                <a:lnTo>
                  <a:pt x="5943600" y="1105427"/>
                </a:lnTo>
                <a:lnTo>
                  <a:pt x="6019800" y="1055738"/>
                </a:lnTo>
                <a:lnTo>
                  <a:pt x="6096000" y="1004441"/>
                </a:lnTo>
                <a:lnTo>
                  <a:pt x="6172200" y="951533"/>
                </a:lnTo>
                <a:lnTo>
                  <a:pt x="6248400" y="897017"/>
                </a:lnTo>
                <a:lnTo>
                  <a:pt x="6324600" y="840891"/>
                </a:lnTo>
                <a:lnTo>
                  <a:pt x="6400800" y="783156"/>
                </a:lnTo>
                <a:lnTo>
                  <a:pt x="6477000" y="723811"/>
                </a:lnTo>
                <a:lnTo>
                  <a:pt x="6553200" y="662857"/>
                </a:lnTo>
                <a:lnTo>
                  <a:pt x="6629400" y="600294"/>
                </a:lnTo>
                <a:lnTo>
                  <a:pt x="6705600" y="536121"/>
                </a:lnTo>
                <a:lnTo>
                  <a:pt x="6781800" y="470340"/>
                </a:lnTo>
                <a:lnTo>
                  <a:pt x="6858000" y="402948"/>
                </a:lnTo>
                <a:lnTo>
                  <a:pt x="6934200" y="333948"/>
                </a:lnTo>
                <a:lnTo>
                  <a:pt x="7010400" y="263338"/>
                </a:lnTo>
                <a:lnTo>
                  <a:pt x="7086600" y="191118"/>
                </a:lnTo>
                <a:lnTo>
                  <a:pt x="7162800" y="117290"/>
                </a:lnTo>
                <a:lnTo>
                  <a:pt x="7239000" y="41852"/>
                </a:lnTo>
              </a:path>
            </a:pathLst>
          </a:cu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Tree>
    <p:extLst>
      <p:ext uri="{BB962C8B-B14F-4D97-AF65-F5344CB8AC3E}">
        <p14:creationId xmlns:p14="http://schemas.microsoft.com/office/powerpoint/2010/main" val="451106698"/>
      </p:ext>
    </p:extLst>
  </p:cSld>
</p:sld>
</file>

<file path=ppt/slides/slide1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046829235" name="Rectangle 935271156">
            <a:extLst xmlns:a="http://schemas.openxmlformats.org/drawingml/2006/main">
              <a:ext uri="{FF2B5EF4-FFF2-40B4-BE49-F238E27FC236}">
                <a16:creationId xmlns:a16="http://schemas.microsoft.com/office/drawing/2014/main" id="{2F8E8854-607D-48D7-A1EC-34ACE1E99C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Optimization</a:t>
            </a:r>
          </a:p>
        </p:txBody>
      </p:sp>
      <p:sp>
        <p:nvSpPr>
          <p:cNvPr id="577602525" name="Rectangle 251777344">
            <a:extLst xmlns:a="http://schemas.openxmlformats.org/drawingml/2006/main">
              <a:ext uri="{FF2B5EF4-FFF2-40B4-BE49-F238E27FC236}">
                <a16:creationId xmlns:a16="http://schemas.microsoft.com/office/drawing/2014/main" id="{BD772CF2-FBED-409E-A086-29FB32529E10}"/>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Annealing reduces randomness over time</a:t>
            </a:r>
          </a:p>
        </p:txBody>
      </p:sp>
      <p:sp>
        <p:nvSpPr>
          <p:cNvPr id="1095402177" name="Rectangle: Rounded Corners 1456392341">
            <a:extLst xmlns:a="http://schemas.openxmlformats.org/drawingml/2006/main">
              <a:ext uri="{FF2B5EF4-FFF2-40B4-BE49-F238E27FC236}">
                <a16:creationId xmlns:a16="http://schemas.microsoft.com/office/drawing/2014/main" id="{26FA3A94-F15A-484C-9BE5-101E973D7DF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5369612" name="Rectangle 615225220">
            <a:extLst xmlns:a="http://schemas.openxmlformats.org/drawingml/2006/main">
              <a:ext uri="{FF2B5EF4-FFF2-40B4-BE49-F238E27FC236}">
                <a16:creationId xmlns:a16="http://schemas.microsoft.com/office/drawing/2014/main" id="{A54097C6-E998-4F37-99B6-2968F1D4F704}"/>
              </a:ext>
            </a:extLst>
          </p:cNvPr>
          <p:cNvSpPr>
            <a:spLocks xmlns:a="http://schemas.openxmlformats.org/drawingml/2006/main" noGrp="1"/>
          </p:cNvSpPr>
          <p:nvPr/>
        </p:nvSpPr>
        <p:spPr>
          <a:xfrm xmlns:a="http://schemas.openxmlformats.org/drawingml/2006/main">
            <a:off x="1257300" y="20955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800" b="1">
                <a:solidFill>
                  <a:srgbClr val="FFFFFF"/>
                </a:solidFill>
              </a:defRPr>
            </a:pPr>
            <a:r>
              <a:rPr sz="1800" b="1">
                <a:solidFill>
                  <a:srgbClr val="FFFFFF"/>
                </a:solidFill>
              </a:rPr>
              <a:t>loss landscape</a:t>
            </a:r>
          </a:p>
        </p:txBody>
      </p:sp>
      <p:sp>
        <p:nvSpPr>
          <p:cNvPr id="1080036406" name="Rectangle: Rounded Corners 1987074982">
            <a:extLst xmlns:a="http://schemas.openxmlformats.org/drawingml/2006/main">
              <a:ext uri="{FF2B5EF4-FFF2-40B4-BE49-F238E27FC236}">
                <a16:creationId xmlns:a16="http://schemas.microsoft.com/office/drawing/2014/main" id="{5C4C1697-B772-4A95-9A47-664BE701975F}"/>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7088049" name="Rectangle 1286956634">
            <a:extLst xmlns:a="http://schemas.openxmlformats.org/drawingml/2006/main">
              <a:ext uri="{FF2B5EF4-FFF2-40B4-BE49-F238E27FC236}">
                <a16:creationId xmlns:a16="http://schemas.microsoft.com/office/drawing/2014/main" id="{E5AC9FC3-F6B9-4771-B430-1545822E159C}"/>
              </a:ext>
            </a:extLst>
          </p:cNvPr>
          <p:cNvSpPr>
            <a:spLocks xmlns:a="http://schemas.openxmlformats.org/drawingml/2006/main" noGrp="1"/>
          </p:cNvSpPr>
          <p:nvPr/>
        </p:nvSpPr>
        <p:spPr>
          <a:xfrm xmlns:a="http://schemas.openxmlformats.org/drawingml/2006/main">
            <a:off x="8153399" y="2286000"/>
            <a:ext cx="1809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00" b="1">
                <a:solidFill>
                  <a:srgbClr val="0B0F19"/>
                </a:solidFill>
              </a:defRPr>
            </a:pPr>
            <a:r>
              <a:rPr sz="1900" b="1">
                <a:solidFill>
                  <a:srgbClr val="0B0F19"/>
                </a:solidFill>
              </a:rPr>
              <a:t>annealing</a:t>
            </a:r>
          </a:p>
        </p:txBody>
      </p:sp>
      <p:sp>
        <p:nvSpPr>
          <p:cNvPr id="1268563519" name="Rectangle 399762638">
            <a:extLst xmlns:a="http://schemas.openxmlformats.org/drawingml/2006/main">
              <a:ext uri="{FF2B5EF4-FFF2-40B4-BE49-F238E27FC236}">
                <a16:creationId xmlns:a16="http://schemas.microsoft.com/office/drawing/2014/main" id="{0F24F088-6155-404A-8E1A-79FFDC1C5E15}"/>
              </a:ext>
            </a:extLst>
          </p:cNvPr>
          <p:cNvSpPr>
            <a:spLocks xmlns:a="http://schemas.openxmlformats.org/drawingml/2006/main" noGrp="1"/>
          </p:cNvSpPr>
          <p:nvPr/>
        </p:nvSpPr>
        <p:spPr>
          <a:xfrm xmlns:a="http://schemas.openxmlformats.org/drawingml/2006/main">
            <a:off x="8153399" y="2628900"/>
            <a:ext cx="2381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temperature / learning rate</a:t>
            </a:r>
          </a:p>
        </p:txBody>
      </p:sp>
      <p:sp>
        <p:nvSpPr>
          <p:cNvPr id="1484509805" name="Straight Connector 1664744869">
            <a:extLst xmlns:a="http://schemas.openxmlformats.org/drawingml/2006/main">
              <a:ext uri="{FF2B5EF4-FFF2-40B4-BE49-F238E27FC236}">
                <a16:creationId xmlns:a16="http://schemas.microsoft.com/office/drawing/2014/main" id="{5F165EEA-1CE7-4AC2-8F0D-FFC47A3C1F5B}"/>
              </a:ext>
            </a:extLst>
          </p:cNvPr>
          <p:cNvSpPr>
            <a:spLocks xmlns:a="http://schemas.openxmlformats.org/drawingml/2006/main" noGrp="1"/>
          </p:cNvSpPr>
          <p:nvPr/>
        </p:nvSpPr>
        <p:spPr>
          <a:xfrm xmlns:a="http://schemas.openxmlformats.org/drawingml/2006/main">
            <a:off x="8420100" y="3067050"/>
            <a:ext cx="9525" cy="1295400"/>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7462019" name="Straight Connector 598323690">
            <a:extLst xmlns:a="http://schemas.openxmlformats.org/drawingml/2006/main">
              <a:ext uri="{FF2B5EF4-FFF2-40B4-BE49-F238E27FC236}">
                <a16:creationId xmlns:a16="http://schemas.microsoft.com/office/drawing/2014/main" id="{8C7AF347-4A2B-45A5-8456-C1FB2448F8D5}"/>
              </a:ext>
            </a:extLst>
          </p:cNvPr>
          <p:cNvSpPr>
            <a:spLocks xmlns:a="http://schemas.openxmlformats.org/drawingml/2006/main" noGrp="1"/>
          </p:cNvSpPr>
          <p:nvPr/>
        </p:nvSpPr>
        <p:spPr>
          <a:xfrm xmlns:a="http://schemas.openxmlformats.org/drawingml/2006/main">
            <a:off x="8420100" y="4362450"/>
            <a:ext cx="2228850" cy="9525"/>
          </a:xfrm>
          <a:prstGeom xmlns:a="http://schemas.openxmlformats.org/drawingml/2006/main" prst="line">
            <a:avLst/>
          </a:prstGeom>
          <a:noFill xmlns:a="http://schemas.openxmlformats.org/drawingml/2006/main"/>
          <a:ln xmlns:a="http://schemas.openxmlformats.org/drawingml/2006/main" w="19050">
            <a:solidFill>
              <a:srgbClr val="94A3B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1900991" name="Rectangle 1233632033">
            <a:extLst xmlns:a="http://schemas.openxmlformats.org/drawingml/2006/main">
              <a:ext uri="{FF2B5EF4-FFF2-40B4-BE49-F238E27FC236}">
                <a16:creationId xmlns:a16="http://schemas.microsoft.com/office/drawing/2014/main" id="{E132C451-E7A0-4BFC-A454-154EC6ADFD1D}"/>
              </a:ext>
            </a:extLst>
          </p:cNvPr>
          <p:cNvSpPr>
            <a:spLocks xmlns:a="http://schemas.openxmlformats.org/drawingml/2006/main" noGrp="1"/>
          </p:cNvSpPr>
          <p:nvPr/>
        </p:nvSpPr>
        <p:spPr>
          <a:xfrm xmlns:a="http://schemas.openxmlformats.org/drawingml/2006/main">
            <a:off x="7981950" y="297180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high</a:t>
            </a:r>
          </a:p>
        </p:txBody>
      </p:sp>
      <p:sp>
        <p:nvSpPr>
          <p:cNvPr id="1043850030" name="Rectangle 987778106">
            <a:extLst xmlns:a="http://schemas.openxmlformats.org/drawingml/2006/main">
              <a:ext uri="{FF2B5EF4-FFF2-40B4-BE49-F238E27FC236}">
                <a16:creationId xmlns:a16="http://schemas.microsoft.com/office/drawing/2014/main" id="{96233D93-948C-40E7-B29C-A334379CD11C}"/>
              </a:ext>
            </a:extLst>
          </p:cNvPr>
          <p:cNvSpPr>
            <a:spLocks xmlns:a="http://schemas.openxmlformats.org/drawingml/2006/main" noGrp="1"/>
          </p:cNvSpPr>
          <p:nvPr/>
        </p:nvSpPr>
        <p:spPr>
          <a:xfrm xmlns:a="http://schemas.openxmlformats.org/drawingml/2006/main">
            <a:off x="7981950" y="4248150"/>
            <a:ext cx="476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150" b="0">
                <a:solidFill>
                  <a:srgbClr val="667085"/>
                </a:solidFill>
              </a:defRPr>
            </a:pPr>
            <a:r>
              <a:rPr sz="1150" b="0">
                <a:solidFill>
                  <a:srgbClr val="667085"/>
                </a:solidFill>
              </a:rPr>
              <a:t>low</a:t>
            </a:r>
          </a:p>
        </p:txBody>
      </p:sp>
      <p:sp>
        <p:nvSpPr>
          <p:cNvPr id="1701623951" name="Rectangle 1454394643">
            <a:extLst xmlns:a="http://schemas.openxmlformats.org/drawingml/2006/main">
              <a:ext uri="{FF2B5EF4-FFF2-40B4-BE49-F238E27FC236}">
                <a16:creationId xmlns:a16="http://schemas.microsoft.com/office/drawing/2014/main" id="{6A013E8D-80A3-40EB-8E05-70A7FC195419}"/>
              </a:ext>
            </a:extLst>
          </p:cNvPr>
          <p:cNvSpPr>
            <a:spLocks xmlns:a="http://schemas.openxmlformats.org/drawingml/2006/main" noGrp="1"/>
          </p:cNvSpPr>
          <p:nvPr/>
        </p:nvSpPr>
        <p:spPr>
          <a:xfrm xmlns:a="http://schemas.openxmlformats.org/drawingml/2006/main">
            <a:off x="9144000" y="4610100"/>
            <a:ext cx="762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time</a:t>
            </a:r>
          </a:p>
        </p:txBody>
      </p:sp>
      <p:sp>
        <p:nvSpPr>
          <p:cNvPr id="1598124439" name="Oval 1043049251">
            <a:extLst xmlns:a="http://schemas.openxmlformats.org/drawingml/2006/main">
              <a:ext uri="{FF2B5EF4-FFF2-40B4-BE49-F238E27FC236}">
                <a16:creationId xmlns:a16="http://schemas.microsoft.com/office/drawing/2014/main" id="{57122D42-B777-45DA-AA97-EB96E1581E7C}"/>
              </a:ext>
            </a:extLst>
          </p:cNvPr>
          <p:cNvSpPr>
            <a:spLocks xmlns:a="http://schemas.openxmlformats.org/drawingml/2006/main" noGrp="1"/>
          </p:cNvSpPr>
          <p:nvPr/>
        </p:nvSpPr>
        <p:spPr>
          <a:xfrm xmlns:a="http://schemas.openxmlformats.org/drawingml/2006/main">
            <a:off x="8605838" y="3271838"/>
            <a:ext cx="161925" cy="161925"/>
          </a:xfrm>
          <a:prstGeom xmlns:a="http://schemas.openxmlformats.org/drawingml/2006/main" prst="ellipse">
            <a:avLst/>
          </a:prstGeom>
          <a:solidFill xmlns:a="http://schemas.openxmlformats.org/drawingml/2006/main">
            <a:srgbClr val="F97316"/>
          </a:solidFill>
          <a:ln xmlns:a="http://schemas.openxmlformats.org/drawingml/2006/main" w="952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0467581" name="Oval 103022139">
            <a:extLst xmlns:a="http://schemas.openxmlformats.org/drawingml/2006/main">
              <a:ext uri="{FF2B5EF4-FFF2-40B4-BE49-F238E27FC236}">
                <a16:creationId xmlns:a16="http://schemas.microsoft.com/office/drawing/2014/main" id="{180B2F03-F3E0-48E1-A484-29355546F47D}"/>
              </a:ext>
            </a:extLst>
          </p:cNvPr>
          <p:cNvSpPr>
            <a:spLocks xmlns:a="http://schemas.openxmlformats.org/drawingml/2006/main" noGrp="1"/>
          </p:cNvSpPr>
          <p:nvPr/>
        </p:nvSpPr>
        <p:spPr>
          <a:xfrm xmlns:a="http://schemas.openxmlformats.org/drawingml/2006/main">
            <a:off x="10358438" y="4167187"/>
            <a:ext cx="161925" cy="161925"/>
          </a:xfrm>
          <a:prstGeom xmlns:a="http://schemas.openxmlformats.org/drawingml/2006/main" prst="ellipse">
            <a:avLst/>
          </a:prstGeom>
          <a:solidFill xmlns:a="http://schemas.openxmlformats.org/drawingml/2006/main">
            <a:srgbClr val="10B981"/>
          </a:solidFill>
          <a:ln xmlns:a="http://schemas.openxmlformats.org/drawingml/2006/main" w="952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5711932" name="Rectangle 1601714725">
            <a:extLst xmlns:a="http://schemas.openxmlformats.org/drawingml/2006/main">
              <a:ext uri="{FF2B5EF4-FFF2-40B4-BE49-F238E27FC236}">
                <a16:creationId xmlns:a16="http://schemas.microsoft.com/office/drawing/2014/main" id="{8FE7F383-03F2-4C5F-B72F-6D0C3CAE8DDF}"/>
              </a:ext>
            </a:extLst>
          </p:cNvPr>
          <p:cNvSpPr>
            <a:spLocks xmlns:a="http://schemas.openxmlformats.org/drawingml/2006/main" noGrp="1"/>
          </p:cNvSpPr>
          <p:nvPr/>
        </p:nvSpPr>
        <p:spPr>
          <a:xfrm xmlns:a="http://schemas.openxmlformats.org/drawingml/2006/main">
            <a:off x="8534400" y="4514850"/>
            <a:ext cx="8572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F97316"/>
                </a:solidFill>
              </a:defRPr>
            </a:pPr>
            <a:r>
              <a:rPr sz="1450" b="1">
                <a:solidFill>
                  <a:srgbClr val="F97316"/>
                </a:solidFill>
              </a:rPr>
              <a:t>explore</a:t>
            </a:r>
          </a:p>
        </p:txBody>
      </p:sp>
      <p:sp>
        <p:nvSpPr>
          <p:cNvPr id="260905858" name="Rectangle 1242132362">
            <a:extLst xmlns:a="http://schemas.openxmlformats.org/drawingml/2006/main">
              <a:ext uri="{FF2B5EF4-FFF2-40B4-BE49-F238E27FC236}">
                <a16:creationId xmlns:a16="http://schemas.microsoft.com/office/drawing/2014/main" id="{9B1D3E0E-1888-42F0-B4BC-DEA960A4E13F}"/>
              </a:ext>
            </a:extLst>
          </p:cNvPr>
          <p:cNvSpPr>
            <a:spLocks xmlns:a="http://schemas.openxmlformats.org/drawingml/2006/main" noGrp="1"/>
          </p:cNvSpPr>
          <p:nvPr/>
        </p:nvSpPr>
        <p:spPr>
          <a:xfrm xmlns:a="http://schemas.openxmlformats.org/drawingml/2006/main">
            <a:off x="9867900" y="4514850"/>
            <a:ext cx="762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10B981"/>
                </a:solidFill>
              </a:defRPr>
            </a:pPr>
            <a:r>
              <a:rPr sz="1450" b="1">
                <a:solidFill>
                  <a:srgbClr val="10B981"/>
                </a:solidFill>
              </a:rPr>
              <a:t>settle</a:t>
            </a:r>
          </a:p>
        </p:txBody>
      </p:sp>
      <p:sp>
        <p:nvSpPr>
          <p:cNvPr id="428462661" name="Rectangle 2132047703">
            <a:extLst xmlns:a="http://schemas.openxmlformats.org/drawingml/2006/main">
              <a:ext uri="{FF2B5EF4-FFF2-40B4-BE49-F238E27FC236}">
                <a16:creationId xmlns:a16="http://schemas.microsoft.com/office/drawing/2014/main" id="{1BC8101A-ACB7-4513-9B85-CDED013DF1B1}"/>
              </a:ext>
            </a:extLst>
          </p:cNvPr>
          <p:cNvSpPr>
            <a:spLocks xmlns:a="http://schemas.openxmlformats.org/drawingml/2006/main" noGrp="1"/>
          </p:cNvSpPr>
          <p:nvPr/>
        </p:nvSpPr>
        <p:spPr>
          <a:xfrm xmlns:a="http://schemas.openxmlformats.org/drawingml/2006/main">
            <a:off x="2914650" y="5429250"/>
            <a:ext cx="647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early search is wide; later updates become stable</a:t>
            </a:r>
          </a:p>
        </p:txBody>
      </p:sp>
      <p:sp>
        <p:nvSpPr>
          <p:cNvPr id="247510304" name="Rectangle 1495975732">
            <a:extLst xmlns:a="http://schemas.openxmlformats.org/drawingml/2006/main">
              <a:ext uri="{FF2B5EF4-FFF2-40B4-BE49-F238E27FC236}">
                <a16:creationId xmlns:a16="http://schemas.microsoft.com/office/drawing/2014/main" id="{E9AFB590-CE9F-48DB-B1CA-A3441B9D4CE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16</a:t>
            </a:r>
          </a:p>
        </p:txBody>
      </p:sp>
      <p:pic>
        <p:nvPicPr>
          <p:cNvPr id="1751901012" name="Picture 2132047724"/>
          <p:cNvPicPr>
            <a:picLocks xmlns:a="http://schemas.openxmlformats.org/drawingml/2006/main" noChangeAspect="1"/>
          </p:cNvPicPr>
          <p:nvPr/>
        </p:nvPicPr>
        <p:blipFill rotWithShape="1">
          <a:blip xmlns:r="http://schemas.openxmlformats.org/officeDocument/2006/relationships" xmlns:a="http://schemas.openxmlformats.org/drawingml/2006/main" r:embed="R08b4ddc82509432d"/>
          <a:stretch xmlns:a="http://schemas.openxmlformats.org/drawingml/2006/main"/>
        </p:blipFill>
        <p:spPr>
          <a:xfrm xmlns:a="http://schemas.openxmlformats.org/drawingml/2006/main">
            <a:off x="1066800" y="1962150"/>
            <a:ext cx="6362700" cy="3200400"/>
          </a:xfrm>
          <a:prstGeom xmlns:a="http://schemas.openxmlformats.org/drawingml/2006/main" prst="rect">
            <a:avLst/>
          </a:prstGeom>
        </p:spPr>
      </p:pic>
      <p:pic>
        <p:nvPicPr>
          <p:cNvPr id="1751901013" name="Graphic 2132047725"/>
          <p:cNvPicPr>
            <a:picLocks xmlns:a="http://schemas.openxmlformats.org/drawingml/2006/main" noChangeAspect="1"/>
          </p:cNvPicPr>
          <p:nvPr/>
        </p:nvPicPr>
        <p:blipFill rotWithShape="1">
          <a:blip xmlns:r="http://schemas.openxmlformats.org/officeDocument/2006/relationships" xmlns:a="http://schemas.openxmlformats.org/drawingml/2006/main" r:embed="Rf50e8a15c0e34f60">
            <a:extLst>
              <a:ext uri="{96DAC541-7B7A-43D3-8B79-37D633B846F1}">
                <asvg:svgBlip xmlns:asvg="http://schemas.microsoft.com/office/drawing/2016/SVG/main" r:embed="R75198c6a79c44347"/>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1021819466"/>
      </p:ext>
    </p:extLst>
  </p:cSld>
</p:sld>
</file>

<file path=ppt/slides/slide1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39256773" name="Rectangle 549712311">
            <a:extLst xmlns:a="http://schemas.openxmlformats.org/drawingml/2006/main">
              <a:ext uri="{FF2B5EF4-FFF2-40B4-BE49-F238E27FC236}">
                <a16:creationId xmlns:a16="http://schemas.microsoft.com/office/drawing/2014/main" id="{4BEF141F-0D16-49A6-905E-45966B70A47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161564402" name="Rectangle 504424573">
            <a:extLst xmlns:a="http://schemas.openxmlformats.org/drawingml/2006/main">
              <a:ext uri="{FF2B5EF4-FFF2-40B4-BE49-F238E27FC236}">
                <a16:creationId xmlns:a16="http://schemas.microsoft.com/office/drawing/2014/main" id="{E6F270DC-F7FC-4FE2-B179-AC1C17FAE20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Neural network: basic structure</a:t>
            </a:r>
          </a:p>
        </p:txBody>
      </p:sp>
      <p:sp>
        <p:nvSpPr>
          <p:cNvPr id="1019271123" name="Rectangle: Rounded Corners 8473207">
            <a:extLst xmlns:a="http://schemas.openxmlformats.org/drawingml/2006/main">
              <a:ext uri="{FF2B5EF4-FFF2-40B4-BE49-F238E27FC236}">
                <a16:creationId xmlns:a16="http://schemas.microsoft.com/office/drawing/2014/main" id="{55AE85EF-00D4-44A3-80F7-AC7BD8B392F7}"/>
              </a:ext>
            </a:extLst>
          </p:cNvPr>
          <p:cNvSpPr>
            <a:spLocks xmlns:a="http://schemas.openxmlformats.org/drawingml/2006/main" noGrp="1"/>
          </p:cNvSpPr>
          <p:nvPr/>
        </p:nvSpPr>
        <p:spPr>
          <a:xfrm xmlns:a="http://schemas.openxmlformats.org/drawingml/2006/main">
            <a:off x="609599" y="1343025"/>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9022250" name="Oval 1713827263">
            <a:extLst xmlns:a="http://schemas.openxmlformats.org/drawingml/2006/main">
              <a:ext uri="{FF2B5EF4-FFF2-40B4-BE49-F238E27FC236}">
                <a16:creationId xmlns:a16="http://schemas.microsoft.com/office/drawing/2014/main" id="{B72F097E-DCA7-49E9-BEE1-0BA0868FE734}"/>
              </a:ext>
            </a:extLst>
          </p:cNvPr>
          <p:cNvSpPr>
            <a:spLocks xmlns:a="http://schemas.openxmlformats.org/drawingml/2006/main" noGrp="1"/>
          </p:cNvSpPr>
          <p:nvPr/>
        </p:nvSpPr>
        <p:spPr>
          <a:xfrm xmlns:a="http://schemas.openxmlformats.org/drawingml/2006/main">
            <a:off x="1962149" y="2616993"/>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6312411" name="Oval 324013536">
            <a:extLst xmlns:a="http://schemas.openxmlformats.org/drawingml/2006/main">
              <a:ext uri="{FF2B5EF4-FFF2-40B4-BE49-F238E27FC236}">
                <a16:creationId xmlns:a16="http://schemas.microsoft.com/office/drawing/2014/main" id="{7E206F4D-99FA-4CB0-B0F0-1CC3CC758226}"/>
              </a:ext>
            </a:extLst>
          </p:cNvPr>
          <p:cNvSpPr>
            <a:spLocks xmlns:a="http://schemas.openxmlformats.org/drawingml/2006/main" noGrp="1"/>
          </p:cNvSpPr>
          <p:nvPr/>
        </p:nvSpPr>
        <p:spPr>
          <a:xfrm xmlns:a="http://schemas.openxmlformats.org/drawingml/2006/main">
            <a:off x="1962149" y="3414711"/>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62780434" name="Oval 1149235491">
            <a:extLst xmlns:a="http://schemas.openxmlformats.org/drawingml/2006/main">
              <a:ext uri="{FF2B5EF4-FFF2-40B4-BE49-F238E27FC236}">
                <a16:creationId xmlns:a16="http://schemas.microsoft.com/office/drawing/2014/main" id="{5D785335-1A7E-4186-B520-7EF2963B1DF0}"/>
              </a:ext>
            </a:extLst>
          </p:cNvPr>
          <p:cNvSpPr>
            <a:spLocks xmlns:a="http://schemas.openxmlformats.org/drawingml/2006/main" noGrp="1"/>
          </p:cNvSpPr>
          <p:nvPr/>
        </p:nvSpPr>
        <p:spPr>
          <a:xfrm xmlns:a="http://schemas.openxmlformats.org/drawingml/2006/main">
            <a:off x="1962149" y="41719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0850775" name="Oval 1750953689">
            <a:extLst xmlns:a="http://schemas.openxmlformats.org/drawingml/2006/main">
              <a:ext uri="{FF2B5EF4-FFF2-40B4-BE49-F238E27FC236}">
                <a16:creationId xmlns:a16="http://schemas.microsoft.com/office/drawing/2014/main" id="{E1C6B516-B9F7-49EF-948C-3B3871FDAA54}"/>
              </a:ext>
            </a:extLst>
          </p:cNvPr>
          <p:cNvSpPr>
            <a:spLocks xmlns:a="http://schemas.openxmlformats.org/drawingml/2006/main" noGrp="1"/>
          </p:cNvSpPr>
          <p:nvPr/>
        </p:nvSpPr>
        <p:spPr>
          <a:xfrm xmlns:a="http://schemas.openxmlformats.org/drawingml/2006/main">
            <a:off x="43434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0704218" name="Oval 1513393046">
            <a:extLst xmlns:a="http://schemas.openxmlformats.org/drawingml/2006/main">
              <a:ext uri="{FF2B5EF4-FFF2-40B4-BE49-F238E27FC236}">
                <a16:creationId xmlns:a16="http://schemas.microsoft.com/office/drawing/2014/main" id="{A7E360FE-0828-425A-BCE0-794BFB2AEDE1}"/>
              </a:ext>
            </a:extLst>
          </p:cNvPr>
          <p:cNvSpPr>
            <a:spLocks xmlns:a="http://schemas.openxmlformats.org/drawingml/2006/main" noGrp="1"/>
          </p:cNvSpPr>
          <p:nvPr/>
        </p:nvSpPr>
        <p:spPr>
          <a:xfrm xmlns:a="http://schemas.openxmlformats.org/drawingml/2006/main">
            <a:off x="43434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897194" name="Oval 496081326">
            <a:extLst xmlns:a="http://schemas.openxmlformats.org/drawingml/2006/main">
              <a:ext uri="{FF2B5EF4-FFF2-40B4-BE49-F238E27FC236}">
                <a16:creationId xmlns:a16="http://schemas.microsoft.com/office/drawing/2014/main" id="{1497E178-285E-4990-918A-06F88F11AFCA}"/>
              </a:ext>
            </a:extLst>
          </p:cNvPr>
          <p:cNvSpPr>
            <a:spLocks xmlns:a="http://schemas.openxmlformats.org/drawingml/2006/main" noGrp="1"/>
          </p:cNvSpPr>
          <p:nvPr/>
        </p:nvSpPr>
        <p:spPr>
          <a:xfrm xmlns:a="http://schemas.openxmlformats.org/drawingml/2006/main">
            <a:off x="43434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2866031" name="Oval 953579843">
            <a:extLst xmlns:a="http://schemas.openxmlformats.org/drawingml/2006/main">
              <a:ext uri="{FF2B5EF4-FFF2-40B4-BE49-F238E27FC236}">
                <a16:creationId xmlns:a16="http://schemas.microsoft.com/office/drawing/2014/main" id="{3C41A616-683E-43FB-BD1E-C982D69167ED}"/>
              </a:ext>
            </a:extLst>
          </p:cNvPr>
          <p:cNvSpPr>
            <a:spLocks xmlns:a="http://schemas.openxmlformats.org/drawingml/2006/main" noGrp="1"/>
          </p:cNvSpPr>
          <p:nvPr/>
        </p:nvSpPr>
        <p:spPr>
          <a:xfrm xmlns:a="http://schemas.openxmlformats.org/drawingml/2006/main">
            <a:off x="43434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5012278" name="Oval 268581152">
            <a:extLst xmlns:a="http://schemas.openxmlformats.org/drawingml/2006/main">
              <a:ext uri="{FF2B5EF4-FFF2-40B4-BE49-F238E27FC236}">
                <a16:creationId xmlns:a16="http://schemas.microsoft.com/office/drawing/2014/main" id="{4F4ED25B-7CDE-4290-8B5D-05D01F0BF43C}"/>
              </a:ext>
            </a:extLst>
          </p:cNvPr>
          <p:cNvSpPr>
            <a:spLocks xmlns:a="http://schemas.openxmlformats.org/drawingml/2006/main" noGrp="1"/>
          </p:cNvSpPr>
          <p:nvPr/>
        </p:nvSpPr>
        <p:spPr>
          <a:xfrm xmlns:a="http://schemas.openxmlformats.org/drawingml/2006/main">
            <a:off x="43434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204216" name="Oval 1782461718">
            <a:extLst xmlns:a="http://schemas.openxmlformats.org/drawingml/2006/main">
              <a:ext uri="{FF2B5EF4-FFF2-40B4-BE49-F238E27FC236}">
                <a16:creationId xmlns:a16="http://schemas.microsoft.com/office/drawing/2014/main" id="{1011AA91-2F88-44D7-A4E9-3385579D9165}"/>
              </a:ext>
            </a:extLst>
          </p:cNvPr>
          <p:cNvSpPr>
            <a:spLocks xmlns:a="http://schemas.openxmlformats.org/drawingml/2006/main" noGrp="1"/>
          </p:cNvSpPr>
          <p:nvPr/>
        </p:nvSpPr>
        <p:spPr>
          <a:xfrm xmlns:a="http://schemas.openxmlformats.org/drawingml/2006/main">
            <a:off x="6819900" y="22002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776691" name="Oval 1638488983">
            <a:extLst xmlns:a="http://schemas.openxmlformats.org/drawingml/2006/main">
              <a:ext uri="{FF2B5EF4-FFF2-40B4-BE49-F238E27FC236}">
                <a16:creationId xmlns:a16="http://schemas.microsoft.com/office/drawing/2014/main" id="{D41B3A4E-8311-4757-9A95-695C72751DB4}"/>
              </a:ext>
            </a:extLst>
          </p:cNvPr>
          <p:cNvSpPr>
            <a:spLocks xmlns:a="http://schemas.openxmlformats.org/drawingml/2006/main" noGrp="1"/>
          </p:cNvSpPr>
          <p:nvPr/>
        </p:nvSpPr>
        <p:spPr>
          <a:xfrm xmlns:a="http://schemas.openxmlformats.org/drawingml/2006/main">
            <a:off x="6819900" y="281940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4072674" name="Oval 1018913497">
            <a:extLst xmlns:a="http://schemas.openxmlformats.org/drawingml/2006/main">
              <a:ext uri="{FF2B5EF4-FFF2-40B4-BE49-F238E27FC236}">
                <a16:creationId xmlns:a16="http://schemas.microsoft.com/office/drawing/2014/main" id="{1EE82075-942D-4754-B0B3-AE4B2E20D307}"/>
              </a:ext>
            </a:extLst>
          </p:cNvPr>
          <p:cNvSpPr>
            <a:spLocks xmlns:a="http://schemas.openxmlformats.org/drawingml/2006/main" noGrp="1"/>
          </p:cNvSpPr>
          <p:nvPr/>
        </p:nvSpPr>
        <p:spPr>
          <a:xfrm xmlns:a="http://schemas.openxmlformats.org/drawingml/2006/main">
            <a:off x="6819900" y="343852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3887366" name="Oval 1292287629">
            <a:extLst xmlns:a="http://schemas.openxmlformats.org/drawingml/2006/main">
              <a:ext uri="{FF2B5EF4-FFF2-40B4-BE49-F238E27FC236}">
                <a16:creationId xmlns:a16="http://schemas.microsoft.com/office/drawing/2014/main" id="{52D3FD10-9A94-4C02-9FB1-78A3020C74A6}"/>
              </a:ext>
            </a:extLst>
          </p:cNvPr>
          <p:cNvSpPr>
            <a:spLocks xmlns:a="http://schemas.openxmlformats.org/drawingml/2006/main" noGrp="1"/>
          </p:cNvSpPr>
          <p:nvPr/>
        </p:nvSpPr>
        <p:spPr>
          <a:xfrm xmlns:a="http://schemas.openxmlformats.org/drawingml/2006/main">
            <a:off x="6819900" y="4057650"/>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0824267" name="Oval 1410545746">
            <a:extLst xmlns:a="http://schemas.openxmlformats.org/drawingml/2006/main">
              <a:ext uri="{FF2B5EF4-FFF2-40B4-BE49-F238E27FC236}">
                <a16:creationId xmlns:a16="http://schemas.microsoft.com/office/drawing/2014/main" id="{AE68D674-AFC3-44C8-93FD-0C91C95A34AD}"/>
              </a:ext>
            </a:extLst>
          </p:cNvPr>
          <p:cNvSpPr>
            <a:spLocks xmlns:a="http://schemas.openxmlformats.org/drawingml/2006/main" noGrp="1"/>
          </p:cNvSpPr>
          <p:nvPr/>
        </p:nvSpPr>
        <p:spPr>
          <a:xfrm xmlns:a="http://schemas.openxmlformats.org/drawingml/2006/main">
            <a:off x="6819900" y="4676775"/>
            <a:ext cx="457200" cy="4572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0689338" name="Oval 1923839338">
            <a:extLst xmlns:a="http://schemas.openxmlformats.org/drawingml/2006/main">
              <a:ext uri="{FF2B5EF4-FFF2-40B4-BE49-F238E27FC236}">
                <a16:creationId xmlns:a16="http://schemas.microsoft.com/office/drawing/2014/main" id="{CD091690-501F-4D4B-8A98-20ADD6F86678}"/>
              </a:ext>
            </a:extLst>
          </p:cNvPr>
          <p:cNvSpPr>
            <a:spLocks xmlns:a="http://schemas.openxmlformats.org/drawingml/2006/main" noGrp="1"/>
          </p:cNvSpPr>
          <p:nvPr/>
        </p:nvSpPr>
        <p:spPr>
          <a:xfrm xmlns:a="http://schemas.openxmlformats.org/drawingml/2006/main">
            <a:off x="9296399" y="2813446"/>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4686183" name="Oval 452248781">
            <a:extLst xmlns:a="http://schemas.openxmlformats.org/drawingml/2006/main">
              <a:ext uri="{FF2B5EF4-FFF2-40B4-BE49-F238E27FC236}">
                <a16:creationId xmlns:a16="http://schemas.microsoft.com/office/drawing/2014/main" id="{C94D402D-11AE-4537-A2F3-66F75211B5D6}"/>
              </a:ext>
            </a:extLst>
          </p:cNvPr>
          <p:cNvSpPr>
            <a:spLocks xmlns:a="http://schemas.openxmlformats.org/drawingml/2006/main" noGrp="1"/>
          </p:cNvSpPr>
          <p:nvPr/>
        </p:nvSpPr>
        <p:spPr>
          <a:xfrm xmlns:a="http://schemas.openxmlformats.org/drawingml/2006/main">
            <a:off x="9296399" y="4090987"/>
            <a:ext cx="457200" cy="457200"/>
          </a:xfrm>
          <a:prstGeom xmlns:a="http://schemas.openxmlformats.org/drawingml/2006/main" prst="ellipse">
            <a:avLst/>
          </a:prstGeom>
          <a:solidFill xmlns:a="http://schemas.openxmlformats.org/drawingml/2006/main">
            <a:srgbClr val="DCFCE7"/>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9700856" name="Rectangle 2036757279">
            <a:extLst xmlns:a="http://schemas.openxmlformats.org/drawingml/2006/main">
              <a:ext uri="{FF2B5EF4-FFF2-40B4-BE49-F238E27FC236}">
                <a16:creationId xmlns:a16="http://schemas.microsoft.com/office/drawing/2014/main" id="{F8ABB503-46C0-43C5-AE93-1C1531123293}"/>
              </a:ext>
            </a:extLst>
          </p:cNvPr>
          <p:cNvSpPr>
            <a:spLocks xmlns:a="http://schemas.openxmlformats.org/drawingml/2006/main" noGrp="1"/>
          </p:cNvSpPr>
          <p:nvPr/>
        </p:nvSpPr>
        <p:spPr>
          <a:xfrm xmlns:a="http://schemas.openxmlformats.org/drawingml/2006/main">
            <a:off x="157162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input</a:t>
            </a:r>
          </a:p>
        </p:txBody>
      </p:sp>
      <p:sp>
        <p:nvSpPr>
          <p:cNvPr id="1206136156" name="Rectangle 899691756">
            <a:extLst xmlns:a="http://schemas.openxmlformats.org/drawingml/2006/main">
              <a:ext uri="{FF2B5EF4-FFF2-40B4-BE49-F238E27FC236}">
                <a16:creationId xmlns:a16="http://schemas.microsoft.com/office/drawing/2014/main" id="{E487C3B6-6097-4C59-8554-AFB05599A35A}"/>
              </a:ext>
            </a:extLst>
          </p:cNvPr>
          <p:cNvSpPr>
            <a:spLocks xmlns:a="http://schemas.openxmlformats.org/drawingml/2006/main" noGrp="1"/>
          </p:cNvSpPr>
          <p:nvPr/>
        </p:nvSpPr>
        <p:spPr>
          <a:xfrm xmlns:a="http://schemas.openxmlformats.org/drawingml/2006/main">
            <a:off x="3952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1358941900" name="Rectangle 1393267236">
            <a:extLst xmlns:a="http://schemas.openxmlformats.org/drawingml/2006/main">
              <a:ext uri="{FF2B5EF4-FFF2-40B4-BE49-F238E27FC236}">
                <a16:creationId xmlns:a16="http://schemas.microsoft.com/office/drawing/2014/main" id="{9FCFFA72-E59F-4E7F-94F6-92F90CDDB34E}"/>
              </a:ext>
            </a:extLst>
          </p:cNvPr>
          <p:cNvSpPr>
            <a:spLocks xmlns:a="http://schemas.openxmlformats.org/drawingml/2006/main" noGrp="1"/>
          </p:cNvSpPr>
          <p:nvPr/>
        </p:nvSpPr>
        <p:spPr>
          <a:xfrm xmlns:a="http://schemas.openxmlformats.org/drawingml/2006/main">
            <a:off x="64293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hidden</a:t>
            </a:r>
          </a:p>
        </p:txBody>
      </p:sp>
      <p:sp>
        <p:nvSpPr>
          <p:cNvPr id="479573182" name="Rectangle 1802476533">
            <a:extLst xmlns:a="http://schemas.openxmlformats.org/drawingml/2006/main">
              <a:ext uri="{FF2B5EF4-FFF2-40B4-BE49-F238E27FC236}">
                <a16:creationId xmlns:a16="http://schemas.microsoft.com/office/drawing/2014/main" id="{658D6E5B-3C08-4E7B-804F-AFE1A99F96A3}"/>
              </a:ext>
            </a:extLst>
          </p:cNvPr>
          <p:cNvSpPr>
            <a:spLocks xmlns:a="http://schemas.openxmlformats.org/drawingml/2006/main" noGrp="1"/>
          </p:cNvSpPr>
          <p:nvPr/>
        </p:nvSpPr>
        <p:spPr>
          <a:xfrm xmlns:a="http://schemas.openxmlformats.org/drawingml/2006/main">
            <a:off x="8905875" y="5334000"/>
            <a:ext cx="1238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0">
                <a:solidFill>
                  <a:srgbClr val="667085"/>
                </a:solidFill>
              </a:defRPr>
            </a:pPr>
            <a:r>
              <a:rPr sz="1500" b="0">
                <a:solidFill>
                  <a:srgbClr val="667085"/>
                </a:solidFill>
              </a:rPr>
              <a:t>output</a:t>
            </a:r>
          </a:p>
        </p:txBody>
      </p:sp>
      <p:sp>
        <p:nvSpPr>
          <p:cNvPr id="1242022570" name="Rectangle 1736954645">
            <a:extLst xmlns:a="http://schemas.openxmlformats.org/drawingml/2006/main">
              <a:ext uri="{FF2B5EF4-FFF2-40B4-BE49-F238E27FC236}">
                <a16:creationId xmlns:a16="http://schemas.microsoft.com/office/drawing/2014/main" id="{B2310152-C73E-4C9D-87D3-D47ED2A3930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17</a:t>
            </a:r>
          </a:p>
        </p:txBody>
      </p:sp>
      <p:cxnSp>
        <p:nvCxnSpPr>
          <p:cNvPr id="2144046075" name="Straight Arrow Connector 2036758667"/>
          <p:cNvCxnSpPr>
            <a:stCxn xmlns:a="http://schemas.openxmlformats.org/drawingml/2006/main" id="909022250" idx="6"/>
            <a:endCxn xmlns:a="http://schemas.openxmlformats.org/drawingml/2006/main" id="1560850775" idx="2"/>
          </p:cNvCxnSpPr>
          <p:nvPr/>
        </p:nvCxnSpPr>
        <p:spPr>
          <a:xfrm xmlns:a="http://schemas.openxmlformats.org/drawingml/2006/main" flipV="1">
            <a:off x="2419349" y="2428875"/>
            <a:ext cx="1924049" cy="41671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76" name="Straight Arrow Connector 2036758668"/>
          <p:cNvCxnSpPr>
            <a:stCxn xmlns:a="http://schemas.openxmlformats.org/drawingml/2006/main" id="909022250" idx="6"/>
            <a:endCxn xmlns:a="http://schemas.openxmlformats.org/drawingml/2006/main" id="1920704218" idx="2"/>
          </p:cNvCxnSpPr>
          <p:nvPr/>
        </p:nvCxnSpPr>
        <p:spPr>
          <a:xfrm xmlns:a="http://schemas.openxmlformats.org/drawingml/2006/main">
            <a:off x="2419349" y="2845593"/>
            <a:ext cx="1924049" cy="20240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77" name="Straight Arrow Connector 2036758669"/>
          <p:cNvCxnSpPr>
            <a:stCxn xmlns:a="http://schemas.openxmlformats.org/drawingml/2006/main" id="909022250" idx="6"/>
            <a:endCxn xmlns:a="http://schemas.openxmlformats.org/drawingml/2006/main" id="99897194" idx="2"/>
          </p:cNvCxnSpPr>
          <p:nvPr/>
        </p:nvCxnSpPr>
        <p:spPr>
          <a:xfrm xmlns:a="http://schemas.openxmlformats.org/drawingml/2006/main">
            <a:off x="2419349" y="2845593"/>
            <a:ext cx="1924049" cy="82153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78" name="Straight Arrow Connector 2036758670"/>
          <p:cNvCxnSpPr>
            <a:stCxn xmlns:a="http://schemas.openxmlformats.org/drawingml/2006/main" id="909022250" idx="6"/>
            <a:endCxn xmlns:a="http://schemas.openxmlformats.org/drawingml/2006/main" id="812866031" idx="2"/>
          </p:cNvCxnSpPr>
          <p:nvPr/>
        </p:nvCxnSpPr>
        <p:spPr>
          <a:xfrm xmlns:a="http://schemas.openxmlformats.org/drawingml/2006/main">
            <a:off x="2419349" y="2845593"/>
            <a:ext cx="1924049" cy="144065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79" name="Straight Arrow Connector 2036758671"/>
          <p:cNvCxnSpPr>
            <a:stCxn xmlns:a="http://schemas.openxmlformats.org/drawingml/2006/main" id="909022250" idx="6"/>
            <a:endCxn xmlns:a="http://schemas.openxmlformats.org/drawingml/2006/main" id="575012278" idx="2"/>
          </p:cNvCxnSpPr>
          <p:nvPr/>
        </p:nvCxnSpPr>
        <p:spPr>
          <a:xfrm xmlns:a="http://schemas.openxmlformats.org/drawingml/2006/main">
            <a:off x="2419349" y="2845593"/>
            <a:ext cx="1924049" cy="205978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80" name="Straight Arrow Connector 2036758672"/>
          <p:cNvCxnSpPr>
            <a:stCxn xmlns:a="http://schemas.openxmlformats.org/drawingml/2006/main" id="1516312411" idx="6"/>
            <a:endCxn xmlns:a="http://schemas.openxmlformats.org/drawingml/2006/main" id="1560850775" idx="2"/>
          </p:cNvCxnSpPr>
          <p:nvPr/>
        </p:nvCxnSpPr>
        <p:spPr>
          <a:xfrm xmlns:a="http://schemas.openxmlformats.org/drawingml/2006/main" flipV="1">
            <a:off x="2419349" y="2428875"/>
            <a:ext cx="1924049" cy="12144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81" name="Straight Arrow Connector 2036758673"/>
          <p:cNvCxnSpPr>
            <a:stCxn xmlns:a="http://schemas.openxmlformats.org/drawingml/2006/main" id="1516312411" idx="6"/>
            <a:endCxn xmlns:a="http://schemas.openxmlformats.org/drawingml/2006/main" id="1920704218" idx="2"/>
          </p:cNvCxnSpPr>
          <p:nvPr/>
        </p:nvCxnSpPr>
        <p:spPr>
          <a:xfrm xmlns:a="http://schemas.openxmlformats.org/drawingml/2006/main" flipV="1">
            <a:off x="2419349" y="3047999"/>
            <a:ext cx="1924049" cy="5953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82" name="Straight Arrow Connector 2036758674"/>
          <p:cNvCxnSpPr>
            <a:stCxn xmlns:a="http://schemas.openxmlformats.org/drawingml/2006/main" id="1516312411" idx="6"/>
            <a:endCxn xmlns:a="http://schemas.openxmlformats.org/drawingml/2006/main" id="99897194" idx="2"/>
          </p:cNvCxnSpPr>
          <p:nvPr/>
        </p:nvCxnSpPr>
        <p:spPr>
          <a:xfrm xmlns:a="http://schemas.openxmlformats.org/drawingml/2006/main">
            <a:off x="2419349" y="3643312"/>
            <a:ext cx="1924049" cy="2381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83" name="Straight Arrow Connector 2036758675"/>
          <p:cNvCxnSpPr>
            <a:stCxn xmlns:a="http://schemas.openxmlformats.org/drawingml/2006/main" id="1516312411" idx="6"/>
            <a:endCxn xmlns:a="http://schemas.openxmlformats.org/drawingml/2006/main" id="812866031" idx="2"/>
          </p:cNvCxnSpPr>
          <p:nvPr/>
        </p:nvCxnSpPr>
        <p:spPr>
          <a:xfrm xmlns:a="http://schemas.openxmlformats.org/drawingml/2006/main">
            <a:off x="2419349" y="3643312"/>
            <a:ext cx="1924049" cy="642936"/>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84" name="Straight Arrow Connector 2036758676"/>
          <p:cNvCxnSpPr>
            <a:stCxn xmlns:a="http://schemas.openxmlformats.org/drawingml/2006/main" id="1516312411" idx="6"/>
            <a:endCxn xmlns:a="http://schemas.openxmlformats.org/drawingml/2006/main" id="575012278" idx="2"/>
          </p:cNvCxnSpPr>
          <p:nvPr/>
        </p:nvCxnSpPr>
        <p:spPr>
          <a:xfrm xmlns:a="http://schemas.openxmlformats.org/drawingml/2006/main">
            <a:off x="2419349" y="3643312"/>
            <a:ext cx="1924049" cy="12620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85" name="Straight Arrow Connector 2036758677"/>
          <p:cNvCxnSpPr>
            <a:stCxn xmlns:a="http://schemas.openxmlformats.org/drawingml/2006/main" id="1762780434" idx="6"/>
            <a:endCxn xmlns:a="http://schemas.openxmlformats.org/drawingml/2006/main" id="1560850775" idx="2"/>
          </p:cNvCxnSpPr>
          <p:nvPr/>
        </p:nvCxnSpPr>
        <p:spPr>
          <a:xfrm xmlns:a="http://schemas.openxmlformats.org/drawingml/2006/main" flipV="1">
            <a:off x="2419349" y="2428875"/>
            <a:ext cx="1924049" cy="19716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86" name="Straight Arrow Connector 2036758678"/>
          <p:cNvCxnSpPr>
            <a:stCxn xmlns:a="http://schemas.openxmlformats.org/drawingml/2006/main" id="1762780434" idx="6"/>
            <a:endCxn xmlns:a="http://schemas.openxmlformats.org/drawingml/2006/main" id="1920704218" idx="2"/>
          </p:cNvCxnSpPr>
          <p:nvPr/>
        </p:nvCxnSpPr>
        <p:spPr>
          <a:xfrm xmlns:a="http://schemas.openxmlformats.org/drawingml/2006/main" flipV="1">
            <a:off x="2419349" y="3047999"/>
            <a:ext cx="1924049" cy="1352549"/>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87" name="Straight Arrow Connector 2036758679"/>
          <p:cNvCxnSpPr/>
          <p:nvPr/>
        </p:nvCxnSpPr>
        <p:spPr>
          <a:xfrm xmlns:a="http://schemas.openxmlformats.org/drawingml/2006/main" flipV="1">
            <a:off x="2419349" y="3667124"/>
            <a:ext cx="1924049" cy="8477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88" name="Straight Arrow Connector 2036758680"/>
          <p:cNvCxnSpPr>
            <a:stCxn xmlns:a="http://schemas.openxmlformats.org/drawingml/2006/main" id="1762780434" idx="6"/>
            <a:endCxn xmlns:a="http://schemas.openxmlformats.org/drawingml/2006/main" id="812866031" idx="2"/>
          </p:cNvCxnSpPr>
          <p:nvPr/>
        </p:nvCxnSpPr>
        <p:spPr>
          <a:xfrm xmlns:a="http://schemas.openxmlformats.org/drawingml/2006/main" flipV="1">
            <a:off x="2419349" y="4286250"/>
            <a:ext cx="1924049" cy="1143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89" name="Straight Arrow Connector 2036758681"/>
          <p:cNvCxnSpPr>
            <a:stCxn xmlns:a="http://schemas.openxmlformats.org/drawingml/2006/main" id="1762780434" idx="6"/>
            <a:endCxn xmlns:a="http://schemas.openxmlformats.org/drawingml/2006/main" id="575012278" idx="2"/>
          </p:cNvCxnSpPr>
          <p:nvPr/>
        </p:nvCxnSpPr>
        <p:spPr>
          <a:xfrm xmlns:a="http://schemas.openxmlformats.org/drawingml/2006/main">
            <a:off x="2419349" y="4400550"/>
            <a:ext cx="1924049" cy="504824"/>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90" name="Straight Arrow Connector 2036758682"/>
          <p:cNvCxnSpPr>
            <a:stCxn xmlns:a="http://schemas.openxmlformats.org/drawingml/2006/main" id="1560850775" idx="6"/>
            <a:endCxn xmlns:a="http://schemas.openxmlformats.org/drawingml/2006/main" id="1154204216" idx="2"/>
          </p:cNvCxnSpPr>
          <p:nvPr/>
        </p:nvCxnSpPr>
        <p:spPr>
          <a:xfrm xmlns:a="http://schemas.openxmlformats.org/drawingml/2006/main">
            <a:off x="4800600" y="24288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91" name="Straight Arrow Connector 2036758683"/>
          <p:cNvCxnSpPr>
            <a:stCxn xmlns:a="http://schemas.openxmlformats.org/drawingml/2006/main" id="1560850775" idx="6"/>
            <a:endCxn xmlns:a="http://schemas.openxmlformats.org/drawingml/2006/main" id="188776691" idx="2"/>
          </p:cNvCxnSpPr>
          <p:nvPr/>
        </p:nvCxnSpPr>
        <p:spPr>
          <a:xfrm xmlns:a="http://schemas.openxmlformats.org/drawingml/2006/main">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92" name="Straight Arrow Connector 2036758684"/>
          <p:cNvCxnSpPr>
            <a:stCxn xmlns:a="http://schemas.openxmlformats.org/drawingml/2006/main" id="1560850775" idx="6"/>
            <a:endCxn xmlns:a="http://schemas.openxmlformats.org/drawingml/2006/main" id="984072674" idx="2"/>
          </p:cNvCxnSpPr>
          <p:nvPr/>
        </p:nvCxnSpPr>
        <p:spPr>
          <a:xfrm xmlns:a="http://schemas.openxmlformats.org/drawingml/2006/main">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93" name="Straight Arrow Connector 2036758685"/>
          <p:cNvCxnSpPr>
            <a:stCxn xmlns:a="http://schemas.openxmlformats.org/drawingml/2006/main" id="1560850775" idx="6"/>
            <a:endCxn xmlns:a="http://schemas.openxmlformats.org/drawingml/2006/main" id="1093887366" idx="2"/>
          </p:cNvCxnSpPr>
          <p:nvPr/>
        </p:nvCxnSpPr>
        <p:spPr>
          <a:xfrm xmlns:a="http://schemas.openxmlformats.org/drawingml/2006/main">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94" name="Straight Arrow Connector 2036758686"/>
          <p:cNvCxnSpPr>
            <a:stCxn xmlns:a="http://schemas.openxmlformats.org/drawingml/2006/main" id="1560850775" idx="6"/>
            <a:endCxn xmlns:a="http://schemas.openxmlformats.org/drawingml/2006/main" id="1340824267" idx="2"/>
          </p:cNvCxnSpPr>
          <p:nvPr/>
        </p:nvCxnSpPr>
        <p:spPr>
          <a:xfrm xmlns:a="http://schemas.openxmlformats.org/drawingml/2006/main">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95" name="Straight Arrow Connector 2036758687"/>
          <p:cNvCxnSpPr>
            <a:stCxn xmlns:a="http://schemas.openxmlformats.org/drawingml/2006/main" id="1920704218" idx="6"/>
            <a:endCxn xmlns:a="http://schemas.openxmlformats.org/drawingml/2006/main" id="1154204216" idx="2"/>
          </p:cNvCxnSpPr>
          <p:nvPr/>
        </p:nvCxnSpPr>
        <p:spPr>
          <a:xfrm xmlns:a="http://schemas.openxmlformats.org/drawingml/2006/main" flipV="1">
            <a:off x="4800600" y="242887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96" name="Straight Arrow Connector 2036758688"/>
          <p:cNvCxnSpPr>
            <a:stCxn xmlns:a="http://schemas.openxmlformats.org/drawingml/2006/main" id="1920704218" idx="6"/>
            <a:endCxn xmlns:a="http://schemas.openxmlformats.org/drawingml/2006/main" id="188776691" idx="2"/>
          </p:cNvCxnSpPr>
          <p:nvPr/>
        </p:nvCxnSpPr>
        <p:spPr>
          <a:xfrm xmlns:a="http://schemas.openxmlformats.org/drawingml/2006/main">
            <a:off x="4800600" y="304800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97" name="Straight Arrow Connector 2036758689"/>
          <p:cNvCxnSpPr>
            <a:stCxn xmlns:a="http://schemas.openxmlformats.org/drawingml/2006/main" id="1920704218" idx="6"/>
            <a:endCxn xmlns:a="http://schemas.openxmlformats.org/drawingml/2006/main" id="984072674" idx="2"/>
          </p:cNvCxnSpPr>
          <p:nvPr/>
        </p:nvCxnSpPr>
        <p:spPr>
          <a:xfrm xmlns:a="http://schemas.openxmlformats.org/drawingml/2006/main">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98" name="Straight Arrow Connector 2036758690"/>
          <p:cNvCxnSpPr>
            <a:stCxn xmlns:a="http://schemas.openxmlformats.org/drawingml/2006/main" id="1920704218" idx="6"/>
            <a:endCxn xmlns:a="http://schemas.openxmlformats.org/drawingml/2006/main" id="1093887366" idx="2"/>
          </p:cNvCxnSpPr>
          <p:nvPr/>
        </p:nvCxnSpPr>
        <p:spPr>
          <a:xfrm xmlns:a="http://schemas.openxmlformats.org/drawingml/2006/main">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099" name="Straight Arrow Connector 2036758691"/>
          <p:cNvCxnSpPr>
            <a:stCxn xmlns:a="http://schemas.openxmlformats.org/drawingml/2006/main" id="1920704218" idx="6"/>
            <a:endCxn xmlns:a="http://schemas.openxmlformats.org/drawingml/2006/main" id="1340824267" idx="2"/>
          </p:cNvCxnSpPr>
          <p:nvPr/>
        </p:nvCxnSpPr>
        <p:spPr>
          <a:xfrm xmlns:a="http://schemas.openxmlformats.org/drawingml/2006/main">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00" name="Straight Arrow Connector 2036758692"/>
          <p:cNvCxnSpPr>
            <a:stCxn xmlns:a="http://schemas.openxmlformats.org/drawingml/2006/main" id="99897194" idx="6"/>
            <a:endCxn xmlns:a="http://schemas.openxmlformats.org/drawingml/2006/main" id="1154204216" idx="2"/>
          </p:cNvCxnSpPr>
          <p:nvPr/>
        </p:nvCxnSpPr>
        <p:spPr>
          <a:xfrm xmlns:a="http://schemas.openxmlformats.org/drawingml/2006/main" flipV="1">
            <a:off x="4800600" y="242887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01" name="Straight Arrow Connector 2036758693"/>
          <p:cNvCxnSpPr>
            <a:stCxn xmlns:a="http://schemas.openxmlformats.org/drawingml/2006/main" id="99897194" idx="6"/>
            <a:endCxn xmlns:a="http://schemas.openxmlformats.org/drawingml/2006/main" id="188776691" idx="2"/>
          </p:cNvCxnSpPr>
          <p:nvPr/>
        </p:nvCxnSpPr>
        <p:spPr>
          <a:xfrm xmlns:a="http://schemas.openxmlformats.org/drawingml/2006/main" flipV="1">
            <a:off x="4800600" y="304800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02" name="Straight Arrow Connector 2036758694"/>
          <p:cNvCxnSpPr>
            <a:stCxn xmlns:a="http://schemas.openxmlformats.org/drawingml/2006/main" id="99897194" idx="6"/>
            <a:endCxn xmlns:a="http://schemas.openxmlformats.org/drawingml/2006/main" id="984072674" idx="2"/>
          </p:cNvCxnSpPr>
          <p:nvPr/>
        </p:nvCxnSpPr>
        <p:spPr>
          <a:xfrm xmlns:a="http://schemas.openxmlformats.org/drawingml/2006/main">
            <a:off x="4800600" y="366712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03" name="Straight Arrow Connector 2036758695"/>
          <p:cNvCxnSpPr>
            <a:stCxn xmlns:a="http://schemas.openxmlformats.org/drawingml/2006/main" id="99897194" idx="6"/>
            <a:endCxn xmlns:a="http://schemas.openxmlformats.org/drawingml/2006/main" id="1093887366" idx="2"/>
          </p:cNvCxnSpPr>
          <p:nvPr/>
        </p:nvCxnSpPr>
        <p:spPr>
          <a:xfrm xmlns:a="http://schemas.openxmlformats.org/drawingml/2006/main">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04" name="Straight Arrow Connector 2036758696"/>
          <p:cNvCxnSpPr>
            <a:stCxn xmlns:a="http://schemas.openxmlformats.org/drawingml/2006/main" id="99897194" idx="6"/>
            <a:endCxn xmlns:a="http://schemas.openxmlformats.org/drawingml/2006/main" id="1340824267" idx="2"/>
          </p:cNvCxnSpPr>
          <p:nvPr/>
        </p:nvCxnSpPr>
        <p:spPr>
          <a:xfrm xmlns:a="http://schemas.openxmlformats.org/drawingml/2006/main">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05" name="Straight Arrow Connector 2036758697"/>
          <p:cNvCxnSpPr>
            <a:stCxn xmlns:a="http://schemas.openxmlformats.org/drawingml/2006/main" id="812866031" idx="6"/>
            <a:endCxn xmlns:a="http://schemas.openxmlformats.org/drawingml/2006/main" id="1154204216" idx="2"/>
          </p:cNvCxnSpPr>
          <p:nvPr/>
        </p:nvCxnSpPr>
        <p:spPr>
          <a:xfrm xmlns:a="http://schemas.openxmlformats.org/drawingml/2006/main" flipV="1">
            <a:off x="4800600" y="2428875"/>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06" name="Straight Arrow Connector 2036758698"/>
          <p:cNvCxnSpPr>
            <a:stCxn xmlns:a="http://schemas.openxmlformats.org/drawingml/2006/main" id="812866031" idx="6"/>
            <a:endCxn xmlns:a="http://schemas.openxmlformats.org/drawingml/2006/main" id="188776691" idx="2"/>
          </p:cNvCxnSpPr>
          <p:nvPr/>
        </p:nvCxnSpPr>
        <p:spPr>
          <a:xfrm xmlns:a="http://schemas.openxmlformats.org/drawingml/2006/main" flipV="1">
            <a:off x="4800600" y="3048000"/>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07" name="Straight Arrow Connector 2036758699"/>
          <p:cNvCxnSpPr>
            <a:stCxn xmlns:a="http://schemas.openxmlformats.org/drawingml/2006/main" id="812866031" idx="6"/>
            <a:endCxn xmlns:a="http://schemas.openxmlformats.org/drawingml/2006/main" id="984072674" idx="2"/>
          </p:cNvCxnSpPr>
          <p:nvPr/>
        </p:nvCxnSpPr>
        <p:spPr>
          <a:xfrm xmlns:a="http://schemas.openxmlformats.org/drawingml/2006/main" flipV="1">
            <a:off x="4800600" y="3667125"/>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08" name="Straight Arrow Connector 2036758700"/>
          <p:cNvCxnSpPr>
            <a:stCxn xmlns:a="http://schemas.openxmlformats.org/drawingml/2006/main" id="812866031" idx="6"/>
            <a:endCxn xmlns:a="http://schemas.openxmlformats.org/drawingml/2006/main" id="1093887366" idx="2"/>
          </p:cNvCxnSpPr>
          <p:nvPr/>
        </p:nvCxnSpPr>
        <p:spPr>
          <a:xfrm xmlns:a="http://schemas.openxmlformats.org/drawingml/2006/main">
            <a:off x="4800600" y="4286250"/>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09" name="Straight Arrow Connector 2036758701"/>
          <p:cNvCxnSpPr>
            <a:stCxn xmlns:a="http://schemas.openxmlformats.org/drawingml/2006/main" id="812866031" idx="6"/>
            <a:endCxn xmlns:a="http://schemas.openxmlformats.org/drawingml/2006/main" id="1340824267" idx="2"/>
          </p:cNvCxnSpPr>
          <p:nvPr/>
        </p:nvCxnSpPr>
        <p:spPr>
          <a:xfrm xmlns:a="http://schemas.openxmlformats.org/drawingml/2006/main">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10" name="Straight Arrow Connector 2036758702"/>
          <p:cNvCxnSpPr>
            <a:stCxn xmlns:a="http://schemas.openxmlformats.org/drawingml/2006/main" id="575012278" idx="6"/>
            <a:endCxn xmlns:a="http://schemas.openxmlformats.org/drawingml/2006/main" id="1154204216" idx="2"/>
          </p:cNvCxnSpPr>
          <p:nvPr/>
        </p:nvCxnSpPr>
        <p:spPr>
          <a:xfrm xmlns:a="http://schemas.openxmlformats.org/drawingml/2006/main" flipV="1">
            <a:off x="4800600" y="2428875"/>
            <a:ext cx="2019300" cy="247650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11" name="Straight Arrow Connector 2036758703"/>
          <p:cNvCxnSpPr>
            <a:stCxn xmlns:a="http://schemas.openxmlformats.org/drawingml/2006/main" id="575012278" idx="6"/>
            <a:endCxn xmlns:a="http://schemas.openxmlformats.org/drawingml/2006/main" id="188776691" idx="2"/>
          </p:cNvCxnSpPr>
          <p:nvPr/>
        </p:nvCxnSpPr>
        <p:spPr>
          <a:xfrm xmlns:a="http://schemas.openxmlformats.org/drawingml/2006/main" flipV="1">
            <a:off x="4800600" y="3048000"/>
            <a:ext cx="2019300" cy="185737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12" name="Straight Arrow Connector 2036758704"/>
          <p:cNvCxnSpPr>
            <a:stCxn xmlns:a="http://schemas.openxmlformats.org/drawingml/2006/main" id="575012278" idx="6"/>
            <a:endCxn xmlns:a="http://schemas.openxmlformats.org/drawingml/2006/main" id="984072674" idx="2"/>
          </p:cNvCxnSpPr>
          <p:nvPr/>
        </p:nvCxnSpPr>
        <p:spPr>
          <a:xfrm xmlns:a="http://schemas.openxmlformats.org/drawingml/2006/main" flipV="1">
            <a:off x="4800600" y="3667125"/>
            <a:ext cx="2019300" cy="123825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13" name="Straight Arrow Connector 2036758705"/>
          <p:cNvCxnSpPr>
            <a:stCxn xmlns:a="http://schemas.openxmlformats.org/drawingml/2006/main" id="575012278" idx="6"/>
            <a:endCxn xmlns:a="http://schemas.openxmlformats.org/drawingml/2006/main" id="1093887366" idx="2"/>
          </p:cNvCxnSpPr>
          <p:nvPr/>
        </p:nvCxnSpPr>
        <p:spPr>
          <a:xfrm xmlns:a="http://schemas.openxmlformats.org/drawingml/2006/main" flipV="1">
            <a:off x="4800600" y="4286250"/>
            <a:ext cx="2019300" cy="619125"/>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14" name="Straight Arrow Connector 2036758706"/>
          <p:cNvCxnSpPr>
            <a:stCxn xmlns:a="http://schemas.openxmlformats.org/drawingml/2006/main" id="575012278" idx="6"/>
            <a:endCxn xmlns:a="http://schemas.openxmlformats.org/drawingml/2006/main" id="1340824267" idx="2"/>
          </p:cNvCxnSpPr>
          <p:nvPr/>
        </p:nvCxnSpPr>
        <p:spPr>
          <a:xfrm xmlns:a="http://schemas.openxmlformats.org/drawingml/2006/main">
            <a:off x="4800600" y="4905375"/>
            <a:ext cx="2019300"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15" name="Straight Arrow Connector 2036758707"/>
          <p:cNvCxnSpPr>
            <a:stCxn xmlns:a="http://schemas.openxmlformats.org/drawingml/2006/main" id="1154204216" idx="6"/>
            <a:endCxn xmlns:a="http://schemas.openxmlformats.org/drawingml/2006/main" id="810689338" idx="2"/>
          </p:cNvCxnSpPr>
          <p:nvPr/>
        </p:nvCxnSpPr>
        <p:spPr>
          <a:xfrm xmlns:a="http://schemas.openxmlformats.org/drawingml/2006/main">
            <a:off x="7277099" y="2428875"/>
            <a:ext cx="2019299" cy="613171"/>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16" name="Straight Arrow Connector 2036758708"/>
          <p:cNvCxnSpPr>
            <a:stCxn xmlns:a="http://schemas.openxmlformats.org/drawingml/2006/main" id="1154204216" idx="6"/>
            <a:endCxn xmlns:a="http://schemas.openxmlformats.org/drawingml/2006/main" id="484686183" idx="2"/>
          </p:cNvCxnSpPr>
          <p:nvPr/>
        </p:nvCxnSpPr>
        <p:spPr>
          <a:xfrm xmlns:a="http://schemas.openxmlformats.org/drawingml/2006/main">
            <a:off x="7277099" y="2428875"/>
            <a:ext cx="2019299" cy="189071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17" name="Straight Arrow Connector 2036758709"/>
          <p:cNvCxnSpPr>
            <a:stCxn xmlns:a="http://schemas.openxmlformats.org/drawingml/2006/main" id="188776691" idx="6"/>
            <a:endCxn xmlns:a="http://schemas.openxmlformats.org/drawingml/2006/main" id="810689338" idx="2"/>
          </p:cNvCxnSpPr>
          <p:nvPr/>
        </p:nvCxnSpPr>
        <p:spPr>
          <a:xfrm xmlns:a="http://schemas.openxmlformats.org/drawingml/2006/main" flipV="1">
            <a:off x="7277099" y="3045023"/>
            <a:ext cx="2019299" cy="0"/>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18" name="Straight Arrow Connector 2036758710"/>
          <p:cNvCxnSpPr>
            <a:stCxn xmlns:a="http://schemas.openxmlformats.org/drawingml/2006/main" id="188776691" idx="6"/>
            <a:endCxn xmlns:a="http://schemas.openxmlformats.org/drawingml/2006/main" id="484686183" idx="2"/>
          </p:cNvCxnSpPr>
          <p:nvPr/>
        </p:nvCxnSpPr>
        <p:spPr>
          <a:xfrm xmlns:a="http://schemas.openxmlformats.org/drawingml/2006/main">
            <a:off x="7277099" y="3047999"/>
            <a:ext cx="2019299" cy="127158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19" name="Straight Arrow Connector 2036758711"/>
          <p:cNvCxnSpPr>
            <a:stCxn xmlns:a="http://schemas.openxmlformats.org/drawingml/2006/main" id="984072674" idx="6"/>
            <a:endCxn xmlns:a="http://schemas.openxmlformats.org/drawingml/2006/main" id="810689338" idx="2"/>
          </p:cNvCxnSpPr>
          <p:nvPr/>
        </p:nvCxnSpPr>
        <p:spPr>
          <a:xfrm xmlns:a="http://schemas.openxmlformats.org/drawingml/2006/main" flipV="1">
            <a:off x="7277099" y="3042046"/>
            <a:ext cx="2019299" cy="625078"/>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20" name="Straight Arrow Connector 2036758712"/>
          <p:cNvCxnSpPr>
            <a:stCxn xmlns:a="http://schemas.openxmlformats.org/drawingml/2006/main" id="984072674" idx="6"/>
            <a:endCxn xmlns:a="http://schemas.openxmlformats.org/drawingml/2006/main" id="484686183" idx="2"/>
          </p:cNvCxnSpPr>
          <p:nvPr/>
        </p:nvCxnSpPr>
        <p:spPr>
          <a:xfrm xmlns:a="http://schemas.openxmlformats.org/drawingml/2006/main">
            <a:off x="7277099" y="3667124"/>
            <a:ext cx="2019299" cy="65246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21" name="Straight Arrow Connector 2036758713"/>
          <p:cNvCxnSpPr>
            <a:stCxn xmlns:a="http://schemas.openxmlformats.org/drawingml/2006/main" id="1093887366" idx="6"/>
            <a:endCxn xmlns:a="http://schemas.openxmlformats.org/drawingml/2006/main" id="810689338" idx="2"/>
          </p:cNvCxnSpPr>
          <p:nvPr/>
        </p:nvCxnSpPr>
        <p:spPr>
          <a:xfrm xmlns:a="http://schemas.openxmlformats.org/drawingml/2006/main" flipV="1">
            <a:off x="7277099" y="3042046"/>
            <a:ext cx="2019299" cy="1244202"/>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22" name="Straight Arrow Connector 2036758714"/>
          <p:cNvCxnSpPr>
            <a:stCxn xmlns:a="http://schemas.openxmlformats.org/drawingml/2006/main" id="1093887366" idx="6"/>
            <a:endCxn xmlns:a="http://schemas.openxmlformats.org/drawingml/2006/main" id="484686183" idx="2"/>
          </p:cNvCxnSpPr>
          <p:nvPr/>
        </p:nvCxnSpPr>
        <p:spPr>
          <a:xfrm xmlns:a="http://schemas.openxmlformats.org/drawingml/2006/main">
            <a:off x="7277099" y="4286250"/>
            <a:ext cx="2019299" cy="3333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23" name="Straight Arrow Connector 2036758715"/>
          <p:cNvCxnSpPr>
            <a:stCxn xmlns:a="http://schemas.openxmlformats.org/drawingml/2006/main" id="1340824267" idx="6"/>
            <a:endCxn xmlns:a="http://schemas.openxmlformats.org/drawingml/2006/main" id="810689338" idx="2"/>
          </p:cNvCxnSpPr>
          <p:nvPr/>
        </p:nvCxnSpPr>
        <p:spPr>
          <a:xfrm xmlns:a="http://schemas.openxmlformats.org/drawingml/2006/main" flipV="1">
            <a:off x="7277099" y="3042046"/>
            <a:ext cx="2019299" cy="1863327"/>
          </a:xfrm>
          <a:prstGeom xmlns:a="http://schemas.openxmlformats.org/drawingml/2006/main" prst="straightConnector1">
            <a:avLst/>
          </a:prstGeom>
          <a:ln xmlns:a="http://schemas.openxmlformats.org/drawingml/2006/main" w="9525">
            <a:solidFill>
              <a:srgbClr val="CBD5E1">
                <a:alpha val="45000"/>
              </a:srgbClr>
            </a:solidFill>
            <a:prstDash val="solid"/>
          </a:ln>
        </p:spPr>
      </p:cxnSp>
      <p:cxnSp>
        <p:nvCxnSpPr>
          <p:cNvPr id="2144046124" name="Straight Arrow Connector 2036758716"/>
          <p:cNvCxnSpPr>
            <a:stCxn xmlns:a="http://schemas.openxmlformats.org/drawingml/2006/main" id="1340824267" idx="6"/>
            <a:endCxn xmlns:a="http://schemas.openxmlformats.org/drawingml/2006/main" id="484686183" idx="2"/>
          </p:cNvCxnSpPr>
          <p:nvPr/>
        </p:nvCxnSpPr>
        <p:spPr>
          <a:xfrm xmlns:a="http://schemas.openxmlformats.org/drawingml/2006/main" flipV="1">
            <a:off x="7277099" y="4319587"/>
            <a:ext cx="2019299" cy="585787"/>
          </a:xfrm>
          <a:prstGeom xmlns:a="http://schemas.openxmlformats.org/drawingml/2006/main" prst="straightConnector1">
            <a:avLst/>
          </a:prstGeom>
          <a:ln xmlns:a="http://schemas.openxmlformats.org/drawingml/2006/main" w="9525">
            <a:solidFill>
              <a:srgbClr val="CBD5E1">
                <a:alpha val="45000"/>
              </a:srgbClr>
            </a:solidFill>
            <a:prstDash val="solid"/>
          </a:ln>
        </p:spPr>
      </p:cxnSp>
    </p:spTree>
    <p:extLst>
      <p:ext uri="{BB962C8B-B14F-4D97-AF65-F5344CB8AC3E}">
        <p14:creationId xmlns:p14="http://schemas.microsoft.com/office/powerpoint/2010/main" val="1535055785"/>
      </p:ext>
    </p:extLst>
  </p:cSld>
</p:sld>
</file>

<file path=ppt/slides/slide1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38172827" name="Rectangle 1097824038">
            <a:extLst xmlns:a="http://schemas.openxmlformats.org/drawingml/2006/main">
              <a:ext uri="{FF2B5EF4-FFF2-40B4-BE49-F238E27FC236}">
                <a16:creationId xmlns:a16="http://schemas.microsoft.com/office/drawing/2014/main" id="{4F798296-D41B-4008-9A87-3804FC67DC5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351477008" name="Rectangle 367767092">
            <a:extLst xmlns:a="http://schemas.openxmlformats.org/drawingml/2006/main">
              <a:ext uri="{FF2B5EF4-FFF2-40B4-BE49-F238E27FC236}">
                <a16:creationId xmlns:a16="http://schemas.microsoft.com/office/drawing/2014/main" id="{A5A008FE-1E67-4CFE-BD45-C25D7C8C62C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A tiny network: width 1, depth 2</a:t>
            </a:r>
          </a:p>
        </p:txBody>
      </p:sp>
      <p:sp>
        <p:nvSpPr>
          <p:cNvPr id="2096874828" name="Rectangle: Rounded Corners 883548822">
            <a:extLst xmlns:a="http://schemas.openxmlformats.org/drawingml/2006/main">
              <a:ext uri="{FF2B5EF4-FFF2-40B4-BE49-F238E27FC236}">
                <a16:creationId xmlns:a16="http://schemas.microsoft.com/office/drawing/2014/main" id="{1EFDA2E4-7299-460A-A282-E755EED2260E}"/>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2884671" name="Arrow: Right 30435300">
            <a:extLst xmlns:a="http://schemas.openxmlformats.org/drawingml/2006/main">
              <a:ext uri="{FF2B5EF4-FFF2-40B4-BE49-F238E27FC236}">
                <a16:creationId xmlns:a16="http://schemas.microsoft.com/office/drawing/2014/main" id="{84BB77FE-1618-42C7-9279-D6FC9CA483D5}"/>
              </a:ext>
            </a:extLst>
          </p:cNvPr>
          <p:cNvSpPr>
            <a:spLocks xmlns:a="http://schemas.openxmlformats.org/drawingml/2006/main" noGrp="1"/>
          </p:cNvSpPr>
          <p:nvPr/>
        </p:nvSpPr>
        <p:spPr>
          <a:xfrm xmlns:a="http://schemas.openxmlformats.org/drawingml/2006/main">
            <a:off x="3276599" y="3209925"/>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w₁</a:t>
            </a:r>
          </a:p>
        </p:txBody>
      </p:sp>
      <p:sp>
        <p:nvSpPr>
          <p:cNvPr id="993913408" name="Arrow: Right 664671564">
            <a:extLst xmlns:a="http://schemas.openxmlformats.org/drawingml/2006/main">
              <a:ext uri="{FF2B5EF4-FFF2-40B4-BE49-F238E27FC236}">
                <a16:creationId xmlns:a16="http://schemas.microsoft.com/office/drawing/2014/main" id="{799B25DB-B6D3-4E40-9468-68B853CDB793}"/>
              </a:ext>
            </a:extLst>
          </p:cNvPr>
          <p:cNvSpPr>
            <a:spLocks xmlns:a="http://schemas.openxmlformats.org/drawingml/2006/main" noGrp="1"/>
          </p:cNvSpPr>
          <p:nvPr/>
        </p:nvSpPr>
        <p:spPr>
          <a:xfrm xmlns:a="http://schemas.openxmlformats.org/drawingml/2006/main">
            <a:off x="5524499"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w₂</a:t>
            </a:r>
          </a:p>
        </p:txBody>
      </p:sp>
      <p:sp>
        <p:nvSpPr>
          <p:cNvPr id="1001747995" name="Arrow: Right 1891700562">
            <a:extLst xmlns:a="http://schemas.openxmlformats.org/drawingml/2006/main">
              <a:ext uri="{FF2B5EF4-FFF2-40B4-BE49-F238E27FC236}">
                <a16:creationId xmlns:a16="http://schemas.microsoft.com/office/drawing/2014/main" id="{1350CD82-6744-4034-94DD-D78EE2C14C05}"/>
              </a:ext>
            </a:extLst>
          </p:cNvPr>
          <p:cNvSpPr>
            <a:spLocks xmlns:a="http://schemas.openxmlformats.org/drawingml/2006/main" noGrp="1"/>
          </p:cNvSpPr>
          <p:nvPr/>
        </p:nvSpPr>
        <p:spPr>
          <a:xfrm xmlns:a="http://schemas.openxmlformats.org/drawingml/2006/main">
            <a:off x="7772400" y="3181352"/>
            <a:ext cx="1143000" cy="438149"/>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vert="horz" wrap="square" lIns="91440" tIns="45720" rIns="91440" bIns="45720" anchor="ctr"/>
          <a:lstStyle xmlns:a="http://schemas.openxmlformats.org/drawingml/2006/main"/>
          <a:p xmlns:a="http://schemas.openxmlformats.org/drawingml/2006/main">
            <a:pPr lvl="0" algn="ctr">
              <a:buNone/>
              <a:defRPr sz="1350" b="1">
                <a:solidFill>
                  <a:srgbClr val="2563EB"/>
                </a:solidFill>
              </a:defRPr>
            </a:pPr>
            <a:r>
              <a:rPr sz="1350" b="1">
                <a:solidFill>
                  <a:srgbClr val="2563EB"/>
                </a:solidFill>
              </a:rPr>
              <a:t>w₃</a:t>
            </a:r>
          </a:p>
        </p:txBody>
      </p:sp>
      <p:sp>
        <p:nvSpPr>
          <p:cNvPr id="1559790289" name="Oval 1774263468">
            <a:extLst xmlns:a="http://schemas.openxmlformats.org/drawingml/2006/main">
              <a:ext uri="{FF2B5EF4-FFF2-40B4-BE49-F238E27FC236}">
                <a16:creationId xmlns:a16="http://schemas.microsoft.com/office/drawing/2014/main" id="{927FFA2A-6C6E-4C56-829F-7A1552DD6D29}"/>
              </a:ext>
            </a:extLst>
          </p:cNvPr>
          <p:cNvSpPr>
            <a:spLocks xmlns:a="http://schemas.openxmlformats.org/drawingml/2006/main" noGrp="1"/>
          </p:cNvSpPr>
          <p:nvPr/>
        </p:nvSpPr>
        <p:spPr>
          <a:xfrm xmlns:a="http://schemas.openxmlformats.org/drawingml/2006/main">
            <a:off x="2171700" y="2857501"/>
            <a:ext cx="1104900" cy="11049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667085"/>
                </a:solidFill>
              </a:defRPr>
            </a:pPr>
            <a:r>
              <a:rPr sz="2400" b="1">
                <a:solidFill>
                  <a:srgbClr val="667085"/>
                </a:solidFill>
              </a:rPr>
              <a:t>x</a:t>
            </a:r>
          </a:p>
        </p:txBody>
      </p:sp>
      <p:sp>
        <p:nvSpPr>
          <p:cNvPr id="818655303" name="Oval 853291486">
            <a:extLst xmlns:a="http://schemas.openxmlformats.org/drawingml/2006/main">
              <a:ext uri="{FF2B5EF4-FFF2-40B4-BE49-F238E27FC236}">
                <a16:creationId xmlns:a16="http://schemas.microsoft.com/office/drawing/2014/main" id="{20B1D45D-2109-4509-9385-92B23FF40C03}"/>
              </a:ext>
            </a:extLst>
          </p:cNvPr>
          <p:cNvSpPr>
            <a:spLocks xmlns:a="http://schemas.openxmlformats.org/drawingml/2006/main" noGrp="1"/>
          </p:cNvSpPr>
          <p:nvPr/>
        </p:nvSpPr>
        <p:spPr>
          <a:xfrm xmlns:a="http://schemas.openxmlformats.org/drawingml/2006/main">
            <a:off x="4419599" y="2847977"/>
            <a:ext cx="1104900" cy="1104900"/>
          </a:xfrm>
          <a:prstGeom xmlns:a="http://schemas.openxmlformats.org/drawingml/2006/main" prst="ellipse">
            <a:avLst/>
          </a:prstGeom>
          <a:solidFill xmlns:a="http://schemas.openxmlformats.org/drawingml/2006/main">
            <a:srgbClr val="DBEA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h1</a:t>
            </a:r>
          </a:p>
        </p:txBody>
      </p:sp>
      <p:sp>
        <p:nvSpPr>
          <p:cNvPr id="1001868795" name="Oval 1792906235">
            <a:extLst xmlns:a="http://schemas.openxmlformats.org/drawingml/2006/main">
              <a:ext uri="{FF2B5EF4-FFF2-40B4-BE49-F238E27FC236}">
                <a16:creationId xmlns:a16="http://schemas.microsoft.com/office/drawing/2014/main" id="{216E4909-7B1B-4AC9-939C-CA3585175375}"/>
              </a:ext>
            </a:extLst>
          </p:cNvPr>
          <p:cNvSpPr>
            <a:spLocks xmlns:a="http://schemas.openxmlformats.org/drawingml/2006/main" noGrp="1"/>
          </p:cNvSpPr>
          <p:nvPr/>
        </p:nvSpPr>
        <p:spPr>
          <a:xfrm xmlns:a="http://schemas.openxmlformats.org/drawingml/2006/main">
            <a:off x="6667499" y="2847977"/>
            <a:ext cx="1104900" cy="1104900"/>
          </a:xfrm>
          <a:prstGeom xmlns:a="http://schemas.openxmlformats.org/drawingml/2006/main" prst="ellipse">
            <a:avLst/>
          </a:prstGeom>
          <a:solidFill xmlns:a="http://schemas.openxmlformats.org/drawingml/2006/main">
            <a:srgbClr val="EDE9FE"/>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7C3AED"/>
                </a:solidFill>
              </a:defRPr>
            </a:pPr>
            <a:r>
              <a:rPr sz="2400" b="1">
                <a:solidFill>
                  <a:srgbClr val="7C3AED"/>
                </a:solidFill>
              </a:rPr>
              <a:t>h2</a:t>
            </a:r>
          </a:p>
        </p:txBody>
      </p:sp>
      <p:sp>
        <p:nvSpPr>
          <p:cNvPr id="687113018" name="Oval 42226970">
            <a:extLst xmlns:a="http://schemas.openxmlformats.org/drawingml/2006/main">
              <a:ext uri="{FF2B5EF4-FFF2-40B4-BE49-F238E27FC236}">
                <a16:creationId xmlns:a16="http://schemas.microsoft.com/office/drawing/2014/main" id="{6D47611F-2213-405B-8CBF-C1FC321DEF24}"/>
              </a:ext>
            </a:extLst>
          </p:cNvPr>
          <p:cNvSpPr>
            <a:spLocks xmlns:a="http://schemas.openxmlformats.org/drawingml/2006/main" noGrp="1"/>
          </p:cNvSpPr>
          <p:nvPr/>
        </p:nvSpPr>
        <p:spPr>
          <a:xfrm xmlns:a="http://schemas.openxmlformats.org/drawingml/2006/main">
            <a:off x="8915400" y="2857501"/>
            <a:ext cx="1104900" cy="11049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10B981"/>
                </a:solidFill>
              </a:defRPr>
            </a:pPr>
            <a:r>
              <a:rPr sz="2400" b="1">
                <a:solidFill>
                  <a:srgbClr val="10B981"/>
                </a:solidFill>
              </a:rPr>
              <a:t>ŷ</a:t>
            </a:r>
          </a:p>
        </p:txBody>
      </p:sp>
      <p:sp>
        <p:nvSpPr>
          <p:cNvPr id="365145925" name="Rectangle 1089881666">
            <a:extLst xmlns:a="http://schemas.openxmlformats.org/drawingml/2006/main">
              <a:ext uri="{FF2B5EF4-FFF2-40B4-BE49-F238E27FC236}">
                <a16:creationId xmlns:a16="http://schemas.microsoft.com/office/drawing/2014/main" id="{9601ECC6-2043-4AC7-9290-2D90617FC16E}"/>
              </a:ext>
            </a:extLst>
          </p:cNvPr>
          <p:cNvSpPr>
            <a:spLocks xmlns:a="http://schemas.openxmlformats.org/drawingml/2006/main" noGrp="1"/>
          </p:cNvSpPr>
          <p:nvPr/>
        </p:nvSpPr>
        <p:spPr>
          <a:xfrm xmlns:a="http://schemas.openxmlformats.org/drawingml/2006/main">
            <a:off x="19145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667085"/>
                </a:solidFill>
              </a:defRPr>
            </a:pPr>
            <a:r>
              <a:rPr sz="1650" b="1">
                <a:solidFill>
                  <a:srgbClr val="667085"/>
                </a:solidFill>
              </a:rPr>
              <a:t>input x</a:t>
            </a:r>
          </a:p>
        </p:txBody>
      </p:sp>
      <p:sp>
        <p:nvSpPr>
          <p:cNvPr id="202077807" name="Rectangle 1395988584">
            <a:extLst xmlns:a="http://schemas.openxmlformats.org/drawingml/2006/main">
              <a:ext uri="{FF2B5EF4-FFF2-40B4-BE49-F238E27FC236}">
                <a16:creationId xmlns:a16="http://schemas.microsoft.com/office/drawing/2014/main" id="{23593BC7-1066-4E68-8699-0558358EF01D}"/>
              </a:ext>
            </a:extLst>
          </p:cNvPr>
          <p:cNvSpPr>
            <a:spLocks xmlns:a="http://schemas.openxmlformats.org/drawingml/2006/main" noGrp="1"/>
          </p:cNvSpPr>
          <p:nvPr/>
        </p:nvSpPr>
        <p:spPr>
          <a:xfrm xmlns:a="http://schemas.openxmlformats.org/drawingml/2006/main">
            <a:off x="41624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hidden 1</a:t>
            </a:r>
          </a:p>
        </p:txBody>
      </p:sp>
      <p:sp>
        <p:nvSpPr>
          <p:cNvPr id="1270112368" name="Rectangle 1242620362">
            <a:extLst xmlns:a="http://schemas.openxmlformats.org/drawingml/2006/main">
              <a:ext uri="{FF2B5EF4-FFF2-40B4-BE49-F238E27FC236}">
                <a16:creationId xmlns:a16="http://schemas.microsoft.com/office/drawing/2014/main" id="{58787B15-B9D6-4807-89C0-009B84800954}"/>
              </a:ext>
            </a:extLst>
          </p:cNvPr>
          <p:cNvSpPr>
            <a:spLocks xmlns:a="http://schemas.openxmlformats.org/drawingml/2006/main" noGrp="1"/>
          </p:cNvSpPr>
          <p:nvPr/>
        </p:nvSpPr>
        <p:spPr>
          <a:xfrm xmlns:a="http://schemas.openxmlformats.org/drawingml/2006/main">
            <a:off x="6410324" y="4210052"/>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hidden 2</a:t>
            </a:r>
          </a:p>
        </p:txBody>
      </p:sp>
      <p:sp>
        <p:nvSpPr>
          <p:cNvPr id="2082530648" name="Rectangle 407247670">
            <a:extLst xmlns:a="http://schemas.openxmlformats.org/drawingml/2006/main">
              <a:ext uri="{FF2B5EF4-FFF2-40B4-BE49-F238E27FC236}">
                <a16:creationId xmlns:a16="http://schemas.microsoft.com/office/drawing/2014/main" id="{04BCBC02-5A6C-4908-8254-65A94D75C8BD}"/>
              </a:ext>
            </a:extLst>
          </p:cNvPr>
          <p:cNvSpPr>
            <a:spLocks xmlns:a="http://schemas.openxmlformats.org/drawingml/2006/main" noGrp="1"/>
          </p:cNvSpPr>
          <p:nvPr/>
        </p:nvSpPr>
        <p:spPr>
          <a:xfrm xmlns:a="http://schemas.openxmlformats.org/drawingml/2006/main">
            <a:off x="8658225" y="4219576"/>
            <a:ext cx="1619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10B981"/>
                </a:solidFill>
              </a:defRPr>
            </a:pPr>
            <a:r>
              <a:rPr sz="1650" b="1">
                <a:solidFill>
                  <a:srgbClr val="10B981"/>
                </a:solidFill>
              </a:rPr>
              <a:t>output ŷ</a:t>
            </a:r>
          </a:p>
        </p:txBody>
      </p:sp>
      <p:sp>
        <p:nvSpPr>
          <p:cNvPr id="446141966" name="Rectangle 678696762">
            <a:extLst xmlns:a="http://schemas.openxmlformats.org/drawingml/2006/main">
              <a:ext uri="{FF2B5EF4-FFF2-40B4-BE49-F238E27FC236}">
                <a16:creationId xmlns:a16="http://schemas.microsoft.com/office/drawing/2014/main" id="{574F3AC4-5670-4ED1-AA5F-A816427CBD76}"/>
              </a:ext>
            </a:extLst>
          </p:cNvPr>
          <p:cNvSpPr>
            <a:spLocks xmlns:a="http://schemas.openxmlformats.org/drawingml/2006/main" noGrp="1"/>
          </p:cNvSpPr>
          <p:nvPr/>
        </p:nvSpPr>
        <p:spPr>
          <a:xfrm xmlns:a="http://schemas.openxmlformats.org/drawingml/2006/main">
            <a:off x="3095625" y="1952625"/>
            <a:ext cx="60007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width = 1  ·  hidden layers = 2</a:t>
            </a:r>
          </a:p>
        </p:txBody>
      </p:sp>
      <p:sp>
        <p:nvSpPr>
          <p:cNvPr id="551748200" name="Rectangle 1192495432">
            <a:extLst xmlns:a="http://schemas.openxmlformats.org/drawingml/2006/main">
              <a:ext uri="{FF2B5EF4-FFF2-40B4-BE49-F238E27FC236}">
                <a16:creationId xmlns:a16="http://schemas.microsoft.com/office/drawing/2014/main" id="{C258E34E-582C-49AA-B86E-95A3A825625B}"/>
              </a:ext>
            </a:extLst>
          </p:cNvPr>
          <p:cNvSpPr>
            <a:spLocks xmlns:a="http://schemas.openxmlformats.org/drawingml/2006/main" noGrp="1"/>
          </p:cNvSpPr>
          <p:nvPr/>
        </p:nvSpPr>
        <p:spPr>
          <a:xfrm xmlns:a="http://schemas.openxmlformats.org/drawingml/2006/main">
            <a:off x="1571625" y="5095875"/>
            <a:ext cx="904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h₁ = σ(w₁x + b₁)     h₂ = σ(w₂h₁ + b₂)     ŷ = w₃h₂ + b₃</a:t>
            </a:r>
          </a:p>
        </p:txBody>
      </p:sp>
      <p:sp>
        <p:nvSpPr>
          <p:cNvPr id="902077146" name="Rectangle 1983941594">
            <a:extLst xmlns:a="http://schemas.openxmlformats.org/drawingml/2006/main">
              <a:ext uri="{FF2B5EF4-FFF2-40B4-BE49-F238E27FC236}">
                <a16:creationId xmlns:a16="http://schemas.microsoft.com/office/drawing/2014/main" id="{D3EA57F1-C397-452E-A472-41B46E524DB4}"/>
              </a:ext>
            </a:extLst>
          </p:cNvPr>
          <p:cNvSpPr>
            <a:spLocks xmlns:a="http://schemas.openxmlformats.org/drawingml/2006/main" noGrp="1"/>
          </p:cNvSpPr>
          <p:nvPr/>
        </p:nvSpPr>
        <p:spPr>
          <a:xfrm xmlns:a="http://schemas.openxmlformats.org/drawingml/2006/main">
            <a:off x="4572000"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2563EB"/>
                </a:solidFill>
              </a:defRPr>
            </a:pPr>
            <a:r>
              <a:rPr sz="1200" b="1">
                <a:solidFill>
                  <a:srgbClr val="2563EB"/>
                </a:solidFill>
              </a:rPr>
              <a:t>+ b₁</a:t>
            </a:r>
          </a:p>
        </p:txBody>
      </p:sp>
      <p:sp>
        <p:nvSpPr>
          <p:cNvPr id="1406874062" name="Rectangle 1298832519">
            <a:extLst xmlns:a="http://schemas.openxmlformats.org/drawingml/2006/main">
              <a:ext uri="{FF2B5EF4-FFF2-40B4-BE49-F238E27FC236}">
                <a16:creationId xmlns:a16="http://schemas.microsoft.com/office/drawing/2014/main" id="{CF4AF83C-9B68-4F39-B674-4E604EF5030D}"/>
              </a:ext>
            </a:extLst>
          </p:cNvPr>
          <p:cNvSpPr>
            <a:spLocks xmlns:a="http://schemas.openxmlformats.org/drawingml/2006/main" noGrp="1"/>
          </p:cNvSpPr>
          <p:nvPr/>
        </p:nvSpPr>
        <p:spPr>
          <a:xfrm xmlns:a="http://schemas.openxmlformats.org/drawingml/2006/main">
            <a:off x="6819899" y="3609977"/>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7C3AED"/>
                </a:solidFill>
              </a:defRPr>
            </a:pPr>
            <a:r>
              <a:rPr sz="1200" b="1">
                <a:solidFill>
                  <a:srgbClr val="7C3AED"/>
                </a:solidFill>
              </a:rPr>
              <a:t>+ b₂</a:t>
            </a:r>
          </a:p>
        </p:txBody>
      </p:sp>
      <p:sp>
        <p:nvSpPr>
          <p:cNvPr id="107082707" name="Rectangle 1998109535">
            <a:extLst xmlns:a="http://schemas.openxmlformats.org/drawingml/2006/main">
              <a:ext uri="{FF2B5EF4-FFF2-40B4-BE49-F238E27FC236}">
                <a16:creationId xmlns:a16="http://schemas.microsoft.com/office/drawing/2014/main" id="{46022B6F-9C32-484B-8A67-B1DC66659B9D}"/>
              </a:ext>
            </a:extLst>
          </p:cNvPr>
          <p:cNvSpPr>
            <a:spLocks xmlns:a="http://schemas.openxmlformats.org/drawingml/2006/main" noGrp="1"/>
          </p:cNvSpPr>
          <p:nvPr/>
        </p:nvSpPr>
        <p:spPr>
          <a:xfrm xmlns:a="http://schemas.openxmlformats.org/drawingml/2006/main">
            <a:off x="9067799" y="3619501"/>
            <a:ext cx="800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10B981"/>
                </a:solidFill>
              </a:defRPr>
            </a:pPr>
            <a:r>
              <a:rPr sz="1200" b="1">
                <a:solidFill>
                  <a:srgbClr val="10B981"/>
                </a:solidFill>
              </a:rPr>
              <a:t>+ b₃</a:t>
            </a:r>
          </a:p>
        </p:txBody>
      </p:sp>
      <p:sp>
        <p:nvSpPr>
          <p:cNvPr id="627946880" name="Rectangle 808663872">
            <a:extLst xmlns:a="http://schemas.openxmlformats.org/drawingml/2006/main">
              <a:ext uri="{FF2B5EF4-FFF2-40B4-BE49-F238E27FC236}">
                <a16:creationId xmlns:a16="http://schemas.microsoft.com/office/drawing/2014/main" id="{E5234AE5-E8F7-492D-8D27-DC5FABBB0290}"/>
              </a:ext>
            </a:extLst>
          </p:cNvPr>
          <p:cNvSpPr>
            <a:spLocks xmlns:a="http://schemas.openxmlformats.org/drawingml/2006/main" noGrp="1"/>
          </p:cNvSpPr>
          <p:nvPr/>
        </p:nvSpPr>
        <p:spPr>
          <a:xfrm xmlns:a="http://schemas.openxmlformats.org/drawingml/2006/main">
            <a:off x="4524375" y="5524500"/>
            <a:ext cx="3143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σ = activation function</a:t>
            </a:r>
          </a:p>
        </p:txBody>
      </p:sp>
    </p:spTree>
    <p:extLst>
      <p:ext uri="{BB962C8B-B14F-4D97-AF65-F5344CB8AC3E}">
        <p14:creationId xmlns:p14="http://schemas.microsoft.com/office/powerpoint/2010/main" val="1803166822"/>
      </p:ext>
    </p:extLst>
  </p:cSld>
</p:sld>
</file>

<file path=ppt/slides/slide1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5725015" name="Rectangle 1089908974">
            <a:extLst xmlns:a="http://schemas.openxmlformats.org/drawingml/2006/main">
              <a:ext uri="{FF2B5EF4-FFF2-40B4-BE49-F238E27FC236}">
                <a16:creationId xmlns:a16="http://schemas.microsoft.com/office/drawing/2014/main" id="{7EA4C826-A72F-4AAB-9A0C-F455B8E72D9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373364439" name="Rectangle 1456675058">
            <a:extLst xmlns:a="http://schemas.openxmlformats.org/drawingml/2006/main">
              <a:ext uri="{FF2B5EF4-FFF2-40B4-BE49-F238E27FC236}">
                <a16:creationId xmlns:a16="http://schemas.microsoft.com/office/drawing/2014/main" id="{7528744F-2A96-4808-967B-A60EFF6B04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Activation functions</a:t>
            </a:r>
          </a:p>
        </p:txBody>
      </p:sp>
      <p:sp>
        <p:nvSpPr>
          <p:cNvPr id="2081061640" name="Rectangle 685086081">
            <a:extLst xmlns:a="http://schemas.openxmlformats.org/drawingml/2006/main">
              <a:ext uri="{FF2B5EF4-FFF2-40B4-BE49-F238E27FC236}">
                <a16:creationId xmlns:a16="http://schemas.microsoft.com/office/drawing/2014/main" id="{EC182FDB-DCFD-42DE-A300-E030772B124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Activation functions make depth useful</a:t>
            </a:r>
          </a:p>
        </p:txBody>
      </p:sp>
      <p:sp>
        <p:nvSpPr>
          <p:cNvPr id="1174314173" name="Rectangle: Rounded Corners 703067205">
            <a:extLst xmlns:a="http://schemas.openxmlformats.org/drawingml/2006/main">
              <a:ext uri="{FF2B5EF4-FFF2-40B4-BE49-F238E27FC236}">
                <a16:creationId xmlns:a16="http://schemas.microsoft.com/office/drawing/2014/main" id="{2A070C8B-8741-44C7-A897-269991F8DD6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3453526" name="Rectangle: Rounded Corners 2073093972">
            <a:extLst xmlns:a="http://schemas.openxmlformats.org/drawingml/2006/main">
              <a:ext uri="{FF2B5EF4-FFF2-40B4-BE49-F238E27FC236}">
                <a16:creationId xmlns:a16="http://schemas.microsoft.com/office/drawing/2014/main" id="{77B3071D-FD33-4AC8-9C29-84E5AC67DE85}"/>
              </a:ext>
            </a:extLst>
          </p:cNvPr>
          <p:cNvSpPr>
            <a:spLocks xmlns:a="http://schemas.openxmlformats.org/drawingml/2006/main" noGrp="1"/>
          </p:cNvSpPr>
          <p:nvPr/>
        </p:nvSpPr>
        <p:spPr>
          <a:xfrm xmlns:a="http://schemas.openxmlformats.org/drawingml/2006/main">
            <a:off x="1095375" y="1809750"/>
            <a:ext cx="4191000" cy="552450"/>
          </a:xfrm>
          <a:prstGeom xmlns:a="http://schemas.openxmlformats.org/drawingml/2006/main" prst="roundRect">
            <a:avLst>
              <a:gd name="adj" fmla="val 20690"/>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EF4444"/>
                </a:solidFill>
                <a:latin typeface="Calibri"/>
                <a:ea typeface="Calibri"/>
                <a:cs typeface="Calibri"/>
              </a:defRPr>
            </a:pPr>
            <a:r>
              <a:rPr sz="1900" b="1">
                <a:solidFill>
                  <a:srgbClr val="EF4444"/>
                </a:solidFill>
                <a:latin typeface="Calibri"/>
                <a:ea typeface="Calibri"/>
                <a:cs typeface="Calibri"/>
              </a:rPr>
              <a:t>Linear layers only</a:t>
            </a:r>
          </a:p>
        </p:txBody>
      </p:sp>
      <p:sp>
        <p:nvSpPr>
          <p:cNvPr id="1909411931" name="Rectangle: Rounded Corners 1748555112">
            <a:extLst xmlns:a="http://schemas.openxmlformats.org/drawingml/2006/main">
              <a:ext uri="{FF2B5EF4-FFF2-40B4-BE49-F238E27FC236}">
                <a16:creationId xmlns:a16="http://schemas.microsoft.com/office/drawing/2014/main" id="{71E5E3DA-AD46-4053-80DE-F4D6A36FDF36}"/>
              </a:ext>
            </a:extLst>
          </p:cNvPr>
          <p:cNvSpPr>
            <a:spLocks xmlns:a="http://schemas.openxmlformats.org/drawingml/2006/main" noGrp="1"/>
          </p:cNvSpPr>
          <p:nvPr/>
        </p:nvSpPr>
        <p:spPr>
          <a:xfrm xmlns:a="http://schemas.openxmlformats.org/drawingml/2006/main">
            <a:off x="6905625" y="1809750"/>
            <a:ext cx="4191000" cy="552450"/>
          </a:xfrm>
          <a:prstGeom xmlns:a="http://schemas.openxmlformats.org/drawingml/2006/main" prst="roundRect">
            <a:avLst>
              <a:gd name="adj" fmla="val 20690"/>
            </a:avLst>
          </a:prstGeom>
          <a:solidFill xmlns:a="http://schemas.openxmlformats.org/drawingml/2006/main">
            <a:srgbClr val="ECFDF5"/>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latin typeface="Calibri"/>
                <a:ea typeface="Calibri"/>
                <a:cs typeface="Calibri"/>
              </a:defRPr>
            </a:pPr>
            <a:r>
              <a:rPr sz="1900" b="1">
                <a:solidFill>
                  <a:srgbClr val="10B981"/>
                </a:solidFill>
                <a:latin typeface="Calibri"/>
                <a:ea typeface="Calibri"/>
                <a:cs typeface="Calibri"/>
              </a:rPr>
              <a:t>Activation between layers</a:t>
            </a:r>
          </a:p>
        </p:txBody>
      </p:sp>
      <p:sp>
        <p:nvSpPr>
          <p:cNvPr id="82684663" name="Rectangle: Rounded Corners 309143749">
            <a:extLst xmlns:a="http://schemas.openxmlformats.org/drawingml/2006/main">
              <a:ext uri="{FF2B5EF4-FFF2-40B4-BE49-F238E27FC236}">
                <a16:creationId xmlns:a16="http://schemas.microsoft.com/office/drawing/2014/main" id="{19BBE237-635A-4878-BAB6-80B2652C3242}"/>
              </a:ext>
            </a:extLst>
          </p:cNvPr>
          <p:cNvSpPr>
            <a:spLocks xmlns:a="http://schemas.openxmlformats.org/drawingml/2006/main" noGrp="1"/>
          </p:cNvSpPr>
          <p:nvPr/>
        </p:nvSpPr>
        <p:spPr>
          <a:xfrm xmlns:a="http://schemas.openxmlformats.org/drawingml/2006/main">
            <a:off x="104775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z₁ = w₁x + b₁</a:t>
            </a:r>
          </a:p>
        </p:txBody>
      </p:sp>
      <p:sp>
        <p:nvSpPr>
          <p:cNvPr id="878461402" name="Arrow: Right 977560911">
            <a:extLst xmlns:a="http://schemas.openxmlformats.org/drawingml/2006/main">
              <a:ext uri="{FF2B5EF4-FFF2-40B4-BE49-F238E27FC236}">
                <a16:creationId xmlns:a16="http://schemas.microsoft.com/office/drawing/2014/main" id="{670F9CFC-208A-45F8-93DF-2DB44E445780}"/>
              </a:ext>
            </a:extLst>
          </p:cNvPr>
          <p:cNvSpPr>
            <a:spLocks xmlns:a="http://schemas.openxmlformats.org/drawingml/2006/main" noGrp="1"/>
          </p:cNvSpPr>
          <p:nvPr/>
        </p:nvSpPr>
        <p:spPr>
          <a:xfrm xmlns:a="http://schemas.openxmlformats.org/drawingml/2006/main">
            <a:off x="2333625"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8866642" name="Rectangle: Rounded Corners 322329312">
            <a:extLst xmlns:a="http://schemas.openxmlformats.org/drawingml/2006/main">
              <a:ext uri="{FF2B5EF4-FFF2-40B4-BE49-F238E27FC236}">
                <a16:creationId xmlns:a16="http://schemas.microsoft.com/office/drawing/2014/main" id="{C12BFB5D-633B-4647-8753-5C38A718117F}"/>
              </a:ext>
            </a:extLst>
          </p:cNvPr>
          <p:cNvSpPr>
            <a:spLocks xmlns:a="http://schemas.openxmlformats.org/drawingml/2006/main" noGrp="1"/>
          </p:cNvSpPr>
          <p:nvPr/>
        </p:nvSpPr>
        <p:spPr>
          <a:xfrm xmlns:a="http://schemas.openxmlformats.org/drawingml/2006/main">
            <a:off x="252412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0B0F19"/>
                </a:solidFill>
                <a:latin typeface="Calibri"/>
                <a:ea typeface="Calibri"/>
                <a:cs typeface="Calibri"/>
              </a:defRPr>
            </a:pPr>
            <a:r>
              <a:rPr sz="1150" b="1">
                <a:solidFill>
                  <a:srgbClr val="0B0F19"/>
                </a:solidFill>
                <a:latin typeface="Calibri"/>
                <a:ea typeface="Calibri"/>
                <a:cs typeface="Calibri"/>
              </a:rPr>
              <a:t>z₂ = w₂z₁ + b₂</a:t>
            </a:r>
          </a:p>
        </p:txBody>
      </p:sp>
      <p:sp>
        <p:nvSpPr>
          <p:cNvPr id="1024188676" name="Arrow: Right 1733251710">
            <a:extLst xmlns:a="http://schemas.openxmlformats.org/drawingml/2006/main">
              <a:ext uri="{FF2B5EF4-FFF2-40B4-BE49-F238E27FC236}">
                <a16:creationId xmlns:a16="http://schemas.microsoft.com/office/drawing/2014/main" id="{E111A92A-3963-4AB5-92F8-0DAE09C7B9C5}"/>
              </a:ext>
            </a:extLst>
          </p:cNvPr>
          <p:cNvSpPr>
            <a:spLocks xmlns:a="http://schemas.openxmlformats.org/drawingml/2006/main" noGrp="1"/>
          </p:cNvSpPr>
          <p:nvPr/>
        </p:nvSpPr>
        <p:spPr>
          <a:xfrm xmlns:a="http://schemas.openxmlformats.org/drawingml/2006/main">
            <a:off x="3810000" y="3181350"/>
            <a:ext cx="190500" cy="361950"/>
          </a:xfrm>
          <a:prstGeom xmlns:a="http://schemas.openxmlformats.org/drawingml/2006/main" prst="rightArrow">
            <a:avLst>
              <a:gd name="adj1" fmla="val 50000"/>
              <a:gd name="adj2" fmla="val 50000"/>
            </a:avLst>
          </a:prstGeom>
          <a:solidFill xmlns:a="http://schemas.openxmlformats.org/drawingml/2006/main">
            <a:srgbClr val="FEE2E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1016059" name="Rectangle: Rounded Corners 320581777">
            <a:extLst xmlns:a="http://schemas.openxmlformats.org/drawingml/2006/main">
              <a:ext uri="{FF2B5EF4-FFF2-40B4-BE49-F238E27FC236}">
                <a16:creationId xmlns:a16="http://schemas.microsoft.com/office/drawing/2014/main" id="{62BF44BF-C614-4C16-B527-D3DFFC9899E3}"/>
              </a:ext>
            </a:extLst>
          </p:cNvPr>
          <p:cNvSpPr>
            <a:spLocks xmlns:a="http://schemas.openxmlformats.org/drawingml/2006/main" noGrp="1"/>
          </p:cNvSpPr>
          <p:nvPr/>
        </p:nvSpPr>
        <p:spPr>
          <a:xfrm xmlns:a="http://schemas.openxmlformats.org/drawingml/2006/main">
            <a:off x="4000500"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EF4444"/>
                </a:solidFill>
                <a:latin typeface="Calibri"/>
                <a:ea typeface="Calibri"/>
                <a:cs typeface="Calibri"/>
              </a:defRPr>
            </a:pPr>
            <a:r>
              <a:rPr sz="1150" b="1">
                <a:solidFill>
                  <a:srgbClr val="EF4444"/>
                </a:solidFill>
                <a:latin typeface="Calibri"/>
                <a:ea typeface="Calibri"/>
                <a:cs typeface="Calibri"/>
              </a:rPr>
              <a:t>ŷ = w₃z₂ + b₃</a:t>
            </a:r>
          </a:p>
        </p:txBody>
      </p:sp>
      <p:sp>
        <p:nvSpPr>
          <p:cNvPr id="313374344" name="Rectangle: Rounded Corners 1461810186">
            <a:extLst xmlns:a="http://schemas.openxmlformats.org/drawingml/2006/main">
              <a:ext uri="{FF2B5EF4-FFF2-40B4-BE49-F238E27FC236}">
                <a16:creationId xmlns:a16="http://schemas.microsoft.com/office/drawing/2014/main" id="{B6DB16AC-232E-4EA2-939D-0B652A3619FC}"/>
              </a:ext>
            </a:extLst>
          </p:cNvPr>
          <p:cNvSpPr>
            <a:spLocks xmlns:a="http://schemas.openxmlformats.org/drawingml/2006/main" noGrp="1"/>
          </p:cNvSpPr>
          <p:nvPr/>
        </p:nvSpPr>
        <p:spPr>
          <a:xfrm xmlns:a="http://schemas.openxmlformats.org/drawingml/2006/main">
            <a:off x="6905625"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h₁ = σ(w₁x + b₁)</a:t>
            </a:r>
          </a:p>
        </p:txBody>
      </p:sp>
      <p:sp>
        <p:nvSpPr>
          <p:cNvPr id="1161320995" name="Arrow: Right 2100508509">
            <a:extLst xmlns:a="http://schemas.openxmlformats.org/drawingml/2006/main">
              <a:ext uri="{FF2B5EF4-FFF2-40B4-BE49-F238E27FC236}">
                <a16:creationId xmlns:a16="http://schemas.microsoft.com/office/drawing/2014/main" id="{0408227A-FC01-4F48-B985-C74E8728A2CE}"/>
              </a:ext>
            </a:extLst>
          </p:cNvPr>
          <p:cNvSpPr>
            <a:spLocks xmlns:a="http://schemas.openxmlformats.org/drawingml/2006/main" noGrp="1"/>
          </p:cNvSpPr>
          <p:nvPr/>
        </p:nvSpPr>
        <p:spPr>
          <a:xfrm xmlns:a="http://schemas.openxmlformats.org/drawingml/2006/main">
            <a:off x="8191500"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9084889" name="Rectangle: Rounded Corners 86287407">
            <a:extLst xmlns:a="http://schemas.openxmlformats.org/drawingml/2006/main">
              <a:ext uri="{FF2B5EF4-FFF2-40B4-BE49-F238E27FC236}">
                <a16:creationId xmlns:a16="http://schemas.microsoft.com/office/drawing/2014/main" id="{22640E37-BB2D-493B-AB82-A8976F5D6A7C}"/>
              </a:ext>
            </a:extLst>
          </p:cNvPr>
          <p:cNvSpPr>
            <a:spLocks xmlns:a="http://schemas.openxmlformats.org/drawingml/2006/main" noGrp="1"/>
          </p:cNvSpPr>
          <p:nvPr/>
        </p:nvSpPr>
        <p:spPr>
          <a:xfrm xmlns:a="http://schemas.openxmlformats.org/drawingml/2006/main">
            <a:off x="8382000" y="2905125"/>
            <a:ext cx="1285875" cy="933450"/>
          </a:xfrm>
          <a:prstGeom xmlns:a="http://schemas.openxmlformats.org/drawingml/2006/main" prst="roundRect">
            <a:avLst>
              <a:gd name="adj" fmla="val 1538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h₂ = σ(w₂h₁ + b₂)</a:t>
            </a:r>
          </a:p>
        </p:txBody>
      </p:sp>
      <p:sp>
        <p:nvSpPr>
          <p:cNvPr id="1256420632" name="Arrow: Right 1479364581">
            <a:extLst xmlns:a="http://schemas.openxmlformats.org/drawingml/2006/main">
              <a:ext uri="{FF2B5EF4-FFF2-40B4-BE49-F238E27FC236}">
                <a16:creationId xmlns:a16="http://schemas.microsoft.com/office/drawing/2014/main" id="{25746663-FAD9-458F-94D0-EC038290FA60}"/>
              </a:ext>
            </a:extLst>
          </p:cNvPr>
          <p:cNvSpPr>
            <a:spLocks xmlns:a="http://schemas.openxmlformats.org/drawingml/2006/main" noGrp="1"/>
          </p:cNvSpPr>
          <p:nvPr/>
        </p:nvSpPr>
        <p:spPr>
          <a:xfrm xmlns:a="http://schemas.openxmlformats.org/drawingml/2006/main">
            <a:off x="9667875" y="3181350"/>
            <a:ext cx="190500" cy="361950"/>
          </a:xfrm>
          <a:prstGeom xmlns:a="http://schemas.openxmlformats.org/drawingml/2006/main" prst="rightArrow">
            <a:avLst>
              <a:gd name="adj1" fmla="val 50000"/>
              <a:gd name="adj2" fmla="val 50000"/>
            </a:avLst>
          </a:prstGeom>
          <a:solidFill xmlns:a="http://schemas.openxmlformats.org/drawingml/2006/main">
            <a:srgbClr val="DBEA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7630402" name="Rectangle: Rounded Corners 1923103501">
            <a:extLst xmlns:a="http://schemas.openxmlformats.org/drawingml/2006/main">
              <a:ext uri="{FF2B5EF4-FFF2-40B4-BE49-F238E27FC236}">
                <a16:creationId xmlns:a16="http://schemas.microsoft.com/office/drawing/2014/main" id="{59C33916-988A-4AF1-A02D-A440A65D6E67}"/>
              </a:ext>
            </a:extLst>
          </p:cNvPr>
          <p:cNvSpPr>
            <a:spLocks xmlns:a="http://schemas.openxmlformats.org/drawingml/2006/main" noGrp="1"/>
          </p:cNvSpPr>
          <p:nvPr/>
        </p:nvSpPr>
        <p:spPr>
          <a:xfrm xmlns:a="http://schemas.openxmlformats.org/drawingml/2006/main">
            <a:off x="9858375" y="2905125"/>
            <a:ext cx="1285875" cy="933450"/>
          </a:xfrm>
          <a:prstGeom xmlns:a="http://schemas.openxmlformats.org/drawingml/2006/main" prst="roundRect">
            <a:avLst>
              <a:gd name="adj" fmla="val 15385"/>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latin typeface="Calibri"/>
                <a:ea typeface="Calibri"/>
                <a:cs typeface="Calibri"/>
              </a:defRPr>
            </a:pPr>
            <a:r>
              <a:rPr sz="1150" b="1">
                <a:solidFill>
                  <a:srgbClr val="10B981"/>
                </a:solidFill>
                <a:latin typeface="Calibri"/>
                <a:ea typeface="Calibri"/>
                <a:cs typeface="Calibri"/>
              </a:rPr>
              <a:t>ŷ = w₃h₂ + b₃</a:t>
            </a:r>
          </a:p>
        </p:txBody>
      </p:sp>
      <p:sp>
        <p:nvSpPr>
          <p:cNvPr id="1434116303" name="Rectangle 577350654">
            <a:extLst xmlns:a="http://schemas.openxmlformats.org/drawingml/2006/main">
              <a:ext uri="{FF2B5EF4-FFF2-40B4-BE49-F238E27FC236}">
                <a16:creationId xmlns:a16="http://schemas.microsoft.com/office/drawing/2014/main" id="{D7D3AC2C-D82F-4F2A-B482-58E6081EF9AE}"/>
              </a:ext>
            </a:extLst>
          </p:cNvPr>
          <p:cNvSpPr>
            <a:spLocks xmlns:a="http://schemas.openxmlformats.org/drawingml/2006/main" noGrp="1"/>
          </p:cNvSpPr>
          <p:nvPr/>
        </p:nvSpPr>
        <p:spPr>
          <a:xfrm xmlns:a="http://schemas.openxmlformats.org/drawingml/2006/main">
            <a:off x="100012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EF4444"/>
                </a:solidFill>
                <a:latin typeface="Calibri"/>
                <a:ea typeface="Calibri"/>
                <a:cs typeface="Calibri"/>
              </a:defRPr>
            </a:pPr>
            <a:r>
              <a:rPr sz="1450" b="1">
                <a:solidFill>
                  <a:srgbClr val="EF4444"/>
                </a:solidFill>
                <a:latin typeface="Calibri"/>
                <a:ea typeface="Calibri"/>
                <a:cs typeface="Calibri"/>
              </a:rPr>
              <a:t>ŷ = w₃(w₂(w₁x + b₁) + b₂) + b₃</a:t>
            </a:r>
            <a:br/>
            <a:r>
              <a:rPr sz="1450" b="1">
                <a:solidFill>
                  <a:srgbClr val="EF4444"/>
                </a:solidFill>
                <a:latin typeface="Calibri"/>
                <a:ea typeface="Calibri"/>
                <a:cs typeface="Calibri"/>
              </a:rPr>
              <a:t>= ax + c  (one linear mapping)</a:t>
            </a:r>
          </a:p>
        </p:txBody>
      </p:sp>
      <p:sp>
        <p:nvSpPr>
          <p:cNvPr id="394362348" name="Rectangle 518594253">
            <a:extLst xmlns:a="http://schemas.openxmlformats.org/drawingml/2006/main">
              <a:ext uri="{FF2B5EF4-FFF2-40B4-BE49-F238E27FC236}">
                <a16:creationId xmlns:a16="http://schemas.microsoft.com/office/drawing/2014/main" id="{3A341BF5-3DBD-4D17-8F99-B709040F9051}"/>
              </a:ext>
            </a:extLst>
          </p:cNvPr>
          <p:cNvSpPr>
            <a:spLocks xmlns:a="http://schemas.openxmlformats.org/drawingml/2006/main" noGrp="1"/>
          </p:cNvSpPr>
          <p:nvPr/>
        </p:nvSpPr>
        <p:spPr>
          <a:xfrm xmlns:a="http://schemas.openxmlformats.org/drawingml/2006/main">
            <a:off x="6810375" y="4143375"/>
            <a:ext cx="4381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10B981"/>
                </a:solidFill>
                <a:latin typeface="Calibri"/>
                <a:ea typeface="Calibri"/>
                <a:cs typeface="Calibri"/>
              </a:defRPr>
            </a:pPr>
            <a:r>
              <a:rPr sz="1600" b="1">
                <a:solidFill>
                  <a:srgbClr val="10B981"/>
                </a:solidFill>
                <a:latin typeface="Calibri"/>
                <a:ea typeface="Calibri"/>
                <a:cs typeface="Calibri"/>
              </a:rPr>
              <a:t>σ keeps the first two hidden layers nonlinear</a:t>
            </a:r>
          </a:p>
        </p:txBody>
      </p:sp>
      <p:sp>
        <p:nvSpPr>
          <p:cNvPr id="255482883" name="Rectangle 1132151749">
            <a:extLst xmlns:a="http://schemas.openxmlformats.org/drawingml/2006/main">
              <a:ext uri="{FF2B5EF4-FFF2-40B4-BE49-F238E27FC236}">
                <a16:creationId xmlns:a16="http://schemas.microsoft.com/office/drawing/2014/main" id="{1E586A1B-3E53-4FCD-8604-CAC5ABFB1E20}"/>
              </a:ext>
            </a:extLst>
          </p:cNvPr>
          <p:cNvSpPr>
            <a:spLocks xmlns:a="http://schemas.openxmlformats.org/drawingml/2006/main" noGrp="1"/>
          </p:cNvSpPr>
          <p:nvPr/>
        </p:nvSpPr>
        <p:spPr>
          <a:xfrm xmlns:a="http://schemas.openxmlformats.org/drawingml/2006/main">
            <a:off x="7524750" y="45720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σ = activation function</a:t>
            </a:r>
          </a:p>
        </p:txBody>
      </p:sp>
      <p:sp>
        <p:nvSpPr>
          <p:cNvPr id="784270325" name="Rectangle 1591988920">
            <a:extLst xmlns:a="http://schemas.openxmlformats.org/drawingml/2006/main">
              <a:ext uri="{FF2B5EF4-FFF2-40B4-BE49-F238E27FC236}">
                <a16:creationId xmlns:a16="http://schemas.microsoft.com/office/drawing/2014/main" id="{0C3DC11C-B942-4DAD-A15F-77E5E2A57EAC}"/>
              </a:ext>
            </a:extLst>
          </p:cNvPr>
          <p:cNvSpPr>
            <a:spLocks xmlns:a="http://schemas.openxmlformats.org/drawingml/2006/main" noGrp="1"/>
          </p:cNvSpPr>
          <p:nvPr/>
        </p:nvSpPr>
        <p:spPr>
          <a:xfrm xmlns:a="http://schemas.openxmlformats.org/drawingml/2006/main">
            <a:off x="1524000" y="5286375"/>
            <a:ext cx="9144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Without σ, extra depth remains only a longer linear function.</a:t>
            </a:r>
          </a:p>
        </p:txBody>
      </p:sp>
      <p:sp>
        <p:nvSpPr>
          <p:cNvPr id="1519813262" name="Rectangle 2103391200">
            <a:extLst xmlns:a="http://schemas.openxmlformats.org/drawingml/2006/main">
              <a:ext uri="{FF2B5EF4-FFF2-40B4-BE49-F238E27FC236}">
                <a16:creationId xmlns:a16="http://schemas.microsoft.com/office/drawing/2014/main" id="{6CAF3818-148F-4683-B5F9-28905D11923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19</a:t>
            </a:r>
          </a:p>
        </p:txBody>
      </p:sp>
    </p:spTree>
    <p:extLst>
      <p:ext uri="{BB962C8B-B14F-4D97-AF65-F5344CB8AC3E}">
        <p14:creationId xmlns:p14="http://schemas.microsoft.com/office/powerpoint/2010/main" val="1521729492"/>
      </p:ext>
    </p:extLst>
  </p:cSld>
</p:sld>
</file>

<file path=ppt/slides/slide2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09712136" name="Rectangle 498485084">
            <a:extLst xmlns:a="http://schemas.openxmlformats.org/drawingml/2006/main">
              <a:ext uri="{FF2B5EF4-FFF2-40B4-BE49-F238E27FC236}">
                <a16:creationId xmlns:a16="http://schemas.microsoft.com/office/drawing/2014/main" id="{69E752DA-3FAE-426D-956D-5BF938D5B33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Activation functions</a:t>
            </a:r>
          </a:p>
        </p:txBody>
      </p:sp>
      <p:sp>
        <p:nvSpPr>
          <p:cNvPr id="2106693545" name="Rectangle 2014745888">
            <a:extLst xmlns:a="http://schemas.openxmlformats.org/drawingml/2006/main">
              <a:ext uri="{FF2B5EF4-FFF2-40B4-BE49-F238E27FC236}">
                <a16:creationId xmlns:a16="http://schemas.microsoft.com/office/drawing/2014/main" id="{3033D392-7322-4574-9BA7-E04C2B28221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Common activation functions</a:t>
            </a:r>
          </a:p>
        </p:txBody>
      </p:sp>
      <p:sp>
        <p:nvSpPr>
          <p:cNvPr id="190437863" name="Rectangle: Rounded Corners 858310323">
            <a:extLst xmlns:a="http://schemas.openxmlformats.org/drawingml/2006/main">
              <a:ext uri="{FF2B5EF4-FFF2-40B4-BE49-F238E27FC236}">
                <a16:creationId xmlns:a16="http://schemas.microsoft.com/office/drawing/2014/main" id="{874E9A6C-5966-47C5-9A3C-082F22B5C26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06693550" name="Picture 1236124359"/>
          <p:cNvPicPr>
            <a:picLocks xmlns:a="http://schemas.openxmlformats.org/drawingml/2006/main" noChangeAspect="1"/>
          </p:cNvPicPr>
          <p:nvPr/>
        </p:nvPicPr>
        <p:blipFill rotWithShape="1">
          <a:blip xmlns:r="http://schemas.openxmlformats.org/officeDocument/2006/relationships" xmlns:a="http://schemas.openxmlformats.org/drawingml/2006/main" r:embed="Rf6ed27800e9c4eb9"/>
          <a:stretch xmlns:a="http://schemas.openxmlformats.org/drawingml/2006/main"/>
        </p:blipFill>
        <p:spPr>
          <a:xfrm xmlns:a="http://schemas.openxmlformats.org/drawingml/2006/main">
            <a:off x="3141802" y="1466849"/>
            <a:ext cx="5908397" cy="4524375"/>
          </a:xfrm>
          <a:prstGeom xmlns:a="http://schemas.openxmlformats.org/drawingml/2006/main" prst="rect">
            <a:avLst/>
          </a:prstGeom>
        </p:spPr>
      </p:pic>
    </p:spTree>
    <p:extLst>
      <p:ext uri="{BB962C8B-B14F-4D97-AF65-F5344CB8AC3E}">
        <p14:creationId xmlns:p14="http://schemas.microsoft.com/office/powerpoint/2010/main" val="1665235876"/>
      </p:ext>
    </p:extLst>
  </p:cSld>
</p:sld>
</file>

<file path=ppt/slides/slide2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5060778" name="Rectangle 1153616344">
            <a:extLst xmlns:a="http://schemas.openxmlformats.org/drawingml/2006/main">
              <a:ext uri="{FF2B5EF4-FFF2-40B4-BE49-F238E27FC236}">
                <a16:creationId xmlns:a16="http://schemas.microsoft.com/office/drawing/2014/main" id="{864C6C54-0722-47C9-B7B0-5A861DB713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Calculus</a:t>
            </a:r>
          </a:p>
        </p:txBody>
      </p:sp>
      <p:sp>
        <p:nvSpPr>
          <p:cNvPr id="973141488" name="Rectangle 900783331">
            <a:extLst xmlns:a="http://schemas.openxmlformats.org/drawingml/2006/main">
              <a:ext uri="{FF2B5EF4-FFF2-40B4-BE49-F238E27FC236}">
                <a16:creationId xmlns:a16="http://schemas.microsoft.com/office/drawing/2014/main" id="{7043A2E8-46F4-42CD-8404-4B546A8F35C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chemeClr val="tx1">
                    <a:lumMod val="65000"/>
                    <a:lumOff val="35000"/>
                  </a:schemeClr>
                </a:solidFill>
              </a:rPr>
              <a:t>The chain rule multiplies local changes</a:t>
            </a:r>
          </a:p>
        </p:txBody>
      </p:sp>
      <p:sp>
        <p:nvSpPr>
          <p:cNvPr id="729746402" name="Rectangle 1675037776">
            <a:extLst xmlns:a="http://schemas.openxmlformats.org/drawingml/2006/main">
              <a:ext uri="{FF2B5EF4-FFF2-40B4-BE49-F238E27FC236}">
                <a16:creationId xmlns:a16="http://schemas.microsoft.com/office/drawing/2014/main" id="{B87C73C6-D5F0-4085-90C3-807843CD84B4}"/>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21</a:t>
            </a:r>
          </a:p>
        </p:txBody>
      </p:sp>
      <p:sp>
        <p:nvSpPr>
          <p:cNvPr id="1855845872" name="Rectangle: Rounded Corners 2030417643">
            <a:extLst xmlns:a="http://schemas.openxmlformats.org/drawingml/2006/main">
              <a:ext uri="{FF2B5EF4-FFF2-40B4-BE49-F238E27FC236}">
                <a16:creationId xmlns:a16="http://schemas.microsoft.com/office/drawing/2014/main" id="{F8C64D64-E51A-400B-9AB6-56FE3FC842C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7731846" name="Rectangle 774837902">
            <a:extLst xmlns:a="http://schemas.openxmlformats.org/drawingml/2006/main">
              <a:ext uri="{FF2B5EF4-FFF2-40B4-BE49-F238E27FC236}">
                <a16:creationId xmlns:a16="http://schemas.microsoft.com/office/drawing/2014/main" id="{45C913B6-6B3A-4FC6-8FB3-EED7CD39D66E}"/>
              </a:ext>
            </a:extLst>
          </p:cNvPr>
          <p:cNvSpPr>
            <a:spLocks xmlns:a="http://schemas.openxmlformats.org/drawingml/2006/main" noGrp="1"/>
          </p:cNvSpPr>
          <p:nvPr/>
        </p:nvSpPr>
        <p:spPr>
          <a:xfrm xmlns:a="http://schemas.openxmlformats.org/drawingml/2006/main">
            <a:off x="1428750" y="1714500"/>
            <a:ext cx="9334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For composed functions, follow the dependency path and multiply each local derivative.</a:t>
            </a:r>
          </a:p>
        </p:txBody>
      </p:sp>
      <p:sp>
        <p:nvSpPr>
          <p:cNvPr id="368689420" name="Arrow: Right 1720535862">
            <a:extLst xmlns:a="http://schemas.openxmlformats.org/drawingml/2006/main">
              <a:ext uri="{FF2B5EF4-FFF2-40B4-BE49-F238E27FC236}">
                <a16:creationId xmlns:a16="http://schemas.microsoft.com/office/drawing/2014/main" id="{ABF5B664-F632-47A7-AB07-F133447085C8}"/>
              </a:ext>
            </a:extLst>
          </p:cNvPr>
          <p:cNvSpPr>
            <a:spLocks xmlns:a="http://schemas.openxmlformats.org/drawingml/2006/main" noGrp="1"/>
          </p:cNvSpPr>
          <p:nvPr/>
        </p:nvSpPr>
        <p:spPr>
          <a:xfrm xmlns:a="http://schemas.openxmlformats.org/drawingml/2006/main">
            <a:off x="339090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8236038" name="Arrow: Right 1191864325">
            <a:extLst xmlns:a="http://schemas.openxmlformats.org/drawingml/2006/main">
              <a:ext uri="{FF2B5EF4-FFF2-40B4-BE49-F238E27FC236}">
                <a16:creationId xmlns:a16="http://schemas.microsoft.com/office/drawing/2014/main" id="{55488F16-3F1A-4F3A-A1B0-95855EA2F730}"/>
              </a:ext>
            </a:extLst>
          </p:cNvPr>
          <p:cNvSpPr>
            <a:spLocks xmlns:a="http://schemas.openxmlformats.org/drawingml/2006/main" noGrp="1"/>
          </p:cNvSpPr>
          <p:nvPr/>
        </p:nvSpPr>
        <p:spPr>
          <a:xfrm xmlns:a="http://schemas.openxmlformats.org/drawingml/2006/main">
            <a:off x="6838950" y="2743200"/>
            <a:ext cx="876299" cy="4191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7993534" name="Rectangle: Rounded Corners 757820384">
            <a:extLst xmlns:a="http://schemas.openxmlformats.org/drawingml/2006/main">
              <a:ext uri="{FF2B5EF4-FFF2-40B4-BE49-F238E27FC236}">
                <a16:creationId xmlns:a16="http://schemas.microsoft.com/office/drawing/2014/main" id="{026804A9-7729-4341-AA89-37412E157E55}"/>
              </a:ext>
            </a:extLst>
          </p:cNvPr>
          <p:cNvSpPr>
            <a:spLocks xmlns:a="http://schemas.openxmlformats.org/drawingml/2006/main" noGrp="1"/>
          </p:cNvSpPr>
          <p:nvPr/>
        </p:nvSpPr>
        <p:spPr>
          <a:xfrm xmlns:a="http://schemas.openxmlformats.org/drawingml/2006/main">
            <a:off x="1619250" y="2524125"/>
            <a:ext cx="1619250"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x</a:t>
            </a:r>
          </a:p>
        </p:txBody>
      </p:sp>
      <p:sp>
        <p:nvSpPr>
          <p:cNvPr id="506076296" name="Rectangle: Rounded Corners 1138139424">
            <a:extLst xmlns:a="http://schemas.openxmlformats.org/drawingml/2006/main">
              <a:ext uri="{FF2B5EF4-FFF2-40B4-BE49-F238E27FC236}">
                <a16:creationId xmlns:a16="http://schemas.microsoft.com/office/drawing/2014/main" id="{EC35D86D-CC1D-4867-951F-DB06447449B9}"/>
              </a:ext>
            </a:extLst>
          </p:cNvPr>
          <p:cNvSpPr>
            <a:spLocks xmlns:a="http://schemas.openxmlformats.org/drawingml/2006/main" noGrp="1"/>
          </p:cNvSpPr>
          <p:nvPr/>
        </p:nvSpPr>
        <p:spPr>
          <a:xfrm xmlns:a="http://schemas.openxmlformats.org/drawingml/2006/main">
            <a:off x="4429125" y="2524125"/>
            <a:ext cx="223837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2563EB"/>
                </a:solidFill>
                <a:latin typeface="Calibri"/>
                <a:ea typeface="Calibri"/>
                <a:cs typeface="Calibri"/>
              </a:defRPr>
            </a:pPr>
            <a:r>
              <a:rPr sz="2050" b="1">
                <a:solidFill>
                  <a:srgbClr val="2563EB"/>
                </a:solidFill>
                <a:latin typeface="Calibri"/>
                <a:ea typeface="Calibri"/>
                <a:cs typeface="Calibri"/>
              </a:rPr>
              <a:t>u = g(x)</a:t>
            </a:r>
          </a:p>
        </p:txBody>
      </p:sp>
      <p:sp>
        <p:nvSpPr>
          <p:cNvPr id="666375439" name="Rectangle: Rounded Corners 1116592569">
            <a:extLst xmlns:a="http://schemas.openxmlformats.org/drawingml/2006/main">
              <a:ext uri="{FF2B5EF4-FFF2-40B4-BE49-F238E27FC236}">
                <a16:creationId xmlns:a16="http://schemas.microsoft.com/office/drawing/2014/main" id="{5A394260-EAA8-427F-B13E-93FEE5C7A752}"/>
              </a:ext>
            </a:extLst>
          </p:cNvPr>
          <p:cNvSpPr>
            <a:spLocks xmlns:a="http://schemas.openxmlformats.org/drawingml/2006/main" noGrp="1"/>
          </p:cNvSpPr>
          <p:nvPr/>
        </p:nvSpPr>
        <p:spPr>
          <a:xfrm xmlns:a="http://schemas.openxmlformats.org/drawingml/2006/main">
            <a:off x="7886700" y="2524125"/>
            <a:ext cx="223837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59669"/>
                </a:solidFill>
                <a:latin typeface="Calibri"/>
                <a:ea typeface="Calibri"/>
                <a:cs typeface="Calibri"/>
              </a:defRPr>
            </a:pPr>
            <a:r>
              <a:rPr sz="2050" b="1">
                <a:solidFill>
                  <a:srgbClr val="059669"/>
                </a:solidFill>
                <a:latin typeface="Calibri"/>
                <a:ea typeface="Calibri"/>
                <a:cs typeface="Calibri"/>
              </a:rPr>
              <a:t>y = f(u)</a:t>
            </a:r>
          </a:p>
        </p:txBody>
      </p:sp>
      <p:sp>
        <p:nvSpPr>
          <p:cNvPr id="556307590" name="Rectangle: Rounded Corners 833562430">
            <a:extLst xmlns:a="http://schemas.openxmlformats.org/drawingml/2006/main">
              <a:ext uri="{FF2B5EF4-FFF2-40B4-BE49-F238E27FC236}">
                <a16:creationId xmlns:a16="http://schemas.microsoft.com/office/drawing/2014/main" id="{530140F3-50C2-41A7-B4E3-17DEF81A821E}"/>
              </a:ext>
            </a:extLst>
          </p:cNvPr>
          <p:cNvSpPr>
            <a:spLocks xmlns:a="http://schemas.openxmlformats.org/drawingml/2006/main" noGrp="1"/>
          </p:cNvSpPr>
          <p:nvPr/>
        </p:nvSpPr>
        <p:spPr>
          <a:xfrm xmlns:a="http://schemas.openxmlformats.org/drawingml/2006/main">
            <a:off x="2095500" y="4000500"/>
            <a:ext cx="8001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7145">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B0F19"/>
                </a:solidFill>
                <a:latin typeface="Calibri"/>
                <a:ea typeface="Calibri"/>
                <a:cs typeface="Calibri"/>
              </a:defRPr>
            </a:pPr>
          </a:p>
        </p:txBody>
      </p:sp>
      <p:sp>
        <p:nvSpPr>
          <p:cNvPr id="1525458241" name="Rectangle 674000522">
            <a:extLst xmlns:a="http://schemas.openxmlformats.org/drawingml/2006/main">
              <a:ext uri="{FF2B5EF4-FFF2-40B4-BE49-F238E27FC236}">
                <a16:creationId xmlns:a16="http://schemas.microsoft.com/office/drawing/2014/main" id="{F0C64650-D17C-4FD0-8EF2-4D34F321B840}"/>
              </a:ext>
            </a:extLst>
          </p:cNvPr>
          <p:cNvSpPr>
            <a:spLocks xmlns:a="http://schemas.openxmlformats.org/drawingml/2006/main" noGrp="1"/>
          </p:cNvSpPr>
          <p:nvPr/>
        </p:nvSpPr>
        <p:spPr>
          <a:xfrm xmlns:a="http://schemas.openxmlformats.org/drawingml/2006/main">
            <a:off x="2571750" y="4953000"/>
            <a:ext cx="704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latin typeface="Calibri"/>
                <a:ea typeface="Calibri"/>
                <a:cs typeface="Calibri"/>
              </a:defRPr>
            </a:pPr>
            <a:r>
              <a:rPr sz="1350" b="0">
                <a:solidFill>
                  <a:srgbClr val="667085"/>
                </a:solidFill>
                <a:latin typeface="Calibri"/>
                <a:ea typeface="Calibri"/>
                <a:cs typeface="Calibri"/>
              </a:rPr>
              <a:t>total effect  =  downstream change  ×  local change</a:t>
            </a:r>
          </a:p>
        </p:txBody>
      </p:sp>
      <p:pic>
        <p:nvPicPr>
          <p:cNvPr id="1855845886" name="Graphic 736381408"/>
          <p:cNvPicPr>
            <a:picLocks xmlns:a="http://schemas.openxmlformats.org/drawingml/2006/main" noChangeAspect="1"/>
          </p:cNvPicPr>
          <p:nvPr/>
        </p:nvPicPr>
        <p:blipFill rotWithShape="1">
          <a:blip xmlns:r="http://schemas.openxmlformats.org/officeDocument/2006/relationships" xmlns:a="http://schemas.openxmlformats.org/drawingml/2006/main" r:embed="R6c0ef0eca2044484">
            <a:extLst>
              <a:ext uri="{96DAC541-7B7A-43D3-8B79-37D633B846F1}">
                <asvg:svgBlip xmlns:asvg="http://schemas.microsoft.com/office/drawing/2016/SVG/main" r:embed="R9abbed010765483c"/>
              </a:ext>
            </a:extLst>
          </a:blip>
          <a:stretch xmlns:a="http://schemas.openxmlformats.org/drawingml/2006/main"/>
        </p:blipFill>
        <p:spPr>
          <a:xfrm xmlns:a="http://schemas.openxmlformats.org/drawingml/2006/main">
            <a:off x="2381250" y="4019550"/>
            <a:ext cx="7429500" cy="723900"/>
          </a:xfrm>
          <a:prstGeom xmlns:a="http://schemas.openxmlformats.org/drawingml/2006/main" prst="rect">
            <a:avLst/>
          </a:prstGeom>
        </p:spPr>
      </p:pic>
    </p:spTree>
    <p:extLst>
      <p:ext uri="{BB962C8B-B14F-4D97-AF65-F5344CB8AC3E}">
        <p14:creationId xmlns:p14="http://schemas.microsoft.com/office/powerpoint/2010/main" val="26107760"/>
      </p:ext>
    </p:extLst>
  </p:cSld>
</p:sld>
</file>

<file path=ppt/slides/slide2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76460386" name="Rectangle 1153616344">
            <a:extLst xmlns:a="http://schemas.openxmlformats.org/drawingml/2006/main">
              <a:ext uri="{FF2B5EF4-FFF2-40B4-BE49-F238E27FC236}">
                <a16:creationId xmlns:a16="http://schemas.microsoft.com/office/drawing/2014/main" id="{FA56CD00-0EAE-4709-AD5A-56F825112C9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Example</a:t>
            </a:r>
          </a:p>
        </p:txBody>
      </p:sp>
      <p:sp>
        <p:nvSpPr>
          <p:cNvPr id="717598040" name="Rectangle 900783331">
            <a:extLst xmlns:a="http://schemas.openxmlformats.org/drawingml/2006/main">
              <a:ext uri="{FF2B5EF4-FFF2-40B4-BE49-F238E27FC236}">
                <a16:creationId xmlns:a16="http://schemas.microsoft.com/office/drawing/2014/main" id="{96DA2300-B916-40BB-8A77-FB37C00B791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chemeClr val="tx1">
                    <a:lumMod val="65000"/>
                    <a:lumOff val="35000"/>
                  </a:schemeClr>
                </a:solidFill>
                <a:latin typeface="Georgia"/>
                <a:ea typeface="Georgia"/>
                <a:cs typeface="Georgia"/>
              </a:rPr>
              <a:t>u splits the calculation into two steps</a:t>
            </a:r>
          </a:p>
        </p:txBody>
      </p:sp>
      <p:sp>
        <p:nvSpPr>
          <p:cNvPr id="1747221643" name="Rectangle 1675037776">
            <a:extLst xmlns:a="http://schemas.openxmlformats.org/drawingml/2006/main">
              <a:ext uri="{FF2B5EF4-FFF2-40B4-BE49-F238E27FC236}">
                <a16:creationId xmlns:a16="http://schemas.microsoft.com/office/drawing/2014/main" id="{786E85BA-6EE2-4B89-8F0E-30FB9AD1BBE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22</a:t>
            </a:r>
          </a:p>
        </p:txBody>
      </p:sp>
      <p:sp>
        <p:nvSpPr>
          <p:cNvPr id="940089818" name="Rectangle: Rounded Corners 1424783321">
            <a:extLst xmlns:a="http://schemas.openxmlformats.org/drawingml/2006/main">
              <a:ext uri="{FF2B5EF4-FFF2-40B4-BE49-F238E27FC236}">
                <a16:creationId xmlns:a16="http://schemas.microsoft.com/office/drawing/2014/main" id="{A25A32DB-807B-473F-BEDE-62221EB92AF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6592560" name="Rectangle 1728519339">
            <a:extLst xmlns:a="http://schemas.openxmlformats.org/drawingml/2006/main">
              <a:ext uri="{FF2B5EF4-FFF2-40B4-BE49-F238E27FC236}">
                <a16:creationId xmlns:a16="http://schemas.microsoft.com/office/drawing/2014/main" id="{F437BD02-DD86-4161-84D1-9185B5C661C2}"/>
              </a:ext>
            </a:extLst>
          </p:cNvPr>
          <p:cNvSpPr>
            <a:spLocks xmlns:a="http://schemas.openxmlformats.org/drawingml/2006/main" noGrp="1"/>
          </p:cNvSpPr>
          <p:nvPr/>
        </p:nvSpPr>
        <p:spPr>
          <a:xfrm xmlns:a="http://schemas.openxmlformats.org/drawingml/2006/main">
            <a:off x="1143000" y="1619250"/>
            <a:ext cx="1714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latin typeface="Calibri"/>
                <a:ea typeface="Calibri"/>
                <a:cs typeface="Calibri"/>
              </a:defRPr>
            </a:pPr>
            <a:r>
              <a:rPr sz="1350" b="1">
                <a:solidFill>
                  <a:srgbClr val="2563EB"/>
                </a:solidFill>
                <a:latin typeface="Calibri"/>
                <a:ea typeface="Calibri"/>
                <a:cs typeface="Calibri"/>
              </a:rPr>
              <a:t>1   Define</a:t>
            </a:r>
          </a:p>
        </p:txBody>
      </p:sp>
      <p:sp>
        <p:nvSpPr>
          <p:cNvPr id="660361110" name="Arrow: Right 574157868">
            <a:extLst xmlns:a="http://schemas.openxmlformats.org/drawingml/2006/main">
              <a:ext uri="{FF2B5EF4-FFF2-40B4-BE49-F238E27FC236}">
                <a16:creationId xmlns:a16="http://schemas.microsoft.com/office/drawing/2014/main" id="{04393170-1B15-4FD0-B4AE-B5F5747F8F3A}"/>
              </a:ext>
            </a:extLst>
          </p:cNvPr>
          <p:cNvSpPr>
            <a:spLocks xmlns:a="http://schemas.openxmlformats.org/drawingml/2006/main" noGrp="1"/>
          </p:cNvSpPr>
          <p:nvPr/>
        </p:nvSpPr>
        <p:spPr>
          <a:xfrm xmlns:a="http://schemas.openxmlformats.org/drawingml/2006/main">
            <a:off x="5572125" y="2057400"/>
            <a:ext cx="857250" cy="38100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61369161" name="Rectangle: Rounded Corners 872926415">
            <a:extLst xmlns:a="http://schemas.openxmlformats.org/drawingml/2006/main">
              <a:ext uri="{FF2B5EF4-FFF2-40B4-BE49-F238E27FC236}">
                <a16:creationId xmlns:a16="http://schemas.microsoft.com/office/drawing/2014/main" id="{F2F7E3EF-3D46-43F1-8AE0-1FB609D324D2}"/>
              </a:ext>
            </a:extLst>
          </p:cNvPr>
          <p:cNvSpPr>
            <a:spLocks xmlns:a="http://schemas.openxmlformats.org/drawingml/2006/main" noGrp="1"/>
          </p:cNvSpPr>
          <p:nvPr/>
        </p:nvSpPr>
        <p:spPr>
          <a:xfrm xmlns:a="http://schemas.openxmlformats.org/drawingml/2006/main">
            <a:off x="1666875" y="1943100"/>
            <a:ext cx="3429000" cy="628650"/>
          </a:xfrm>
          <a:prstGeom xmlns:a="http://schemas.openxmlformats.org/drawingml/2006/main" prst="roundRect">
            <a:avLst>
              <a:gd name="adj" fmla="val 12121"/>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3249644" name="Rectangle: Rounded Corners 700815694">
            <a:extLst xmlns:a="http://schemas.openxmlformats.org/drawingml/2006/main">
              <a:ext uri="{FF2B5EF4-FFF2-40B4-BE49-F238E27FC236}">
                <a16:creationId xmlns:a16="http://schemas.microsoft.com/office/drawing/2014/main" id="{536B1C62-A5AB-47AA-9B4C-69A97140C15B}"/>
              </a:ext>
            </a:extLst>
          </p:cNvPr>
          <p:cNvSpPr>
            <a:spLocks xmlns:a="http://schemas.openxmlformats.org/drawingml/2006/main" noGrp="1"/>
          </p:cNvSpPr>
          <p:nvPr/>
        </p:nvSpPr>
        <p:spPr>
          <a:xfrm xmlns:a="http://schemas.openxmlformats.org/drawingml/2006/main">
            <a:off x="6905625" y="1943100"/>
            <a:ext cx="3429000" cy="628650"/>
          </a:xfrm>
          <a:prstGeom xmlns:a="http://schemas.openxmlformats.org/drawingml/2006/main" prst="roundRect">
            <a:avLst>
              <a:gd name="adj" fmla="val 12121"/>
            </a:avLst>
          </a:prstGeom>
          <a:solidFill xmlns:a="http://schemas.openxmlformats.org/drawingml/2006/main">
            <a:srgbClr val="ECFDF5"/>
          </a:solidFill>
          <a:ln xmlns:a="http://schemas.openxmlformats.org/drawingml/2006/main" w="1333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75" name="Graphic 600519429"/>
          <p:cNvPicPr>
            <a:picLocks xmlns:a="http://schemas.openxmlformats.org/drawingml/2006/main" noChangeAspect="1"/>
          </p:cNvPicPr>
          <p:nvPr/>
        </p:nvPicPr>
        <p:blipFill rotWithShape="1">
          <a:blip xmlns:r="http://schemas.openxmlformats.org/officeDocument/2006/relationships" xmlns:a="http://schemas.openxmlformats.org/drawingml/2006/main" r:embed="Rc11344b457ff4eea">
            <a:extLst>
              <a:ext uri="{96DAC541-7B7A-43D3-8B79-37D633B846F1}">
                <asvg:svgBlip xmlns:asvg="http://schemas.microsoft.com/office/drawing/2016/SVG/main" r:embed="R07b94797580f4be8"/>
              </a:ext>
            </a:extLst>
          </a:blip>
          <a:stretch xmlns:a="http://schemas.openxmlformats.org/drawingml/2006/main"/>
        </p:blipFill>
        <p:spPr>
          <a:xfrm xmlns:a="http://schemas.openxmlformats.org/drawingml/2006/main">
            <a:off x="1857375" y="2009775"/>
            <a:ext cx="3048000" cy="476250"/>
          </a:xfrm>
          <a:prstGeom xmlns:a="http://schemas.openxmlformats.org/drawingml/2006/main" prst="rect">
            <a:avLst/>
          </a:prstGeom>
        </p:spPr>
      </p:pic>
      <p:pic>
        <p:nvPicPr>
          <p:cNvPr id="2146592576" name="Graphic 1827206842"/>
          <p:cNvPicPr>
            <a:picLocks xmlns:a="http://schemas.openxmlformats.org/drawingml/2006/main" noChangeAspect="1"/>
          </p:cNvPicPr>
          <p:nvPr/>
        </p:nvPicPr>
        <p:blipFill rotWithShape="1">
          <a:blip xmlns:r="http://schemas.openxmlformats.org/officeDocument/2006/relationships" xmlns:a="http://schemas.openxmlformats.org/drawingml/2006/main" r:embed="R96bab961628448d1">
            <a:extLst>
              <a:ext uri="{96DAC541-7B7A-43D3-8B79-37D633B846F1}">
                <asvg:svgBlip xmlns:asvg="http://schemas.microsoft.com/office/drawing/2016/SVG/main" r:embed="R7dc0231147214778"/>
              </a:ext>
            </a:extLst>
          </a:blip>
          <a:stretch xmlns:a="http://schemas.openxmlformats.org/drawingml/2006/main"/>
        </p:blipFill>
        <p:spPr>
          <a:xfrm xmlns:a="http://schemas.openxmlformats.org/drawingml/2006/main">
            <a:off x="7096125" y="2009775"/>
            <a:ext cx="3048000" cy="476250"/>
          </a:xfrm>
          <a:prstGeom xmlns:a="http://schemas.openxmlformats.org/drawingml/2006/main" prst="rect">
            <a:avLst/>
          </a:prstGeom>
        </p:spPr>
      </p:pic>
      <p:sp>
        <p:nvSpPr>
          <p:cNvPr id="86987919" name="Rectangle 1290544023">
            <a:extLst xmlns:a="http://schemas.openxmlformats.org/drawingml/2006/main">
              <a:ext uri="{FF2B5EF4-FFF2-40B4-BE49-F238E27FC236}">
                <a16:creationId xmlns:a16="http://schemas.microsoft.com/office/drawing/2014/main" id="{71C824AF-6780-4F80-A8D6-21789D52046B}"/>
              </a:ext>
            </a:extLst>
          </p:cNvPr>
          <p:cNvSpPr>
            <a:spLocks xmlns:a="http://schemas.openxmlformats.org/drawingml/2006/main" noGrp="1"/>
          </p:cNvSpPr>
          <p:nvPr/>
        </p:nvSpPr>
        <p:spPr>
          <a:xfrm xmlns:a="http://schemas.openxmlformats.org/drawingml/2006/main">
            <a:off x="1143000" y="2838450"/>
            <a:ext cx="2476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059669"/>
                </a:solidFill>
                <a:latin typeface="Calibri"/>
                <a:ea typeface="Calibri"/>
                <a:cs typeface="Calibri"/>
              </a:defRPr>
            </a:pPr>
            <a:r>
              <a:rPr sz="1350" b="1">
                <a:solidFill>
                  <a:srgbClr val="059669"/>
                </a:solidFill>
                <a:latin typeface="Calibri"/>
                <a:ea typeface="Calibri"/>
                <a:cs typeface="Calibri"/>
              </a:rPr>
              <a:t>2   Evaluate at x = 2</a:t>
            </a:r>
          </a:p>
        </p:txBody>
      </p:sp>
      <p:sp>
        <p:nvSpPr>
          <p:cNvPr id="530437004" name="Arrow: Right 541833276">
            <a:extLst xmlns:a="http://schemas.openxmlformats.org/drawingml/2006/main">
              <a:ext uri="{FF2B5EF4-FFF2-40B4-BE49-F238E27FC236}">
                <a16:creationId xmlns:a16="http://schemas.microsoft.com/office/drawing/2014/main" id="{1F6A686B-4547-45F6-82F7-B1D4D36964DF}"/>
              </a:ext>
            </a:extLst>
          </p:cNvPr>
          <p:cNvSpPr>
            <a:spLocks xmlns:a="http://schemas.openxmlformats.org/drawingml/2006/main" noGrp="1"/>
          </p:cNvSpPr>
          <p:nvPr/>
        </p:nvSpPr>
        <p:spPr>
          <a:xfrm xmlns:a="http://schemas.openxmlformats.org/drawingml/2006/main">
            <a:off x="5572125" y="3267075"/>
            <a:ext cx="857250" cy="381000"/>
          </a:xfrm>
          <a:prstGeom xmlns:a="http://schemas.openxmlformats.org/drawingml/2006/main" prst="rightArrow">
            <a:avLst>
              <a:gd name="adj1" fmla="val 50000"/>
              <a:gd name="adj2" fmla="val 50000"/>
            </a:avLst>
          </a:prstGeom>
          <a:solidFill xmlns:a="http://schemas.openxmlformats.org/drawingml/2006/main">
            <a:srgbClr val="ECFDF5"/>
          </a:solidFill>
          <a:ln xmlns:a="http://schemas.openxmlformats.org/drawingml/2006/main" w="1333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7875954" name="Rectangle: Rounded Corners 1306720251">
            <a:extLst xmlns:a="http://schemas.openxmlformats.org/drawingml/2006/main">
              <a:ext uri="{FF2B5EF4-FFF2-40B4-BE49-F238E27FC236}">
                <a16:creationId xmlns:a16="http://schemas.microsoft.com/office/drawing/2014/main" id="{AB06A39C-AA86-4680-A776-0746ACC100E0}"/>
              </a:ext>
            </a:extLst>
          </p:cNvPr>
          <p:cNvSpPr>
            <a:spLocks xmlns:a="http://schemas.openxmlformats.org/drawingml/2006/main" noGrp="1"/>
          </p:cNvSpPr>
          <p:nvPr/>
        </p:nvSpPr>
        <p:spPr>
          <a:xfrm xmlns:a="http://schemas.openxmlformats.org/drawingml/2006/main">
            <a:off x="166687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2670753" name="Rectangle: Rounded Corners 414102630">
            <a:extLst xmlns:a="http://schemas.openxmlformats.org/drawingml/2006/main">
              <a:ext uri="{FF2B5EF4-FFF2-40B4-BE49-F238E27FC236}">
                <a16:creationId xmlns:a16="http://schemas.microsoft.com/office/drawing/2014/main" id="{53024D96-5D98-4AF9-85FA-D477A73C35AE}"/>
              </a:ext>
            </a:extLst>
          </p:cNvPr>
          <p:cNvSpPr>
            <a:spLocks xmlns:a="http://schemas.openxmlformats.org/drawingml/2006/main" noGrp="1"/>
          </p:cNvSpPr>
          <p:nvPr/>
        </p:nvSpPr>
        <p:spPr>
          <a:xfrm xmlns:a="http://schemas.openxmlformats.org/drawingml/2006/main">
            <a:off x="6905625" y="3152775"/>
            <a:ext cx="3429000" cy="628650"/>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333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81" name="Graphic 154591657"/>
          <p:cNvPicPr>
            <a:picLocks xmlns:a="http://schemas.openxmlformats.org/drawingml/2006/main" noChangeAspect="1"/>
          </p:cNvPicPr>
          <p:nvPr/>
        </p:nvPicPr>
        <p:blipFill rotWithShape="1">
          <a:blip xmlns:r="http://schemas.openxmlformats.org/officeDocument/2006/relationships" xmlns:a="http://schemas.openxmlformats.org/drawingml/2006/main" r:embed="R23a79fc17d3344d0">
            <a:extLst>
              <a:ext uri="{96DAC541-7B7A-43D3-8B79-37D633B846F1}">
                <asvg:svgBlip xmlns:asvg="http://schemas.microsoft.com/office/drawing/2016/SVG/main" r:embed="Rd8e44584f69f40ca"/>
              </a:ext>
            </a:extLst>
          </a:blip>
          <a:stretch xmlns:a="http://schemas.openxmlformats.org/drawingml/2006/main"/>
        </p:blipFill>
        <p:spPr>
          <a:xfrm xmlns:a="http://schemas.openxmlformats.org/drawingml/2006/main">
            <a:off x="1857375" y="3219449"/>
            <a:ext cx="3048000" cy="476250"/>
          </a:xfrm>
          <a:prstGeom xmlns:a="http://schemas.openxmlformats.org/drawingml/2006/main" prst="rect">
            <a:avLst/>
          </a:prstGeom>
        </p:spPr>
      </p:pic>
      <p:pic>
        <p:nvPicPr>
          <p:cNvPr id="2146592582" name="Graphic 145493105"/>
          <p:cNvPicPr>
            <a:picLocks xmlns:a="http://schemas.openxmlformats.org/drawingml/2006/main" noChangeAspect="1"/>
          </p:cNvPicPr>
          <p:nvPr/>
        </p:nvPicPr>
        <p:blipFill rotWithShape="1">
          <a:blip xmlns:r="http://schemas.openxmlformats.org/officeDocument/2006/relationships" xmlns:a="http://schemas.openxmlformats.org/drawingml/2006/main" r:embed="R3c17b8fbbc264e8e">
            <a:extLst>
              <a:ext uri="{96DAC541-7B7A-43D3-8B79-37D633B846F1}">
                <asvg:svgBlip xmlns:asvg="http://schemas.microsoft.com/office/drawing/2016/SVG/main" r:embed="R4024257c68b84679"/>
              </a:ext>
            </a:extLst>
          </a:blip>
          <a:stretch xmlns:a="http://schemas.openxmlformats.org/drawingml/2006/main"/>
        </p:blipFill>
        <p:spPr>
          <a:xfrm xmlns:a="http://schemas.openxmlformats.org/drawingml/2006/main">
            <a:off x="7096125" y="3219449"/>
            <a:ext cx="3048000" cy="476250"/>
          </a:xfrm>
          <a:prstGeom xmlns:a="http://schemas.openxmlformats.org/drawingml/2006/main" prst="rect">
            <a:avLst/>
          </a:prstGeom>
        </p:spPr>
      </p:pic>
      <p:sp>
        <p:nvSpPr>
          <p:cNvPr id="576984078" name="Rectangle 226076667">
            <a:extLst xmlns:a="http://schemas.openxmlformats.org/drawingml/2006/main">
              <a:ext uri="{FF2B5EF4-FFF2-40B4-BE49-F238E27FC236}">
                <a16:creationId xmlns:a16="http://schemas.microsoft.com/office/drawing/2014/main" id="{13B34150-BDB6-4C36-8BF2-431C1017653E}"/>
              </a:ext>
            </a:extLst>
          </p:cNvPr>
          <p:cNvSpPr>
            <a:spLocks xmlns:a="http://schemas.openxmlformats.org/drawingml/2006/main" noGrp="1"/>
          </p:cNvSpPr>
          <p:nvPr/>
        </p:nvSpPr>
        <p:spPr>
          <a:xfrm xmlns:a="http://schemas.openxmlformats.org/drawingml/2006/main">
            <a:off x="1143000" y="4057650"/>
            <a:ext cx="20955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EF4444"/>
                </a:solidFill>
                <a:latin typeface="Calibri"/>
                <a:ea typeface="Calibri"/>
                <a:cs typeface="Calibri"/>
              </a:defRPr>
            </a:pPr>
            <a:r>
              <a:rPr sz="1350" b="1">
                <a:solidFill>
                  <a:srgbClr val="EF4444"/>
                </a:solidFill>
                <a:latin typeface="Calibri"/>
                <a:ea typeface="Calibri"/>
                <a:cs typeface="Calibri"/>
              </a:rPr>
              <a:t>3   Differentiate</a:t>
            </a:r>
          </a:p>
        </p:txBody>
      </p:sp>
      <p:sp>
        <p:nvSpPr>
          <p:cNvPr id="770393733" name="Rectangle: Rounded Corners 882725436">
            <a:extLst xmlns:a="http://schemas.openxmlformats.org/drawingml/2006/main">
              <a:ext uri="{FF2B5EF4-FFF2-40B4-BE49-F238E27FC236}">
                <a16:creationId xmlns:a16="http://schemas.microsoft.com/office/drawing/2014/main" id="{9C22142D-CD0C-4D9E-9BD1-C5FDE8C3B3C0}"/>
              </a:ext>
            </a:extLst>
          </p:cNvPr>
          <p:cNvSpPr>
            <a:spLocks xmlns:a="http://schemas.openxmlformats.org/drawingml/2006/main" noGrp="1"/>
          </p:cNvSpPr>
          <p:nvPr/>
        </p:nvSpPr>
        <p:spPr>
          <a:xfrm xmlns:a="http://schemas.openxmlformats.org/drawingml/2006/main">
            <a:off x="1428750" y="4410074"/>
            <a:ext cx="9334499" cy="675915"/>
          </a:xfrm>
          <a:prstGeom xmlns:a="http://schemas.openxmlformats.org/drawingml/2006/main" prst="roundRect">
            <a:avLst>
              <a:gd name="adj" fmla="val 11429"/>
            </a:avLst>
          </a:prstGeom>
          <a:solidFill xmlns:a="http://schemas.openxmlformats.org/drawingml/2006/main">
            <a:srgbClr val="FFFFFF"/>
          </a:solidFill>
          <a:ln xmlns:a="http://schemas.openxmlformats.org/drawingml/2006/main" w="16193">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85" name="Graphic 2145169561"/>
          <p:cNvPicPr>
            <a:picLocks xmlns:a="http://schemas.openxmlformats.org/drawingml/2006/main" noChangeAspect="1"/>
          </p:cNvPicPr>
          <p:nvPr/>
        </p:nvPicPr>
        <p:blipFill rotWithShape="1">
          <a:blip xmlns:r="http://schemas.openxmlformats.org/officeDocument/2006/relationships" xmlns:a="http://schemas.openxmlformats.org/drawingml/2006/main" r:embed="R8661e1e3077a4519">
            <a:extLst>
              <a:ext uri="{96DAC541-7B7A-43D3-8B79-37D633B846F1}">
                <asvg:svgBlip xmlns:asvg="http://schemas.microsoft.com/office/drawing/2016/SVG/main" r:embed="R947d504b17af47aa"/>
              </a:ext>
            </a:extLst>
          </a:blip>
          <a:stretch xmlns:a="http://schemas.openxmlformats.org/drawingml/2006/main"/>
        </p:blipFill>
        <p:spPr>
          <a:xfrm xmlns:a="http://schemas.openxmlformats.org/drawingml/2006/main">
            <a:off x="1809750" y="4467225"/>
            <a:ext cx="8572500" cy="552450"/>
          </a:xfrm>
          <a:prstGeom xmlns:a="http://schemas.openxmlformats.org/drawingml/2006/main" prst="rect">
            <a:avLst/>
          </a:prstGeom>
        </p:spPr>
      </p:pic>
      <p:sp>
        <p:nvSpPr>
          <p:cNvPr id="342048087" name="Rectangle: Rounded Corners 1279759937">
            <a:extLst xmlns:a="http://schemas.openxmlformats.org/drawingml/2006/main">
              <a:ext uri="{FF2B5EF4-FFF2-40B4-BE49-F238E27FC236}">
                <a16:creationId xmlns:a16="http://schemas.microsoft.com/office/drawing/2014/main" id="{BDB8F969-0678-49EE-8F36-F8C4724C1255}"/>
              </a:ext>
            </a:extLst>
          </p:cNvPr>
          <p:cNvSpPr>
            <a:spLocks xmlns:a="http://schemas.openxmlformats.org/drawingml/2006/main" noGrp="1"/>
          </p:cNvSpPr>
          <p:nvPr/>
        </p:nvSpPr>
        <p:spPr>
          <a:xfrm xmlns:a="http://schemas.openxmlformats.org/drawingml/2006/main">
            <a:off x="3143249" y="5314949"/>
            <a:ext cx="5905499" cy="549813"/>
          </a:xfrm>
          <a:prstGeom xmlns:a="http://schemas.openxmlformats.org/drawingml/2006/main" prst="roundRect">
            <a:avLst>
              <a:gd name="adj" fmla="val 15385"/>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pic>
        <p:nvPicPr>
          <p:cNvPr id="2146592587" name="Graphic 1769991084"/>
          <p:cNvPicPr>
            <a:picLocks xmlns:a="http://schemas.openxmlformats.org/drawingml/2006/main" noChangeAspect="1"/>
          </p:cNvPicPr>
          <p:nvPr/>
        </p:nvPicPr>
        <p:blipFill rotWithShape="1">
          <a:blip xmlns:r="http://schemas.openxmlformats.org/officeDocument/2006/relationships" xmlns:a="http://schemas.openxmlformats.org/drawingml/2006/main" r:embed="R9f9eb2247382441f">
            <a:extLst>
              <a:ext uri="{96DAC541-7B7A-43D3-8B79-37D633B846F1}">
                <asvg:svgBlip xmlns:asvg="http://schemas.microsoft.com/office/drawing/2016/SVG/main" r:embed="R16e5ae661f074a42"/>
              </a:ext>
            </a:extLst>
          </a:blip>
          <a:stretch xmlns:a="http://schemas.openxmlformats.org/drawingml/2006/main"/>
        </p:blipFill>
        <p:spPr>
          <a:xfrm xmlns:a="http://schemas.openxmlformats.org/drawingml/2006/main">
            <a:off x="3429000" y="5343525"/>
            <a:ext cx="5334000" cy="438149"/>
          </a:xfrm>
          <a:prstGeom xmlns:a="http://schemas.openxmlformats.org/drawingml/2006/main" prst="rect">
            <a:avLst/>
          </a:prstGeom>
        </p:spPr>
      </p:pic>
    </p:spTree>
    <p:extLst>
      <p:ext uri="{BB962C8B-B14F-4D97-AF65-F5344CB8AC3E}">
        <p14:creationId xmlns:p14="http://schemas.microsoft.com/office/powerpoint/2010/main" val="245624280"/>
      </p:ext>
    </p:extLst>
  </p:cSld>
</p:sld>
</file>

<file path=ppt/slides/slide2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2334520" name="Rectangle 1153616344">
            <a:extLst xmlns:a="http://schemas.openxmlformats.org/drawingml/2006/main">
              <a:ext uri="{FF2B5EF4-FFF2-40B4-BE49-F238E27FC236}">
                <a16:creationId xmlns:a16="http://schemas.microsoft.com/office/drawing/2014/main" id="{3C8D113D-B580-4B76-9A53-BE4F8AB318D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563EB"/>
                </a:solidFill>
                <a:latin typeface="Georgia"/>
                <a:ea typeface="Georgia"/>
                <a:cs typeface="Georgia"/>
              </a:defRPr>
            </a:pPr>
            <a:r>
              <a:rPr sz="1200" b="1">
                <a:solidFill>
                  <a:srgbClr val="2563EB"/>
                </a:solidFill>
                <a:latin typeface="Georgia"/>
                <a:ea typeface="Georgia"/>
                <a:cs typeface="Georgia"/>
              </a:rPr>
              <a:t>Learning</a:t>
            </a:r>
          </a:p>
        </p:txBody>
      </p:sp>
      <p:sp>
        <p:nvSpPr>
          <p:cNvPr id="1055681778" name="Rectangle 900783331">
            <a:extLst xmlns:a="http://schemas.openxmlformats.org/drawingml/2006/main">
              <a:ext uri="{FF2B5EF4-FFF2-40B4-BE49-F238E27FC236}">
                <a16:creationId xmlns:a16="http://schemas.microsoft.com/office/drawing/2014/main" id="{DBBA8408-181A-459D-B564-9E2D6F75F9D2}"/>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Georgia"/>
                <a:ea typeface="Georgia"/>
                <a:cs typeface="Georgia"/>
              </a:defRPr>
            </a:pPr>
            <a:r>
              <a:rPr sz="2850" b="1">
                <a:solidFill>
                  <a:schemeClr val="tx1">
                    <a:lumMod val="65000"/>
                    <a:lumOff val="35000"/>
                  </a:schemeClr>
                </a:solidFill>
                <a:latin typeface="Georgia"/>
                <a:ea typeface="Georgia"/>
                <a:cs typeface="Georgia"/>
              </a:rPr>
              <a:t>Backpropagation uses the chain rule</a:t>
            </a:r>
          </a:p>
        </p:txBody>
      </p:sp>
      <p:sp>
        <p:nvSpPr>
          <p:cNvPr id="1491165326" name="Rectangle 1675037776">
            <a:extLst xmlns:a="http://schemas.openxmlformats.org/drawingml/2006/main">
              <a:ext uri="{FF2B5EF4-FFF2-40B4-BE49-F238E27FC236}">
                <a16:creationId xmlns:a16="http://schemas.microsoft.com/office/drawing/2014/main" id="{13CB81E5-5DC9-4BE1-A7A8-FACAF7F4875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23</a:t>
            </a:r>
          </a:p>
        </p:txBody>
      </p:sp>
      <p:sp>
        <p:nvSpPr>
          <p:cNvPr id="692539906" name="Rectangle: Rounded Corners 829312678">
            <a:extLst xmlns:a="http://schemas.openxmlformats.org/drawingml/2006/main">
              <a:ext uri="{FF2B5EF4-FFF2-40B4-BE49-F238E27FC236}">
                <a16:creationId xmlns:a16="http://schemas.microsoft.com/office/drawing/2014/main" id="{C35A7658-26AE-41A2-AEBE-FFAA45B8DE4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9525">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5575163" name="Rectangle 122013396">
            <a:extLst xmlns:a="http://schemas.openxmlformats.org/drawingml/2006/main">
              <a:ext uri="{FF2B5EF4-FFF2-40B4-BE49-F238E27FC236}">
                <a16:creationId xmlns:a16="http://schemas.microsoft.com/office/drawing/2014/main" id="{3DBA0C2B-05AA-4FDF-9B88-FAE898EE25BC}"/>
              </a:ext>
            </a:extLst>
          </p:cNvPr>
          <p:cNvSpPr>
            <a:spLocks xmlns:a="http://schemas.openxmlformats.org/drawingml/2006/main" noGrp="1"/>
          </p:cNvSpPr>
          <p:nvPr/>
        </p:nvSpPr>
        <p:spPr>
          <a:xfrm xmlns:a="http://schemas.openxmlformats.org/drawingml/2006/main">
            <a:off x="1143000" y="17145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0">
                <a:solidFill>
                  <a:srgbClr val="667085"/>
                </a:solidFill>
                <a:latin typeface="Calibri"/>
                <a:ea typeface="Calibri"/>
                <a:cs typeface="Calibri"/>
              </a:defRPr>
            </a:pPr>
            <a:r>
              <a:rPr sz="1650" b="0">
                <a:solidFill>
                  <a:srgbClr val="667085"/>
                </a:solidFill>
                <a:latin typeface="Calibri"/>
                <a:ea typeface="Calibri"/>
                <a:cs typeface="Calibri"/>
              </a:rPr>
              <a:t>The forward pass computes values; the backward pass computes how the loss changes each weight.</a:t>
            </a:r>
          </a:p>
        </p:txBody>
      </p:sp>
      <p:sp>
        <p:nvSpPr>
          <p:cNvPr id="1842024426" name="Arrow: Right 317120133">
            <a:extLst xmlns:a="http://schemas.openxmlformats.org/drawingml/2006/main">
              <a:ext uri="{FF2B5EF4-FFF2-40B4-BE49-F238E27FC236}">
                <a16:creationId xmlns:a16="http://schemas.microsoft.com/office/drawing/2014/main" id="{CB4B02F6-ED86-4BB7-A7FA-5273BEE90C47}"/>
              </a:ext>
            </a:extLst>
          </p:cNvPr>
          <p:cNvSpPr>
            <a:spLocks xmlns:a="http://schemas.openxmlformats.org/drawingml/2006/main" noGrp="1"/>
          </p:cNvSpPr>
          <p:nvPr/>
        </p:nvSpPr>
        <p:spPr>
          <a:xfrm xmlns:a="http://schemas.openxmlformats.org/drawingml/2006/main">
            <a:off x="282892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6494349" name="Arrow: Right 1214036267">
            <a:extLst xmlns:a="http://schemas.openxmlformats.org/drawingml/2006/main">
              <a:ext uri="{FF2B5EF4-FFF2-40B4-BE49-F238E27FC236}">
                <a16:creationId xmlns:a16="http://schemas.microsoft.com/office/drawing/2014/main" id="{BAFC2DBF-9719-4C04-8AB7-C86D0F3946C9}"/>
              </a:ext>
            </a:extLst>
          </p:cNvPr>
          <p:cNvSpPr>
            <a:spLocks xmlns:a="http://schemas.openxmlformats.org/drawingml/2006/main" noGrp="1"/>
          </p:cNvSpPr>
          <p:nvPr/>
        </p:nvSpPr>
        <p:spPr>
          <a:xfrm xmlns:a="http://schemas.openxmlformats.org/drawingml/2006/main">
            <a:off x="5400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424364" name="Arrow: Right 1681436008">
            <a:extLst xmlns:a="http://schemas.openxmlformats.org/drawingml/2006/main">
              <a:ext uri="{FF2B5EF4-FFF2-40B4-BE49-F238E27FC236}">
                <a16:creationId xmlns:a16="http://schemas.microsoft.com/office/drawing/2014/main" id="{E007109C-24C2-441F-B626-5FAB87C1AD80}"/>
              </a:ext>
            </a:extLst>
          </p:cNvPr>
          <p:cNvSpPr>
            <a:spLocks xmlns:a="http://schemas.openxmlformats.org/drawingml/2006/main" noGrp="1"/>
          </p:cNvSpPr>
          <p:nvPr/>
        </p:nvSpPr>
        <p:spPr>
          <a:xfrm xmlns:a="http://schemas.openxmlformats.org/drawingml/2006/main">
            <a:off x="8067675" y="2647949"/>
            <a:ext cx="762000" cy="361950"/>
          </a:xfrm>
          <a:prstGeom xmlns:a="http://schemas.openxmlformats.org/drawingml/2006/main" prst="rightArrow">
            <a:avLst>
              <a:gd name="adj1" fmla="val 50000"/>
              <a:gd name="adj2" fmla="val 50000"/>
            </a:avLst>
          </a:prstGeom>
          <a:solidFill xmlns:a="http://schemas.openxmlformats.org/drawingml/2006/main">
            <a:srgbClr val="EFF6FF"/>
          </a:solidFill>
          <a:ln xmlns:a="http://schemas.openxmlformats.org/drawingml/2006/main" w="1333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55484918" name="Arrow: Left 601838430">
            <a:extLst xmlns:a="http://schemas.openxmlformats.org/drawingml/2006/main">
              <a:ext uri="{FF2B5EF4-FFF2-40B4-BE49-F238E27FC236}">
                <a16:creationId xmlns:a16="http://schemas.microsoft.com/office/drawing/2014/main" id="{718A6EC1-5E15-4888-B764-3EC733A641EC}"/>
              </a:ext>
            </a:extLst>
          </p:cNvPr>
          <p:cNvSpPr>
            <a:spLocks xmlns:a="http://schemas.openxmlformats.org/drawingml/2006/main" noGrp="1"/>
          </p:cNvSpPr>
          <p:nvPr/>
        </p:nvSpPr>
        <p:spPr>
          <a:xfrm xmlns:a="http://schemas.openxmlformats.org/drawingml/2006/main">
            <a:off x="282892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319683" name="Arrow: Left 1668377">
            <a:extLst xmlns:a="http://schemas.openxmlformats.org/drawingml/2006/main">
              <a:ext uri="{FF2B5EF4-FFF2-40B4-BE49-F238E27FC236}">
                <a16:creationId xmlns:a16="http://schemas.microsoft.com/office/drawing/2014/main" id="{E15C172E-90F4-4012-A9F6-54FD150B7101}"/>
              </a:ext>
            </a:extLst>
          </p:cNvPr>
          <p:cNvSpPr>
            <a:spLocks xmlns:a="http://schemas.openxmlformats.org/drawingml/2006/main" noGrp="1"/>
          </p:cNvSpPr>
          <p:nvPr/>
        </p:nvSpPr>
        <p:spPr>
          <a:xfrm xmlns:a="http://schemas.openxmlformats.org/drawingml/2006/main">
            <a:off x="5400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2315354" name="Arrow: Left 932365597">
            <a:extLst xmlns:a="http://schemas.openxmlformats.org/drawingml/2006/main">
              <a:ext uri="{FF2B5EF4-FFF2-40B4-BE49-F238E27FC236}">
                <a16:creationId xmlns:a16="http://schemas.microsoft.com/office/drawing/2014/main" id="{07028A96-75BC-408C-B446-B7BDAA28DE7A}"/>
              </a:ext>
            </a:extLst>
          </p:cNvPr>
          <p:cNvSpPr>
            <a:spLocks xmlns:a="http://schemas.openxmlformats.org/drawingml/2006/main" noGrp="1"/>
          </p:cNvSpPr>
          <p:nvPr/>
        </p:nvSpPr>
        <p:spPr>
          <a:xfrm xmlns:a="http://schemas.openxmlformats.org/drawingml/2006/main">
            <a:off x="8067675" y="3571875"/>
            <a:ext cx="762000" cy="361950"/>
          </a:xfrm>
          <a:prstGeom xmlns:a="http://schemas.openxmlformats.org/drawingml/2006/main" prst="leftArrow">
            <a:avLst>
              <a:gd name="adj1" fmla="val 50000"/>
              <a:gd name="adj2" fmla="val 50000"/>
            </a:avLst>
          </a:prstGeom>
          <a:solidFill xmlns:a="http://schemas.openxmlformats.org/drawingml/2006/main">
            <a:srgbClr val="FEF2F2"/>
          </a:solidFill>
          <a:ln xmlns:a="http://schemas.openxmlformats.org/drawingml/2006/main" w="13335">
            <a:solidFill>
              <a:srgbClr val="EF4444"/>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0290666" name="Rectangle: Rounded Corners 82261705">
            <a:extLst xmlns:a="http://schemas.openxmlformats.org/drawingml/2006/main">
              <a:ext uri="{FF2B5EF4-FFF2-40B4-BE49-F238E27FC236}">
                <a16:creationId xmlns:a16="http://schemas.microsoft.com/office/drawing/2014/main" id="{5CE117F3-40F7-4C10-BD5A-BF74D392D4D7}"/>
              </a:ext>
            </a:extLst>
          </p:cNvPr>
          <p:cNvSpPr>
            <a:spLocks xmlns:a="http://schemas.openxmlformats.org/drawingml/2006/main" noGrp="1"/>
          </p:cNvSpPr>
          <p:nvPr/>
        </p:nvSpPr>
        <p:spPr>
          <a:xfrm xmlns:a="http://schemas.openxmlformats.org/drawingml/2006/main">
            <a:off x="1143000" y="2381250"/>
            <a:ext cx="1571625" cy="857250"/>
          </a:xfrm>
          <a:prstGeom xmlns:a="http://schemas.openxmlformats.org/drawingml/2006/main" prst="roundRect">
            <a:avLst>
              <a:gd name="adj" fmla="val 8889"/>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B0F19"/>
                </a:solidFill>
                <a:latin typeface="Calibri"/>
                <a:ea typeface="Calibri"/>
                <a:cs typeface="Calibri"/>
              </a:defRPr>
            </a:pPr>
            <a:r>
              <a:rPr sz="2100" b="1">
                <a:solidFill>
                  <a:srgbClr val="0B0F19"/>
                </a:solidFill>
                <a:latin typeface="Calibri"/>
                <a:ea typeface="Calibri"/>
                <a:cs typeface="Calibri"/>
              </a:rPr>
              <a:t>w</a:t>
            </a:r>
          </a:p>
        </p:txBody>
      </p:sp>
      <p:sp>
        <p:nvSpPr>
          <p:cNvPr id="1815979134" name="Rectangle: Rounded Corners 979735122">
            <a:extLst xmlns:a="http://schemas.openxmlformats.org/drawingml/2006/main">
              <a:ext uri="{FF2B5EF4-FFF2-40B4-BE49-F238E27FC236}">
                <a16:creationId xmlns:a16="http://schemas.microsoft.com/office/drawing/2014/main" id="{B70D151A-2CF9-4FD7-9C78-9404D3206A60}"/>
              </a:ext>
            </a:extLst>
          </p:cNvPr>
          <p:cNvSpPr>
            <a:spLocks xmlns:a="http://schemas.openxmlformats.org/drawingml/2006/main" noGrp="1"/>
          </p:cNvSpPr>
          <p:nvPr/>
        </p:nvSpPr>
        <p:spPr>
          <a:xfrm xmlns:a="http://schemas.openxmlformats.org/drawingml/2006/main">
            <a:off x="3714750" y="2381250"/>
            <a:ext cx="1571625" cy="857250"/>
          </a:xfrm>
          <a:prstGeom xmlns:a="http://schemas.openxmlformats.org/drawingml/2006/main" prst="roundRect">
            <a:avLst>
              <a:gd name="adj" fmla="val 8889"/>
            </a:avLst>
          </a:prstGeom>
          <a:solidFill xmlns:a="http://schemas.openxmlformats.org/drawingml/2006/main">
            <a:srgbClr val="EFF6FF"/>
          </a:solidFill>
          <a:ln xmlns:a="http://schemas.openxmlformats.org/drawingml/2006/main" w="14288">
            <a:solidFill>
              <a:srgbClr val="2563EB"/>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z = wx + b</a:t>
            </a:r>
          </a:p>
        </p:txBody>
      </p:sp>
      <p:sp>
        <p:nvSpPr>
          <p:cNvPr id="315496381" name="Rectangle: Rounded Corners 2006508148">
            <a:extLst xmlns:a="http://schemas.openxmlformats.org/drawingml/2006/main">
              <a:ext uri="{FF2B5EF4-FFF2-40B4-BE49-F238E27FC236}">
                <a16:creationId xmlns:a16="http://schemas.microsoft.com/office/drawing/2014/main" id="{26FD51F8-F5D0-4F92-A108-D220AC691705}"/>
              </a:ext>
            </a:extLst>
          </p:cNvPr>
          <p:cNvSpPr>
            <a:spLocks xmlns:a="http://schemas.openxmlformats.org/drawingml/2006/main" noGrp="1"/>
          </p:cNvSpPr>
          <p:nvPr/>
        </p:nvSpPr>
        <p:spPr>
          <a:xfrm xmlns:a="http://schemas.openxmlformats.org/drawingml/2006/main">
            <a:off x="6381750" y="2381250"/>
            <a:ext cx="1571625" cy="857250"/>
          </a:xfrm>
          <a:prstGeom xmlns:a="http://schemas.openxmlformats.org/drawingml/2006/main" prst="roundRect">
            <a:avLst>
              <a:gd name="adj" fmla="val 8889"/>
            </a:avLst>
          </a:prstGeom>
          <a:solidFill xmlns:a="http://schemas.openxmlformats.org/drawingml/2006/main">
            <a:srgbClr val="ECFDF5"/>
          </a:solidFill>
          <a:ln xmlns:a="http://schemas.openxmlformats.org/drawingml/2006/main" w="14288">
            <a:solidFill>
              <a:srgbClr val="059669"/>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latin typeface="Calibri"/>
                <a:ea typeface="Calibri"/>
                <a:cs typeface="Calibri"/>
              </a:defRPr>
            </a:pPr>
            <a:r>
              <a:rPr sz="1750" b="1">
                <a:solidFill>
                  <a:srgbClr val="0B0F19"/>
                </a:solidFill>
                <a:latin typeface="Calibri"/>
                <a:ea typeface="Calibri"/>
                <a:cs typeface="Calibri"/>
              </a:rPr>
              <a:t>a = σ(z)</a:t>
            </a:r>
          </a:p>
        </p:txBody>
      </p:sp>
      <p:sp>
        <p:nvSpPr>
          <p:cNvPr id="35640889" name="Rectangle: Rounded Corners 1981951543">
            <a:extLst xmlns:a="http://schemas.openxmlformats.org/drawingml/2006/main">
              <a:ext uri="{FF2B5EF4-FFF2-40B4-BE49-F238E27FC236}">
                <a16:creationId xmlns:a16="http://schemas.microsoft.com/office/drawing/2014/main" id="{1EAE08D6-C76E-455F-84B6-485F37E8EA8E}"/>
              </a:ext>
            </a:extLst>
          </p:cNvPr>
          <p:cNvSpPr>
            <a:spLocks xmlns:a="http://schemas.openxmlformats.org/drawingml/2006/main" noGrp="1"/>
          </p:cNvSpPr>
          <p:nvPr/>
        </p:nvSpPr>
        <p:spPr>
          <a:xfrm xmlns:a="http://schemas.openxmlformats.org/drawingml/2006/main">
            <a:off x="9144000" y="2381250"/>
            <a:ext cx="1571625" cy="857250"/>
          </a:xfrm>
          <a:prstGeom xmlns:a="http://schemas.openxmlformats.org/drawingml/2006/main" prst="roundRect">
            <a:avLst>
              <a:gd name="adj" fmla="val 8889"/>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EF4444"/>
                </a:solidFill>
                <a:latin typeface="Calibri"/>
                <a:ea typeface="Calibri"/>
                <a:cs typeface="Calibri"/>
              </a:defRPr>
            </a:pPr>
            <a:r>
              <a:rPr sz="1750" b="1">
                <a:solidFill>
                  <a:srgbClr val="EF4444"/>
                </a:solidFill>
                <a:latin typeface="Calibri"/>
                <a:ea typeface="Calibri"/>
                <a:cs typeface="Calibri"/>
              </a:rPr>
              <a:t>L(a)</a:t>
            </a:r>
          </a:p>
        </p:txBody>
      </p:sp>
      <p:sp>
        <p:nvSpPr>
          <p:cNvPr id="9199266" name="Rectangle 1169762883">
            <a:extLst xmlns:a="http://schemas.openxmlformats.org/drawingml/2006/main">
              <a:ext uri="{FF2B5EF4-FFF2-40B4-BE49-F238E27FC236}">
                <a16:creationId xmlns:a16="http://schemas.microsoft.com/office/drawing/2014/main" id="{6DE24187-B140-4291-B81C-8BBF80246EC6}"/>
              </a:ext>
            </a:extLst>
          </p:cNvPr>
          <p:cNvSpPr>
            <a:spLocks xmlns:a="http://schemas.openxmlformats.org/drawingml/2006/main" noGrp="1"/>
          </p:cNvSpPr>
          <p:nvPr/>
        </p:nvSpPr>
        <p:spPr>
          <a:xfrm xmlns:a="http://schemas.openxmlformats.org/drawingml/2006/main">
            <a:off x="3381375" y="2095500"/>
            <a:ext cx="5429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2563EB"/>
                </a:solidFill>
                <a:latin typeface="Calibri"/>
                <a:ea typeface="Calibri"/>
                <a:cs typeface="Calibri"/>
              </a:defRPr>
            </a:pPr>
            <a:r>
              <a:rPr sz="1300" b="1">
                <a:solidFill>
                  <a:srgbClr val="2563EB"/>
                </a:solidFill>
                <a:latin typeface="Calibri"/>
                <a:ea typeface="Calibri"/>
                <a:cs typeface="Calibri"/>
              </a:rPr>
              <a:t>forward: compute activations and loss</a:t>
            </a:r>
          </a:p>
        </p:txBody>
      </p:sp>
      <p:sp>
        <p:nvSpPr>
          <p:cNvPr id="1931354912" name="Rectangle 1566839672">
            <a:extLst xmlns:a="http://schemas.openxmlformats.org/drawingml/2006/main">
              <a:ext uri="{FF2B5EF4-FFF2-40B4-BE49-F238E27FC236}">
                <a16:creationId xmlns:a16="http://schemas.microsoft.com/office/drawing/2014/main" id="{048D5EF0-69CF-4E98-88B7-A05A80CD9739}"/>
              </a:ext>
            </a:extLst>
          </p:cNvPr>
          <p:cNvSpPr>
            <a:spLocks xmlns:a="http://schemas.openxmlformats.org/drawingml/2006/main" noGrp="1"/>
          </p:cNvSpPr>
          <p:nvPr/>
        </p:nvSpPr>
        <p:spPr>
          <a:xfrm xmlns:a="http://schemas.openxmlformats.org/drawingml/2006/main">
            <a:off x="3000375" y="4000500"/>
            <a:ext cx="6191250" cy="238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EF4444"/>
                </a:solidFill>
                <a:latin typeface="Calibri"/>
                <a:ea typeface="Calibri"/>
                <a:cs typeface="Calibri"/>
              </a:defRPr>
            </a:pPr>
            <a:r>
              <a:rPr sz="1300" b="1">
                <a:solidFill>
                  <a:srgbClr val="EF4444"/>
                </a:solidFill>
                <a:latin typeface="Calibri"/>
                <a:ea typeface="Calibri"/>
                <a:cs typeface="Calibri"/>
              </a:rPr>
              <a:t>backward: propagate gradients toward earlier parameters</a:t>
            </a:r>
          </a:p>
        </p:txBody>
      </p:sp>
      <p:sp>
        <p:nvSpPr>
          <p:cNvPr id="414944408" name="Rectangle: Rounded Corners 1779932144">
            <a:extLst xmlns:a="http://schemas.openxmlformats.org/drawingml/2006/main">
              <a:ext uri="{FF2B5EF4-FFF2-40B4-BE49-F238E27FC236}">
                <a16:creationId xmlns:a16="http://schemas.microsoft.com/office/drawing/2014/main" id="{A8036789-5418-4769-91A8-07215F72B1FD}"/>
              </a:ext>
            </a:extLst>
          </p:cNvPr>
          <p:cNvSpPr>
            <a:spLocks xmlns:a="http://schemas.openxmlformats.org/drawingml/2006/main" noGrp="1"/>
          </p:cNvSpPr>
          <p:nvPr/>
        </p:nvSpPr>
        <p:spPr>
          <a:xfrm xmlns:a="http://schemas.openxmlformats.org/drawingml/2006/main">
            <a:off x="1571623" y="4450990"/>
            <a:ext cx="9048749" cy="702034"/>
          </a:xfrm>
          <a:prstGeom xmlns:a="http://schemas.openxmlformats.org/drawingml/2006/main" prst="roundRect">
            <a:avLst>
              <a:gd name="adj" fmla="val 12121"/>
            </a:avLst>
          </a:prstGeom>
          <a:solidFill xmlns:a="http://schemas.openxmlformats.org/drawingml/2006/main">
            <a:srgbClr val="FFFFFF"/>
          </a:solidFill>
          <a:ln xmlns:a="http://schemas.openxmlformats.org/drawingml/2006/main" w="17145">
            <a:solidFill>
              <a:srgbClr val="EF4444"/>
            </a:solid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latin typeface="Calibri"/>
                <a:ea typeface="Calibri"/>
                <a:cs typeface="Calibri"/>
              </a:defRPr>
            </a:pPr>
          </a:p>
        </p:txBody>
      </p:sp>
      <p:sp>
        <p:nvSpPr>
          <p:cNvPr id="1900476921" name="Rectangle: Rounded Corners 1594311438">
            <a:extLst xmlns:a="http://schemas.openxmlformats.org/drawingml/2006/main">
              <a:ext uri="{FF2B5EF4-FFF2-40B4-BE49-F238E27FC236}">
                <a16:creationId xmlns:a16="http://schemas.microsoft.com/office/drawing/2014/main" id="{C39E819F-CDF5-4F43-90C0-E0C2B2B82826}"/>
              </a:ext>
            </a:extLst>
          </p:cNvPr>
          <p:cNvSpPr>
            <a:spLocks xmlns:a="http://schemas.openxmlformats.org/drawingml/2006/main" noGrp="1"/>
          </p:cNvSpPr>
          <p:nvPr/>
        </p:nvSpPr>
        <p:spPr>
          <a:xfrm xmlns:a="http://schemas.openxmlformats.org/drawingml/2006/main">
            <a:off x="3333749" y="5265707"/>
            <a:ext cx="5524499" cy="592167"/>
          </a:xfrm>
          <a:prstGeom xmlns:a="http://schemas.openxmlformats.org/drawingml/2006/main" prst="roundRect">
            <a:avLst>
              <a:gd name="adj" fmla="val 16000"/>
            </a:avLst>
          </a:prstGeom>
          <a:solidFill xmlns:a="http://schemas.openxmlformats.org/drawingml/2006/main">
            <a:srgbClr val="FFF7ED"/>
          </a:solidFill>
          <a:ln xmlns:a="http://schemas.openxmlformats.org/drawingml/2006/main" w="14288">
            <a:solidFill>
              <a:srgbClr val="F97316"/>
            </a:solidFill>
            <a:prstDash val="solid"/>
          </a:ln>
        </p:spPr>
        <p:txBody>
          <a:bodyPr xmlns:a="http://schemas.openxmlformats.org/drawingml/2006/main" anchor="ctr"/>
          <a:lstStyle xmlns:a="http://schemas.openxmlformats.org/drawingml/2006/main"/>
          <a:p xmlns:a="http://schemas.openxmlformats.org/drawingml/2006/main">
            <a:pPr algn="ctr">
              <a:buNone/>
              <a:defRPr sz="1650" b="1">
                <a:solidFill>
                  <a:srgbClr val="C2410C"/>
                </a:solidFill>
                <a:latin typeface="Calibri"/>
                <a:ea typeface="Calibri"/>
                <a:cs typeface="Calibri"/>
              </a:defRPr>
            </a:pPr>
          </a:p>
        </p:txBody>
      </p:sp>
      <p:pic>
        <p:nvPicPr>
          <p:cNvPr id="2092315376" name="Graphic 2043260690"/>
          <p:cNvPicPr>
            <a:picLocks xmlns:a="http://schemas.openxmlformats.org/drawingml/2006/main" noChangeAspect="1"/>
          </p:cNvPicPr>
          <p:nvPr/>
        </p:nvPicPr>
        <p:blipFill rotWithShape="1">
          <a:blip xmlns:r="http://schemas.openxmlformats.org/officeDocument/2006/relationships" xmlns:a="http://schemas.openxmlformats.org/drawingml/2006/main" r:embed="Rc3044cd5a8d14991">
            <a:extLst>
              <a:ext uri="{96DAC541-7B7A-43D3-8B79-37D633B846F1}">
                <asvg:svgBlip xmlns:asvg="http://schemas.microsoft.com/office/drawing/2016/SVG/main" r:embed="Rc8fa9a57d99444bf"/>
              </a:ext>
            </a:extLst>
          </a:blip>
          <a:stretch xmlns:a="http://schemas.openxmlformats.org/drawingml/2006/main"/>
        </p:blipFill>
        <p:spPr>
          <a:xfrm xmlns:a="http://schemas.openxmlformats.org/drawingml/2006/main">
            <a:off x="2000250" y="4514850"/>
            <a:ext cx="8572500" cy="609600"/>
          </a:xfrm>
          <a:prstGeom xmlns:a="http://schemas.openxmlformats.org/drawingml/2006/main" prst="rect">
            <a:avLst/>
          </a:prstGeom>
        </p:spPr>
      </p:pic>
      <p:pic>
        <p:nvPicPr>
          <p:cNvPr id="2092315377" name="Graphic 50783598"/>
          <p:cNvPicPr>
            <a:picLocks xmlns:a="http://schemas.openxmlformats.org/drawingml/2006/main" noChangeAspect="1"/>
          </p:cNvPicPr>
          <p:nvPr/>
        </p:nvPicPr>
        <p:blipFill rotWithShape="1">
          <a:blip xmlns:r="http://schemas.openxmlformats.org/officeDocument/2006/relationships" xmlns:a="http://schemas.openxmlformats.org/drawingml/2006/main" r:embed="R9e2042e8620d440d">
            <a:extLst>
              <a:ext uri="{96DAC541-7B7A-43D3-8B79-37D633B846F1}">
                <asvg:svgBlip xmlns:asvg="http://schemas.microsoft.com/office/drawing/2016/SVG/main" r:embed="R800b89de0bad425b"/>
              </a:ext>
            </a:extLst>
          </a:blip>
          <a:stretch xmlns:a="http://schemas.openxmlformats.org/drawingml/2006/main"/>
        </p:blipFill>
        <p:spPr>
          <a:xfrm xmlns:a="http://schemas.openxmlformats.org/drawingml/2006/main">
            <a:off x="4095750" y="5353050"/>
            <a:ext cx="4762500" cy="514350"/>
          </a:xfrm>
          <a:prstGeom xmlns:a="http://schemas.openxmlformats.org/drawingml/2006/main" prst="rect">
            <a:avLst/>
          </a:prstGeom>
        </p:spPr>
      </p:pic>
    </p:spTree>
    <p:extLst>
      <p:ext uri="{BB962C8B-B14F-4D97-AF65-F5344CB8AC3E}">
        <p14:creationId xmlns:p14="http://schemas.microsoft.com/office/powerpoint/2010/main" val="598407256"/>
      </p:ext>
    </p:extLst>
  </p:cSld>
</p:sld>
</file>

<file path=ppt/slides/slide2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43923235" name="Rectangle 549712311">
            <a:extLst xmlns:a="http://schemas.openxmlformats.org/drawingml/2006/main">
              <a:ext uri="{FF2B5EF4-FFF2-40B4-BE49-F238E27FC236}">
                <a16:creationId xmlns:a16="http://schemas.microsoft.com/office/drawing/2014/main" id="{F1606070-21E0-48A1-8D09-7073D27A8277}"/>
              </a:ext>
            </a:extLst>
          </p:cNvPr>
          <p:cNvSpPr>
            <a:spLocks xmlns:a="http://schemas.openxmlformats.org/drawingml/2006/main" noGrp="1"/>
          </p:cNvSpPr>
          <p:nvPr/>
        </p:nvSpPr>
        <p:spPr>
          <a:xfrm xmlns:a="http://schemas.openxmlformats.org/drawingml/2006/main">
            <a:off x="609599" y="323849"/>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Neural networks</a:t>
            </a:r>
          </a:p>
        </p:txBody>
      </p:sp>
      <p:sp>
        <p:nvSpPr>
          <p:cNvPr id="2132974995" name="Rectangle 504424573">
            <a:extLst xmlns:a="http://schemas.openxmlformats.org/drawingml/2006/main">
              <a:ext uri="{FF2B5EF4-FFF2-40B4-BE49-F238E27FC236}">
                <a16:creationId xmlns:a16="http://schemas.microsoft.com/office/drawing/2014/main" id="{C3ACAD3E-B619-406D-9989-EA972B2348C1}"/>
              </a:ext>
            </a:extLst>
          </p:cNvPr>
          <p:cNvSpPr>
            <a:spLocks xmlns:a="http://schemas.openxmlformats.org/drawingml/2006/main" noGrp="1"/>
          </p:cNvSpPr>
          <p:nvPr/>
        </p:nvSpPr>
        <p:spPr>
          <a:xfrm xmlns:a="http://schemas.openxmlformats.org/drawingml/2006/main">
            <a:off x="609599" y="590548"/>
            <a:ext cx="9334500" cy="590548"/>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chemeClr val="tx1">
                    <a:lumMod val="65000"/>
                    <a:lumOff val="35000"/>
                  </a:schemeClr>
                </a:solidFill>
              </a:rPr>
              <a:t>Neural network: basic structure</a:t>
            </a:r>
          </a:p>
        </p:txBody>
      </p:sp>
      <p:sp>
        <p:nvSpPr>
          <p:cNvPr id="1737866256" name="Rectangle: Rounded Corners 8473207">
            <a:extLst xmlns:a="http://schemas.openxmlformats.org/drawingml/2006/main">
              <a:ext uri="{FF2B5EF4-FFF2-40B4-BE49-F238E27FC236}">
                <a16:creationId xmlns:a16="http://schemas.microsoft.com/office/drawing/2014/main" id="{503D2CFF-584B-40D2-8742-25B3B63006A6}"/>
              </a:ext>
            </a:extLst>
          </p:cNvPr>
          <p:cNvSpPr>
            <a:spLocks xmlns:a="http://schemas.openxmlformats.org/drawingml/2006/main" noGrp="1"/>
          </p:cNvSpPr>
          <p:nvPr/>
        </p:nvSpPr>
        <p:spPr>
          <a:xfrm xmlns:a="http://schemas.openxmlformats.org/drawingml/2006/main">
            <a:off x="609599" y="1333788"/>
            <a:ext cx="10972800" cy="4762499"/>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wrap="none" anchor="ctr"/>
          <a:lstStyle xmlns:a="http://schemas.openxmlformats.org/drawingml/2006/main"/>
          <a:p xmlns:a="http://schemas.openxmlformats.org/drawingml/2006/main">
            <a:pPr>
              <a:buNone/>
            </a:pPr>
          </a:p>
        </p:txBody>
      </p:sp>
      <p:sp>
        <p:nvSpPr>
          <p:cNvPr id="699991567" name="Rectangle 1736954645">
            <a:extLst xmlns:a="http://schemas.openxmlformats.org/drawingml/2006/main">
              <a:ext uri="{FF2B5EF4-FFF2-40B4-BE49-F238E27FC236}">
                <a16:creationId xmlns:a16="http://schemas.microsoft.com/office/drawing/2014/main" id="{2A4A0A55-BE0E-4295-ABBB-07582931586E}"/>
              </a:ext>
            </a:extLst>
          </p:cNvPr>
          <p:cNvSpPr>
            <a:spLocks xmlns:a="http://schemas.openxmlformats.org/drawingml/2006/main" noGrp="1"/>
          </p:cNvSpPr>
          <p:nvPr/>
        </p:nvSpPr>
        <p:spPr>
          <a:xfrm xmlns:a="http://schemas.openxmlformats.org/drawingml/2006/main">
            <a:off x="11106150" y="6286500"/>
            <a:ext cx="476249"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24</a:t>
            </a:r>
          </a:p>
        </p:txBody>
      </p:sp>
      <p:sp>
        <p:nvSpPr>
          <p:cNvPr id="1480167503" name="Oval 1503402353">
            <a:extLst xmlns:a="http://schemas.openxmlformats.org/drawingml/2006/main">
              <a:ext uri="{FF2B5EF4-FFF2-40B4-BE49-F238E27FC236}">
                <a16:creationId xmlns:a16="http://schemas.microsoft.com/office/drawing/2014/main" id="{785EB5AB-37BD-48BF-8865-74471D7C7AED}"/>
              </a:ext>
            </a:extLst>
          </p:cNvPr>
          <p:cNvSpPr>
            <a:spLocks xmlns:a="http://schemas.openxmlformats.org/drawingml/2006/main" noGrp="1"/>
          </p:cNvSpPr>
          <p:nvPr/>
        </p:nvSpPr>
        <p:spPr>
          <a:xfrm xmlns:a="http://schemas.openxmlformats.org/drawingml/2006/main">
            <a:off x="2857500" y="2524125"/>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x₁</a:t>
            </a:r>
          </a:p>
        </p:txBody>
      </p:sp>
      <p:sp>
        <p:nvSpPr>
          <p:cNvPr id="935118142" name="Oval 1503402354">
            <a:extLst xmlns:a="http://schemas.openxmlformats.org/drawingml/2006/main">
              <a:ext uri="{FF2B5EF4-FFF2-40B4-BE49-F238E27FC236}">
                <a16:creationId xmlns:a16="http://schemas.microsoft.com/office/drawing/2014/main" id="{6C850407-0302-4FF9-A741-4B7C98327884}"/>
              </a:ext>
            </a:extLst>
          </p:cNvPr>
          <p:cNvSpPr>
            <a:spLocks xmlns:a="http://schemas.openxmlformats.org/drawingml/2006/main" noGrp="1"/>
          </p:cNvSpPr>
          <p:nvPr/>
        </p:nvSpPr>
        <p:spPr>
          <a:xfrm xmlns:a="http://schemas.openxmlformats.org/drawingml/2006/main">
            <a:off x="2857500" y="4048125"/>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x₂</a:t>
            </a:r>
          </a:p>
        </p:txBody>
      </p:sp>
      <p:sp>
        <p:nvSpPr>
          <p:cNvPr id="1484498252" name="Oval 1503402355">
            <a:extLst xmlns:a="http://schemas.openxmlformats.org/drawingml/2006/main">
              <a:ext uri="{FF2B5EF4-FFF2-40B4-BE49-F238E27FC236}">
                <a16:creationId xmlns:a16="http://schemas.microsoft.com/office/drawing/2014/main" id="{80B72C86-1876-448F-901B-DC64422F10E0}"/>
              </a:ext>
            </a:extLst>
          </p:cNvPr>
          <p:cNvSpPr>
            <a:spLocks xmlns:a="http://schemas.openxmlformats.org/drawingml/2006/main" noGrp="1"/>
          </p:cNvSpPr>
          <p:nvPr/>
        </p:nvSpPr>
        <p:spPr>
          <a:xfrm xmlns:a="http://schemas.openxmlformats.org/drawingml/2006/main">
            <a:off x="8572500" y="2524125"/>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sp>
        <p:nvSpPr>
          <p:cNvPr id="1022499688" name="Oval 1503402356">
            <a:extLst xmlns:a="http://schemas.openxmlformats.org/drawingml/2006/main">
              <a:ext uri="{FF2B5EF4-FFF2-40B4-BE49-F238E27FC236}">
                <a16:creationId xmlns:a16="http://schemas.microsoft.com/office/drawing/2014/main" id="{BDA071B2-86C3-4695-8981-71B6A7A290DE}"/>
              </a:ext>
            </a:extLst>
          </p:cNvPr>
          <p:cNvSpPr>
            <a:spLocks xmlns:a="http://schemas.openxmlformats.org/drawingml/2006/main" noGrp="1"/>
          </p:cNvSpPr>
          <p:nvPr/>
        </p:nvSpPr>
        <p:spPr>
          <a:xfrm xmlns:a="http://schemas.openxmlformats.org/drawingml/2006/main">
            <a:off x="8572500" y="4048125"/>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cxnSp>
        <p:nvCxnSpPr>
          <p:cNvPr id="2132975004" name="Straight Arrow Connector 1503402375"/>
          <p:cNvCxnSpPr>
            <a:stCxn xmlns:a="http://schemas.openxmlformats.org/drawingml/2006/main" id="1480167503" idx="6"/>
            <a:endCxn xmlns:a="http://schemas.openxmlformats.org/drawingml/2006/main" id="1484498252" idx="2"/>
          </p:cNvCxnSpPr>
          <p:nvPr/>
        </p:nvCxnSpPr>
        <p:spPr>
          <a:xfrm xmlns:a="http://schemas.openxmlformats.org/drawingml/2006/main">
            <a:off x="3352800" y="2771775"/>
            <a:ext cx="5219700" cy="0"/>
          </a:xfrm>
          <a:prstGeom xmlns:a="http://schemas.openxmlformats.org/drawingml/2006/main" prst="straightConnector1">
            <a:avLst/>
          </a:prstGeom>
          <a:ln xmlns:a="http://schemas.openxmlformats.org/drawingml/2006/main" w="11906">
            <a:solidFill>
              <a:srgbClr val="D7DEE9"/>
            </a:solidFill>
            <a:prstDash val="solid"/>
          </a:ln>
        </p:spPr>
      </p:cxnSp>
      <p:cxnSp>
        <p:nvCxnSpPr>
          <p:cNvPr id="2132975005" name="Straight Arrow Connector 1503402376"/>
          <p:cNvCxnSpPr>
            <a:stCxn xmlns:a="http://schemas.openxmlformats.org/drawingml/2006/main" id="1480167503" idx="6"/>
            <a:endCxn xmlns:a="http://schemas.openxmlformats.org/drawingml/2006/main" id="1022499688" idx="2"/>
          </p:cNvCxnSpPr>
          <p:nvPr/>
        </p:nvCxnSpPr>
        <p:spPr>
          <a:xfrm xmlns:a="http://schemas.openxmlformats.org/drawingml/2006/main">
            <a:off x="3352800" y="2771775"/>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2132975006" name="Straight Arrow Connector 1503402377"/>
          <p:cNvCxnSpPr>
            <a:stCxn xmlns:a="http://schemas.openxmlformats.org/drawingml/2006/main" id="935118142" idx="6"/>
            <a:endCxn xmlns:a="http://schemas.openxmlformats.org/drawingml/2006/main" id="1484498252" idx="2"/>
          </p:cNvCxnSpPr>
          <p:nvPr/>
        </p:nvCxnSpPr>
        <p:spPr>
          <a:xfrm xmlns:a="http://schemas.openxmlformats.org/drawingml/2006/main" flipV="1">
            <a:off x="3352800" y="2771775"/>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2132975007" name="Straight Arrow Connector 1503402378"/>
          <p:cNvCxnSpPr>
            <a:stCxn xmlns:a="http://schemas.openxmlformats.org/drawingml/2006/main" id="935118142" idx="6"/>
            <a:endCxn xmlns:a="http://schemas.openxmlformats.org/drawingml/2006/main" id="1022499688" idx="2"/>
          </p:cNvCxnSpPr>
          <p:nvPr/>
        </p:nvCxnSpPr>
        <p:spPr>
          <a:xfrm xmlns:a="http://schemas.openxmlformats.org/drawingml/2006/main">
            <a:off x="3352800" y="4295775"/>
            <a:ext cx="5219700" cy="0"/>
          </a:xfrm>
          <a:prstGeom xmlns:a="http://schemas.openxmlformats.org/drawingml/2006/main" prst="straightConnector1">
            <a:avLst/>
          </a:prstGeom>
          <a:ln xmlns:a="http://schemas.openxmlformats.org/drawingml/2006/main" w="11906">
            <a:solidFill>
              <a:srgbClr val="D7DEE9"/>
            </a:solidFill>
            <a:prstDash val="solid"/>
          </a:ln>
        </p:spPr>
      </p:cxnSp>
      <p:sp>
        <p:nvSpPr>
          <p:cNvPr id="489683615" name="Rectangle 1503402361">
            <a:extLst xmlns:a="http://schemas.openxmlformats.org/drawingml/2006/main">
              <a:ext uri="{FF2B5EF4-FFF2-40B4-BE49-F238E27FC236}">
                <a16:creationId xmlns:a16="http://schemas.microsoft.com/office/drawing/2014/main" id="{75D9B616-A0C7-47C9-A069-51E6BC2191C6}"/>
              </a:ext>
            </a:extLst>
          </p:cNvPr>
          <p:cNvSpPr>
            <a:spLocks xmlns:a="http://schemas.openxmlformats.org/drawingml/2006/main" noGrp="1"/>
          </p:cNvSpPr>
          <p:nvPr/>
        </p:nvSpPr>
        <p:spPr>
          <a:xfrm xmlns:a="http://schemas.openxmlformats.org/drawingml/2006/main">
            <a:off x="5381625" y="24955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0.82</a:t>
            </a:r>
          </a:p>
        </p:txBody>
      </p:sp>
      <p:sp>
        <p:nvSpPr>
          <p:cNvPr id="844935818" name="Rectangle 1503402362">
            <a:extLst xmlns:a="http://schemas.openxmlformats.org/drawingml/2006/main">
              <a:ext uri="{FF2B5EF4-FFF2-40B4-BE49-F238E27FC236}">
                <a16:creationId xmlns:a16="http://schemas.microsoft.com/office/drawing/2014/main" id="{D531B012-84DC-440C-A881-0BB11DC38BCF}"/>
              </a:ext>
            </a:extLst>
          </p:cNvPr>
          <p:cNvSpPr>
            <a:spLocks xmlns:a="http://schemas.openxmlformats.org/drawingml/2006/main" noGrp="1"/>
          </p:cNvSpPr>
          <p:nvPr/>
        </p:nvSpPr>
        <p:spPr>
          <a:xfrm xmlns:a="http://schemas.openxmlformats.org/drawingml/2006/main">
            <a:off x="4987146" y="3133870"/>
            <a:ext cx="590549"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−0.35</a:t>
            </a:r>
          </a:p>
        </p:txBody>
      </p:sp>
      <p:sp>
        <p:nvSpPr>
          <p:cNvPr id="160423041" name="Rectangle 1503402363">
            <a:extLst xmlns:a="http://schemas.openxmlformats.org/drawingml/2006/main">
              <a:ext uri="{FF2B5EF4-FFF2-40B4-BE49-F238E27FC236}">
                <a16:creationId xmlns:a16="http://schemas.microsoft.com/office/drawing/2014/main" id="{B0D75BE7-2268-4317-AB9D-D26030935013}"/>
              </a:ext>
            </a:extLst>
          </p:cNvPr>
          <p:cNvSpPr>
            <a:spLocks xmlns:a="http://schemas.openxmlformats.org/drawingml/2006/main" noGrp="1"/>
          </p:cNvSpPr>
          <p:nvPr/>
        </p:nvSpPr>
        <p:spPr>
          <a:xfrm xmlns:a="http://schemas.openxmlformats.org/drawingml/2006/main">
            <a:off x="6282546" y="313387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0.47</a:t>
            </a:r>
          </a:p>
        </p:txBody>
      </p:sp>
      <p:sp>
        <p:nvSpPr>
          <p:cNvPr id="1441271877" name="Rectangle 1503402364">
            <a:extLst xmlns:a="http://schemas.openxmlformats.org/drawingml/2006/main">
              <a:ext uri="{FF2B5EF4-FFF2-40B4-BE49-F238E27FC236}">
                <a16:creationId xmlns:a16="http://schemas.microsoft.com/office/drawing/2014/main" id="{979079AE-9335-4699-9DF3-5FBE153C5AE4}"/>
              </a:ext>
            </a:extLst>
          </p:cNvPr>
          <p:cNvSpPr>
            <a:spLocks xmlns:a="http://schemas.openxmlformats.org/drawingml/2006/main" noGrp="1"/>
          </p:cNvSpPr>
          <p:nvPr/>
        </p:nvSpPr>
        <p:spPr>
          <a:xfrm xmlns:a="http://schemas.openxmlformats.org/drawingml/2006/main">
            <a:off x="5381625" y="4019550"/>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0.91</a:t>
            </a:r>
          </a:p>
        </p:txBody>
      </p:sp>
      <p:sp>
        <p:nvSpPr>
          <p:cNvPr id="1482560849" name="Rectangle 1503402365">
            <a:extLst xmlns:a="http://schemas.openxmlformats.org/drawingml/2006/main">
              <a:ext uri="{FF2B5EF4-FFF2-40B4-BE49-F238E27FC236}">
                <a16:creationId xmlns:a16="http://schemas.microsoft.com/office/drawing/2014/main" id="{84A15BCA-B233-4454-B41B-8CA79C58D5D5}"/>
              </a:ext>
            </a:extLst>
          </p:cNvPr>
          <p:cNvSpPr>
            <a:spLocks xmlns:a="http://schemas.openxmlformats.org/drawingml/2006/main" noGrp="1"/>
          </p:cNvSpPr>
          <p:nvPr/>
        </p:nvSpPr>
        <p:spPr>
          <a:xfrm xmlns:a="http://schemas.openxmlformats.org/drawingml/2006/main">
            <a:off x="2533650" y="179084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Times New Roman"/>
                <a:ea typeface="Times New Roman"/>
                <a:cs typeface="Times New Roman"/>
              </a:defRPr>
            </a:pPr>
            <a:r>
              <a:rPr sz="1300" b="0">
                <a:solidFill>
                  <a:srgbClr val="667085"/>
                </a:solidFill>
                <a:latin typeface="Times New Roman"/>
                <a:ea typeface="Times New Roman"/>
                <a:cs typeface="Times New Roman"/>
              </a:rPr>
              <a:t>input</a:t>
            </a:r>
          </a:p>
        </p:txBody>
      </p:sp>
      <p:sp>
        <p:nvSpPr>
          <p:cNvPr id="790866581" name="Rectangle 1503402366">
            <a:extLst xmlns:a="http://schemas.openxmlformats.org/drawingml/2006/main">
              <a:ext uri="{FF2B5EF4-FFF2-40B4-BE49-F238E27FC236}">
                <a16:creationId xmlns:a16="http://schemas.microsoft.com/office/drawing/2014/main" id="{94153DE0-0688-402E-9844-963D2DCA4484}"/>
              </a:ext>
            </a:extLst>
          </p:cNvPr>
          <p:cNvSpPr>
            <a:spLocks xmlns:a="http://schemas.openxmlformats.org/drawingml/2006/main" noGrp="1"/>
          </p:cNvSpPr>
          <p:nvPr/>
        </p:nvSpPr>
        <p:spPr>
          <a:xfrm xmlns:a="http://schemas.openxmlformats.org/drawingml/2006/main">
            <a:off x="8248650" y="1790845"/>
            <a:ext cx="1143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Times New Roman"/>
                <a:ea typeface="Times New Roman"/>
                <a:cs typeface="Times New Roman"/>
              </a:defRPr>
            </a:pPr>
            <a:r>
              <a:rPr sz="1300" b="0">
                <a:solidFill>
                  <a:srgbClr val="667085"/>
                </a:solidFill>
                <a:latin typeface="Times New Roman"/>
                <a:ea typeface="Times New Roman"/>
                <a:cs typeface="Times New Roman"/>
              </a:rPr>
              <a:t>output</a:t>
            </a:r>
          </a:p>
        </p:txBody>
      </p:sp>
      <p:sp>
        <p:nvSpPr>
          <p:cNvPr id="203274660" name="equation-label">
            <a:extLst xmlns:a="http://schemas.openxmlformats.org/drawingml/2006/main">
              <a:ext uri="{FF2B5EF4-FFF2-40B4-BE49-F238E27FC236}">
                <a16:creationId xmlns:a16="http://schemas.microsoft.com/office/drawing/2014/main" id="{EF3FCB4A-6B31-46D9-9BB6-7F20FA192090}"/>
              </a:ext>
            </a:extLst>
          </p:cNvPr>
          <p:cNvSpPr>
            <a:spLocks xmlns:a="http://schemas.openxmlformats.org/drawingml/2006/main" noGrp="1"/>
          </p:cNvSpPr>
          <p:nvPr/>
        </p:nvSpPr>
        <p:spPr>
          <a:xfrm xmlns:a="http://schemas.openxmlformats.org/drawingml/2006/main">
            <a:off x="2000250" y="4857750"/>
            <a:ext cx="8191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55708F"/>
                </a:solidFill>
                <a:latin typeface="Times New Roman"/>
                <a:ea typeface="Times New Roman"/>
                <a:cs typeface="Times New Roman"/>
              </a:defRPr>
            </a:pPr>
            <a:r>
              <a:rPr sz="1200" b="0">
                <a:solidFill>
                  <a:srgbClr val="55708F"/>
                </a:solidFill>
                <a:latin typeface="Times New Roman"/>
                <a:ea typeface="Times New Roman"/>
                <a:cs typeface="Times New Roman"/>
              </a:rPr>
              <a:t>A receiving neuron computes</a:t>
            </a:r>
          </a:p>
        </p:txBody>
      </p:sp>
      <p:sp>
        <p:nvSpPr>
          <p:cNvPr id="614323224" name="equation">
            <a:extLst xmlns:a="http://schemas.openxmlformats.org/drawingml/2006/main">
              <a:ext uri="{FF2B5EF4-FFF2-40B4-BE49-F238E27FC236}">
                <a16:creationId xmlns:a16="http://schemas.microsoft.com/office/drawing/2014/main" id="{6B0C4C8B-DBA1-402D-8848-7150D8484880}"/>
              </a:ext>
            </a:extLst>
          </p:cNvPr>
          <p:cNvSpPr>
            <a:spLocks xmlns:a="http://schemas.openxmlformats.org/drawingml/2006/main" noGrp="1"/>
          </p:cNvSpPr>
          <p:nvPr/>
        </p:nvSpPr>
        <p:spPr>
          <a:xfrm xmlns:a="http://schemas.openxmlformats.org/drawingml/2006/main">
            <a:off x="1714500" y="5143500"/>
            <a:ext cx="87630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1">
                <a:solidFill>
                  <a:srgbClr val="0D1526"/>
                </a:solidFill>
                <a:latin typeface="Times New Roman"/>
                <a:ea typeface="Times New Roman"/>
                <a:cs typeface="Times New Roman"/>
              </a:defRPr>
            </a:pPr>
            <a:r>
              <a:rPr sz="2100" b="1">
                <a:solidFill>
                  <a:srgbClr val="0D1526"/>
                </a:solidFill>
                <a:latin typeface="Times New Roman"/>
                <a:ea typeface="Times New Roman"/>
                <a:cs typeface="Times New Roman"/>
              </a:rPr>
              <a:t>zⱼ = Σᵢ wᵢⱼxᵢ + bⱼ     →     aⱼ = σ(zⱼ)</a:t>
            </a:r>
          </a:p>
        </p:txBody>
      </p:sp>
      <p:sp>
        <p:nvSpPr>
          <p:cNvPr id="469230499" name="equation-caption">
            <a:extLst xmlns:a="http://schemas.openxmlformats.org/drawingml/2006/main">
              <a:ext uri="{FF2B5EF4-FFF2-40B4-BE49-F238E27FC236}">
                <a16:creationId xmlns:a16="http://schemas.microsoft.com/office/drawing/2014/main" id="{C1B24F4B-39F4-4134-9BF5-1F67AD3BA497}"/>
              </a:ext>
            </a:extLst>
          </p:cNvPr>
          <p:cNvSpPr>
            <a:spLocks xmlns:a="http://schemas.openxmlformats.org/drawingml/2006/main" noGrp="1"/>
          </p:cNvSpPr>
          <p:nvPr/>
        </p:nvSpPr>
        <p:spPr>
          <a:xfrm xmlns:a="http://schemas.openxmlformats.org/drawingml/2006/main">
            <a:off x="2000250" y="5667375"/>
            <a:ext cx="81915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0">
                <a:solidFill>
                  <a:srgbClr val="55708F"/>
                </a:solidFill>
                <a:latin typeface="Times New Roman"/>
                <a:ea typeface="Times New Roman"/>
                <a:cs typeface="Times New Roman"/>
              </a:defRPr>
            </a:pPr>
            <a:r>
              <a:rPr sz="1050" b="0">
                <a:solidFill>
                  <a:srgbClr val="55708F"/>
                </a:solidFill>
                <a:latin typeface="Times New Roman"/>
                <a:ea typeface="Times New Roman"/>
                <a:cs typeface="Times New Roman"/>
              </a:rPr>
              <a:t>weighted inputs + bias, then an activation function</a:t>
            </a:r>
          </a:p>
        </p:txBody>
      </p:sp>
    </p:spTree>
    <p:extLst>
      <p:ext uri="{BB962C8B-B14F-4D97-AF65-F5344CB8AC3E}">
        <p14:creationId xmlns:p14="http://schemas.microsoft.com/office/powerpoint/2010/main" val="512731750"/>
      </p:ext>
    </p:extLst>
  </p:cSld>
</p:sld>
</file>

<file path=ppt/slides/slide25.xml><?xml version="1.0" encoding="utf-8"?>
<p:sld xmlns:p="http://schemas.openxmlformats.org/presentationml/2006/main" showMasterSp="1">
  <p:cSld>
    <p:spTree>
      <p:nvGrpSpPr>
        <p:cNvPr id="1" name=""/>
        <p:cNvGrpSpPr/>
        <p:nvPr/>
      </p:nvGrpSpPr>
      <p:grpSpPr>
        <a:xfrm xmlns:a="http://schemas.openxmlformats.org/drawingml/2006/main"/>
      </p:grpSpPr>
      <p:sp>
        <p:nvSpPr>
          <p:cNvPr id="327930264" name="Rectangle: Rounded Corners 6">
            <a:extLst xmlns:a="http://schemas.openxmlformats.org/drawingml/2006/main">
              <a:ext uri="{FF2B5EF4-FFF2-40B4-BE49-F238E27FC236}">
                <a16:creationId xmlns:a16="http://schemas.microsoft.com/office/drawing/2014/main" id="{0C32B67B-5EA8-4834-ACB0-7C9079779857}"/>
              </a:ext>
            </a:extLst>
          </p:cNvPr>
          <p:cNvSpPr>
            <a:spLocks xmlns:a="http://schemas.openxmlformats.org/drawingml/2006/main" noGrp="1"/>
          </p:cNvSpPr>
          <p:nvPr/>
        </p:nvSpPr>
        <p:spPr>
          <a:xfrm xmlns:a="http://schemas.openxmlformats.org/drawingml/2006/main">
            <a:off x="590549" y="1352550"/>
            <a:ext cx="11010900" cy="4772025"/>
          </a:xfrm>
          <a:prstGeom xmlns:a="http://schemas.openxmlformats.org/drawingml/2006/main" prst="roundRect">
            <a:avLst>
              <a:gd name="adj" fmla="val 2395"/>
            </a:avLst>
          </a:prstGeom>
          <a:solidFill xmlns:a="http://schemas.openxmlformats.org/drawingml/2006/main">
            <a:srgbClr val="F8FAFC"/>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2640329" name="eyebrow">
            <a:extLst xmlns:a="http://schemas.openxmlformats.org/drawingml/2006/main">
              <a:ext uri="{FF2B5EF4-FFF2-40B4-BE49-F238E27FC236}">
                <a16:creationId xmlns:a16="http://schemas.microsoft.com/office/drawing/2014/main" id="{6BB0ABD7-3A43-4E9E-B864-01A31F14A9DB}"/>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200" b="1">
                <a:solidFill>
                  <a:srgbClr val="2F67E8"/>
                </a:solidFill>
                <a:latin typeface="Times New Roman"/>
                <a:ea typeface="Times New Roman"/>
                <a:cs typeface="Times New Roman"/>
              </a:defRPr>
            </a:pPr>
            <a:r>
              <a:rPr sz="1200" b="1">
                <a:solidFill>
                  <a:srgbClr val="2F67E8"/>
                </a:solidFill>
                <a:latin typeface="Times New Roman"/>
                <a:ea typeface="Times New Roman"/>
                <a:cs typeface="Times New Roman"/>
              </a:rPr>
              <a:t>Neural networks</a:t>
            </a:r>
          </a:p>
        </p:txBody>
      </p:sp>
      <p:sp>
        <p:nvSpPr>
          <p:cNvPr id="407547595" name="title">
            <a:extLst xmlns:a="http://schemas.openxmlformats.org/drawingml/2006/main">
              <a:ext uri="{FF2B5EF4-FFF2-40B4-BE49-F238E27FC236}">
                <a16:creationId xmlns:a16="http://schemas.microsoft.com/office/drawing/2014/main" id="{D26DA7C2-4BEF-4907-8D67-BD6F1522527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250" b="1">
                <a:solidFill>
                  <a:srgbClr val="0D1526"/>
                </a:solidFill>
                <a:latin typeface="Times New Roman"/>
                <a:ea typeface="Times New Roman"/>
                <a:cs typeface="Times New Roman"/>
              </a:defRPr>
            </a:pPr>
            <a:r>
              <a:rPr sz="2250" b="1">
                <a:solidFill>
                  <a:schemeClr val="tx1">
                    <a:lumMod val="65000"/>
                    <a:lumOff val="35000"/>
                  </a:schemeClr>
                </a:solidFill>
                <a:latin typeface="Times New Roman"/>
                <a:ea typeface="Times New Roman"/>
                <a:cs typeface="Times New Roman"/>
              </a:rPr>
              <a:t>Two equations become one matrix equation</a:t>
            </a:r>
          </a:p>
        </p:txBody>
      </p:sp>
      <p:sp>
        <p:nvSpPr>
          <p:cNvPr id="1175120147" name="scalar-heading">
            <a:extLst xmlns:a="http://schemas.openxmlformats.org/drawingml/2006/main">
              <a:ext uri="{FF2B5EF4-FFF2-40B4-BE49-F238E27FC236}">
                <a16:creationId xmlns:a16="http://schemas.microsoft.com/office/drawing/2014/main" id="{6A5AA7C1-7F25-4867-8AEB-CD037B05600D}"/>
              </a:ext>
            </a:extLst>
          </p:cNvPr>
          <p:cNvSpPr>
            <a:spLocks xmlns:a="http://schemas.openxmlformats.org/drawingml/2006/main" noGrp="1"/>
          </p:cNvSpPr>
          <p:nvPr/>
        </p:nvSpPr>
        <p:spPr>
          <a:xfrm xmlns:a="http://schemas.openxmlformats.org/drawingml/2006/main">
            <a:off x="8112024" y="1635531"/>
            <a:ext cx="3543299"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46BFD"/>
                </a:solidFill>
                <a:latin typeface="Times New Roman"/>
                <a:ea typeface="Times New Roman"/>
                <a:cs typeface="Times New Roman"/>
              </a:defRPr>
            </a:pPr>
            <a:r>
              <a:t>Two scalar equations</a:t>
            </a:r>
          </a:p>
        </p:txBody>
      </p:sp>
      <p:sp>
        <p:nvSpPr>
          <p:cNvPr id="717154565" name="equation-y1">
            <a:extLst xmlns:a="http://schemas.openxmlformats.org/drawingml/2006/main">
              <a:ext uri="{FF2B5EF4-FFF2-40B4-BE49-F238E27FC236}">
                <a16:creationId xmlns:a16="http://schemas.microsoft.com/office/drawing/2014/main" id="{A0A9084B-2DF9-45C8-A072-53B65B73B1C3}"/>
              </a:ext>
            </a:extLst>
          </p:cNvPr>
          <p:cNvSpPr>
            <a:spLocks xmlns:a="http://schemas.openxmlformats.org/drawingml/2006/main" noGrp="1"/>
          </p:cNvSpPr>
          <p:nvPr/>
        </p:nvSpPr>
        <p:spPr>
          <a:xfrm xmlns:a="http://schemas.openxmlformats.org/drawingml/2006/main">
            <a:off x="8296571" y="1970507"/>
            <a:ext cx="317420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0">
                <a:solidFill>
                  <a:srgbClr val="111827"/>
                </a:solidFill>
                <a:latin typeface="Times New Roman"/>
                <a:ea typeface="Times New Roman"/>
                <a:cs typeface="Times New Roman"/>
              </a:defRPr>
            </a:pPr>
            <a:r>
              <a:t>y₁ = 0.82x₁ + 0.47x₂ + 0.1</a:t>
            </a:r>
          </a:p>
        </p:txBody>
      </p:sp>
      <p:sp>
        <p:nvSpPr>
          <p:cNvPr id="126523632" name="equation-y2">
            <a:extLst xmlns:a="http://schemas.openxmlformats.org/drawingml/2006/main">
              <a:ext uri="{FF2B5EF4-FFF2-40B4-BE49-F238E27FC236}">
                <a16:creationId xmlns:a16="http://schemas.microsoft.com/office/drawing/2014/main" id="{EF180315-50B9-4C65-8C22-ED07C87E3E80}"/>
              </a:ext>
            </a:extLst>
          </p:cNvPr>
          <p:cNvSpPr>
            <a:spLocks xmlns:a="http://schemas.openxmlformats.org/drawingml/2006/main" noGrp="1"/>
          </p:cNvSpPr>
          <p:nvPr/>
        </p:nvSpPr>
        <p:spPr>
          <a:xfrm xmlns:a="http://schemas.openxmlformats.org/drawingml/2006/main">
            <a:off x="8296571" y="2380082"/>
            <a:ext cx="3174205"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950" b="0">
                <a:solidFill>
                  <a:srgbClr val="111827"/>
                </a:solidFill>
                <a:latin typeface="Times New Roman"/>
                <a:ea typeface="Times New Roman"/>
                <a:cs typeface="Times New Roman"/>
              </a:defRPr>
            </a:pPr>
            <a:r>
              <a:t>y₂ = −0.35x₁ + 0.91x₂ − 0.1</a:t>
            </a:r>
          </a:p>
        </p:txBody>
      </p:sp>
      <p:sp>
        <p:nvSpPr>
          <p:cNvPr id="273277457" name="compact-form">
            <a:extLst xmlns:a="http://schemas.openxmlformats.org/drawingml/2006/main">
              <a:ext uri="{FF2B5EF4-FFF2-40B4-BE49-F238E27FC236}">
                <a16:creationId xmlns:a16="http://schemas.microsoft.com/office/drawing/2014/main" id="{D3ACE528-4299-42E6-83AC-C7DA6F3CDDD2}"/>
              </a:ext>
            </a:extLst>
          </p:cNvPr>
          <p:cNvSpPr>
            <a:spLocks xmlns:a="http://schemas.openxmlformats.org/drawingml/2006/main" noGrp="1"/>
          </p:cNvSpPr>
          <p:nvPr/>
        </p:nvSpPr>
        <p:spPr>
          <a:xfrm xmlns:a="http://schemas.openxmlformats.org/drawingml/2006/main">
            <a:off x="8960939" y="2859926"/>
            <a:ext cx="1845468"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155EEF"/>
                </a:solidFill>
                <a:latin typeface="Times New Roman"/>
                <a:ea typeface="Times New Roman"/>
                <a:cs typeface="Times New Roman"/>
              </a:defRPr>
            </a:pPr>
            <a:r>
              <a:t>y = </a:t>
            </a:r>
            <a:r>
              <a:t>Wx</a:t>
            </a:r>
            <a:r>
              <a:t> + b</a:t>
            </a:r>
          </a:p>
        </p:txBody>
      </p:sp>
      <p:sp>
        <p:nvSpPr>
          <p:cNvPr id="1231809262" name="matrix-heading">
            <a:extLst xmlns:a="http://schemas.openxmlformats.org/drawingml/2006/main">
              <a:ext uri="{FF2B5EF4-FFF2-40B4-BE49-F238E27FC236}">
                <a16:creationId xmlns:a16="http://schemas.microsoft.com/office/drawing/2014/main" id="{1121B72F-10DD-482D-B980-C65B10878436}"/>
              </a:ext>
            </a:extLst>
          </p:cNvPr>
          <p:cNvSpPr>
            <a:spLocks xmlns:a="http://schemas.openxmlformats.org/drawingml/2006/main" noGrp="1"/>
          </p:cNvSpPr>
          <p:nvPr/>
        </p:nvSpPr>
        <p:spPr>
          <a:xfrm xmlns:a="http://schemas.openxmlformats.org/drawingml/2006/main">
            <a:off x="1524000" y="3790949"/>
            <a:ext cx="91440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46BFD"/>
                </a:solidFill>
                <a:latin typeface="Times New Roman"/>
                <a:ea typeface="Times New Roman"/>
                <a:cs typeface="Times New Roman"/>
              </a:defRPr>
            </a:pPr>
            <a:r>
              <a:rPr sz="1350" b="1">
                <a:solidFill>
                  <a:srgbClr val="246BFD"/>
                </a:solidFill>
                <a:latin typeface="Times New Roman"/>
                <a:ea typeface="Times New Roman"/>
                <a:cs typeface="Times New Roman"/>
              </a:rPr>
              <a:t>The same computation in matrix form</a:t>
            </a:r>
          </a:p>
        </p:txBody>
      </p:sp>
      <p:sp>
        <p:nvSpPr>
          <p:cNvPr id="864820694" name="y-left-bracket">
            <a:extLst xmlns:a="http://schemas.openxmlformats.org/drawingml/2006/main">
              <a:ext uri="{FF2B5EF4-FFF2-40B4-BE49-F238E27FC236}">
                <a16:creationId xmlns:a16="http://schemas.microsoft.com/office/drawing/2014/main" id="{9EDCA525-07AE-4AA8-B8C8-4AA11D26F017}"/>
              </a:ext>
            </a:extLst>
          </p:cNvPr>
          <p:cNvSpPr>
            <a:spLocks xmlns:a="http://schemas.openxmlformats.org/drawingml/2006/main" noGrp="1"/>
          </p:cNvSpPr>
          <p:nvPr/>
        </p:nvSpPr>
        <p:spPr>
          <a:xfrm xmlns:a="http://schemas.openxmlformats.org/drawingml/2006/main">
            <a:off x="2651005"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847857105" name="y-1">
            <a:extLst xmlns:a="http://schemas.openxmlformats.org/drawingml/2006/main">
              <a:ext uri="{FF2B5EF4-FFF2-40B4-BE49-F238E27FC236}">
                <a16:creationId xmlns:a16="http://schemas.microsoft.com/office/drawing/2014/main" id="{9043530C-A040-43EA-9E2D-4E038B154C90}"/>
              </a:ext>
            </a:extLst>
          </p:cNvPr>
          <p:cNvSpPr>
            <a:spLocks xmlns:a="http://schemas.openxmlformats.org/drawingml/2006/main" noGrp="1"/>
          </p:cNvSpPr>
          <p:nvPr/>
        </p:nvSpPr>
        <p:spPr>
          <a:xfrm xmlns:a="http://schemas.openxmlformats.org/drawingml/2006/main">
            <a:off x="2936755" y="419459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y₁</a:t>
            </a:r>
          </a:p>
        </p:txBody>
      </p:sp>
      <p:sp>
        <p:nvSpPr>
          <p:cNvPr id="863523771" name="y-2">
            <a:extLst xmlns:a="http://schemas.openxmlformats.org/drawingml/2006/main">
              <a:ext uri="{FF2B5EF4-FFF2-40B4-BE49-F238E27FC236}">
                <a16:creationId xmlns:a16="http://schemas.microsoft.com/office/drawing/2014/main" id="{D6554207-3054-46B2-8080-313F740A70BC}"/>
              </a:ext>
            </a:extLst>
          </p:cNvPr>
          <p:cNvSpPr>
            <a:spLocks xmlns:a="http://schemas.openxmlformats.org/drawingml/2006/main" noGrp="1"/>
          </p:cNvSpPr>
          <p:nvPr/>
        </p:nvSpPr>
        <p:spPr>
          <a:xfrm xmlns:a="http://schemas.openxmlformats.org/drawingml/2006/main">
            <a:off x="2936755" y="463274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y₂</a:t>
            </a:r>
          </a:p>
        </p:txBody>
      </p:sp>
      <p:sp>
        <p:nvSpPr>
          <p:cNvPr id="406640571" name="y-right-bracket">
            <a:extLst xmlns:a="http://schemas.openxmlformats.org/drawingml/2006/main">
              <a:ext uri="{FF2B5EF4-FFF2-40B4-BE49-F238E27FC236}">
                <a16:creationId xmlns:a16="http://schemas.microsoft.com/office/drawing/2014/main" id="{60719DE9-3825-4890-A51B-238EA0ED25FE}"/>
              </a:ext>
            </a:extLst>
          </p:cNvPr>
          <p:cNvSpPr>
            <a:spLocks xmlns:a="http://schemas.openxmlformats.org/drawingml/2006/main" noGrp="1"/>
          </p:cNvSpPr>
          <p:nvPr/>
        </p:nvSpPr>
        <p:spPr>
          <a:xfrm xmlns:a="http://schemas.openxmlformats.org/drawingml/2006/main">
            <a:off x="347968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242500646" name="equals">
            <a:extLst xmlns:a="http://schemas.openxmlformats.org/drawingml/2006/main">
              <a:ext uri="{FF2B5EF4-FFF2-40B4-BE49-F238E27FC236}">
                <a16:creationId xmlns:a16="http://schemas.microsoft.com/office/drawing/2014/main" id="{6AA1D909-3D94-47EA-A5FF-554D2056F3FF}"/>
              </a:ext>
            </a:extLst>
          </p:cNvPr>
          <p:cNvSpPr>
            <a:spLocks xmlns:a="http://schemas.openxmlformats.org/drawingml/2006/main" noGrp="1"/>
          </p:cNvSpPr>
          <p:nvPr/>
        </p:nvSpPr>
        <p:spPr>
          <a:xfrm xmlns:a="http://schemas.openxmlformats.org/drawingml/2006/main">
            <a:off x="3879730" y="4327944"/>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0">
                <a:solidFill>
                  <a:srgbClr val="111827"/>
                </a:solidFill>
                <a:latin typeface="Times New Roman"/>
                <a:ea typeface="Times New Roman"/>
                <a:cs typeface="Times New Roman"/>
              </a:defRPr>
            </a:pPr>
            <a:r>
              <a:rPr sz="2100" b="0">
                <a:solidFill>
                  <a:srgbClr val="111827"/>
                </a:solidFill>
                <a:latin typeface="Times New Roman"/>
                <a:ea typeface="Times New Roman"/>
                <a:cs typeface="Times New Roman"/>
              </a:rPr>
              <a:t>=</a:t>
            </a:r>
          </a:p>
        </p:txBody>
      </p:sp>
      <p:sp>
        <p:nvSpPr>
          <p:cNvPr id="143336188" name="w-left-bracket">
            <a:extLst xmlns:a="http://schemas.openxmlformats.org/drawingml/2006/main">
              <a:ext uri="{FF2B5EF4-FFF2-40B4-BE49-F238E27FC236}">
                <a16:creationId xmlns:a16="http://schemas.microsoft.com/office/drawing/2014/main" id="{404D0E70-05CC-4AD1-86E8-D941DC8FE9A4}"/>
              </a:ext>
            </a:extLst>
          </p:cNvPr>
          <p:cNvSpPr>
            <a:spLocks xmlns:a="http://schemas.openxmlformats.org/drawingml/2006/main" noGrp="1"/>
          </p:cNvSpPr>
          <p:nvPr/>
        </p:nvSpPr>
        <p:spPr>
          <a:xfrm xmlns:a="http://schemas.openxmlformats.org/drawingml/2006/main">
            <a:off x="44131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577253818" name="w-11">
            <a:extLst xmlns:a="http://schemas.openxmlformats.org/drawingml/2006/main">
              <a:ext uri="{FF2B5EF4-FFF2-40B4-BE49-F238E27FC236}">
                <a16:creationId xmlns:a16="http://schemas.microsoft.com/office/drawing/2014/main" id="{AD72FF16-2FCB-4E70-A54C-997A97A92CA0}"/>
              </a:ext>
            </a:extLst>
          </p:cNvPr>
          <p:cNvSpPr>
            <a:spLocks xmlns:a="http://schemas.openxmlformats.org/drawingml/2006/main" noGrp="1"/>
          </p:cNvSpPr>
          <p:nvPr/>
        </p:nvSpPr>
        <p:spPr>
          <a:xfrm xmlns:a="http://schemas.openxmlformats.org/drawingml/2006/main">
            <a:off x="4736980" y="4194594"/>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0.82</a:t>
            </a:r>
          </a:p>
        </p:txBody>
      </p:sp>
      <p:sp>
        <p:nvSpPr>
          <p:cNvPr id="405522041" name="w-12">
            <a:extLst xmlns:a="http://schemas.openxmlformats.org/drawingml/2006/main">
              <a:ext uri="{FF2B5EF4-FFF2-40B4-BE49-F238E27FC236}">
                <a16:creationId xmlns:a16="http://schemas.microsoft.com/office/drawing/2014/main" id="{7281E6BB-B5E9-4181-8CA1-CDF41173F65A}"/>
              </a:ext>
            </a:extLst>
          </p:cNvPr>
          <p:cNvSpPr>
            <a:spLocks xmlns:a="http://schemas.openxmlformats.org/drawingml/2006/main" noGrp="1"/>
          </p:cNvSpPr>
          <p:nvPr/>
        </p:nvSpPr>
        <p:spPr>
          <a:xfrm xmlns:a="http://schemas.openxmlformats.org/drawingml/2006/main">
            <a:off x="5556130" y="4194594"/>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0.47</a:t>
            </a:r>
          </a:p>
        </p:txBody>
      </p:sp>
      <p:sp>
        <p:nvSpPr>
          <p:cNvPr id="784243633" name="w-21">
            <a:extLst xmlns:a="http://schemas.openxmlformats.org/drawingml/2006/main">
              <a:ext uri="{FF2B5EF4-FFF2-40B4-BE49-F238E27FC236}">
                <a16:creationId xmlns:a16="http://schemas.microsoft.com/office/drawing/2014/main" id="{9C4AF268-23AE-4991-B3CD-7083A01B4819}"/>
              </a:ext>
            </a:extLst>
          </p:cNvPr>
          <p:cNvSpPr>
            <a:spLocks xmlns:a="http://schemas.openxmlformats.org/drawingml/2006/main" noGrp="1"/>
          </p:cNvSpPr>
          <p:nvPr/>
        </p:nvSpPr>
        <p:spPr>
          <a:xfrm xmlns:a="http://schemas.openxmlformats.org/drawingml/2006/main">
            <a:off x="4698880" y="4632744"/>
            <a:ext cx="7810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−0.35</a:t>
            </a:r>
          </a:p>
        </p:txBody>
      </p:sp>
      <p:sp>
        <p:nvSpPr>
          <p:cNvPr id="318698246" name="w-22">
            <a:extLst xmlns:a="http://schemas.openxmlformats.org/drawingml/2006/main">
              <a:ext uri="{FF2B5EF4-FFF2-40B4-BE49-F238E27FC236}">
                <a16:creationId xmlns:a16="http://schemas.microsoft.com/office/drawing/2014/main" id="{B4855D88-96C6-460E-AB58-B35BDFD20C0B}"/>
              </a:ext>
            </a:extLst>
          </p:cNvPr>
          <p:cNvSpPr>
            <a:spLocks xmlns:a="http://schemas.openxmlformats.org/drawingml/2006/main" noGrp="1"/>
          </p:cNvSpPr>
          <p:nvPr/>
        </p:nvSpPr>
        <p:spPr>
          <a:xfrm xmlns:a="http://schemas.openxmlformats.org/drawingml/2006/main">
            <a:off x="5556130" y="4632744"/>
            <a:ext cx="7048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0.91</a:t>
            </a:r>
          </a:p>
        </p:txBody>
      </p:sp>
      <p:sp>
        <p:nvSpPr>
          <p:cNvPr id="1313546225" name="w-right-bracket">
            <a:extLst xmlns:a="http://schemas.openxmlformats.org/drawingml/2006/main">
              <a:ext uri="{FF2B5EF4-FFF2-40B4-BE49-F238E27FC236}">
                <a16:creationId xmlns:a16="http://schemas.microsoft.com/office/drawing/2014/main" id="{34956272-D61E-40D3-BE96-45889FCF3479}"/>
              </a:ext>
            </a:extLst>
          </p:cNvPr>
          <p:cNvSpPr>
            <a:spLocks xmlns:a="http://schemas.openxmlformats.org/drawingml/2006/main" noGrp="1"/>
          </p:cNvSpPr>
          <p:nvPr/>
        </p:nvSpPr>
        <p:spPr>
          <a:xfrm xmlns:a="http://schemas.openxmlformats.org/drawingml/2006/main">
            <a:off x="62800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413408161" name="x-left-bracket">
            <a:extLst xmlns:a="http://schemas.openxmlformats.org/drawingml/2006/main">
              <a:ext uri="{FF2B5EF4-FFF2-40B4-BE49-F238E27FC236}">
                <a16:creationId xmlns:a16="http://schemas.microsoft.com/office/drawing/2014/main" id="{8DEFE725-845F-4625-A17C-923C018B714E}"/>
              </a:ext>
            </a:extLst>
          </p:cNvPr>
          <p:cNvSpPr>
            <a:spLocks xmlns:a="http://schemas.openxmlformats.org/drawingml/2006/main" noGrp="1"/>
          </p:cNvSpPr>
          <p:nvPr/>
        </p:nvSpPr>
        <p:spPr>
          <a:xfrm xmlns:a="http://schemas.openxmlformats.org/drawingml/2006/main">
            <a:off x="66991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221403465" name="x-1">
            <a:extLst xmlns:a="http://schemas.openxmlformats.org/drawingml/2006/main">
              <a:ext uri="{FF2B5EF4-FFF2-40B4-BE49-F238E27FC236}">
                <a16:creationId xmlns:a16="http://schemas.microsoft.com/office/drawing/2014/main" id="{03EAB425-EC7C-4AA4-B751-B8A42F22872A}"/>
              </a:ext>
            </a:extLst>
          </p:cNvPr>
          <p:cNvSpPr>
            <a:spLocks xmlns:a="http://schemas.openxmlformats.org/drawingml/2006/main" noGrp="1"/>
          </p:cNvSpPr>
          <p:nvPr/>
        </p:nvSpPr>
        <p:spPr>
          <a:xfrm xmlns:a="http://schemas.openxmlformats.org/drawingml/2006/main">
            <a:off x="6984880" y="419459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x₁</a:t>
            </a:r>
          </a:p>
        </p:txBody>
      </p:sp>
      <p:sp>
        <p:nvSpPr>
          <p:cNvPr id="1949864656" name="x-2">
            <a:extLst xmlns:a="http://schemas.openxmlformats.org/drawingml/2006/main">
              <a:ext uri="{FF2B5EF4-FFF2-40B4-BE49-F238E27FC236}">
                <a16:creationId xmlns:a16="http://schemas.microsoft.com/office/drawing/2014/main" id="{BA52DF2B-B8BA-49B6-9E82-08C8642053E7}"/>
              </a:ext>
            </a:extLst>
          </p:cNvPr>
          <p:cNvSpPr>
            <a:spLocks xmlns:a="http://schemas.openxmlformats.org/drawingml/2006/main" noGrp="1"/>
          </p:cNvSpPr>
          <p:nvPr/>
        </p:nvSpPr>
        <p:spPr>
          <a:xfrm xmlns:a="http://schemas.openxmlformats.org/drawingml/2006/main">
            <a:off x="6984880" y="4632744"/>
            <a:ext cx="5524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x₂</a:t>
            </a:r>
          </a:p>
        </p:txBody>
      </p:sp>
      <p:sp>
        <p:nvSpPr>
          <p:cNvPr id="1373769847" name="x-right-bracket">
            <a:extLst xmlns:a="http://schemas.openxmlformats.org/drawingml/2006/main">
              <a:ext uri="{FF2B5EF4-FFF2-40B4-BE49-F238E27FC236}">
                <a16:creationId xmlns:a16="http://schemas.microsoft.com/office/drawing/2014/main" id="{0A0F1456-1D56-4D63-B8ED-73280E650B01}"/>
              </a:ext>
            </a:extLst>
          </p:cNvPr>
          <p:cNvSpPr>
            <a:spLocks xmlns:a="http://schemas.openxmlformats.org/drawingml/2006/main" noGrp="1"/>
          </p:cNvSpPr>
          <p:nvPr/>
        </p:nvSpPr>
        <p:spPr>
          <a:xfrm xmlns:a="http://schemas.openxmlformats.org/drawingml/2006/main">
            <a:off x="753733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484969328" name="plus">
            <a:extLst xmlns:a="http://schemas.openxmlformats.org/drawingml/2006/main">
              <a:ext uri="{FF2B5EF4-FFF2-40B4-BE49-F238E27FC236}">
                <a16:creationId xmlns:a16="http://schemas.microsoft.com/office/drawing/2014/main" id="{00203DF4-7724-4E78-A043-2E81FB77DBB7}"/>
              </a:ext>
            </a:extLst>
          </p:cNvPr>
          <p:cNvSpPr>
            <a:spLocks xmlns:a="http://schemas.openxmlformats.org/drawingml/2006/main" noGrp="1"/>
          </p:cNvSpPr>
          <p:nvPr/>
        </p:nvSpPr>
        <p:spPr>
          <a:xfrm xmlns:a="http://schemas.openxmlformats.org/drawingml/2006/main">
            <a:off x="7965955" y="4327944"/>
            <a:ext cx="40005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100" b="0">
                <a:solidFill>
                  <a:srgbClr val="111827"/>
                </a:solidFill>
                <a:latin typeface="Times New Roman"/>
                <a:ea typeface="Times New Roman"/>
                <a:cs typeface="Times New Roman"/>
              </a:defRPr>
            </a:pPr>
            <a:r>
              <a:rPr sz="2100" b="0">
                <a:solidFill>
                  <a:srgbClr val="111827"/>
                </a:solidFill>
                <a:latin typeface="Times New Roman"/>
                <a:ea typeface="Times New Roman"/>
                <a:cs typeface="Times New Roman"/>
              </a:rPr>
              <a:t>+</a:t>
            </a:r>
          </a:p>
        </p:txBody>
      </p:sp>
      <p:sp>
        <p:nvSpPr>
          <p:cNvPr id="1912473492" name="b-left-bracket">
            <a:extLst xmlns:a="http://schemas.openxmlformats.org/drawingml/2006/main">
              <a:ext uri="{FF2B5EF4-FFF2-40B4-BE49-F238E27FC236}">
                <a16:creationId xmlns:a16="http://schemas.microsoft.com/office/drawing/2014/main" id="{3C30328C-7E95-4351-9FB5-2C2C8D1DB23F}"/>
              </a:ext>
            </a:extLst>
          </p:cNvPr>
          <p:cNvSpPr>
            <a:spLocks xmlns:a="http://schemas.openxmlformats.org/drawingml/2006/main" noGrp="1"/>
          </p:cNvSpPr>
          <p:nvPr/>
        </p:nvSpPr>
        <p:spPr>
          <a:xfrm xmlns:a="http://schemas.openxmlformats.org/drawingml/2006/main">
            <a:off x="850888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1280014239" name="b-1">
            <a:extLst xmlns:a="http://schemas.openxmlformats.org/drawingml/2006/main">
              <a:ext uri="{FF2B5EF4-FFF2-40B4-BE49-F238E27FC236}">
                <a16:creationId xmlns:a16="http://schemas.microsoft.com/office/drawing/2014/main" id="{077E7B87-1196-4E4C-8B77-EB9EE65AAEBE}"/>
              </a:ext>
            </a:extLst>
          </p:cNvPr>
          <p:cNvSpPr>
            <a:spLocks xmlns:a="http://schemas.openxmlformats.org/drawingml/2006/main" noGrp="1"/>
          </p:cNvSpPr>
          <p:nvPr/>
        </p:nvSpPr>
        <p:spPr>
          <a:xfrm xmlns:a="http://schemas.openxmlformats.org/drawingml/2006/main">
            <a:off x="8794630" y="4194594"/>
            <a:ext cx="6096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0.1</a:t>
            </a:r>
          </a:p>
        </p:txBody>
      </p:sp>
      <p:sp>
        <p:nvSpPr>
          <p:cNvPr id="925678817" name="b-2">
            <a:extLst xmlns:a="http://schemas.openxmlformats.org/drawingml/2006/main">
              <a:ext uri="{FF2B5EF4-FFF2-40B4-BE49-F238E27FC236}">
                <a16:creationId xmlns:a16="http://schemas.microsoft.com/office/drawing/2014/main" id="{CBFFFE98-06DA-42A6-9090-C482300C9327}"/>
              </a:ext>
            </a:extLst>
          </p:cNvPr>
          <p:cNvSpPr>
            <a:spLocks xmlns:a="http://schemas.openxmlformats.org/drawingml/2006/main" noGrp="1"/>
          </p:cNvSpPr>
          <p:nvPr/>
        </p:nvSpPr>
        <p:spPr>
          <a:xfrm xmlns:a="http://schemas.openxmlformats.org/drawingml/2006/main">
            <a:off x="8756530" y="4632744"/>
            <a:ext cx="6858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111827"/>
                </a:solidFill>
                <a:latin typeface="Times New Roman"/>
                <a:ea typeface="Times New Roman"/>
                <a:cs typeface="Times New Roman"/>
              </a:defRPr>
            </a:pPr>
            <a:r>
              <a:rPr sz="1500" b="0">
                <a:solidFill>
                  <a:srgbClr val="111827"/>
                </a:solidFill>
                <a:latin typeface="Times New Roman"/>
                <a:ea typeface="Times New Roman"/>
                <a:cs typeface="Times New Roman"/>
              </a:rPr>
              <a:t>−0.1</a:t>
            </a:r>
          </a:p>
        </p:txBody>
      </p:sp>
      <p:sp>
        <p:nvSpPr>
          <p:cNvPr id="1430806469" name="b-right-bracket">
            <a:extLst xmlns:a="http://schemas.openxmlformats.org/drawingml/2006/main">
              <a:ext uri="{FF2B5EF4-FFF2-40B4-BE49-F238E27FC236}">
                <a16:creationId xmlns:a16="http://schemas.microsoft.com/office/drawing/2014/main" id="{A36EB3D4-24F0-4DDD-B62E-57D2DB9E289A}"/>
              </a:ext>
            </a:extLst>
          </p:cNvPr>
          <p:cNvSpPr>
            <a:spLocks xmlns:a="http://schemas.openxmlformats.org/drawingml/2006/main" noGrp="1"/>
          </p:cNvSpPr>
          <p:nvPr/>
        </p:nvSpPr>
        <p:spPr>
          <a:xfrm xmlns:a="http://schemas.openxmlformats.org/drawingml/2006/main">
            <a:off x="9423280" y="4137444"/>
            <a:ext cx="285750" cy="914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3900" b="0">
                <a:solidFill>
                  <a:srgbClr val="111827"/>
                </a:solidFill>
                <a:latin typeface="Times New Roman"/>
                <a:ea typeface="Times New Roman"/>
                <a:cs typeface="Times New Roman"/>
              </a:defRPr>
            </a:pPr>
            <a:r>
              <a:rPr sz="3900" b="0">
                <a:solidFill>
                  <a:srgbClr val="111827"/>
                </a:solidFill>
                <a:latin typeface="Times New Roman"/>
                <a:ea typeface="Times New Roman"/>
                <a:cs typeface="Times New Roman"/>
              </a:rPr>
              <a:t>]</a:t>
            </a:r>
          </a:p>
        </p:txBody>
      </p:sp>
      <p:sp>
        <p:nvSpPr>
          <p:cNvPr id="398011469" name="matrix-note">
            <a:extLst xmlns:a="http://schemas.openxmlformats.org/drawingml/2006/main">
              <a:ext uri="{FF2B5EF4-FFF2-40B4-BE49-F238E27FC236}">
                <a16:creationId xmlns:a16="http://schemas.microsoft.com/office/drawing/2014/main" id="{551C840B-EC3A-44D8-9E78-717637E50D94}"/>
              </a:ext>
            </a:extLst>
          </p:cNvPr>
          <p:cNvSpPr>
            <a:spLocks xmlns:a="http://schemas.openxmlformats.org/drawingml/2006/main" noGrp="1"/>
          </p:cNvSpPr>
          <p:nvPr/>
        </p:nvSpPr>
        <p:spPr>
          <a:xfrm xmlns:a="http://schemas.openxmlformats.org/drawingml/2006/main">
            <a:off x="2095500" y="5286375"/>
            <a:ext cx="800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486284"/>
                </a:solidFill>
                <a:latin typeface="Times New Roman"/>
                <a:ea typeface="Times New Roman"/>
                <a:cs typeface="Times New Roman"/>
              </a:defRPr>
            </a:pPr>
            <a:r>
              <a:rPr sz="1300" b="0">
                <a:solidFill>
                  <a:srgbClr val="486284"/>
                </a:solidFill>
                <a:latin typeface="Times New Roman"/>
                <a:ea typeface="Times New Roman"/>
                <a:cs typeface="Times New Roman"/>
              </a:rPr>
              <a:t>W stores the weights by output row; b stores one bias for each output.</a:t>
            </a:r>
          </a:p>
        </p:txBody>
      </p:sp>
      <p:sp>
        <p:nvSpPr>
          <p:cNvPr id="320933317" name="Oval 7">
            <a:extLst xmlns:a="http://schemas.openxmlformats.org/drawingml/2006/main">
              <a:ext uri="{FF2B5EF4-FFF2-40B4-BE49-F238E27FC236}">
                <a16:creationId xmlns:a16="http://schemas.microsoft.com/office/drawing/2014/main" id="{DFD5B2E1-636A-4DBF-8280-15983B2E5EF2}"/>
              </a:ext>
            </a:extLst>
          </p:cNvPr>
          <p:cNvSpPr>
            <a:spLocks xmlns:a="http://schemas.openxmlformats.org/drawingml/2006/main" noGrp="1"/>
          </p:cNvSpPr>
          <p:nvPr/>
        </p:nvSpPr>
        <p:spPr>
          <a:xfrm xmlns:a="http://schemas.openxmlformats.org/drawingml/2006/main">
            <a:off x="1028700" y="1508544"/>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x₁</a:t>
            </a:r>
          </a:p>
        </p:txBody>
      </p:sp>
      <p:sp>
        <p:nvSpPr>
          <p:cNvPr id="458217070" name="Oval 8">
            <a:extLst xmlns:a="http://schemas.openxmlformats.org/drawingml/2006/main">
              <a:ext uri="{FF2B5EF4-FFF2-40B4-BE49-F238E27FC236}">
                <a16:creationId xmlns:a16="http://schemas.microsoft.com/office/drawing/2014/main" id="{6D610B71-5C86-4E05-B860-E95212D96363}"/>
              </a:ext>
            </a:extLst>
          </p:cNvPr>
          <p:cNvSpPr>
            <a:spLocks xmlns:a="http://schemas.openxmlformats.org/drawingml/2006/main" noGrp="1"/>
          </p:cNvSpPr>
          <p:nvPr/>
        </p:nvSpPr>
        <p:spPr>
          <a:xfrm xmlns:a="http://schemas.openxmlformats.org/drawingml/2006/main">
            <a:off x="1028700" y="3032544"/>
            <a:ext cx="495300" cy="495300"/>
          </a:xfrm>
          <a:prstGeom xmlns:a="http://schemas.openxmlformats.org/drawingml/2006/main" prst="ellipse">
            <a:avLst/>
          </a:prstGeom>
          <a:solidFill xmlns:a="http://schemas.openxmlformats.org/drawingml/2006/main">
            <a:srgbClr val="FFFFFF"/>
          </a:solidFill>
          <a:ln xmlns:a="http://schemas.openxmlformats.org/drawingml/2006/main" w="19050">
            <a:solidFill>
              <a:srgbClr val="667085"/>
            </a:solid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111827"/>
                </a:solidFill>
                <a:latin typeface="Times New Roman"/>
                <a:ea typeface="Times New Roman"/>
                <a:cs typeface="Times New Roman"/>
              </a:defRPr>
            </a:pPr>
            <a:r>
              <a:rPr sz="1200" b="0">
                <a:solidFill>
                  <a:srgbClr val="111827"/>
                </a:solidFill>
                <a:latin typeface="Times New Roman"/>
                <a:ea typeface="Times New Roman"/>
                <a:cs typeface="Times New Roman"/>
              </a:rPr>
              <a:t>x₂</a:t>
            </a:r>
          </a:p>
        </p:txBody>
      </p:sp>
      <p:sp>
        <p:nvSpPr>
          <p:cNvPr id="1261072674" name="Oval 9">
            <a:extLst xmlns:a="http://schemas.openxmlformats.org/drawingml/2006/main">
              <a:ext uri="{FF2B5EF4-FFF2-40B4-BE49-F238E27FC236}">
                <a16:creationId xmlns:a16="http://schemas.microsoft.com/office/drawing/2014/main" id="{F815C4E6-3091-443A-9F8D-5A44BAA6AD0A}"/>
              </a:ext>
            </a:extLst>
          </p:cNvPr>
          <p:cNvSpPr>
            <a:spLocks xmlns:a="http://schemas.openxmlformats.org/drawingml/2006/main" noGrp="1"/>
          </p:cNvSpPr>
          <p:nvPr/>
        </p:nvSpPr>
        <p:spPr>
          <a:xfrm xmlns:a="http://schemas.openxmlformats.org/drawingml/2006/main">
            <a:off x="6743700" y="1508544"/>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sp>
        <p:nvSpPr>
          <p:cNvPr id="1306891541" name="Oval 10">
            <a:extLst xmlns:a="http://schemas.openxmlformats.org/drawingml/2006/main">
              <a:ext uri="{FF2B5EF4-FFF2-40B4-BE49-F238E27FC236}">
                <a16:creationId xmlns:a16="http://schemas.microsoft.com/office/drawing/2014/main" id="{8D601135-8915-4F44-B0BA-799EA4AA0AD9}"/>
              </a:ext>
            </a:extLst>
          </p:cNvPr>
          <p:cNvSpPr>
            <a:spLocks xmlns:a="http://schemas.openxmlformats.org/drawingml/2006/main" noGrp="1"/>
          </p:cNvSpPr>
          <p:nvPr/>
        </p:nvSpPr>
        <p:spPr>
          <a:xfrm xmlns:a="http://schemas.openxmlformats.org/drawingml/2006/main">
            <a:off x="6743700" y="3032544"/>
            <a:ext cx="495300" cy="495300"/>
          </a:xfrm>
          <a:prstGeom xmlns:a="http://schemas.openxmlformats.org/drawingml/2006/main" prst="ellipse">
            <a:avLst/>
          </a:prstGeom>
          <a:solidFill xmlns:a="http://schemas.openxmlformats.org/drawingml/2006/main">
            <a:srgbClr val="D9FBE8"/>
          </a:solidFill>
          <a:ln xmlns:a="http://schemas.openxmlformats.org/drawingml/2006/main" w="19050">
            <a:solidFill>
              <a:srgbClr val="246BFD"/>
            </a:solidFill>
            <a:prstDash val="solid"/>
          </a:ln>
        </p:spPr>
        <p:txBody>
          <a:bodyPr xmlns:a="http://schemas.openxmlformats.org/drawingml/2006/main" anchor="ctr"/>
          <a:lstStyle xmlns:a="http://schemas.openxmlformats.org/drawingml/2006/main"/>
          <a:p xmlns:a="http://schemas.openxmlformats.org/drawingml/2006/main">
            <a:pPr algn="ctr">
              <a:buNone/>
              <a:defRPr sz="750" b="1">
                <a:solidFill>
                  <a:srgbClr val="155EEF"/>
                </a:solidFill>
                <a:latin typeface="Times New Roman"/>
                <a:ea typeface="Times New Roman"/>
                <a:cs typeface="Times New Roman"/>
              </a:defRPr>
            </a:pPr>
            <a:r>
              <a:rPr sz="750" b="1">
                <a:solidFill>
                  <a:srgbClr val="155EEF"/>
                </a:solidFill>
                <a:latin typeface="Times New Roman"/>
                <a:ea typeface="Times New Roman"/>
                <a:cs typeface="Times New Roman"/>
              </a:rPr>
              <a:t>-0.1</a:t>
            </a:r>
          </a:p>
        </p:txBody>
      </p:sp>
      <p:cxnSp>
        <p:nvCxnSpPr>
          <p:cNvPr id="1949864690" name="Straight Arrow Connector 1503402375"/>
          <p:cNvCxnSpPr>
            <a:stCxn xmlns:a="http://schemas.openxmlformats.org/drawingml/2006/main" id="320933317" idx="6"/>
            <a:endCxn xmlns:a="http://schemas.openxmlformats.org/drawingml/2006/main" id="1261072674" idx="2"/>
          </p:cNvCxnSpPr>
          <p:nvPr/>
        </p:nvCxnSpPr>
        <p:spPr>
          <a:xfrm xmlns:a="http://schemas.openxmlformats.org/drawingml/2006/main">
            <a:off x="1524000" y="1756194"/>
            <a:ext cx="5219700" cy="0"/>
          </a:xfrm>
          <a:prstGeom xmlns:a="http://schemas.openxmlformats.org/drawingml/2006/main" prst="straightConnector1">
            <a:avLst/>
          </a:prstGeom>
          <a:ln xmlns:a="http://schemas.openxmlformats.org/drawingml/2006/main" w="11906">
            <a:solidFill>
              <a:srgbClr val="D7DEE9"/>
            </a:solidFill>
            <a:prstDash val="solid"/>
          </a:ln>
        </p:spPr>
      </p:cxnSp>
      <p:cxnSp>
        <p:nvCxnSpPr>
          <p:cNvPr id="1949864691" name="Straight Arrow Connector 1503402376"/>
          <p:cNvCxnSpPr>
            <a:stCxn xmlns:a="http://schemas.openxmlformats.org/drawingml/2006/main" id="320933317" idx="6"/>
            <a:endCxn xmlns:a="http://schemas.openxmlformats.org/drawingml/2006/main" id="1306891541" idx="2"/>
          </p:cNvCxnSpPr>
          <p:nvPr/>
        </p:nvCxnSpPr>
        <p:spPr>
          <a:xfrm xmlns:a="http://schemas.openxmlformats.org/drawingml/2006/main">
            <a:off x="1524000" y="1756194"/>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1949864692" name="Straight Arrow Connector 1503402377"/>
          <p:cNvCxnSpPr>
            <a:stCxn xmlns:a="http://schemas.openxmlformats.org/drawingml/2006/main" id="458217070" idx="6"/>
            <a:endCxn xmlns:a="http://schemas.openxmlformats.org/drawingml/2006/main" id="1261072674" idx="2"/>
          </p:cNvCxnSpPr>
          <p:nvPr/>
        </p:nvCxnSpPr>
        <p:spPr>
          <a:xfrm xmlns:a="http://schemas.openxmlformats.org/drawingml/2006/main" flipV="1">
            <a:off x="1524000" y="1756194"/>
            <a:ext cx="5219700" cy="1524000"/>
          </a:xfrm>
          <a:prstGeom xmlns:a="http://schemas.openxmlformats.org/drawingml/2006/main" prst="straightConnector1">
            <a:avLst/>
          </a:prstGeom>
          <a:ln xmlns:a="http://schemas.openxmlformats.org/drawingml/2006/main" w="11906">
            <a:solidFill>
              <a:srgbClr val="D7DEE9"/>
            </a:solidFill>
            <a:prstDash val="solid"/>
          </a:ln>
        </p:spPr>
      </p:cxnSp>
      <p:cxnSp>
        <p:nvCxnSpPr>
          <p:cNvPr id="1949864693" name="Straight Arrow Connector 1503402378"/>
          <p:cNvCxnSpPr>
            <a:stCxn xmlns:a="http://schemas.openxmlformats.org/drawingml/2006/main" id="458217070" idx="6"/>
            <a:endCxn xmlns:a="http://schemas.openxmlformats.org/drawingml/2006/main" id="1306891541" idx="2"/>
          </p:cNvCxnSpPr>
          <p:nvPr/>
        </p:nvCxnSpPr>
        <p:spPr>
          <a:xfrm xmlns:a="http://schemas.openxmlformats.org/drawingml/2006/main">
            <a:off x="1524000" y="3280194"/>
            <a:ext cx="5219700" cy="0"/>
          </a:xfrm>
          <a:prstGeom xmlns:a="http://schemas.openxmlformats.org/drawingml/2006/main" prst="straightConnector1">
            <a:avLst/>
          </a:prstGeom>
          <a:ln xmlns:a="http://schemas.openxmlformats.org/drawingml/2006/main" w="11906">
            <a:solidFill>
              <a:srgbClr val="D7DEE9"/>
            </a:solidFill>
            <a:prstDash val="solid"/>
          </a:ln>
        </p:spPr>
      </p:cxnSp>
      <p:sp>
        <p:nvSpPr>
          <p:cNvPr id="1506494985" name="Rectangle 43">
            <a:extLst xmlns:a="http://schemas.openxmlformats.org/drawingml/2006/main">
              <a:ext uri="{FF2B5EF4-FFF2-40B4-BE49-F238E27FC236}">
                <a16:creationId xmlns:a16="http://schemas.microsoft.com/office/drawing/2014/main" id="{892C110B-EB84-416D-9ACD-40679F675C9E}"/>
              </a:ext>
            </a:extLst>
          </p:cNvPr>
          <p:cNvSpPr>
            <a:spLocks xmlns:a="http://schemas.openxmlformats.org/drawingml/2006/main" noGrp="1"/>
          </p:cNvSpPr>
          <p:nvPr/>
        </p:nvSpPr>
        <p:spPr>
          <a:xfrm xmlns:a="http://schemas.openxmlformats.org/drawingml/2006/main">
            <a:off x="3552825" y="1479969"/>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0.82</a:t>
            </a:r>
          </a:p>
        </p:txBody>
      </p:sp>
      <p:sp>
        <p:nvSpPr>
          <p:cNvPr id="811543002" name="Rectangle 44">
            <a:extLst xmlns:a="http://schemas.openxmlformats.org/drawingml/2006/main">
              <a:ext uri="{FF2B5EF4-FFF2-40B4-BE49-F238E27FC236}">
                <a16:creationId xmlns:a16="http://schemas.microsoft.com/office/drawing/2014/main" id="{391DACB3-854F-4DFA-874E-375C1F92E2D4}"/>
              </a:ext>
            </a:extLst>
          </p:cNvPr>
          <p:cNvSpPr>
            <a:spLocks xmlns:a="http://schemas.openxmlformats.org/drawingml/2006/main" noGrp="1"/>
          </p:cNvSpPr>
          <p:nvPr/>
        </p:nvSpPr>
        <p:spPr>
          <a:xfrm xmlns:a="http://schemas.openxmlformats.org/drawingml/2006/main">
            <a:off x="3158346" y="2118289"/>
            <a:ext cx="590549"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−0.35</a:t>
            </a:r>
          </a:p>
        </p:txBody>
      </p:sp>
      <p:sp>
        <p:nvSpPr>
          <p:cNvPr id="415626662" name="Rectangle 45">
            <a:extLst xmlns:a="http://schemas.openxmlformats.org/drawingml/2006/main">
              <a:ext uri="{FF2B5EF4-FFF2-40B4-BE49-F238E27FC236}">
                <a16:creationId xmlns:a16="http://schemas.microsoft.com/office/drawing/2014/main" id="{07FC856E-AB46-4A8A-A583-A139A25C79E8}"/>
              </a:ext>
            </a:extLst>
          </p:cNvPr>
          <p:cNvSpPr>
            <a:spLocks xmlns:a="http://schemas.openxmlformats.org/drawingml/2006/main" noGrp="1"/>
          </p:cNvSpPr>
          <p:nvPr/>
        </p:nvSpPr>
        <p:spPr>
          <a:xfrm xmlns:a="http://schemas.openxmlformats.org/drawingml/2006/main">
            <a:off x="4453746" y="2118289"/>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0.47</a:t>
            </a:r>
          </a:p>
        </p:txBody>
      </p:sp>
      <p:sp>
        <p:nvSpPr>
          <p:cNvPr id="1139142121" name="Rectangle 46">
            <a:extLst xmlns:a="http://schemas.openxmlformats.org/drawingml/2006/main">
              <a:ext uri="{FF2B5EF4-FFF2-40B4-BE49-F238E27FC236}">
                <a16:creationId xmlns:a16="http://schemas.microsoft.com/office/drawing/2014/main" id="{E1C7D723-2E3C-42E3-A5C4-5B5559BF1C83}"/>
              </a:ext>
            </a:extLst>
          </p:cNvPr>
          <p:cNvSpPr>
            <a:spLocks xmlns:a="http://schemas.openxmlformats.org/drawingml/2006/main" noGrp="1"/>
          </p:cNvSpPr>
          <p:nvPr/>
        </p:nvSpPr>
        <p:spPr>
          <a:xfrm xmlns:a="http://schemas.openxmlformats.org/drawingml/2006/main">
            <a:off x="3552825" y="3003969"/>
            <a:ext cx="495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486284"/>
                </a:solidFill>
                <a:latin typeface="Times New Roman"/>
                <a:ea typeface="Times New Roman"/>
                <a:cs typeface="Times New Roman"/>
              </a:defRPr>
            </a:pPr>
            <a:r>
              <a:rPr sz="900" b="0">
                <a:solidFill>
                  <a:srgbClr val="486284"/>
                </a:solidFill>
                <a:latin typeface="Times New Roman"/>
                <a:ea typeface="Times New Roman"/>
                <a:cs typeface="Times New Roman"/>
              </a:rPr>
              <a:t>0.91</a:t>
            </a:r>
          </a:p>
        </p:txBody>
      </p:sp>
    </p:spTree>
    <p:extLst>
      <p:ext uri="{BB962C8B-B14F-4D97-AF65-F5344CB8AC3E}">
        <p14:creationId xmlns:p14="http://schemas.microsoft.com/office/powerpoint/2010/main" val="695129896"/>
      </p:ext>
    </p:extLst>
  </p:cSld>
</p:sld>
</file>

<file path=ppt/slides/slide2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9957409" name="Rectangle 1534851990">
            <a:extLst xmlns:a="http://schemas.openxmlformats.org/drawingml/2006/main">
              <a:ext uri="{FF2B5EF4-FFF2-40B4-BE49-F238E27FC236}">
                <a16:creationId xmlns:a16="http://schemas.microsoft.com/office/drawing/2014/main" id="{BE237FFD-7A1C-4F4B-B9D1-E47DAA144D38}"/>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570206513" name="Rectangle 479021826">
            <a:extLst xmlns:a="http://schemas.openxmlformats.org/drawingml/2006/main">
              <a:ext uri="{FF2B5EF4-FFF2-40B4-BE49-F238E27FC236}">
                <a16:creationId xmlns:a16="http://schemas.microsoft.com/office/drawing/2014/main" id="{20084E49-D0EE-43FD-986B-1AC7738A15A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Vision</a:t>
            </a:r>
          </a:p>
        </p:txBody>
      </p:sp>
      <p:sp>
        <p:nvSpPr>
          <p:cNvPr id="599155432" name="Rectangle 1978977909">
            <a:extLst xmlns:a="http://schemas.openxmlformats.org/drawingml/2006/main">
              <a:ext uri="{FF2B5EF4-FFF2-40B4-BE49-F238E27FC236}">
                <a16:creationId xmlns:a16="http://schemas.microsoft.com/office/drawing/2014/main" id="{562B80B2-6736-47BE-98BF-EFA63F9F86FF}"/>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latin typeface="Calibri"/>
                <a:ea typeface="Calibri"/>
                <a:cs typeface="Calibri"/>
              </a:defRPr>
            </a:pPr>
            <a:r>
              <a:rPr sz="3000" b="1">
                <a:solidFill>
                  <a:srgbClr val="0B0F19"/>
                </a:solidFill>
                <a:latin typeface="Calibri"/>
                <a:ea typeface="Calibri"/>
                <a:cs typeface="Calibri"/>
              </a:rPr>
              <a:t>CNNs reuse filters to find local patterns</a:t>
            </a:r>
          </a:p>
        </p:txBody>
      </p:sp>
      <p:pic>
        <p:nvPicPr>
          <p:cNvPr id="1570206518" name="Picture 515916084"/>
          <p:cNvPicPr>
            <a:picLocks xmlns:a="http://schemas.openxmlformats.org/drawingml/2006/main" noChangeAspect="1"/>
          </p:cNvPicPr>
          <p:nvPr/>
        </p:nvPicPr>
        <p:blipFill rotWithShape="1">
          <a:blip xmlns:r="http://schemas.openxmlformats.org/officeDocument/2006/relationships" xmlns:a="http://schemas.openxmlformats.org/drawingml/2006/main" r:embed="R80fb0e54075844be"/>
          <a:stretch xmlns:a="http://schemas.openxmlformats.org/drawingml/2006/main"/>
        </p:blipFill>
        <p:spPr>
          <a:xfrm xmlns:a="http://schemas.openxmlformats.org/drawingml/2006/main">
            <a:off x="1181505" y="1571625"/>
            <a:ext cx="9828989" cy="4619625"/>
          </a:xfrm>
          <a:prstGeom xmlns:a="http://schemas.openxmlformats.org/drawingml/2006/main" prst="rect">
            <a:avLst/>
          </a:prstGeom>
        </p:spPr>
      </p:pic>
      <p:sp>
        <p:nvSpPr>
          <p:cNvPr id="1456090650" name="Rectangle 2015264448">
            <a:extLst xmlns:a="http://schemas.openxmlformats.org/drawingml/2006/main">
              <a:ext uri="{FF2B5EF4-FFF2-40B4-BE49-F238E27FC236}">
                <a16:creationId xmlns:a16="http://schemas.microsoft.com/office/drawing/2014/main" id="{7BC7B422-C160-4527-88D9-23A0AC06AD9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26</a:t>
            </a:r>
          </a:p>
        </p:txBody>
      </p:sp>
    </p:spTree>
    <p:extLst>
      <p:ext uri="{BB962C8B-B14F-4D97-AF65-F5344CB8AC3E}">
        <p14:creationId xmlns:p14="http://schemas.microsoft.com/office/powerpoint/2010/main" val="1158685669"/>
      </p:ext>
    </p:extLst>
  </p:cSld>
</p:sld>
</file>

<file path=ppt/slides/slide2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91590717" name="Rectangle 1247590332">
            <a:extLst xmlns:a="http://schemas.openxmlformats.org/drawingml/2006/main">
              <a:ext uri="{FF2B5EF4-FFF2-40B4-BE49-F238E27FC236}">
                <a16:creationId xmlns:a16="http://schemas.microsoft.com/office/drawing/2014/main" id="{BE22ECFF-9340-4837-BFCB-A10390E142A7}"/>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704600796" name="Rectangle 123267949">
            <a:extLst xmlns:a="http://schemas.openxmlformats.org/drawingml/2006/main">
              <a:ext uri="{FF2B5EF4-FFF2-40B4-BE49-F238E27FC236}">
                <a16:creationId xmlns:a16="http://schemas.microsoft.com/office/drawing/2014/main" id="{3500BA10-3C5A-4063-94AA-B90DA7ADB4F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098194889" name="Rectangle 1662278909">
            <a:extLst xmlns:a="http://schemas.openxmlformats.org/drawingml/2006/main">
              <a:ext uri="{FF2B5EF4-FFF2-40B4-BE49-F238E27FC236}">
                <a16:creationId xmlns:a16="http://schemas.microsoft.com/office/drawing/2014/main" id="{2CAF2CF7-EAD0-4985-AAC7-5195102E1BB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RNNs carry state through time</a:t>
            </a:r>
          </a:p>
        </p:txBody>
      </p:sp>
      <p:sp>
        <p:nvSpPr>
          <p:cNvPr id="1145969643" name="Rectangle 459089390">
            <a:extLst xmlns:a="http://schemas.openxmlformats.org/drawingml/2006/main">
              <a:ext uri="{FF2B5EF4-FFF2-40B4-BE49-F238E27FC236}">
                <a16:creationId xmlns:a16="http://schemas.microsoft.com/office/drawing/2014/main" id="{FB518D69-C8BA-47BE-88E7-AFDAB0BC35E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27</a:t>
            </a:r>
          </a:p>
        </p:txBody>
      </p:sp>
      <p:sp>
        <p:nvSpPr>
          <p:cNvPr id="432757049" name="Rectangle 1982873099">
            <a:extLst xmlns:a="http://schemas.openxmlformats.org/drawingml/2006/main">
              <a:ext uri="{FF2B5EF4-FFF2-40B4-BE49-F238E27FC236}">
                <a16:creationId xmlns:a16="http://schemas.microsoft.com/office/drawing/2014/main" id="{913C7CAB-C270-4C23-87E7-24EC2449617F}"/>
              </a:ext>
            </a:extLst>
          </p:cNvPr>
          <p:cNvSpPr>
            <a:spLocks xmlns:a="http://schemas.openxmlformats.org/drawingml/2006/main" noGrp="1"/>
          </p:cNvSpPr>
          <p:nvPr/>
        </p:nvSpPr>
        <p:spPr>
          <a:xfrm xmlns:a="http://schemas.openxmlformats.org/drawingml/2006/main">
            <a:off x="704850" y="1314450"/>
            <a:ext cx="10287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0">
                <a:solidFill>
                  <a:srgbClr val="667085"/>
                </a:solidFill>
                <a:latin typeface="Calibri"/>
                <a:ea typeface="Calibri"/>
                <a:cs typeface="Calibri"/>
              </a:defRPr>
            </a:pPr>
            <a:r>
              <a:rPr sz="1500" b="0">
                <a:solidFill>
                  <a:srgbClr val="667085"/>
                </a:solidFill>
                <a:latin typeface="Calibri"/>
                <a:ea typeface="Calibri"/>
                <a:cs typeface="Calibri"/>
              </a:rPr>
              <a:t>LSTM and GRU add gates that decide what information to keep or forget.</a:t>
            </a:r>
          </a:p>
        </p:txBody>
      </p:sp>
      <p:pic>
        <p:nvPicPr>
          <p:cNvPr id="2091590724" name="Picture 305515905"/>
          <p:cNvPicPr>
            <a:picLocks xmlns:a="http://schemas.openxmlformats.org/drawingml/2006/main" noChangeAspect="1"/>
          </p:cNvPicPr>
          <p:nvPr/>
        </p:nvPicPr>
        <p:blipFill rotWithShape="1">
          <a:blip xmlns:r="http://schemas.openxmlformats.org/officeDocument/2006/relationships" xmlns:a="http://schemas.openxmlformats.org/drawingml/2006/main" r:embed="R958c94b4ab224790"/>
          <a:stretch xmlns:a="http://schemas.openxmlformats.org/drawingml/2006/main"/>
        </p:blipFill>
        <p:spPr>
          <a:xfrm xmlns:a="http://schemas.openxmlformats.org/drawingml/2006/main">
            <a:off x="2047875" y="1809750"/>
            <a:ext cx="8096250" cy="3648074"/>
          </a:xfrm>
          <a:prstGeom xmlns:a="http://schemas.openxmlformats.org/drawingml/2006/main" prst="rect">
            <a:avLst/>
          </a:prstGeom>
        </p:spPr>
      </p:pic>
      <p:sp>
        <p:nvSpPr>
          <p:cNvPr id="610129864" name="Rectangle 1852267195">
            <a:extLst xmlns:a="http://schemas.openxmlformats.org/drawingml/2006/main">
              <a:ext uri="{FF2B5EF4-FFF2-40B4-BE49-F238E27FC236}">
                <a16:creationId xmlns:a16="http://schemas.microsoft.com/office/drawing/2014/main" id="{7E02C391-AB7C-401D-9878-14CC61B915DC}"/>
              </a:ext>
            </a:extLst>
          </p:cNvPr>
          <p:cNvSpPr>
            <a:spLocks xmlns:a="http://schemas.openxmlformats.org/drawingml/2006/main" noGrp="1"/>
          </p:cNvSpPr>
          <p:nvPr/>
        </p:nvSpPr>
        <p:spPr>
          <a:xfrm xmlns:a="http://schemas.openxmlformats.org/drawingml/2006/main">
            <a:off x="1143000" y="5762625"/>
            <a:ext cx="9906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RNN: hidden state     •     LSTM: memory cell + gates     •     GRU: compact gated unit</a:t>
            </a:r>
          </a:p>
        </p:txBody>
      </p:sp>
    </p:spTree>
    <p:extLst>
      <p:ext uri="{BB962C8B-B14F-4D97-AF65-F5344CB8AC3E}">
        <p14:creationId xmlns:p14="http://schemas.microsoft.com/office/powerpoint/2010/main" val="537960600"/>
      </p:ext>
    </p:extLst>
  </p:cSld>
</p:sld>
</file>

<file path=ppt/slides/slide2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5923271" name="Rectangle 1803920234">
            <a:extLst xmlns:a="http://schemas.openxmlformats.org/drawingml/2006/main">
              <a:ext uri="{FF2B5EF4-FFF2-40B4-BE49-F238E27FC236}">
                <a16:creationId xmlns:a16="http://schemas.microsoft.com/office/drawing/2014/main" id="{F32EFFFF-581E-4988-B628-79D6E9CD731A}"/>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18068339" name="Rectangle 1271380438">
            <a:extLst xmlns:a="http://schemas.openxmlformats.org/drawingml/2006/main">
              <a:ext uri="{FF2B5EF4-FFF2-40B4-BE49-F238E27FC236}">
                <a16:creationId xmlns:a16="http://schemas.microsoft.com/office/drawing/2014/main" id="{55AAABA9-577B-4B81-8273-1503AEF5D3C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98704749" name="Rectangle 608404555">
            <a:extLst xmlns:a="http://schemas.openxmlformats.org/drawingml/2006/main">
              <a:ext uri="{FF2B5EF4-FFF2-40B4-BE49-F238E27FC236}">
                <a16:creationId xmlns:a16="http://schemas.microsoft.com/office/drawing/2014/main" id="{AF0A7E6E-3249-45F6-B7BE-38EF82EED12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RNN, LSTM, and GRU: what each adds</a:t>
            </a:r>
          </a:p>
        </p:txBody>
      </p:sp>
      <p:sp>
        <p:nvSpPr>
          <p:cNvPr id="795483025" name="Rectangle 2038265659">
            <a:extLst xmlns:a="http://schemas.openxmlformats.org/drawingml/2006/main">
              <a:ext uri="{FF2B5EF4-FFF2-40B4-BE49-F238E27FC236}">
                <a16:creationId xmlns:a16="http://schemas.microsoft.com/office/drawing/2014/main" id="{42FAA7A0-A89F-46AE-A046-9ED631B6354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28</a:t>
            </a:r>
          </a:p>
        </p:txBody>
      </p:sp>
      <p:sp>
        <p:nvSpPr>
          <p:cNvPr id="1712250089" name="Rectangle 1642738132">
            <a:extLst xmlns:a="http://schemas.openxmlformats.org/drawingml/2006/main">
              <a:ext uri="{FF2B5EF4-FFF2-40B4-BE49-F238E27FC236}">
                <a16:creationId xmlns:a16="http://schemas.microsoft.com/office/drawing/2014/main" id="{D6BBF647-5EA4-44B0-A498-7591BEB7D900}"/>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All pass information through time; gates improve what can be remembered.</a:t>
            </a:r>
          </a:p>
        </p:txBody>
      </p:sp>
      <p:sp>
        <p:nvSpPr>
          <p:cNvPr id="1559565128" name="Rectangle: Rounded Corners 1850643839">
            <a:extLst xmlns:a="http://schemas.openxmlformats.org/drawingml/2006/main">
              <a:ext uri="{FF2B5EF4-FFF2-40B4-BE49-F238E27FC236}">
                <a16:creationId xmlns:a16="http://schemas.microsoft.com/office/drawing/2014/main" id="{81A2A278-6992-4D22-9AFF-18904864589D}"/>
              </a:ext>
            </a:extLst>
          </p:cNvPr>
          <p:cNvSpPr>
            <a:spLocks xmlns:a="http://schemas.openxmlformats.org/drawingml/2006/main" noGrp="1"/>
          </p:cNvSpPr>
          <p:nvPr/>
        </p:nvSpPr>
        <p:spPr>
          <a:xfrm xmlns:a="http://schemas.openxmlformats.org/drawingml/2006/main">
            <a:off x="723900" y="1981200"/>
            <a:ext cx="3124200" cy="3162300"/>
          </a:xfrm>
          <a:prstGeom xmlns:a="http://schemas.openxmlformats.org/drawingml/2006/main" prst="roundRect">
            <a:avLst>
              <a:gd name="adj" fmla="val 3659"/>
            </a:avLst>
          </a:prstGeom>
          <a:solidFill xmlns:a="http://schemas.openxmlformats.org/drawingml/2006/main">
            <a:srgbClr val="EAF2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6009154" name="Rectangle 1017679780">
            <a:extLst xmlns:a="http://schemas.openxmlformats.org/drawingml/2006/main">
              <a:ext uri="{FF2B5EF4-FFF2-40B4-BE49-F238E27FC236}">
                <a16:creationId xmlns:a16="http://schemas.microsoft.com/office/drawing/2014/main" id="{3A5804DF-5D84-4109-874C-A98A3E62BAAE}"/>
              </a:ext>
            </a:extLst>
          </p:cNvPr>
          <p:cNvSpPr>
            <a:spLocks xmlns:a="http://schemas.openxmlformats.org/drawingml/2006/main" noGrp="1"/>
          </p:cNvSpPr>
          <p:nvPr/>
        </p:nvSpPr>
        <p:spPr>
          <a:xfrm xmlns:a="http://schemas.openxmlformats.org/drawingml/2006/main">
            <a:off x="9906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2563EB"/>
                </a:solidFill>
                <a:latin typeface="Calibri"/>
                <a:ea typeface="Calibri"/>
                <a:cs typeface="Calibri"/>
              </a:defRPr>
            </a:pPr>
            <a:r>
              <a:rPr sz="2100" b="1">
                <a:solidFill>
                  <a:srgbClr val="2563EB"/>
                </a:solidFill>
                <a:latin typeface="Calibri"/>
                <a:ea typeface="Calibri"/>
                <a:cs typeface="Calibri"/>
              </a:rPr>
              <a:t>RNN</a:t>
            </a:r>
          </a:p>
        </p:txBody>
      </p:sp>
      <p:sp>
        <p:nvSpPr>
          <p:cNvPr id="1218099052" name="Rectangle 1849476888">
            <a:extLst xmlns:a="http://schemas.openxmlformats.org/drawingml/2006/main">
              <a:ext uri="{FF2B5EF4-FFF2-40B4-BE49-F238E27FC236}">
                <a16:creationId xmlns:a16="http://schemas.microsoft.com/office/drawing/2014/main" id="{18ADAF5F-ADB2-4A9E-A83D-648E89398E2B}"/>
              </a:ext>
            </a:extLst>
          </p:cNvPr>
          <p:cNvSpPr>
            <a:spLocks xmlns:a="http://schemas.openxmlformats.org/drawingml/2006/main" noGrp="1"/>
          </p:cNvSpPr>
          <p:nvPr/>
        </p:nvSpPr>
        <p:spPr>
          <a:xfrm xmlns:a="http://schemas.openxmlformats.org/drawingml/2006/main">
            <a:off x="9906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Carries one hidden state</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from token to token.</a:t>
            </a:r>
          </a:p>
        </p:txBody>
      </p:sp>
      <p:sp>
        <p:nvSpPr>
          <p:cNvPr id="552812029" name="Straight Connector 661712452">
            <a:extLst xmlns:a="http://schemas.openxmlformats.org/drawingml/2006/main">
              <a:ext uri="{FF2B5EF4-FFF2-40B4-BE49-F238E27FC236}">
                <a16:creationId xmlns:a16="http://schemas.microsoft.com/office/drawing/2014/main" id="{CEBA4022-CEDD-49AA-B55B-8C88A7587678}"/>
              </a:ext>
            </a:extLst>
          </p:cNvPr>
          <p:cNvSpPr>
            <a:spLocks xmlns:a="http://schemas.openxmlformats.org/drawingml/2006/main" noGrp="1"/>
          </p:cNvSpPr>
          <p:nvPr/>
        </p:nvSpPr>
        <p:spPr>
          <a:xfrm xmlns:a="http://schemas.openxmlformats.org/drawingml/2006/main">
            <a:off x="990600" y="3771900"/>
            <a:ext cx="2571750" cy="0"/>
          </a:xfrm>
          <a:prstGeom xmlns:a="http://schemas.openxmlformats.org/drawingml/2006/main" prst="line">
            <a:avLst/>
          </a:prstGeom>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6339351" name="Rectangle 814738557">
            <a:extLst xmlns:a="http://schemas.openxmlformats.org/drawingml/2006/main">
              <a:ext uri="{FF2B5EF4-FFF2-40B4-BE49-F238E27FC236}">
                <a16:creationId xmlns:a16="http://schemas.microsoft.com/office/drawing/2014/main" id="{88C60679-BED8-4CD8-B43C-5CAE2282DA15}"/>
              </a:ext>
            </a:extLst>
          </p:cNvPr>
          <p:cNvSpPr>
            <a:spLocks xmlns:a="http://schemas.openxmlformats.org/drawingml/2006/main" noGrp="1"/>
          </p:cNvSpPr>
          <p:nvPr/>
        </p:nvSpPr>
        <p:spPr>
          <a:xfrm xmlns:a="http://schemas.openxmlformats.org/drawingml/2006/main">
            <a:off x="9906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Limit: long-range context</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can fade or vanish.</a:t>
            </a:r>
          </a:p>
        </p:txBody>
      </p:sp>
      <p:sp>
        <p:nvSpPr>
          <p:cNvPr id="371413939" name="Rectangle: Rounded Corners 1558336149">
            <a:extLst xmlns:a="http://schemas.openxmlformats.org/drawingml/2006/main">
              <a:ext uri="{FF2B5EF4-FFF2-40B4-BE49-F238E27FC236}">
                <a16:creationId xmlns:a16="http://schemas.microsoft.com/office/drawing/2014/main" id="{B9DEBBC3-2EA4-4C4B-AEA3-132E9AA66EE1}"/>
              </a:ext>
            </a:extLst>
          </p:cNvPr>
          <p:cNvSpPr>
            <a:spLocks xmlns:a="http://schemas.openxmlformats.org/drawingml/2006/main" noGrp="1"/>
          </p:cNvSpPr>
          <p:nvPr/>
        </p:nvSpPr>
        <p:spPr>
          <a:xfrm xmlns:a="http://schemas.openxmlformats.org/drawingml/2006/main">
            <a:off x="4191000" y="1981200"/>
            <a:ext cx="3124200" cy="3162300"/>
          </a:xfrm>
          <a:prstGeom xmlns:a="http://schemas.openxmlformats.org/drawingml/2006/main" prst="roundRect">
            <a:avLst>
              <a:gd name="adj" fmla="val 3659"/>
            </a:avLst>
          </a:prstGeom>
          <a:solidFill xmlns:a="http://schemas.openxmlformats.org/drawingml/2006/main">
            <a:srgbClr val="EAFBF3"/>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6753571" name="Rectangle 1410040051">
            <a:extLst xmlns:a="http://schemas.openxmlformats.org/drawingml/2006/main">
              <a:ext uri="{FF2B5EF4-FFF2-40B4-BE49-F238E27FC236}">
                <a16:creationId xmlns:a16="http://schemas.microsoft.com/office/drawing/2014/main" id="{5DEE2E88-FE57-42CA-A8DC-08DC2A7D85C5}"/>
              </a:ext>
            </a:extLst>
          </p:cNvPr>
          <p:cNvSpPr>
            <a:spLocks xmlns:a="http://schemas.openxmlformats.org/drawingml/2006/main" noGrp="1"/>
          </p:cNvSpPr>
          <p:nvPr/>
        </p:nvSpPr>
        <p:spPr>
          <a:xfrm xmlns:a="http://schemas.openxmlformats.org/drawingml/2006/main">
            <a:off x="44577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059669"/>
                </a:solidFill>
                <a:latin typeface="Calibri"/>
                <a:ea typeface="Calibri"/>
                <a:cs typeface="Calibri"/>
              </a:defRPr>
            </a:pPr>
            <a:r>
              <a:rPr sz="2100" b="1">
                <a:solidFill>
                  <a:srgbClr val="059669"/>
                </a:solidFill>
                <a:latin typeface="Calibri"/>
                <a:ea typeface="Calibri"/>
                <a:cs typeface="Calibri"/>
              </a:rPr>
              <a:t>LSTM</a:t>
            </a:r>
          </a:p>
        </p:txBody>
      </p:sp>
      <p:sp>
        <p:nvSpPr>
          <p:cNvPr id="1392172749" name="Rectangle 1940875111">
            <a:extLst xmlns:a="http://schemas.openxmlformats.org/drawingml/2006/main">
              <a:ext uri="{FF2B5EF4-FFF2-40B4-BE49-F238E27FC236}">
                <a16:creationId xmlns:a16="http://schemas.microsoft.com/office/drawing/2014/main" id="{CCD38C95-E6E6-4AF4-87CE-3920EEC63FDB}"/>
              </a:ext>
            </a:extLst>
          </p:cNvPr>
          <p:cNvSpPr>
            <a:spLocks xmlns:a="http://schemas.openxmlformats.org/drawingml/2006/main" noGrp="1"/>
          </p:cNvSpPr>
          <p:nvPr/>
        </p:nvSpPr>
        <p:spPr>
          <a:xfrm xmlns:a="http://schemas.openxmlformats.org/drawingml/2006/main">
            <a:off x="44577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Adds a memory cell plus</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input / forget / output gates.</a:t>
            </a:r>
          </a:p>
        </p:txBody>
      </p:sp>
      <p:sp>
        <p:nvSpPr>
          <p:cNvPr id="2023816083" name="Straight Connector 1325281556">
            <a:extLst xmlns:a="http://schemas.openxmlformats.org/drawingml/2006/main">
              <a:ext uri="{FF2B5EF4-FFF2-40B4-BE49-F238E27FC236}">
                <a16:creationId xmlns:a16="http://schemas.microsoft.com/office/drawing/2014/main" id="{33DAC91F-07D0-4E7E-96D7-634B4354D463}"/>
              </a:ext>
            </a:extLst>
          </p:cNvPr>
          <p:cNvSpPr>
            <a:spLocks xmlns:a="http://schemas.openxmlformats.org/drawingml/2006/main" noGrp="1"/>
          </p:cNvSpPr>
          <p:nvPr/>
        </p:nvSpPr>
        <p:spPr>
          <a:xfrm xmlns:a="http://schemas.openxmlformats.org/drawingml/2006/main">
            <a:off x="4457700" y="3771900"/>
            <a:ext cx="2571750" cy="0"/>
          </a:xfrm>
          <a:prstGeom xmlns:a="http://schemas.openxmlformats.org/drawingml/2006/main" prst="line">
            <a:avLst/>
          </a:prstGeom>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66606579" name="Rectangle 527931363">
            <a:extLst xmlns:a="http://schemas.openxmlformats.org/drawingml/2006/main">
              <a:ext uri="{FF2B5EF4-FFF2-40B4-BE49-F238E27FC236}">
                <a16:creationId xmlns:a16="http://schemas.microsoft.com/office/drawing/2014/main" id="{EBAC7CDA-22FF-47CB-8AED-9F99D8F0A25E}"/>
              </a:ext>
            </a:extLst>
          </p:cNvPr>
          <p:cNvSpPr>
            <a:spLocks xmlns:a="http://schemas.openxmlformats.org/drawingml/2006/main" noGrp="1"/>
          </p:cNvSpPr>
          <p:nvPr/>
        </p:nvSpPr>
        <p:spPr>
          <a:xfrm xmlns:a="http://schemas.openxmlformats.org/drawingml/2006/main">
            <a:off x="44577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stronger memory,</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more parameters and compute.</a:t>
            </a:r>
          </a:p>
        </p:txBody>
      </p:sp>
      <p:sp>
        <p:nvSpPr>
          <p:cNvPr id="1664917508" name="Rectangle: Rounded Corners 713289506">
            <a:extLst xmlns:a="http://schemas.openxmlformats.org/drawingml/2006/main">
              <a:ext uri="{FF2B5EF4-FFF2-40B4-BE49-F238E27FC236}">
                <a16:creationId xmlns:a16="http://schemas.microsoft.com/office/drawing/2014/main" id="{63F651CA-9E2F-46E8-BD69-B47317FA899A}"/>
              </a:ext>
            </a:extLst>
          </p:cNvPr>
          <p:cNvSpPr>
            <a:spLocks xmlns:a="http://schemas.openxmlformats.org/drawingml/2006/main" noGrp="1"/>
          </p:cNvSpPr>
          <p:nvPr/>
        </p:nvSpPr>
        <p:spPr>
          <a:xfrm xmlns:a="http://schemas.openxmlformats.org/drawingml/2006/main">
            <a:off x="7658100" y="1981200"/>
            <a:ext cx="3124200" cy="3162300"/>
          </a:xfrm>
          <a:prstGeom xmlns:a="http://schemas.openxmlformats.org/drawingml/2006/main" prst="roundRect">
            <a:avLst>
              <a:gd name="adj" fmla="val 3659"/>
            </a:avLst>
          </a:prstGeom>
          <a:solidFill xmlns:a="http://schemas.openxmlformats.org/drawingml/2006/main">
            <a:srgbClr val="FFF4E5"/>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481498" name="Rectangle 473538766">
            <a:extLst xmlns:a="http://schemas.openxmlformats.org/drawingml/2006/main">
              <a:ext uri="{FF2B5EF4-FFF2-40B4-BE49-F238E27FC236}">
                <a16:creationId xmlns:a16="http://schemas.microsoft.com/office/drawing/2014/main" id="{0D9FD2FB-ADC2-4EA7-A59D-D2A135DC977E}"/>
              </a:ext>
            </a:extLst>
          </p:cNvPr>
          <p:cNvSpPr>
            <a:spLocks xmlns:a="http://schemas.openxmlformats.org/drawingml/2006/main" noGrp="1"/>
          </p:cNvSpPr>
          <p:nvPr/>
        </p:nvSpPr>
        <p:spPr>
          <a:xfrm xmlns:a="http://schemas.openxmlformats.org/drawingml/2006/main">
            <a:off x="7924800" y="2228850"/>
            <a:ext cx="25717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100" b="1">
                <a:solidFill>
                  <a:srgbClr val="D97706"/>
                </a:solidFill>
                <a:latin typeface="Calibri"/>
                <a:ea typeface="Calibri"/>
                <a:cs typeface="Calibri"/>
              </a:defRPr>
            </a:pPr>
            <a:r>
              <a:rPr sz="2100" b="1">
                <a:solidFill>
                  <a:srgbClr val="D97706"/>
                </a:solidFill>
                <a:latin typeface="Calibri"/>
                <a:ea typeface="Calibri"/>
                <a:cs typeface="Calibri"/>
              </a:rPr>
              <a:t>GRU</a:t>
            </a:r>
          </a:p>
        </p:txBody>
      </p:sp>
      <p:sp>
        <p:nvSpPr>
          <p:cNvPr id="1266589770" name="Rectangle 2292722">
            <a:extLst xmlns:a="http://schemas.openxmlformats.org/drawingml/2006/main">
              <a:ext uri="{FF2B5EF4-FFF2-40B4-BE49-F238E27FC236}">
                <a16:creationId xmlns:a16="http://schemas.microsoft.com/office/drawing/2014/main" id="{3E3F657E-853C-4C4A-85B6-8B642C12F14C}"/>
              </a:ext>
            </a:extLst>
          </p:cNvPr>
          <p:cNvSpPr>
            <a:spLocks xmlns:a="http://schemas.openxmlformats.org/drawingml/2006/main" noGrp="1"/>
          </p:cNvSpPr>
          <p:nvPr/>
        </p:nvSpPr>
        <p:spPr>
          <a:xfrm xmlns:a="http://schemas.openxmlformats.org/drawingml/2006/main">
            <a:off x="7924800" y="2876550"/>
            <a:ext cx="25908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Uses update and reset gates</a:t>
            </a:r>
          </a:p>
          <a:p xmlns:a="http://schemas.openxmlformats.org/drawingml/2006/main">
            <a:pPr algn="l">
              <a:buNone/>
              <a:defRPr sz="1450" b="0">
                <a:solidFill>
                  <a:srgbClr val="0B0F19"/>
                </a:solidFill>
                <a:latin typeface="Calibri"/>
                <a:ea typeface="Calibri"/>
                <a:cs typeface="Calibri"/>
              </a:defRPr>
            </a:pPr>
            <a:r>
              <a:rPr sz="1450" b="0">
                <a:solidFill>
                  <a:srgbClr val="0B0F19"/>
                </a:solidFill>
                <a:latin typeface="Calibri"/>
                <a:ea typeface="Calibri"/>
                <a:cs typeface="Calibri"/>
              </a:rPr>
              <a:t>with a simpler state.</a:t>
            </a:r>
          </a:p>
        </p:txBody>
      </p:sp>
      <p:sp>
        <p:nvSpPr>
          <p:cNvPr id="470352305" name="Straight Connector 327092207">
            <a:extLst xmlns:a="http://schemas.openxmlformats.org/drawingml/2006/main">
              <a:ext uri="{FF2B5EF4-FFF2-40B4-BE49-F238E27FC236}">
                <a16:creationId xmlns:a16="http://schemas.microsoft.com/office/drawing/2014/main" id="{255F7153-1507-4A18-A574-15AD28BC6AB5}"/>
              </a:ext>
            </a:extLst>
          </p:cNvPr>
          <p:cNvSpPr>
            <a:spLocks xmlns:a="http://schemas.openxmlformats.org/drawingml/2006/main" noGrp="1"/>
          </p:cNvSpPr>
          <p:nvPr/>
        </p:nvSpPr>
        <p:spPr>
          <a:xfrm xmlns:a="http://schemas.openxmlformats.org/drawingml/2006/main">
            <a:off x="7924800" y="3771900"/>
            <a:ext cx="2571750" cy="0"/>
          </a:xfrm>
          <a:prstGeom xmlns:a="http://schemas.openxmlformats.org/drawingml/2006/main" prst="line">
            <a:avLst/>
          </a:prstGeom>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777901" name="Rectangle 1176949747">
            <a:extLst xmlns:a="http://schemas.openxmlformats.org/drawingml/2006/main">
              <a:ext uri="{FF2B5EF4-FFF2-40B4-BE49-F238E27FC236}">
                <a16:creationId xmlns:a16="http://schemas.microsoft.com/office/drawing/2014/main" id="{5FDDEE3B-FD9D-44A2-BB6F-7444338A323B}"/>
              </a:ext>
            </a:extLst>
          </p:cNvPr>
          <p:cNvSpPr>
            <a:spLocks xmlns:a="http://schemas.openxmlformats.org/drawingml/2006/main" noGrp="1"/>
          </p:cNvSpPr>
          <p:nvPr/>
        </p:nvSpPr>
        <p:spPr>
          <a:xfrm xmlns:a="http://schemas.openxmlformats.org/drawingml/2006/main">
            <a:off x="7924800" y="4000500"/>
            <a:ext cx="25908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Trade-off: lighter than LSTM,</a:t>
            </a:r>
          </a:p>
          <a:p xmlns:a="http://schemas.openxmlformats.org/drawingml/2006/main">
            <a:pPr algn="l">
              <a:buNone/>
              <a:defRPr sz="1350" b="1">
                <a:solidFill>
                  <a:srgbClr val="DC2626"/>
                </a:solidFill>
                <a:latin typeface="Calibri"/>
                <a:ea typeface="Calibri"/>
                <a:cs typeface="Calibri"/>
              </a:defRPr>
            </a:pPr>
            <a:r>
              <a:rPr sz="1350" b="1">
                <a:solidFill>
                  <a:srgbClr val="DC2626"/>
                </a:solidFill>
                <a:latin typeface="Calibri"/>
                <a:ea typeface="Calibri"/>
                <a:cs typeface="Calibri"/>
              </a:rPr>
              <a:t>but still sequential.</a:t>
            </a:r>
          </a:p>
        </p:txBody>
      </p:sp>
      <p:sp>
        <p:nvSpPr>
          <p:cNvPr id="65309263" name="Rectangle 1591407677">
            <a:extLst xmlns:a="http://schemas.openxmlformats.org/drawingml/2006/main">
              <a:ext uri="{FF2B5EF4-FFF2-40B4-BE49-F238E27FC236}">
                <a16:creationId xmlns:a16="http://schemas.microsoft.com/office/drawing/2014/main" id="{22E88A67-3F73-4DA3-B316-F3668E06B647}"/>
              </a:ext>
            </a:extLst>
          </p:cNvPr>
          <p:cNvSpPr>
            <a:spLocks xmlns:a="http://schemas.openxmlformats.org/drawingml/2006/main" noGrp="1"/>
          </p:cNvSpPr>
          <p:nvPr/>
        </p:nvSpPr>
        <p:spPr>
          <a:xfrm xmlns:a="http://schemas.openxmlformats.org/drawingml/2006/main">
            <a:off x="876299" y="5486400"/>
            <a:ext cx="104013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667085"/>
                </a:solidFill>
                <a:latin typeface="Calibri"/>
                <a:ea typeface="Calibri"/>
                <a:cs typeface="Calibri"/>
              </a:defRPr>
            </a:pPr>
            <a:r>
              <a:rPr sz="1350" b="1">
                <a:solidFill>
                  <a:srgbClr val="667085"/>
                </a:solidFill>
                <a:latin typeface="Calibri"/>
                <a:ea typeface="Calibri"/>
                <a:cs typeface="Calibri"/>
              </a:rPr>
              <a:t>Shared limitation: each step depends on the previous step, so training and inference are hard to parallelize.</a:t>
            </a:r>
          </a:p>
        </p:txBody>
      </p:sp>
    </p:spTree>
    <p:extLst>
      <p:ext uri="{BB962C8B-B14F-4D97-AF65-F5344CB8AC3E}">
        <p14:creationId xmlns:p14="http://schemas.microsoft.com/office/powerpoint/2010/main" val="803323797"/>
      </p:ext>
    </p:extLst>
  </p:cSld>
</p:sld>
</file>

<file path=ppt/slides/slide2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30299672" name="Rectangle 989602603">
            <a:extLst xmlns:a="http://schemas.openxmlformats.org/drawingml/2006/main">
              <a:ext uri="{FF2B5EF4-FFF2-40B4-BE49-F238E27FC236}">
                <a16:creationId xmlns:a16="http://schemas.microsoft.com/office/drawing/2014/main" id="{4389DC2A-F512-4B44-9E71-B743DE70B6C9}"/>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534757214" name="Rectangle 261556298">
            <a:extLst xmlns:a="http://schemas.openxmlformats.org/drawingml/2006/main">
              <a:ext uri="{FF2B5EF4-FFF2-40B4-BE49-F238E27FC236}">
                <a16:creationId xmlns:a16="http://schemas.microsoft.com/office/drawing/2014/main" id="{CF4EE5FA-4598-4ACC-97F5-472682DB22E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Sequences</a:t>
            </a:r>
          </a:p>
        </p:txBody>
      </p:sp>
      <p:sp>
        <p:nvSpPr>
          <p:cNvPr id="1957077692" name="Rectangle 1512049014">
            <a:extLst xmlns:a="http://schemas.openxmlformats.org/drawingml/2006/main">
              <a:ext uri="{FF2B5EF4-FFF2-40B4-BE49-F238E27FC236}">
                <a16:creationId xmlns:a16="http://schemas.microsoft.com/office/drawing/2014/main" id="{F8BD48CB-6B38-46F5-8814-18340BE712DB}"/>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700" b="1">
                <a:solidFill>
                  <a:srgbClr val="0B0F19"/>
                </a:solidFill>
                <a:latin typeface="Calibri"/>
                <a:ea typeface="Calibri"/>
                <a:cs typeface="Calibri"/>
              </a:defRPr>
            </a:pPr>
            <a:r>
              <a:rPr sz="2700" b="1">
                <a:solidFill>
                  <a:srgbClr val="0B0F19"/>
                </a:solidFill>
                <a:latin typeface="Calibri"/>
                <a:ea typeface="Calibri"/>
                <a:cs typeface="Calibri"/>
              </a:rPr>
              <a:t>Encoder–decoder maps one sequence to another</a:t>
            </a:r>
          </a:p>
        </p:txBody>
      </p:sp>
      <p:sp>
        <p:nvSpPr>
          <p:cNvPr id="2014455249" name="Rectangle 1473387864">
            <a:extLst xmlns:a="http://schemas.openxmlformats.org/drawingml/2006/main">
              <a:ext uri="{FF2B5EF4-FFF2-40B4-BE49-F238E27FC236}">
                <a16:creationId xmlns:a16="http://schemas.microsoft.com/office/drawing/2014/main" id="{C275FFCA-CCDD-4882-80D4-CD9F90A8293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29</a:t>
            </a:r>
          </a:p>
        </p:txBody>
      </p:sp>
      <p:pic>
        <p:nvPicPr>
          <p:cNvPr id="2014455255" name="Picture 2063006321"/>
          <p:cNvPicPr>
            <a:picLocks xmlns:a="http://schemas.openxmlformats.org/drawingml/2006/main" noChangeAspect="1"/>
          </p:cNvPicPr>
          <p:nvPr/>
        </p:nvPicPr>
        <p:blipFill rotWithShape="1">
          <a:blip xmlns:r="http://schemas.openxmlformats.org/officeDocument/2006/relationships" xmlns:a="http://schemas.openxmlformats.org/drawingml/2006/main" r:embed="R27cc87468c354c82"/>
          <a:stretch xmlns:a="http://schemas.openxmlformats.org/drawingml/2006/main"/>
        </p:blipFill>
        <p:spPr>
          <a:xfrm xmlns:a="http://schemas.openxmlformats.org/drawingml/2006/main">
            <a:off x="1965935" y="1409700"/>
            <a:ext cx="8260129" cy="4648200"/>
          </a:xfrm>
          <a:prstGeom xmlns:a="http://schemas.openxmlformats.org/drawingml/2006/main" prst="rect">
            <a:avLst/>
          </a:prstGeom>
        </p:spPr>
      </p:pic>
    </p:spTree>
    <p:extLst>
      <p:ext uri="{BB962C8B-B14F-4D97-AF65-F5344CB8AC3E}">
        <p14:creationId xmlns:p14="http://schemas.microsoft.com/office/powerpoint/2010/main" val="1230445708"/>
      </p:ext>
    </p:extLst>
  </p:cSld>
</p:sld>
</file>

<file path=ppt/slides/slide3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06606813" name="Rectangle 445605593">
            <a:extLst xmlns:a="http://schemas.openxmlformats.org/drawingml/2006/main">
              <a:ext uri="{FF2B5EF4-FFF2-40B4-BE49-F238E27FC236}">
                <a16:creationId xmlns:a16="http://schemas.microsoft.com/office/drawing/2014/main" id="{25862EA1-78CC-4A4A-8A0C-6D298020186E}"/>
              </a:ext>
            </a:extLst>
          </p:cNvPr>
          <p:cNvSpPr>
            <a:spLocks xmlns:a="http://schemas.openxmlformats.org/drawingml/2006/main" noGrp="1"/>
          </p:cNvSpPr>
          <p:nvPr/>
        </p:nvSpPr>
        <p:spPr>
          <a:xfrm xmlns:a="http://schemas.openxmlformats.org/drawingml/2006/main">
            <a:off x="0" y="0"/>
            <a:ext cx="12192000" cy="6858000"/>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077204248" name="Rectangle 1282020853">
            <a:extLst xmlns:a="http://schemas.openxmlformats.org/drawingml/2006/main">
              <a:ext uri="{FF2B5EF4-FFF2-40B4-BE49-F238E27FC236}">
                <a16:creationId xmlns:a16="http://schemas.microsoft.com/office/drawing/2014/main" id="{D93E2B53-6A86-47BE-AD6D-4082CE96C2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Attention</a:t>
            </a:r>
          </a:p>
        </p:txBody>
      </p:sp>
      <p:sp>
        <p:nvSpPr>
          <p:cNvPr id="797601210" name="Rectangle 1826648595">
            <a:extLst xmlns:a="http://schemas.openxmlformats.org/drawingml/2006/main">
              <a:ext uri="{FF2B5EF4-FFF2-40B4-BE49-F238E27FC236}">
                <a16:creationId xmlns:a16="http://schemas.microsoft.com/office/drawing/2014/main" id="{4C240B35-939F-475A-812A-19DBEBC5AD58}"/>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650" b="1">
                <a:solidFill>
                  <a:srgbClr val="0B0F19"/>
                </a:solidFill>
                <a:latin typeface="Calibri"/>
                <a:ea typeface="Calibri"/>
                <a:cs typeface="Calibri"/>
              </a:defRPr>
            </a:pPr>
            <a:r>
              <a:rPr sz="2650" b="1">
                <a:solidFill>
                  <a:srgbClr val="0B0F19"/>
                </a:solidFill>
                <a:latin typeface="Calibri"/>
                <a:ea typeface="Calibri"/>
                <a:cs typeface="Calibri"/>
              </a:rPr>
              <a:t>Attention removes the fixed-vector bottleneck</a:t>
            </a:r>
          </a:p>
        </p:txBody>
      </p:sp>
      <p:sp>
        <p:nvSpPr>
          <p:cNvPr id="1265836413" name="Rectangle 1183250403">
            <a:extLst xmlns:a="http://schemas.openxmlformats.org/drawingml/2006/main">
              <a:ext uri="{FF2B5EF4-FFF2-40B4-BE49-F238E27FC236}">
                <a16:creationId xmlns:a16="http://schemas.microsoft.com/office/drawing/2014/main" id="{180B0422-EB3C-4E8E-A8BF-F8E4ED7A6FC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30</a:t>
            </a:r>
          </a:p>
        </p:txBody>
      </p:sp>
      <p:sp>
        <p:nvSpPr>
          <p:cNvPr id="688434888" name="Rectangle 1906576322">
            <a:extLst xmlns:a="http://schemas.openxmlformats.org/drawingml/2006/main">
              <a:ext uri="{FF2B5EF4-FFF2-40B4-BE49-F238E27FC236}">
                <a16:creationId xmlns:a16="http://schemas.microsoft.com/office/drawing/2014/main" id="{D79C62DE-32CF-4315-AB0D-CCFAC4F3B09E}"/>
              </a:ext>
            </a:extLst>
          </p:cNvPr>
          <p:cNvSpPr>
            <a:spLocks xmlns:a="http://schemas.openxmlformats.org/drawingml/2006/main" noGrp="1"/>
          </p:cNvSpPr>
          <p:nvPr/>
        </p:nvSpPr>
        <p:spPr>
          <a:xfrm xmlns:a="http://schemas.openxmlformats.org/drawingml/2006/main">
            <a:off x="704850" y="1257300"/>
            <a:ext cx="10668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450" b="0">
                <a:solidFill>
                  <a:srgbClr val="667085"/>
                </a:solidFill>
                <a:latin typeface="Calibri"/>
                <a:ea typeface="Calibri"/>
                <a:cs typeface="Calibri"/>
              </a:defRPr>
            </a:pPr>
            <a:r>
              <a:rPr sz="1450" b="0">
                <a:solidFill>
                  <a:srgbClr val="667085"/>
                </a:solidFill>
                <a:latin typeface="Calibri"/>
                <a:ea typeface="Calibri"/>
                <a:cs typeface="Calibri"/>
              </a:rPr>
              <a:t>Instead of compressing every source token into one vector, each output step can consult the most relevant encoder states.</a:t>
            </a:r>
          </a:p>
        </p:txBody>
      </p:sp>
      <p:sp>
        <p:nvSpPr>
          <p:cNvPr id="2085239140" name="Rectangle: Rounded Corners 713842562">
            <a:extLst xmlns:a="http://schemas.openxmlformats.org/drawingml/2006/main">
              <a:ext uri="{FF2B5EF4-FFF2-40B4-BE49-F238E27FC236}">
                <a16:creationId xmlns:a16="http://schemas.microsoft.com/office/drawing/2014/main" id="{6080C1E0-876B-42B9-820E-22236541527B}"/>
              </a:ext>
            </a:extLst>
          </p:cNvPr>
          <p:cNvSpPr>
            <a:spLocks xmlns:a="http://schemas.openxmlformats.org/drawingml/2006/main" noGrp="1"/>
          </p:cNvSpPr>
          <p:nvPr/>
        </p:nvSpPr>
        <p:spPr>
          <a:xfrm xmlns:a="http://schemas.openxmlformats.org/drawingml/2006/main">
            <a:off x="781050" y="1952625"/>
            <a:ext cx="42862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871176" name="Rectangle 969174601">
            <a:extLst xmlns:a="http://schemas.openxmlformats.org/drawingml/2006/main">
              <a:ext uri="{FF2B5EF4-FFF2-40B4-BE49-F238E27FC236}">
                <a16:creationId xmlns:a16="http://schemas.microsoft.com/office/drawing/2014/main" id="{D5AED0BA-94CF-4AB6-92DC-166C33DDCC58}"/>
              </a:ext>
            </a:extLst>
          </p:cNvPr>
          <p:cNvSpPr>
            <a:spLocks xmlns:a="http://schemas.openxmlformats.org/drawingml/2006/main" noGrp="1"/>
          </p:cNvSpPr>
          <p:nvPr/>
        </p:nvSpPr>
        <p:spPr>
          <a:xfrm xmlns:a="http://schemas.openxmlformats.org/drawingml/2006/main">
            <a:off x="106680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DC2626"/>
                </a:solidFill>
                <a:latin typeface="Calibri"/>
                <a:ea typeface="Calibri"/>
                <a:cs typeface="Calibri"/>
              </a:defRPr>
            </a:pPr>
            <a:r>
              <a:rPr sz="1650" b="1">
                <a:solidFill>
                  <a:srgbClr val="DC2626"/>
                </a:solidFill>
                <a:latin typeface="Calibri"/>
                <a:ea typeface="Calibri"/>
                <a:cs typeface="Calibri"/>
              </a:rPr>
              <a:t>Without attention</a:t>
            </a:r>
          </a:p>
        </p:txBody>
      </p:sp>
      <p:sp>
        <p:nvSpPr>
          <p:cNvPr id="297362009" name="Rectangle: Rounded Corners 269245449">
            <a:extLst xmlns:a="http://schemas.openxmlformats.org/drawingml/2006/main">
              <a:ext uri="{FF2B5EF4-FFF2-40B4-BE49-F238E27FC236}">
                <a16:creationId xmlns:a16="http://schemas.microsoft.com/office/drawing/2014/main" id="{15787F70-6D17-4BCA-B8E0-F2949E896B9B}"/>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285436" name="Rectangle 93602511">
            <a:extLst xmlns:a="http://schemas.openxmlformats.org/drawingml/2006/main">
              <a:ext uri="{FF2B5EF4-FFF2-40B4-BE49-F238E27FC236}">
                <a16:creationId xmlns:a16="http://schemas.microsoft.com/office/drawing/2014/main" id="{F89FE844-6B48-4A21-B36E-C33148C9F5A6}"/>
              </a:ext>
            </a:extLst>
          </p:cNvPr>
          <p:cNvSpPr>
            <a:spLocks xmlns:a="http://schemas.openxmlformats.org/drawingml/2006/main" noGrp="1"/>
          </p:cNvSpPr>
          <p:nvPr/>
        </p:nvSpPr>
        <p:spPr>
          <a:xfrm xmlns:a="http://schemas.openxmlformats.org/drawingml/2006/main">
            <a:off x="119062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486682151" name="Rectangle: Rounded Corners 1881943617">
            <a:extLst xmlns:a="http://schemas.openxmlformats.org/drawingml/2006/main">
              <a:ext uri="{FF2B5EF4-FFF2-40B4-BE49-F238E27FC236}">
                <a16:creationId xmlns:a16="http://schemas.microsoft.com/office/drawing/2014/main" id="{4A15CFDA-0818-445E-900A-301CC9404DDB}"/>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9156565" name="Rectangle 1377672319">
            <a:extLst xmlns:a="http://schemas.openxmlformats.org/drawingml/2006/main">
              <a:ext uri="{FF2B5EF4-FFF2-40B4-BE49-F238E27FC236}">
                <a16:creationId xmlns:a16="http://schemas.microsoft.com/office/drawing/2014/main" id="{9FCC4D4B-29C7-40DE-B1BD-3746CC1762D6}"/>
              </a:ext>
            </a:extLst>
          </p:cNvPr>
          <p:cNvSpPr>
            <a:spLocks xmlns:a="http://schemas.openxmlformats.org/drawingml/2006/main" noGrp="1"/>
          </p:cNvSpPr>
          <p:nvPr/>
        </p:nvSpPr>
        <p:spPr>
          <a:xfrm xmlns:a="http://schemas.openxmlformats.org/drawingml/2006/main">
            <a:off x="190500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217695367" name="Rectangle: Rounded Corners 1000571147">
            <a:extLst xmlns:a="http://schemas.openxmlformats.org/drawingml/2006/main">
              <a:ext uri="{FF2B5EF4-FFF2-40B4-BE49-F238E27FC236}">
                <a16:creationId xmlns:a16="http://schemas.microsoft.com/office/drawing/2014/main" id="{BF106221-AFB9-498C-9F4D-674F0B5AC2D0}"/>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0433739" name="Rectangle 234262454">
            <a:extLst xmlns:a="http://schemas.openxmlformats.org/drawingml/2006/main">
              <a:ext uri="{FF2B5EF4-FFF2-40B4-BE49-F238E27FC236}">
                <a16:creationId xmlns:a16="http://schemas.microsoft.com/office/drawing/2014/main" id="{9DD441E4-9738-49E5-AD55-3198BA669C5F}"/>
              </a:ext>
            </a:extLst>
          </p:cNvPr>
          <p:cNvSpPr>
            <a:spLocks xmlns:a="http://schemas.openxmlformats.org/drawingml/2006/main" noGrp="1"/>
          </p:cNvSpPr>
          <p:nvPr/>
        </p:nvSpPr>
        <p:spPr>
          <a:xfrm xmlns:a="http://schemas.openxmlformats.org/drawingml/2006/main">
            <a:off x="2619375"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1973578186" name="Rectangle: Rounded Corners 1325909977">
            <a:extLst xmlns:a="http://schemas.openxmlformats.org/drawingml/2006/main">
              <a:ext uri="{FF2B5EF4-FFF2-40B4-BE49-F238E27FC236}">
                <a16:creationId xmlns:a16="http://schemas.microsoft.com/office/drawing/2014/main" id="{875BAE63-809F-46E1-939F-6BE742DF4A31}"/>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146813" name="Rectangle 1945518172">
            <a:extLst xmlns:a="http://schemas.openxmlformats.org/drawingml/2006/main">
              <a:ext uri="{FF2B5EF4-FFF2-40B4-BE49-F238E27FC236}">
                <a16:creationId xmlns:a16="http://schemas.microsoft.com/office/drawing/2014/main" id="{F6F9E082-C482-4FF7-BF0B-68279445870F}"/>
              </a:ext>
            </a:extLst>
          </p:cNvPr>
          <p:cNvSpPr>
            <a:spLocks xmlns:a="http://schemas.openxmlformats.org/drawingml/2006/main" noGrp="1"/>
          </p:cNvSpPr>
          <p:nvPr/>
        </p:nvSpPr>
        <p:spPr>
          <a:xfrm xmlns:a="http://schemas.openxmlformats.org/drawingml/2006/main">
            <a:off x="3333750" y="2952750"/>
            <a:ext cx="5524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1778579359" name="Rectangle 1121480322">
            <a:extLst xmlns:a="http://schemas.openxmlformats.org/drawingml/2006/main">
              <a:ext uri="{FF2B5EF4-FFF2-40B4-BE49-F238E27FC236}">
                <a16:creationId xmlns:a16="http://schemas.microsoft.com/office/drawing/2014/main" id="{2DBE1C8B-0C3D-48C6-A529-8C6B8BFD4C6F}"/>
              </a:ext>
            </a:extLst>
          </p:cNvPr>
          <p:cNvSpPr>
            <a:spLocks xmlns:a="http://schemas.openxmlformats.org/drawingml/2006/main" noGrp="1"/>
          </p:cNvSpPr>
          <p:nvPr/>
        </p:nvSpPr>
        <p:spPr>
          <a:xfrm xmlns:a="http://schemas.openxmlformats.org/drawingml/2006/main">
            <a:off x="2724150" y="3486150"/>
            <a:ext cx="40005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00" b="1">
                <a:solidFill>
                  <a:srgbClr val="667085"/>
                </a:solidFill>
                <a:latin typeface="Calibri"/>
                <a:ea typeface="Calibri"/>
                <a:cs typeface="Calibri"/>
              </a:defRPr>
            </a:pPr>
            <a:r>
              <a:rPr sz="2200" b="1">
                <a:solidFill>
                  <a:srgbClr val="667085"/>
                </a:solidFill>
                <a:latin typeface="Calibri"/>
                <a:ea typeface="Calibri"/>
                <a:cs typeface="Calibri"/>
              </a:rPr>
              <a:t>→</a:t>
            </a:r>
          </a:p>
        </p:txBody>
      </p:sp>
      <p:sp>
        <p:nvSpPr>
          <p:cNvPr id="1448434868" name="Rectangle: Rounded Corners 1570394485">
            <a:extLst xmlns:a="http://schemas.openxmlformats.org/drawingml/2006/main">
              <a:ext uri="{FF2B5EF4-FFF2-40B4-BE49-F238E27FC236}">
                <a16:creationId xmlns:a16="http://schemas.microsoft.com/office/drawing/2014/main" id="{E283BC1B-8AF2-4244-9B11-513FC63913AE}"/>
              </a:ext>
            </a:extLst>
          </p:cNvPr>
          <p:cNvSpPr>
            <a:spLocks xmlns:a="http://schemas.openxmlformats.org/drawingml/2006/main" noGrp="1"/>
          </p:cNvSpPr>
          <p:nvPr/>
        </p:nvSpPr>
        <p:spPr>
          <a:xfrm xmlns:a="http://schemas.openxmlformats.org/drawingml/2006/main">
            <a:off x="1943100" y="4010025"/>
            <a:ext cx="1943100" cy="438149"/>
          </a:xfrm>
          <a:prstGeom xmlns:a="http://schemas.openxmlformats.org/drawingml/2006/main" prst="roundRect">
            <a:avLst>
              <a:gd name="adj" fmla="val 26087"/>
            </a:avLst>
          </a:prstGeom>
          <a:solidFill xmlns:a="http://schemas.openxmlformats.org/drawingml/2006/main">
            <a:srgbClr val="FEE2E2"/>
          </a:solidFill>
          <a:ln xmlns:a="http://schemas.openxmlformats.org/drawingml/2006/main" w="9525">
            <a:solidFill>
              <a:srgbClr val="DC262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572621" name="Rectangle 1928509982">
            <a:extLst xmlns:a="http://schemas.openxmlformats.org/drawingml/2006/main">
              <a:ext uri="{FF2B5EF4-FFF2-40B4-BE49-F238E27FC236}">
                <a16:creationId xmlns:a16="http://schemas.microsoft.com/office/drawing/2014/main" id="{70B0EDB1-43C2-4689-93BC-A66CCCF94458}"/>
              </a:ext>
            </a:extLst>
          </p:cNvPr>
          <p:cNvSpPr>
            <a:spLocks xmlns:a="http://schemas.openxmlformats.org/drawingml/2006/main" noGrp="1"/>
          </p:cNvSpPr>
          <p:nvPr/>
        </p:nvSpPr>
        <p:spPr>
          <a:xfrm xmlns:a="http://schemas.openxmlformats.org/drawingml/2006/main">
            <a:off x="1943100" y="4010025"/>
            <a:ext cx="1943100" cy="4381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1">
                <a:solidFill>
                  <a:srgbClr val="DC2626"/>
                </a:solidFill>
                <a:latin typeface="Calibri"/>
                <a:ea typeface="Calibri"/>
                <a:cs typeface="Calibri"/>
              </a:defRPr>
            </a:pPr>
            <a:r>
              <a:rPr sz="1300" b="1">
                <a:solidFill>
                  <a:srgbClr val="DC2626"/>
                </a:solidFill>
                <a:latin typeface="Calibri"/>
                <a:ea typeface="Calibri"/>
                <a:cs typeface="Calibri"/>
              </a:rPr>
              <a:t>one fixed context vector</a:t>
            </a:r>
          </a:p>
        </p:txBody>
      </p:sp>
      <p:sp>
        <p:nvSpPr>
          <p:cNvPr id="1276677320" name="Rectangle: Rounded Corners 1756776668">
            <a:extLst xmlns:a="http://schemas.openxmlformats.org/drawingml/2006/main">
              <a:ext uri="{FF2B5EF4-FFF2-40B4-BE49-F238E27FC236}">
                <a16:creationId xmlns:a16="http://schemas.microsoft.com/office/drawing/2014/main" id="{62952548-704C-4270-999C-8848770DB0EC}"/>
              </a:ext>
            </a:extLst>
          </p:cNvPr>
          <p:cNvSpPr>
            <a:spLocks xmlns:a="http://schemas.openxmlformats.org/drawingml/2006/main" noGrp="1"/>
          </p:cNvSpPr>
          <p:nvPr/>
        </p:nvSpPr>
        <p:spPr>
          <a:xfrm xmlns:a="http://schemas.openxmlformats.org/drawingml/2006/main">
            <a:off x="5562600" y="1952625"/>
            <a:ext cx="5353050" cy="2857500"/>
          </a:xfrm>
          <a:prstGeom xmlns:a="http://schemas.openxmlformats.org/drawingml/2006/main" prst="roundRect">
            <a:avLst>
              <a:gd name="adj" fmla="val 4000"/>
            </a:avLst>
          </a:prstGeom>
          <a:solidFill xmlns:a="http://schemas.openxmlformats.org/drawingml/2006/main">
            <a:srgbClr val="F8FAFC"/>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68619002" name="Rectangle 1928182547">
            <a:extLst xmlns:a="http://schemas.openxmlformats.org/drawingml/2006/main">
              <a:ext uri="{FF2B5EF4-FFF2-40B4-BE49-F238E27FC236}">
                <a16:creationId xmlns:a16="http://schemas.microsoft.com/office/drawing/2014/main" id="{E19AE166-7896-4E61-9D56-B9253D892663}"/>
              </a:ext>
            </a:extLst>
          </p:cNvPr>
          <p:cNvSpPr>
            <a:spLocks xmlns:a="http://schemas.openxmlformats.org/drawingml/2006/main" noGrp="1"/>
          </p:cNvSpPr>
          <p:nvPr/>
        </p:nvSpPr>
        <p:spPr>
          <a:xfrm xmlns:a="http://schemas.openxmlformats.org/drawingml/2006/main">
            <a:off x="5848350" y="2171700"/>
            <a:ext cx="2667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50" b="1">
                <a:solidFill>
                  <a:srgbClr val="2563EB"/>
                </a:solidFill>
                <a:latin typeface="Calibri"/>
                <a:ea typeface="Calibri"/>
                <a:cs typeface="Calibri"/>
              </a:defRPr>
            </a:pPr>
            <a:r>
              <a:rPr sz="1650" b="1">
                <a:solidFill>
                  <a:srgbClr val="2563EB"/>
                </a:solidFill>
                <a:latin typeface="Calibri"/>
                <a:ea typeface="Calibri"/>
                <a:cs typeface="Calibri"/>
              </a:rPr>
              <a:t>With attention</a:t>
            </a:r>
          </a:p>
        </p:txBody>
      </p:sp>
      <p:sp>
        <p:nvSpPr>
          <p:cNvPr id="189571846" name="Rectangle: Rounded Corners 1064166989">
            <a:extLst xmlns:a="http://schemas.openxmlformats.org/drawingml/2006/main">
              <a:ext uri="{FF2B5EF4-FFF2-40B4-BE49-F238E27FC236}">
                <a16:creationId xmlns:a16="http://schemas.microsoft.com/office/drawing/2014/main" id="{69F72DE6-D155-481F-895A-D66E21016193}"/>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98581184" name="Rectangle 935771941">
            <a:extLst xmlns:a="http://schemas.openxmlformats.org/drawingml/2006/main">
              <a:ext uri="{FF2B5EF4-FFF2-40B4-BE49-F238E27FC236}">
                <a16:creationId xmlns:a16="http://schemas.microsoft.com/office/drawing/2014/main" id="{B43EE46C-9ACA-4071-9702-C3B37090E340}"/>
              </a:ext>
            </a:extLst>
          </p:cNvPr>
          <p:cNvSpPr>
            <a:spLocks xmlns:a="http://schemas.openxmlformats.org/drawingml/2006/main" noGrp="1"/>
          </p:cNvSpPr>
          <p:nvPr/>
        </p:nvSpPr>
        <p:spPr>
          <a:xfrm xmlns:a="http://schemas.openxmlformats.org/drawingml/2006/main">
            <a:off x="600075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a:t>
            </a:r>
          </a:p>
        </p:txBody>
      </p:sp>
      <p:sp>
        <p:nvSpPr>
          <p:cNvPr id="1557155157" name="Rectangle: Rounded Corners 1450770126">
            <a:extLst xmlns:a="http://schemas.openxmlformats.org/drawingml/2006/main">
              <a:ext uri="{FF2B5EF4-FFF2-40B4-BE49-F238E27FC236}">
                <a16:creationId xmlns:a16="http://schemas.microsoft.com/office/drawing/2014/main" id="{F4A0F1A1-248E-4FFE-9228-3E94F8C0FCEB}"/>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oundRect">
            <a:avLst>
              <a:gd name="adj" fmla="val 28571"/>
            </a:avLst>
          </a:prstGeom>
          <a:solidFill xmlns:a="http://schemas.openxmlformats.org/drawingml/2006/main">
            <a:srgbClr val="EFF6FF"/>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595549" name="Rectangle 1657162875">
            <a:extLst xmlns:a="http://schemas.openxmlformats.org/drawingml/2006/main">
              <a:ext uri="{FF2B5EF4-FFF2-40B4-BE49-F238E27FC236}">
                <a16:creationId xmlns:a16="http://schemas.microsoft.com/office/drawing/2014/main" id="{E00D25D6-885A-4160-9861-DBC539BC4FA8}"/>
              </a:ext>
            </a:extLst>
          </p:cNvPr>
          <p:cNvSpPr>
            <a:spLocks xmlns:a="http://schemas.openxmlformats.org/drawingml/2006/main" noGrp="1"/>
          </p:cNvSpPr>
          <p:nvPr/>
        </p:nvSpPr>
        <p:spPr>
          <a:xfrm xmlns:a="http://schemas.openxmlformats.org/drawingml/2006/main">
            <a:off x="673417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cat</a:t>
            </a:r>
          </a:p>
        </p:txBody>
      </p:sp>
      <p:sp>
        <p:nvSpPr>
          <p:cNvPr id="2124506752" name="Rectangle: Rounded Corners 1853229096">
            <a:extLst xmlns:a="http://schemas.openxmlformats.org/drawingml/2006/main">
              <a:ext uri="{FF2B5EF4-FFF2-40B4-BE49-F238E27FC236}">
                <a16:creationId xmlns:a16="http://schemas.microsoft.com/office/drawing/2014/main" id="{68E64411-38BB-4072-8ED0-9AA0ABAE76E6}"/>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22295680" name="Rectangle 1466949096">
            <a:extLst xmlns:a="http://schemas.openxmlformats.org/drawingml/2006/main">
              <a:ext uri="{FF2B5EF4-FFF2-40B4-BE49-F238E27FC236}">
                <a16:creationId xmlns:a16="http://schemas.microsoft.com/office/drawing/2014/main" id="{C2AEA2A4-4B65-4A73-8BF4-388D4159D341}"/>
              </a:ext>
            </a:extLst>
          </p:cNvPr>
          <p:cNvSpPr>
            <a:spLocks xmlns:a="http://schemas.openxmlformats.org/drawingml/2006/main" noGrp="1"/>
          </p:cNvSpPr>
          <p:nvPr/>
        </p:nvSpPr>
        <p:spPr>
          <a:xfrm xmlns:a="http://schemas.openxmlformats.org/drawingml/2006/main">
            <a:off x="7467600"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sat</a:t>
            </a:r>
          </a:p>
        </p:txBody>
      </p:sp>
      <p:sp>
        <p:nvSpPr>
          <p:cNvPr id="2005361956" name="Rectangle: Rounded Corners 138396104">
            <a:extLst xmlns:a="http://schemas.openxmlformats.org/drawingml/2006/main">
              <a:ext uri="{FF2B5EF4-FFF2-40B4-BE49-F238E27FC236}">
                <a16:creationId xmlns:a16="http://schemas.microsoft.com/office/drawing/2014/main" id="{73B84DE3-6FBF-416C-AF63-2E73DC3EAD64}"/>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oundRect">
            <a:avLst>
              <a:gd name="adj" fmla="val 28571"/>
            </a:avLst>
          </a:prstGeom>
          <a:solidFill xmlns:a="http://schemas.openxmlformats.org/drawingml/2006/main">
            <a:srgbClr val="F1F5F9"/>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6886457" name="Rectangle 227167135">
            <a:extLst xmlns:a="http://schemas.openxmlformats.org/drawingml/2006/main">
              <a:ext uri="{FF2B5EF4-FFF2-40B4-BE49-F238E27FC236}">
                <a16:creationId xmlns:a16="http://schemas.microsoft.com/office/drawing/2014/main" id="{1CE0F676-686C-4167-92F7-5622B0D13C0C}"/>
              </a:ext>
            </a:extLst>
          </p:cNvPr>
          <p:cNvSpPr>
            <a:spLocks xmlns:a="http://schemas.openxmlformats.org/drawingml/2006/main" noGrp="1"/>
          </p:cNvSpPr>
          <p:nvPr/>
        </p:nvSpPr>
        <p:spPr>
          <a:xfrm xmlns:a="http://schemas.openxmlformats.org/drawingml/2006/main">
            <a:off x="8201025" y="2952750"/>
            <a:ext cx="571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1">
                <a:solidFill>
                  <a:srgbClr val="0B0F19"/>
                </a:solidFill>
                <a:latin typeface="Calibri"/>
                <a:ea typeface="Calibri"/>
                <a:cs typeface="Calibri"/>
              </a:defRPr>
            </a:pPr>
            <a:r>
              <a:rPr sz="1200" b="1">
                <a:solidFill>
                  <a:srgbClr val="0B0F19"/>
                </a:solidFill>
                <a:latin typeface="Calibri"/>
                <a:ea typeface="Calibri"/>
                <a:cs typeface="Calibri"/>
              </a:rPr>
              <a:t>there</a:t>
            </a:r>
          </a:p>
        </p:txBody>
      </p:sp>
      <p:sp>
        <p:nvSpPr>
          <p:cNvPr id="379732135" name="Rectangle 1303371462">
            <a:extLst xmlns:a="http://schemas.openxmlformats.org/drawingml/2006/main">
              <a:ext uri="{FF2B5EF4-FFF2-40B4-BE49-F238E27FC236}">
                <a16:creationId xmlns:a16="http://schemas.microsoft.com/office/drawing/2014/main" id="{B1B8AB2C-754F-45F9-8F72-3EC43F387652}"/>
              </a:ext>
            </a:extLst>
          </p:cNvPr>
          <p:cNvSpPr>
            <a:spLocks xmlns:a="http://schemas.openxmlformats.org/drawingml/2006/main" noGrp="1"/>
          </p:cNvSpPr>
          <p:nvPr/>
        </p:nvSpPr>
        <p:spPr>
          <a:xfrm xmlns:a="http://schemas.openxmlformats.org/drawingml/2006/main">
            <a:off x="9134475" y="2724150"/>
            <a:ext cx="12192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200" b="0">
                <a:solidFill>
                  <a:srgbClr val="667085"/>
                </a:solidFill>
                <a:latin typeface="Calibri"/>
                <a:ea typeface="Calibri"/>
                <a:cs typeface="Calibri"/>
              </a:defRPr>
            </a:pPr>
            <a:r>
              <a:rPr sz="1200" b="0">
                <a:solidFill>
                  <a:srgbClr val="667085"/>
                </a:solidFill>
                <a:latin typeface="Calibri"/>
                <a:ea typeface="Calibri"/>
                <a:cs typeface="Calibri"/>
              </a:rPr>
              <a:t>output word</a:t>
            </a:r>
          </a:p>
        </p:txBody>
      </p:sp>
      <p:sp>
        <p:nvSpPr>
          <p:cNvPr id="1770583365" name="Rectangle: Rounded Corners 303264546">
            <a:extLst xmlns:a="http://schemas.openxmlformats.org/drawingml/2006/main">
              <a:ext uri="{FF2B5EF4-FFF2-40B4-BE49-F238E27FC236}">
                <a16:creationId xmlns:a16="http://schemas.microsoft.com/office/drawing/2014/main" id="{D4C2D9CA-4CF7-4289-9192-EAB384DD8E4A}"/>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oundRect">
            <a:avLst>
              <a:gd name="adj" fmla="val 25000"/>
            </a:avLst>
          </a:prstGeom>
          <a:solidFill xmlns:a="http://schemas.openxmlformats.org/drawingml/2006/main">
            <a:srgbClr val="DBEAFE"/>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1187529" name="Rectangle 133050032">
            <a:extLst xmlns:a="http://schemas.openxmlformats.org/drawingml/2006/main">
              <a:ext uri="{FF2B5EF4-FFF2-40B4-BE49-F238E27FC236}">
                <a16:creationId xmlns:a16="http://schemas.microsoft.com/office/drawing/2014/main" id="{AE01C0ED-FBE3-43D9-995C-B7FF1BCEEB94}"/>
              </a:ext>
            </a:extLst>
          </p:cNvPr>
          <p:cNvSpPr>
            <a:spLocks xmlns:a="http://schemas.openxmlformats.org/drawingml/2006/main" noGrp="1"/>
          </p:cNvSpPr>
          <p:nvPr/>
        </p:nvSpPr>
        <p:spPr>
          <a:xfrm xmlns:a="http://schemas.openxmlformats.org/drawingml/2006/main">
            <a:off x="9239250" y="3133725"/>
            <a:ext cx="10287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1">
                <a:solidFill>
                  <a:srgbClr val="2563EB"/>
                </a:solidFill>
                <a:latin typeface="Calibri"/>
                <a:ea typeface="Calibri"/>
                <a:cs typeface="Calibri"/>
              </a:defRPr>
            </a:pPr>
            <a:r>
              <a:rPr sz="1500" b="1">
                <a:solidFill>
                  <a:srgbClr val="2563EB"/>
                </a:solidFill>
                <a:latin typeface="Calibri"/>
                <a:ea typeface="Calibri"/>
                <a:cs typeface="Calibri"/>
              </a:rPr>
              <a:t>it</a:t>
            </a:r>
          </a:p>
        </p:txBody>
      </p:sp>
      <p:sp>
        <p:nvSpPr>
          <p:cNvPr id="1239728158" name="Straight Connector 1878246070">
            <a:extLst xmlns:a="http://schemas.openxmlformats.org/drawingml/2006/main">
              <a:ext uri="{FF2B5EF4-FFF2-40B4-BE49-F238E27FC236}">
                <a16:creationId xmlns:a16="http://schemas.microsoft.com/office/drawing/2014/main" id="{66A3BC3F-A615-437C-BE02-A72A048DB0CE}"/>
              </a:ext>
            </a:extLst>
          </p:cNvPr>
          <p:cNvSpPr>
            <a:spLocks xmlns:a="http://schemas.openxmlformats.org/drawingml/2006/main" noGrp="1"/>
          </p:cNvSpPr>
          <p:nvPr/>
        </p:nvSpPr>
        <p:spPr>
          <a:xfrm xmlns:a="http://schemas.openxmlformats.org/drawingml/2006/main">
            <a:off x="6734175" y="2981325"/>
            <a:ext cx="2867025" cy="142875"/>
          </a:xfrm>
          <a:prstGeom xmlns:a="http://schemas.openxmlformats.org/drawingml/2006/main" prst="line">
            <a:avLst/>
          </a:prstGeom>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7048787" name="Straight Connector 966688595">
            <a:extLst xmlns:a="http://schemas.openxmlformats.org/drawingml/2006/main">
              <a:ext uri="{FF2B5EF4-FFF2-40B4-BE49-F238E27FC236}">
                <a16:creationId xmlns:a16="http://schemas.microsoft.com/office/drawing/2014/main" id="{606F4529-B132-4952-9F58-2C6103384E71}"/>
              </a:ext>
            </a:extLst>
          </p:cNvPr>
          <p:cNvSpPr>
            <a:spLocks xmlns:a="http://schemas.openxmlformats.org/drawingml/2006/main" noGrp="1"/>
          </p:cNvSpPr>
          <p:nvPr/>
        </p:nvSpPr>
        <p:spPr>
          <a:xfrm xmlns:a="http://schemas.openxmlformats.org/drawingml/2006/main">
            <a:off x="8220075" y="2981325"/>
            <a:ext cx="1381125" cy="142875"/>
          </a:xfrm>
          <a:prstGeom xmlns:a="http://schemas.openxmlformats.org/drawingml/2006/main" prst="line">
            <a:avLst/>
          </a:prstGeom>
          <a:ln xmlns:a="http://schemas.openxmlformats.org/drawingml/2006/main" w="19050">
            <a:solidFill>
              <a:srgbClr val="93C5F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9750774" name="Rectangle 92084208">
            <a:extLst xmlns:a="http://schemas.openxmlformats.org/drawingml/2006/main">
              <a:ext uri="{FF2B5EF4-FFF2-40B4-BE49-F238E27FC236}">
                <a16:creationId xmlns:a16="http://schemas.microsoft.com/office/drawing/2014/main" id="{13EDEED2-2E01-423C-AE5D-62A6EDBB1FA0}"/>
              </a:ext>
            </a:extLst>
          </p:cNvPr>
          <p:cNvSpPr>
            <a:spLocks xmlns:a="http://schemas.openxmlformats.org/drawingml/2006/main" noGrp="1"/>
          </p:cNvSpPr>
          <p:nvPr/>
        </p:nvSpPr>
        <p:spPr>
          <a:xfrm xmlns:a="http://schemas.openxmlformats.org/drawingml/2006/main">
            <a:off x="6276975" y="4019550"/>
            <a:ext cx="4095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focus more on relevant tokens</a:t>
            </a:r>
          </a:p>
        </p:txBody>
      </p:sp>
      <p:sp>
        <p:nvSpPr>
          <p:cNvPr id="373861961" name="Rectangle 1719821599">
            <a:extLst xmlns:a="http://schemas.openxmlformats.org/drawingml/2006/main">
              <a:ext uri="{FF2B5EF4-FFF2-40B4-BE49-F238E27FC236}">
                <a16:creationId xmlns:a16="http://schemas.microsoft.com/office/drawing/2014/main" id="{3A2862BD-F88B-49EA-8308-21E4C29416F6}"/>
              </a:ext>
            </a:extLst>
          </p:cNvPr>
          <p:cNvSpPr>
            <a:spLocks xmlns:a="http://schemas.openxmlformats.org/drawingml/2006/main" noGrp="1"/>
          </p:cNvSpPr>
          <p:nvPr/>
        </p:nvSpPr>
        <p:spPr>
          <a:xfrm xmlns:a="http://schemas.openxmlformats.org/drawingml/2006/main">
            <a:off x="1143000" y="5400675"/>
            <a:ext cx="990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2563EB"/>
                </a:solidFill>
                <a:latin typeface="Calibri"/>
                <a:ea typeface="Calibri"/>
                <a:cs typeface="Calibri"/>
              </a:defRPr>
            </a:pPr>
            <a:r>
              <a:rPr sz="1450" b="1">
                <a:solidFill>
                  <a:srgbClr val="2563EB"/>
                </a:solidFill>
                <a:latin typeface="Calibri"/>
                <a:ea typeface="Calibri"/>
                <a:cs typeface="Calibri"/>
              </a:rPr>
              <a:t>This is the bridge from seq2seq to the attention mechanism (Q, K, V).</a:t>
            </a:r>
          </a:p>
        </p:txBody>
      </p:sp>
    </p:spTree>
    <p:extLst>
      <p:ext uri="{BB962C8B-B14F-4D97-AF65-F5344CB8AC3E}">
        <p14:creationId xmlns:p14="http://schemas.microsoft.com/office/powerpoint/2010/main" val="1024978358"/>
      </p:ext>
    </p:extLst>
  </p:cSld>
</p:sld>
</file>

<file path=ppt/slides/slide3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21381330" name="Rectangle 935271156">
            <a:extLst xmlns:a="http://schemas.openxmlformats.org/drawingml/2006/main">
              <a:ext uri="{FF2B5EF4-FFF2-40B4-BE49-F238E27FC236}">
                <a16:creationId xmlns:a16="http://schemas.microsoft.com/office/drawing/2014/main" id="{34BBDF03-A0FF-4CBA-A3DC-EB597B45D8A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Architecture</a:t>
            </a:r>
          </a:p>
        </p:txBody>
      </p:sp>
      <p:sp>
        <p:nvSpPr>
          <p:cNvPr id="1633830767" name="Rectangle 251777344">
            <a:extLst xmlns:a="http://schemas.openxmlformats.org/drawingml/2006/main">
              <a:ext uri="{FF2B5EF4-FFF2-40B4-BE49-F238E27FC236}">
                <a16:creationId xmlns:a16="http://schemas.microsoft.com/office/drawing/2014/main" id="{37E6895B-5439-469B-BD0D-AF171DC8ADC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Transformer connects encoder and decoder stacks</a:t>
            </a:r>
          </a:p>
        </p:txBody>
      </p:sp>
      <p:sp>
        <p:nvSpPr>
          <p:cNvPr id="2115780595" name="Rectangle: Rounded Corners 1456392341">
            <a:extLst xmlns:a="http://schemas.openxmlformats.org/drawingml/2006/main">
              <a:ext uri="{FF2B5EF4-FFF2-40B4-BE49-F238E27FC236}">
                <a16:creationId xmlns:a16="http://schemas.microsoft.com/office/drawing/2014/main" id="{855B7542-05C5-479F-A9E5-2A7FDE219DE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34702712" name="Rectangle: Rounded Corners 1987074982">
            <a:extLst xmlns:a="http://schemas.openxmlformats.org/drawingml/2006/main">
              <a:ext uri="{FF2B5EF4-FFF2-40B4-BE49-F238E27FC236}">
                <a16:creationId xmlns:a16="http://schemas.microsoft.com/office/drawing/2014/main" id="{E7760C17-5C8A-4AFC-9F79-3E7F6340AC26}"/>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19770" name="Rectangle 1286956634">
            <a:extLst xmlns:a="http://schemas.openxmlformats.org/drawingml/2006/main">
              <a:ext uri="{FF2B5EF4-FFF2-40B4-BE49-F238E27FC236}">
                <a16:creationId xmlns:a16="http://schemas.microsoft.com/office/drawing/2014/main" id="{8AEEBFEC-D867-4BE1-B337-DBAB934BAF8C}"/>
              </a:ext>
            </a:extLst>
          </p:cNvPr>
          <p:cNvSpPr>
            <a:spLocks xmlns:a="http://schemas.openxmlformats.org/drawingml/2006/main" noGrp="1"/>
          </p:cNvSpPr>
          <p:nvPr/>
        </p:nvSpPr>
        <p:spPr>
          <a:xfrm xmlns:a="http://schemas.openxmlformats.org/drawingml/2006/main">
            <a:off x="8153399" y="23050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Encoder</a:t>
            </a:r>
          </a:p>
        </p:txBody>
      </p:sp>
      <p:sp>
        <p:nvSpPr>
          <p:cNvPr id="543843185" name="Rectangle 399762638">
            <a:extLst xmlns:a="http://schemas.openxmlformats.org/drawingml/2006/main">
              <a:ext uri="{FF2B5EF4-FFF2-40B4-BE49-F238E27FC236}">
                <a16:creationId xmlns:a16="http://schemas.microsoft.com/office/drawing/2014/main" id="{476193A4-4832-4A8A-A022-3179060EFBB7}"/>
              </a:ext>
            </a:extLst>
          </p:cNvPr>
          <p:cNvSpPr>
            <a:spLocks xmlns:a="http://schemas.openxmlformats.org/drawingml/2006/main" noGrp="1"/>
          </p:cNvSpPr>
          <p:nvPr/>
        </p:nvSpPr>
        <p:spPr>
          <a:xfrm xmlns:a="http://schemas.openxmlformats.org/drawingml/2006/main">
            <a:off x="8153399" y="2686050"/>
            <a:ext cx="2476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600" b="0">
                <a:solidFill>
                  <a:srgbClr val="667085"/>
                </a:solidFill>
              </a:defRPr>
            </a:pPr>
            <a:r>
              <a:rPr sz="1600" b="0">
                <a:solidFill>
                  <a:srgbClr val="667085"/>
                </a:solidFill>
              </a:rPr>
              <a:t>self-attention</a:t>
            </a:r>
          </a:p>
          <a:p xmlns:a="http://schemas.openxmlformats.org/drawingml/2006/main">
            <a:pPr algn="l">
              <a:buNone/>
              <a:defRPr sz="1600" b="0">
                <a:solidFill>
                  <a:srgbClr val="667085"/>
                </a:solidFill>
              </a:defRPr>
            </a:pPr>
            <a:r>
              <a:rPr sz="1600" b="0">
                <a:solidFill>
                  <a:srgbClr val="667085"/>
                </a:solidFill>
              </a:rPr>
              <a:t>feed-forward</a:t>
            </a:r>
          </a:p>
        </p:txBody>
      </p:sp>
      <p:sp>
        <p:nvSpPr>
          <p:cNvPr id="2085013145" name="Rectangle 1233632033">
            <a:extLst xmlns:a="http://schemas.openxmlformats.org/drawingml/2006/main">
              <a:ext uri="{FF2B5EF4-FFF2-40B4-BE49-F238E27FC236}">
                <a16:creationId xmlns:a16="http://schemas.microsoft.com/office/drawing/2014/main" id="{A97F53AB-B05C-49BE-A5E4-406B1CC5542D}"/>
              </a:ext>
            </a:extLst>
          </p:cNvPr>
          <p:cNvSpPr>
            <a:spLocks xmlns:a="http://schemas.openxmlformats.org/drawingml/2006/main" noGrp="1"/>
          </p:cNvSpPr>
          <p:nvPr/>
        </p:nvSpPr>
        <p:spPr>
          <a:xfrm xmlns:a="http://schemas.openxmlformats.org/drawingml/2006/main">
            <a:off x="8153399" y="3562350"/>
            <a:ext cx="2381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a:t>
            </a:r>
          </a:p>
        </p:txBody>
      </p:sp>
      <p:sp>
        <p:nvSpPr>
          <p:cNvPr id="930057438" name="Rectangle 987778106">
            <a:extLst xmlns:a="http://schemas.openxmlformats.org/drawingml/2006/main">
              <a:ext uri="{FF2B5EF4-FFF2-40B4-BE49-F238E27FC236}">
                <a16:creationId xmlns:a16="http://schemas.microsoft.com/office/drawing/2014/main" id="{58623623-0911-4180-B72F-47E141D39732}"/>
              </a:ext>
            </a:extLst>
          </p:cNvPr>
          <p:cNvSpPr>
            <a:spLocks xmlns:a="http://schemas.openxmlformats.org/drawingml/2006/main" noGrp="1"/>
          </p:cNvSpPr>
          <p:nvPr/>
        </p:nvSpPr>
        <p:spPr>
          <a:xfrm xmlns:a="http://schemas.openxmlformats.org/drawingml/2006/main">
            <a:off x="8153399" y="3943350"/>
            <a:ext cx="2571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cross-attention</a:t>
            </a:r>
          </a:p>
          <a:p xmlns:a="http://schemas.openxmlformats.org/drawingml/2006/main">
            <a:pPr algn="l">
              <a:buNone/>
              <a:defRPr sz="1500" b="0">
                <a:solidFill>
                  <a:srgbClr val="667085"/>
                </a:solidFill>
              </a:defRPr>
            </a:pPr>
            <a:r>
              <a:rPr sz="1500" b="0">
                <a:solidFill>
                  <a:srgbClr val="667085"/>
                </a:solidFill>
              </a:rPr>
              <a:t>feed-forward</a:t>
            </a:r>
          </a:p>
        </p:txBody>
      </p:sp>
      <p:sp>
        <p:nvSpPr>
          <p:cNvPr id="1960344652" name="Rectangle 1495975732">
            <a:extLst xmlns:a="http://schemas.openxmlformats.org/drawingml/2006/main">
              <a:ext uri="{FF2B5EF4-FFF2-40B4-BE49-F238E27FC236}">
                <a16:creationId xmlns:a16="http://schemas.microsoft.com/office/drawing/2014/main" id="{E3363B39-DEC9-418F-94BF-B7AF54B28A1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31</a:t>
            </a:r>
          </a:p>
        </p:txBody>
      </p:sp>
      <p:pic>
        <p:nvPicPr>
          <p:cNvPr id="2115780606"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d1012c32736d470b"/>
          <a:stretch xmlns:a="http://schemas.openxmlformats.org/drawingml/2006/main"/>
        </p:blipFill>
        <p:spPr>
          <a:xfrm xmlns:a="http://schemas.openxmlformats.org/drawingml/2006/main">
            <a:off x="2286000" y="1505808"/>
            <a:ext cx="3333750" cy="4475034"/>
          </a:xfrm>
          <a:prstGeom xmlns:a="http://schemas.openxmlformats.org/drawingml/2006/main" prst="rect">
            <a:avLst/>
          </a:prstGeom>
        </p:spPr>
      </p:pic>
    </p:spTree>
    <p:extLst>
      <p:ext uri="{BB962C8B-B14F-4D97-AF65-F5344CB8AC3E}">
        <p14:creationId xmlns:p14="http://schemas.microsoft.com/office/powerpoint/2010/main" val="1250429564"/>
      </p:ext>
    </p:extLst>
  </p:cSld>
</p:sld>
</file>

<file path=ppt/slides/slide3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2049032" name="Rectangle 935271156">
            <a:extLst xmlns:a="http://schemas.openxmlformats.org/drawingml/2006/main">
              <a:ext uri="{FF2B5EF4-FFF2-40B4-BE49-F238E27FC236}">
                <a16:creationId xmlns:a16="http://schemas.microsoft.com/office/drawing/2014/main" id="{0F1E20CB-B6A7-4CEA-B8EB-872A3243F2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296800737" name="Rectangle 251777344">
            <a:extLst xmlns:a="http://schemas.openxmlformats.org/drawingml/2006/main">
              <a:ext uri="{FF2B5EF4-FFF2-40B4-BE49-F238E27FC236}">
                <a16:creationId xmlns:a16="http://schemas.microsoft.com/office/drawing/2014/main" id="{BA1740BB-CAE2-42F5-AB04-8F5674250F3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Tokenizer</a:t>
            </a:r>
          </a:p>
        </p:txBody>
      </p:sp>
      <p:sp>
        <p:nvSpPr>
          <p:cNvPr id="1479920622" name="Rectangle 1495975732">
            <a:extLst xmlns:a="http://schemas.openxmlformats.org/drawingml/2006/main">
              <a:ext uri="{FF2B5EF4-FFF2-40B4-BE49-F238E27FC236}">
                <a16:creationId xmlns:a16="http://schemas.microsoft.com/office/drawing/2014/main" id="{0D786E0C-0D0F-4032-AE09-CBD4420292D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32</a:t>
            </a:r>
          </a:p>
        </p:txBody>
      </p:sp>
      <p:sp>
        <p:nvSpPr>
          <p:cNvPr id="1092398402" name="Rectangle 1073258181">
            <a:extLst xmlns:a="http://schemas.openxmlformats.org/drawingml/2006/main">
              <a:ext uri="{FF2B5EF4-FFF2-40B4-BE49-F238E27FC236}">
                <a16:creationId xmlns:a16="http://schemas.microsoft.com/office/drawing/2014/main" id="{C9D1A1B6-57F2-44F9-908B-3B1C79A3A4E4}"/>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Split text into tokens and map each token to an integer ID.</a:t>
            </a:r>
          </a:p>
        </p:txBody>
      </p:sp>
      <p:sp>
        <p:nvSpPr>
          <p:cNvPr id="1542442248" name="Rectangle: Rounded Corners 26212804">
            <a:extLst xmlns:a="http://schemas.openxmlformats.org/drawingml/2006/main">
              <a:ext uri="{FF2B5EF4-FFF2-40B4-BE49-F238E27FC236}">
                <a16:creationId xmlns:a16="http://schemas.microsoft.com/office/drawing/2014/main" id="{D0D9FDC4-29D7-4D0C-B3F3-51989AE7BD02}"/>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9469087" name="Rectangle 212794744">
            <a:extLst xmlns:a="http://schemas.openxmlformats.org/drawingml/2006/main">
              <a:ext uri="{FF2B5EF4-FFF2-40B4-BE49-F238E27FC236}">
                <a16:creationId xmlns:a16="http://schemas.microsoft.com/office/drawing/2014/main" id="{26B88924-BC6D-4BDF-8164-ADD421579FD6}"/>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Text  →  tokens  →  token IDs</a:t>
            </a:r>
          </a:p>
        </p:txBody>
      </p:sp>
      <p:sp>
        <p:nvSpPr>
          <p:cNvPr id="2047918547" name="Rectangle 1461007704">
            <a:extLst xmlns:a="http://schemas.openxmlformats.org/drawingml/2006/main">
              <a:ext uri="{FF2B5EF4-FFF2-40B4-BE49-F238E27FC236}">
                <a16:creationId xmlns:a16="http://schemas.microsoft.com/office/drawing/2014/main" id="{E4381976-FF87-4E29-9837-C67CD6151D26}"/>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1 of 9</a:t>
            </a:r>
          </a:p>
        </p:txBody>
      </p:sp>
      <p:sp>
        <p:nvSpPr>
          <p:cNvPr id="1109664730" name="Rectangle: Rounded Corners 279736926">
            <a:extLst xmlns:a="http://schemas.openxmlformats.org/drawingml/2006/main">
              <a:ext uri="{FF2B5EF4-FFF2-40B4-BE49-F238E27FC236}">
                <a16:creationId xmlns:a16="http://schemas.microsoft.com/office/drawing/2014/main" id="{F948CD2E-EC7D-4C6E-9F3C-EB6B97240143}"/>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364997" name="Rectangle 1115151553">
            <a:extLst xmlns:a="http://schemas.openxmlformats.org/drawingml/2006/main">
              <a:ext uri="{FF2B5EF4-FFF2-40B4-BE49-F238E27FC236}">
                <a16:creationId xmlns:a16="http://schemas.microsoft.com/office/drawing/2014/main" id="{DB326B77-4373-4853-A9CF-54219D724009}"/>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Tokenizer</a:t>
            </a:r>
          </a:p>
        </p:txBody>
      </p:sp>
      <p:sp>
        <p:nvSpPr>
          <p:cNvPr id="2044104727" name="Straight Connector 1619670975">
            <a:extLst xmlns:a="http://schemas.openxmlformats.org/drawingml/2006/main">
              <a:ext uri="{FF2B5EF4-FFF2-40B4-BE49-F238E27FC236}">
                <a16:creationId xmlns:a16="http://schemas.microsoft.com/office/drawing/2014/main" id="{7F771F94-40BF-4DAE-942A-BF1EF5D3FDB2}"/>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9302348" name="Rectangle: Rounded Corners 1743333566">
            <a:extLst xmlns:a="http://schemas.openxmlformats.org/drawingml/2006/main">
              <a:ext uri="{FF2B5EF4-FFF2-40B4-BE49-F238E27FC236}">
                <a16:creationId xmlns:a16="http://schemas.microsoft.com/office/drawing/2014/main" id="{9AEC6328-4773-43F9-9716-FAD28399F431}"/>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9321827" name="Rectangle 1257660027">
            <a:extLst xmlns:a="http://schemas.openxmlformats.org/drawingml/2006/main">
              <a:ext uri="{FF2B5EF4-FFF2-40B4-BE49-F238E27FC236}">
                <a16:creationId xmlns:a16="http://schemas.microsoft.com/office/drawing/2014/main" id="{8A635E41-2C86-4D3D-8BDD-98945AEAD36D}"/>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533483290" name="Straight Connector 145208638">
            <a:extLst xmlns:a="http://schemas.openxmlformats.org/drawingml/2006/main">
              <a:ext uri="{FF2B5EF4-FFF2-40B4-BE49-F238E27FC236}">
                <a16:creationId xmlns:a16="http://schemas.microsoft.com/office/drawing/2014/main" id="{098E100E-A076-4498-9D2D-40BD7A7A6F10}"/>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6223103" name="Rectangle: Rounded Corners 1609950337">
            <a:extLst xmlns:a="http://schemas.openxmlformats.org/drawingml/2006/main">
              <a:ext uri="{FF2B5EF4-FFF2-40B4-BE49-F238E27FC236}">
                <a16:creationId xmlns:a16="http://schemas.microsoft.com/office/drawing/2014/main" id="{B91B1B29-354E-491C-8454-7349C37475D9}"/>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6707571" name="Rectangle 443182338">
            <a:extLst xmlns:a="http://schemas.openxmlformats.org/drawingml/2006/main">
              <a:ext uri="{FF2B5EF4-FFF2-40B4-BE49-F238E27FC236}">
                <a16:creationId xmlns:a16="http://schemas.microsoft.com/office/drawing/2014/main" id="{9E662FA7-74FC-4B13-9ADF-56A16B87E3D9}"/>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348373404" name="Straight Connector 785359653">
            <a:extLst xmlns:a="http://schemas.openxmlformats.org/drawingml/2006/main">
              <a:ext uri="{FF2B5EF4-FFF2-40B4-BE49-F238E27FC236}">
                <a16:creationId xmlns:a16="http://schemas.microsoft.com/office/drawing/2014/main" id="{F5BC24B7-6C70-42BE-ADE3-7445E611F7E4}"/>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9372839" name="Rectangle: Rounded Corners 855638666">
            <a:extLst xmlns:a="http://schemas.openxmlformats.org/drawingml/2006/main">
              <a:ext uri="{FF2B5EF4-FFF2-40B4-BE49-F238E27FC236}">
                <a16:creationId xmlns:a16="http://schemas.microsoft.com/office/drawing/2014/main" id="{B7FC3A16-6FB4-42AB-9AC0-CBAFCA6A080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5313627" name="Rectangle 940954365">
            <a:extLst xmlns:a="http://schemas.openxmlformats.org/drawingml/2006/main">
              <a:ext uri="{FF2B5EF4-FFF2-40B4-BE49-F238E27FC236}">
                <a16:creationId xmlns:a16="http://schemas.microsoft.com/office/drawing/2014/main" id="{166017FF-FDDE-4F8C-AD52-1B7DE12A98E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755176660" name="Straight Connector 693332806">
            <a:extLst xmlns:a="http://schemas.openxmlformats.org/drawingml/2006/main">
              <a:ext uri="{FF2B5EF4-FFF2-40B4-BE49-F238E27FC236}">
                <a16:creationId xmlns:a16="http://schemas.microsoft.com/office/drawing/2014/main" id="{D6860E21-357E-4B06-9E53-8554B7F4D714}"/>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1658514" name="Rectangle: Rounded Corners 1926968986">
            <a:extLst xmlns:a="http://schemas.openxmlformats.org/drawingml/2006/main">
              <a:ext uri="{FF2B5EF4-FFF2-40B4-BE49-F238E27FC236}">
                <a16:creationId xmlns:a16="http://schemas.microsoft.com/office/drawing/2014/main" id="{6861487B-506E-4CFF-A855-6F3CA382ED59}"/>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1489253" name="Rectangle 1151762913">
            <a:extLst xmlns:a="http://schemas.openxmlformats.org/drawingml/2006/main">
              <a:ext uri="{FF2B5EF4-FFF2-40B4-BE49-F238E27FC236}">
                <a16:creationId xmlns:a16="http://schemas.microsoft.com/office/drawing/2014/main" id="{C749B8A4-BFF8-48E4-A32B-A8DCA31E2ED2}"/>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2109586272" name="Straight Connector 365425087">
            <a:extLst xmlns:a="http://schemas.openxmlformats.org/drawingml/2006/main">
              <a:ext uri="{FF2B5EF4-FFF2-40B4-BE49-F238E27FC236}">
                <a16:creationId xmlns:a16="http://schemas.microsoft.com/office/drawing/2014/main" id="{7D77DC2E-7204-4FE3-AE8E-F8FD40C86549}"/>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6716099" name="Rectangle: Rounded Corners 245865221">
            <a:extLst xmlns:a="http://schemas.openxmlformats.org/drawingml/2006/main">
              <a:ext uri="{FF2B5EF4-FFF2-40B4-BE49-F238E27FC236}">
                <a16:creationId xmlns:a16="http://schemas.microsoft.com/office/drawing/2014/main" id="{23C9926F-4620-415F-AD9A-DD56998B0310}"/>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5591724" name="Rectangle 1416834568">
            <a:extLst xmlns:a="http://schemas.openxmlformats.org/drawingml/2006/main">
              <a:ext uri="{FF2B5EF4-FFF2-40B4-BE49-F238E27FC236}">
                <a16:creationId xmlns:a16="http://schemas.microsoft.com/office/drawing/2014/main" id="{5C648DAD-8041-434C-92CC-B371B8F60E2B}"/>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672349047" name="Straight Connector 275380547">
            <a:extLst xmlns:a="http://schemas.openxmlformats.org/drawingml/2006/main">
              <a:ext uri="{FF2B5EF4-FFF2-40B4-BE49-F238E27FC236}">
                <a16:creationId xmlns:a16="http://schemas.microsoft.com/office/drawing/2014/main" id="{9F2F81CA-002E-48B7-9C1B-5A21B2A8CF46}"/>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7172061" name="Rectangle: Rounded Corners 2080764040">
            <a:extLst xmlns:a="http://schemas.openxmlformats.org/drawingml/2006/main">
              <a:ext uri="{FF2B5EF4-FFF2-40B4-BE49-F238E27FC236}">
                <a16:creationId xmlns:a16="http://schemas.microsoft.com/office/drawing/2014/main" id="{64ECFAF8-D65F-46D8-9A1B-B5AD7A274DC4}"/>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265594" name="Rectangle 403501063">
            <a:extLst xmlns:a="http://schemas.openxmlformats.org/drawingml/2006/main">
              <a:ext uri="{FF2B5EF4-FFF2-40B4-BE49-F238E27FC236}">
                <a16:creationId xmlns:a16="http://schemas.microsoft.com/office/drawing/2014/main" id="{7C36F232-A998-4D3D-871F-66908468147A}"/>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501597907" name="Straight Connector 1060762689">
            <a:extLst xmlns:a="http://schemas.openxmlformats.org/drawingml/2006/main">
              <a:ext uri="{FF2B5EF4-FFF2-40B4-BE49-F238E27FC236}">
                <a16:creationId xmlns:a16="http://schemas.microsoft.com/office/drawing/2014/main" id="{A36F5781-DC28-450E-B737-DFBD4D1D352F}"/>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3576679" name="Rectangle: Rounded Corners 727588092">
            <a:extLst xmlns:a="http://schemas.openxmlformats.org/drawingml/2006/main">
              <a:ext uri="{FF2B5EF4-FFF2-40B4-BE49-F238E27FC236}">
                <a16:creationId xmlns:a16="http://schemas.microsoft.com/office/drawing/2014/main" id="{40283ED3-B31D-46EF-8401-5CDEB38D8EAA}"/>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3335242" name="Rectangle 1735481052">
            <a:extLst xmlns:a="http://schemas.openxmlformats.org/drawingml/2006/main">
              <a:ext uri="{FF2B5EF4-FFF2-40B4-BE49-F238E27FC236}">
                <a16:creationId xmlns:a16="http://schemas.microsoft.com/office/drawing/2014/main" id="{D97687E3-37E0-4815-B1C3-43493121CAD9}"/>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126231749" name="Straight Connector 1664930942">
            <a:extLst xmlns:a="http://schemas.openxmlformats.org/drawingml/2006/main">
              <a:ext uri="{FF2B5EF4-FFF2-40B4-BE49-F238E27FC236}">
                <a16:creationId xmlns:a16="http://schemas.microsoft.com/office/drawing/2014/main" id="{58CC7EC4-8965-4E6C-B520-4D7E73FB9966}"/>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4990868" name="Rectangle: Rounded Corners 248230012">
            <a:extLst xmlns:a="http://schemas.openxmlformats.org/drawingml/2006/main">
              <a:ext uri="{FF2B5EF4-FFF2-40B4-BE49-F238E27FC236}">
                <a16:creationId xmlns:a16="http://schemas.microsoft.com/office/drawing/2014/main" id="{8E681330-73D5-4FA7-9630-DDD6E261BBEE}"/>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3857179" name="Rectangle 1582970705">
            <a:extLst xmlns:a="http://schemas.openxmlformats.org/drawingml/2006/main">
              <a:ext uri="{FF2B5EF4-FFF2-40B4-BE49-F238E27FC236}">
                <a16:creationId xmlns:a16="http://schemas.microsoft.com/office/drawing/2014/main" id="{343993FC-5F4C-49BA-A097-84863495C4CF}"/>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724972669" name="Rectangle 2078376782">
            <a:extLst xmlns:a="http://schemas.openxmlformats.org/drawingml/2006/main">
              <a:ext uri="{FF2B5EF4-FFF2-40B4-BE49-F238E27FC236}">
                <a16:creationId xmlns:a16="http://schemas.microsoft.com/office/drawing/2014/main" id="{B964224D-8B03-46A4-AD0E-DE0C320B5E3A}"/>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867539504"/>
      </p:ext>
    </p:extLst>
  </p:cSld>
</p:sld>
</file>

<file path=ppt/slides/slide3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15476363" name="Rectangle 935271156">
            <a:extLst xmlns:a="http://schemas.openxmlformats.org/drawingml/2006/main">
              <a:ext uri="{FF2B5EF4-FFF2-40B4-BE49-F238E27FC236}">
                <a16:creationId xmlns:a16="http://schemas.microsoft.com/office/drawing/2014/main" id="{15DA729C-EA3D-4C6E-A106-2F2296A5532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992800878" name="Rectangle 251777344">
            <a:extLst xmlns:a="http://schemas.openxmlformats.org/drawingml/2006/main">
              <a:ext uri="{FF2B5EF4-FFF2-40B4-BE49-F238E27FC236}">
                <a16:creationId xmlns:a16="http://schemas.microsoft.com/office/drawing/2014/main" id="{40FF40EE-7C4F-4D91-9CD1-E83993AC2A6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Embedding</a:t>
            </a:r>
          </a:p>
        </p:txBody>
      </p:sp>
      <p:sp>
        <p:nvSpPr>
          <p:cNvPr id="89491951" name="Rectangle 1495975732">
            <a:extLst xmlns:a="http://schemas.openxmlformats.org/drawingml/2006/main">
              <a:ext uri="{FF2B5EF4-FFF2-40B4-BE49-F238E27FC236}">
                <a16:creationId xmlns:a16="http://schemas.microsoft.com/office/drawing/2014/main" id="{2011B094-D46A-424B-945C-8A225F2011F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33</a:t>
            </a:r>
          </a:p>
        </p:txBody>
      </p:sp>
      <p:sp>
        <p:nvSpPr>
          <p:cNvPr id="163612891" name="Rectangle 1430704302">
            <a:extLst xmlns:a="http://schemas.openxmlformats.org/drawingml/2006/main">
              <a:ext uri="{FF2B5EF4-FFF2-40B4-BE49-F238E27FC236}">
                <a16:creationId xmlns:a16="http://schemas.microsoft.com/office/drawing/2014/main" id="{A6B9991F-FEAC-418E-B6FB-09C41FBF09F5}"/>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Turn each token ID into a learned dense vector.</a:t>
            </a:r>
          </a:p>
        </p:txBody>
      </p:sp>
      <p:sp>
        <p:nvSpPr>
          <p:cNvPr id="414908562" name="Rectangle: Rounded Corners 1012559160">
            <a:extLst xmlns:a="http://schemas.openxmlformats.org/drawingml/2006/main">
              <a:ext uri="{FF2B5EF4-FFF2-40B4-BE49-F238E27FC236}">
                <a16:creationId xmlns:a16="http://schemas.microsoft.com/office/drawing/2014/main" id="{2C6ADACB-ABD3-45B6-80C5-A0B2061398A6}"/>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0705393" name="Rectangle 1158417423">
            <a:extLst xmlns:a="http://schemas.openxmlformats.org/drawingml/2006/main">
              <a:ext uri="{FF2B5EF4-FFF2-40B4-BE49-F238E27FC236}">
                <a16:creationId xmlns:a16="http://schemas.microsoft.com/office/drawing/2014/main" id="{C36857E9-5AA9-4B32-8E42-B41EB00AEF9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ID  →  embedding vector</a:t>
            </a:r>
          </a:p>
        </p:txBody>
      </p:sp>
      <p:sp>
        <p:nvSpPr>
          <p:cNvPr id="1540007498" name="Rectangle 427464004">
            <a:extLst xmlns:a="http://schemas.openxmlformats.org/drawingml/2006/main">
              <a:ext uri="{FF2B5EF4-FFF2-40B4-BE49-F238E27FC236}">
                <a16:creationId xmlns:a16="http://schemas.microsoft.com/office/drawing/2014/main" id="{2EDD7A2C-B311-4FBD-A556-C1C8BF80C331}"/>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2 of 9</a:t>
            </a:r>
          </a:p>
        </p:txBody>
      </p:sp>
      <p:sp>
        <p:nvSpPr>
          <p:cNvPr id="1392493118" name="Rectangle: Rounded Corners 215861248">
            <a:extLst xmlns:a="http://schemas.openxmlformats.org/drawingml/2006/main">
              <a:ext uri="{FF2B5EF4-FFF2-40B4-BE49-F238E27FC236}">
                <a16:creationId xmlns:a16="http://schemas.microsoft.com/office/drawing/2014/main" id="{9B8761A8-0978-41B7-B257-335E1B838BEC}"/>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6163595" name="Rectangle 749351607">
            <a:extLst xmlns:a="http://schemas.openxmlformats.org/drawingml/2006/main">
              <a:ext uri="{FF2B5EF4-FFF2-40B4-BE49-F238E27FC236}">
                <a16:creationId xmlns:a16="http://schemas.microsoft.com/office/drawing/2014/main" id="{4E80DC03-99BC-4C5D-941A-F6EEAA8A93A8}"/>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944942306" name="Straight Connector 1927723798">
            <a:extLst xmlns:a="http://schemas.openxmlformats.org/drawingml/2006/main">
              <a:ext uri="{FF2B5EF4-FFF2-40B4-BE49-F238E27FC236}">
                <a16:creationId xmlns:a16="http://schemas.microsoft.com/office/drawing/2014/main" id="{7F32268E-1D86-4684-AE26-EB5CF797AE6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8793586" name="Rectangle: Rounded Corners 329236221">
            <a:extLst xmlns:a="http://schemas.openxmlformats.org/drawingml/2006/main">
              <a:ext uri="{FF2B5EF4-FFF2-40B4-BE49-F238E27FC236}">
                <a16:creationId xmlns:a16="http://schemas.microsoft.com/office/drawing/2014/main" id="{0A79E649-9496-4C9D-A27E-65E3B6F7CCC0}"/>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3790393" name="Rectangle 2041621471">
            <a:extLst xmlns:a="http://schemas.openxmlformats.org/drawingml/2006/main">
              <a:ext uri="{FF2B5EF4-FFF2-40B4-BE49-F238E27FC236}">
                <a16:creationId xmlns:a16="http://schemas.microsoft.com/office/drawing/2014/main" id="{E39CD88F-D490-482A-B770-122D3A96670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Embedding</a:t>
            </a:r>
          </a:p>
        </p:txBody>
      </p:sp>
      <p:sp>
        <p:nvSpPr>
          <p:cNvPr id="216923707" name="Straight Connector 1239363628">
            <a:extLst xmlns:a="http://schemas.openxmlformats.org/drawingml/2006/main">
              <a:ext uri="{FF2B5EF4-FFF2-40B4-BE49-F238E27FC236}">
                <a16:creationId xmlns:a16="http://schemas.microsoft.com/office/drawing/2014/main" id="{D97D4D89-B1F3-4A34-970B-994BF5BEE79E}"/>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7439965" name="Rectangle: Rounded Corners 1808606350">
            <a:extLst xmlns:a="http://schemas.openxmlformats.org/drawingml/2006/main">
              <a:ext uri="{FF2B5EF4-FFF2-40B4-BE49-F238E27FC236}">
                <a16:creationId xmlns:a16="http://schemas.microsoft.com/office/drawing/2014/main" id="{A0E5B89F-9B5E-4733-B6CD-4854693830D9}"/>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96682144" name="Rectangle 1449320913">
            <a:extLst xmlns:a="http://schemas.openxmlformats.org/drawingml/2006/main">
              <a:ext uri="{FF2B5EF4-FFF2-40B4-BE49-F238E27FC236}">
                <a16:creationId xmlns:a16="http://schemas.microsoft.com/office/drawing/2014/main" id="{FD476EF7-A0A3-447B-B410-4F13D2DF9F34}"/>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619802473" name="Straight Connector 372799236">
            <a:extLst xmlns:a="http://schemas.openxmlformats.org/drawingml/2006/main">
              <a:ext uri="{FF2B5EF4-FFF2-40B4-BE49-F238E27FC236}">
                <a16:creationId xmlns:a16="http://schemas.microsoft.com/office/drawing/2014/main" id="{D11CA9A3-9F74-4C3F-A17D-11A34F3808FF}"/>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543797" name="Rectangle: Rounded Corners 39541051">
            <a:extLst xmlns:a="http://schemas.openxmlformats.org/drawingml/2006/main">
              <a:ext uri="{FF2B5EF4-FFF2-40B4-BE49-F238E27FC236}">
                <a16:creationId xmlns:a16="http://schemas.microsoft.com/office/drawing/2014/main" id="{041B8305-2C94-4C1C-8C59-C49A9E27B0F2}"/>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0372628" name="Rectangle 308467906">
            <a:extLst xmlns:a="http://schemas.openxmlformats.org/drawingml/2006/main">
              <a:ext uri="{FF2B5EF4-FFF2-40B4-BE49-F238E27FC236}">
                <a16:creationId xmlns:a16="http://schemas.microsoft.com/office/drawing/2014/main" id="{3EB16873-2F55-49D3-9260-492B7A9EE0D0}"/>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844133108" name="Straight Connector 473089442">
            <a:extLst xmlns:a="http://schemas.openxmlformats.org/drawingml/2006/main">
              <a:ext uri="{FF2B5EF4-FFF2-40B4-BE49-F238E27FC236}">
                <a16:creationId xmlns:a16="http://schemas.microsoft.com/office/drawing/2014/main" id="{F55D245A-E3FB-4FAE-9BF8-01CD86390793}"/>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981477" name="Rectangle: Rounded Corners 505397229">
            <a:extLst xmlns:a="http://schemas.openxmlformats.org/drawingml/2006/main">
              <a:ext uri="{FF2B5EF4-FFF2-40B4-BE49-F238E27FC236}">
                <a16:creationId xmlns:a16="http://schemas.microsoft.com/office/drawing/2014/main" id="{C3CDD8BB-EEAF-4650-822A-F085D2872D6D}"/>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3730409" name="Rectangle 1950580429">
            <a:extLst xmlns:a="http://schemas.openxmlformats.org/drawingml/2006/main">
              <a:ext uri="{FF2B5EF4-FFF2-40B4-BE49-F238E27FC236}">
                <a16:creationId xmlns:a16="http://schemas.microsoft.com/office/drawing/2014/main" id="{ACA2DB39-7CF1-4A9B-B83D-5DC3334C5E3D}"/>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570311381" name="Straight Connector 1353970452">
            <a:extLst xmlns:a="http://schemas.openxmlformats.org/drawingml/2006/main">
              <a:ext uri="{FF2B5EF4-FFF2-40B4-BE49-F238E27FC236}">
                <a16:creationId xmlns:a16="http://schemas.microsoft.com/office/drawing/2014/main" id="{842B733D-3C3B-49DA-8071-368F84FBC0FF}"/>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3830112" name="Rectangle: Rounded Corners 406273477">
            <a:extLst xmlns:a="http://schemas.openxmlformats.org/drawingml/2006/main">
              <a:ext uri="{FF2B5EF4-FFF2-40B4-BE49-F238E27FC236}">
                <a16:creationId xmlns:a16="http://schemas.microsoft.com/office/drawing/2014/main" id="{0D56800E-CB5D-4D60-A94C-3B23177E8955}"/>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4043098" name="Rectangle 186207925">
            <a:extLst xmlns:a="http://schemas.openxmlformats.org/drawingml/2006/main">
              <a:ext uri="{FF2B5EF4-FFF2-40B4-BE49-F238E27FC236}">
                <a16:creationId xmlns:a16="http://schemas.microsoft.com/office/drawing/2014/main" id="{BB2CFCF2-98A1-4FDC-9A68-30DD6C17B886}"/>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721547938" name="Straight Connector 458049314">
            <a:extLst xmlns:a="http://schemas.openxmlformats.org/drawingml/2006/main">
              <a:ext uri="{FF2B5EF4-FFF2-40B4-BE49-F238E27FC236}">
                <a16:creationId xmlns:a16="http://schemas.microsoft.com/office/drawing/2014/main" id="{7F609C60-90CA-4DA8-B592-2B55678F3B47}"/>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8867387" name="Rectangle: Rounded Corners 1206745481">
            <a:extLst xmlns:a="http://schemas.openxmlformats.org/drawingml/2006/main">
              <a:ext uri="{FF2B5EF4-FFF2-40B4-BE49-F238E27FC236}">
                <a16:creationId xmlns:a16="http://schemas.microsoft.com/office/drawing/2014/main" id="{9CBA974F-E635-4750-AC1D-ECE53B1E21CB}"/>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082546" name="Rectangle 1993735714">
            <a:extLst xmlns:a="http://schemas.openxmlformats.org/drawingml/2006/main">
              <a:ext uri="{FF2B5EF4-FFF2-40B4-BE49-F238E27FC236}">
                <a16:creationId xmlns:a16="http://schemas.microsoft.com/office/drawing/2014/main" id="{6E2331AE-EA57-4A11-8D80-AD3ABAF58D2B}"/>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845433929" name="Straight Connector 547570178">
            <a:extLst xmlns:a="http://schemas.openxmlformats.org/drawingml/2006/main">
              <a:ext uri="{FF2B5EF4-FFF2-40B4-BE49-F238E27FC236}">
                <a16:creationId xmlns:a16="http://schemas.microsoft.com/office/drawing/2014/main" id="{CD52FB97-D08E-4E06-8D78-22A9F83D3284}"/>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1080105" name="Rectangle: Rounded Corners 1868051656">
            <a:extLst xmlns:a="http://schemas.openxmlformats.org/drawingml/2006/main">
              <a:ext uri="{FF2B5EF4-FFF2-40B4-BE49-F238E27FC236}">
                <a16:creationId xmlns:a16="http://schemas.microsoft.com/office/drawing/2014/main" id="{774447E5-FB71-4ED6-982C-070A4F203876}"/>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0063788" name="Rectangle 383507330">
            <a:extLst xmlns:a="http://schemas.openxmlformats.org/drawingml/2006/main">
              <a:ext uri="{FF2B5EF4-FFF2-40B4-BE49-F238E27FC236}">
                <a16:creationId xmlns:a16="http://schemas.microsoft.com/office/drawing/2014/main" id="{12830FE2-9480-49F7-9ED6-6FFF865E6177}"/>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595509382" name="Straight Connector 1197472556">
            <a:extLst xmlns:a="http://schemas.openxmlformats.org/drawingml/2006/main">
              <a:ext uri="{FF2B5EF4-FFF2-40B4-BE49-F238E27FC236}">
                <a16:creationId xmlns:a16="http://schemas.microsoft.com/office/drawing/2014/main" id="{82499654-7DC4-4154-A41B-DA6CB90E33F0}"/>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78257489" name="Rectangle: Rounded Corners 632538634">
            <a:extLst xmlns:a="http://schemas.openxmlformats.org/drawingml/2006/main">
              <a:ext uri="{FF2B5EF4-FFF2-40B4-BE49-F238E27FC236}">
                <a16:creationId xmlns:a16="http://schemas.microsoft.com/office/drawing/2014/main" id="{FE80D443-5A77-42CF-97C9-E7F6D89F23DA}"/>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0941642" name="Rectangle 1016229026">
            <a:extLst xmlns:a="http://schemas.openxmlformats.org/drawingml/2006/main">
              <a:ext uri="{FF2B5EF4-FFF2-40B4-BE49-F238E27FC236}">
                <a16:creationId xmlns:a16="http://schemas.microsoft.com/office/drawing/2014/main" id="{FF45F5C1-479A-49E5-AF33-3CB9D4915823}"/>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875777272" name="Rectangle 982950088">
            <a:extLst xmlns:a="http://schemas.openxmlformats.org/drawingml/2006/main">
              <a:ext uri="{FF2B5EF4-FFF2-40B4-BE49-F238E27FC236}">
                <a16:creationId xmlns:a16="http://schemas.microsoft.com/office/drawing/2014/main" id="{344F7374-F6E9-4A6D-B0D7-52D3B23C8FD0}"/>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1627031433"/>
      </p:ext>
    </p:extLst>
  </p:cSld>
</p:sld>
</file>

<file path=ppt/slides/slide3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40845213" name="Rectangle 935271156">
            <a:extLst xmlns:a="http://schemas.openxmlformats.org/drawingml/2006/main">
              <a:ext uri="{FF2B5EF4-FFF2-40B4-BE49-F238E27FC236}">
                <a16:creationId xmlns:a16="http://schemas.microsoft.com/office/drawing/2014/main" id="{83DE179A-65FF-4568-A34A-679B8B67ECA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Input</a:t>
            </a:r>
          </a:p>
        </p:txBody>
      </p:sp>
      <p:sp>
        <p:nvSpPr>
          <p:cNvPr id="1794879530" name="Rectangle 251777344">
            <a:extLst xmlns:a="http://schemas.openxmlformats.org/drawingml/2006/main">
              <a:ext uri="{FF2B5EF4-FFF2-40B4-BE49-F238E27FC236}">
                <a16:creationId xmlns:a16="http://schemas.microsoft.com/office/drawing/2014/main" id="{3EBFDBA7-D6D3-4446-AEE5-3A46DFA32F52}"/>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Positional encoding</a:t>
            </a:r>
          </a:p>
        </p:txBody>
      </p:sp>
      <p:sp>
        <p:nvSpPr>
          <p:cNvPr id="2007549596" name="Rectangle 1495975732">
            <a:extLst xmlns:a="http://schemas.openxmlformats.org/drawingml/2006/main">
              <a:ext uri="{FF2B5EF4-FFF2-40B4-BE49-F238E27FC236}">
                <a16:creationId xmlns:a16="http://schemas.microsoft.com/office/drawing/2014/main" id="{E3DE4979-4375-40CF-AE82-77A0A75086E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34</a:t>
            </a:r>
          </a:p>
        </p:txBody>
      </p:sp>
      <p:sp>
        <p:nvSpPr>
          <p:cNvPr id="1202386648" name="Rectangle 958108388">
            <a:extLst xmlns:a="http://schemas.openxmlformats.org/drawingml/2006/main">
              <a:ext uri="{FF2B5EF4-FFF2-40B4-BE49-F238E27FC236}">
                <a16:creationId xmlns:a16="http://schemas.microsoft.com/office/drawing/2014/main" id="{4F3F79D3-68F8-493E-AEE0-6A8A6E24D88F}"/>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Add position information so the model can distinguish word order.</a:t>
            </a:r>
          </a:p>
        </p:txBody>
      </p:sp>
      <p:sp>
        <p:nvSpPr>
          <p:cNvPr id="1180905644" name="Rectangle: Rounded Corners 223341809">
            <a:extLst xmlns:a="http://schemas.openxmlformats.org/drawingml/2006/main">
              <a:ext uri="{FF2B5EF4-FFF2-40B4-BE49-F238E27FC236}">
                <a16:creationId xmlns:a16="http://schemas.microsoft.com/office/drawing/2014/main" id="{D0CF0733-6944-4069-B455-C5284C39BA20}"/>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5030996" name="Rectangle 1189281663">
            <a:extLst xmlns:a="http://schemas.openxmlformats.org/drawingml/2006/main">
              <a:ext uri="{FF2B5EF4-FFF2-40B4-BE49-F238E27FC236}">
                <a16:creationId xmlns:a16="http://schemas.microsoft.com/office/drawing/2014/main" id="{C7602F30-8ED1-4C1E-9AB7-15FA3F5E13F3}"/>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2563EB"/>
                </a:solidFill>
                <a:latin typeface="Calibri"/>
                <a:ea typeface="Calibri"/>
                <a:cs typeface="Calibri"/>
              </a:defRPr>
            </a:pPr>
            <a:r>
              <a:rPr sz="2350" b="1">
                <a:solidFill>
                  <a:srgbClr val="2563EB"/>
                </a:solidFill>
                <a:latin typeface="Calibri"/>
                <a:ea typeface="Calibri"/>
                <a:cs typeface="Calibri"/>
              </a:rPr>
              <a:t>token embedding  +  position signal</a:t>
            </a:r>
          </a:p>
        </p:txBody>
      </p:sp>
      <p:sp>
        <p:nvSpPr>
          <p:cNvPr id="1531021293" name="Rectangle 67193432">
            <a:extLst xmlns:a="http://schemas.openxmlformats.org/drawingml/2006/main">
              <a:ext uri="{FF2B5EF4-FFF2-40B4-BE49-F238E27FC236}">
                <a16:creationId xmlns:a16="http://schemas.microsoft.com/office/drawing/2014/main" id="{817D1E2F-DE8E-4F65-A235-0765FABA6D54}"/>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3 of 9</a:t>
            </a:r>
          </a:p>
        </p:txBody>
      </p:sp>
      <p:sp>
        <p:nvSpPr>
          <p:cNvPr id="317263558" name="Rectangle: Rounded Corners 15823732">
            <a:extLst xmlns:a="http://schemas.openxmlformats.org/drawingml/2006/main">
              <a:ext uri="{FF2B5EF4-FFF2-40B4-BE49-F238E27FC236}">
                <a16:creationId xmlns:a16="http://schemas.microsoft.com/office/drawing/2014/main" id="{7FE938AF-4314-48CB-9B8A-52570BD42EE7}"/>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4483829" name="Rectangle 1855104785">
            <a:extLst xmlns:a="http://schemas.openxmlformats.org/drawingml/2006/main">
              <a:ext uri="{FF2B5EF4-FFF2-40B4-BE49-F238E27FC236}">
                <a16:creationId xmlns:a16="http://schemas.microsoft.com/office/drawing/2014/main" id="{5FCF99CA-3943-47FF-952E-54EE2926A1C5}"/>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819936992" name="Straight Connector 525634098">
            <a:extLst xmlns:a="http://schemas.openxmlformats.org/drawingml/2006/main">
              <a:ext uri="{FF2B5EF4-FFF2-40B4-BE49-F238E27FC236}">
                <a16:creationId xmlns:a16="http://schemas.microsoft.com/office/drawing/2014/main" id="{7A231CF1-1392-41A2-B793-07329AAF67C8}"/>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75317822" name="Rectangle: Rounded Corners 674286044">
            <a:extLst xmlns:a="http://schemas.openxmlformats.org/drawingml/2006/main">
              <a:ext uri="{FF2B5EF4-FFF2-40B4-BE49-F238E27FC236}">
                <a16:creationId xmlns:a16="http://schemas.microsoft.com/office/drawing/2014/main" id="{05C8B7D4-2922-4E70-B396-5F700D49B8BF}"/>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4863394" name="Rectangle 468437566">
            <a:extLst xmlns:a="http://schemas.openxmlformats.org/drawingml/2006/main">
              <a:ext uri="{FF2B5EF4-FFF2-40B4-BE49-F238E27FC236}">
                <a16:creationId xmlns:a16="http://schemas.microsoft.com/office/drawing/2014/main" id="{8E49B0C4-DBEC-4C1F-9B63-67AF7122B55B}"/>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881303582" name="Straight Connector 1426500242">
            <a:extLst xmlns:a="http://schemas.openxmlformats.org/drawingml/2006/main">
              <a:ext uri="{FF2B5EF4-FFF2-40B4-BE49-F238E27FC236}">
                <a16:creationId xmlns:a16="http://schemas.microsoft.com/office/drawing/2014/main" id="{BF49E7FA-D479-4FD9-8B79-8A40053D4C6D}"/>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6002369" name="Rectangle: Rounded Corners 1367709388">
            <a:extLst xmlns:a="http://schemas.openxmlformats.org/drawingml/2006/main">
              <a:ext uri="{FF2B5EF4-FFF2-40B4-BE49-F238E27FC236}">
                <a16:creationId xmlns:a16="http://schemas.microsoft.com/office/drawing/2014/main" id="{AC7C10E1-501C-46FB-9C21-6E3A99082B91}"/>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2563EB"/>
          </a:solidFill>
          <a:ln xmlns:a="http://schemas.openxmlformats.org/drawingml/2006/main" w="952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356830" name="Rectangle 234797796">
            <a:extLst xmlns:a="http://schemas.openxmlformats.org/drawingml/2006/main">
              <a:ext uri="{FF2B5EF4-FFF2-40B4-BE49-F238E27FC236}">
                <a16:creationId xmlns:a16="http://schemas.microsoft.com/office/drawing/2014/main" id="{62B04FA4-DFDD-488E-8888-F04A44F12D55}"/>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Positional encoding</a:t>
            </a:r>
          </a:p>
        </p:txBody>
      </p:sp>
      <p:sp>
        <p:nvSpPr>
          <p:cNvPr id="439759244" name="Straight Connector 1500557142">
            <a:extLst xmlns:a="http://schemas.openxmlformats.org/drawingml/2006/main">
              <a:ext uri="{FF2B5EF4-FFF2-40B4-BE49-F238E27FC236}">
                <a16:creationId xmlns:a16="http://schemas.microsoft.com/office/drawing/2014/main" id="{98118A15-9302-45A5-87F7-0A7566FECF72}"/>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9989972" name="Rectangle: Rounded Corners 1502394842">
            <a:extLst xmlns:a="http://schemas.openxmlformats.org/drawingml/2006/main">
              <a:ext uri="{FF2B5EF4-FFF2-40B4-BE49-F238E27FC236}">
                <a16:creationId xmlns:a16="http://schemas.microsoft.com/office/drawing/2014/main" id="{D6EA4826-AFB6-4D5B-96E0-FD6CE422BD7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198059" name="Rectangle 1333887880">
            <a:extLst xmlns:a="http://schemas.openxmlformats.org/drawingml/2006/main">
              <a:ext uri="{FF2B5EF4-FFF2-40B4-BE49-F238E27FC236}">
                <a16:creationId xmlns:a16="http://schemas.microsoft.com/office/drawing/2014/main" id="{42EEF1C8-0B07-4FA7-8CA8-8AA8D913AB0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310048534" name="Straight Connector 799654873">
            <a:extLst xmlns:a="http://schemas.openxmlformats.org/drawingml/2006/main">
              <a:ext uri="{FF2B5EF4-FFF2-40B4-BE49-F238E27FC236}">
                <a16:creationId xmlns:a16="http://schemas.microsoft.com/office/drawing/2014/main" id="{DDC14761-B6E5-498E-ACD4-F249420ABD75}"/>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1481359" name="Rectangle: Rounded Corners 657808798">
            <a:extLst xmlns:a="http://schemas.openxmlformats.org/drawingml/2006/main">
              <a:ext uri="{FF2B5EF4-FFF2-40B4-BE49-F238E27FC236}">
                <a16:creationId xmlns:a16="http://schemas.microsoft.com/office/drawing/2014/main" id="{1F2C5917-95F5-45F3-97A7-FBB0B9E358B8}"/>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845567" name="Rectangle 241828910">
            <a:extLst xmlns:a="http://schemas.openxmlformats.org/drawingml/2006/main">
              <a:ext uri="{FF2B5EF4-FFF2-40B4-BE49-F238E27FC236}">
                <a16:creationId xmlns:a16="http://schemas.microsoft.com/office/drawing/2014/main" id="{3316CA7A-50CA-4BB3-ACF9-A92A5D68A418}"/>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722400571" name="Straight Connector 1949861611">
            <a:extLst xmlns:a="http://schemas.openxmlformats.org/drawingml/2006/main">
              <a:ext uri="{FF2B5EF4-FFF2-40B4-BE49-F238E27FC236}">
                <a16:creationId xmlns:a16="http://schemas.microsoft.com/office/drawing/2014/main" id="{A7F35A3C-59D4-4567-A37D-38DC724A3FB0}"/>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280403" name="Rectangle: Rounded Corners 375602484">
            <a:extLst xmlns:a="http://schemas.openxmlformats.org/drawingml/2006/main">
              <a:ext uri="{FF2B5EF4-FFF2-40B4-BE49-F238E27FC236}">
                <a16:creationId xmlns:a16="http://schemas.microsoft.com/office/drawing/2014/main" id="{DC932A8D-867A-4D83-B2CB-81AD5BCD9F88}"/>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3121707" name="Rectangle 1465330688">
            <a:extLst xmlns:a="http://schemas.openxmlformats.org/drawingml/2006/main">
              <a:ext uri="{FF2B5EF4-FFF2-40B4-BE49-F238E27FC236}">
                <a16:creationId xmlns:a16="http://schemas.microsoft.com/office/drawing/2014/main" id="{D1E303B5-AF8F-4247-B029-6286D8706331}"/>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781253872" name="Straight Connector 1424137737">
            <a:extLst xmlns:a="http://schemas.openxmlformats.org/drawingml/2006/main">
              <a:ext uri="{FF2B5EF4-FFF2-40B4-BE49-F238E27FC236}">
                <a16:creationId xmlns:a16="http://schemas.microsoft.com/office/drawing/2014/main" id="{BEF8D588-4E6C-46FE-BBA0-D5DA12924C60}"/>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3967095" name="Rectangle: Rounded Corners 636703503">
            <a:extLst xmlns:a="http://schemas.openxmlformats.org/drawingml/2006/main">
              <a:ext uri="{FF2B5EF4-FFF2-40B4-BE49-F238E27FC236}">
                <a16:creationId xmlns:a16="http://schemas.microsoft.com/office/drawing/2014/main" id="{D7C20BD5-6C9F-44D3-9C77-5A6D6D7ADBE5}"/>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2598323" name="Rectangle 1674599597">
            <a:extLst xmlns:a="http://schemas.openxmlformats.org/drawingml/2006/main">
              <a:ext uri="{FF2B5EF4-FFF2-40B4-BE49-F238E27FC236}">
                <a16:creationId xmlns:a16="http://schemas.microsoft.com/office/drawing/2014/main" id="{E93C9D25-ACE7-49AE-B0DC-7E6233E94217}"/>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164911684" name="Straight Connector 587719898">
            <a:extLst xmlns:a="http://schemas.openxmlformats.org/drawingml/2006/main">
              <a:ext uri="{FF2B5EF4-FFF2-40B4-BE49-F238E27FC236}">
                <a16:creationId xmlns:a16="http://schemas.microsoft.com/office/drawing/2014/main" id="{17737D47-E731-45CB-98CC-AB2B4FE25C29}"/>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7216277" name="Rectangle: Rounded Corners 457359032">
            <a:extLst xmlns:a="http://schemas.openxmlformats.org/drawingml/2006/main">
              <a:ext uri="{FF2B5EF4-FFF2-40B4-BE49-F238E27FC236}">
                <a16:creationId xmlns:a16="http://schemas.microsoft.com/office/drawing/2014/main" id="{B5BD03E8-2AFE-4DF4-8135-6215874A17A3}"/>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7320500" name="Rectangle 498635459">
            <a:extLst xmlns:a="http://schemas.openxmlformats.org/drawingml/2006/main">
              <a:ext uri="{FF2B5EF4-FFF2-40B4-BE49-F238E27FC236}">
                <a16:creationId xmlns:a16="http://schemas.microsoft.com/office/drawing/2014/main" id="{F2A16CBA-27AD-4BFA-A1A7-3409F553F135}"/>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245692956" name="Straight Connector 1869277450">
            <a:extLst xmlns:a="http://schemas.openxmlformats.org/drawingml/2006/main">
              <a:ext uri="{FF2B5EF4-FFF2-40B4-BE49-F238E27FC236}">
                <a16:creationId xmlns:a16="http://schemas.microsoft.com/office/drawing/2014/main" id="{2552F277-1B8E-4077-B320-9FC81C1692F2}"/>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6895624" name="Rectangle: Rounded Corners 208888040">
            <a:extLst xmlns:a="http://schemas.openxmlformats.org/drawingml/2006/main">
              <a:ext uri="{FF2B5EF4-FFF2-40B4-BE49-F238E27FC236}">
                <a16:creationId xmlns:a16="http://schemas.microsoft.com/office/drawing/2014/main" id="{13B0219F-1CF6-481B-8326-4373A597EC25}"/>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859354" name="Rectangle 67936322">
            <a:extLst xmlns:a="http://schemas.openxmlformats.org/drawingml/2006/main">
              <a:ext uri="{FF2B5EF4-FFF2-40B4-BE49-F238E27FC236}">
                <a16:creationId xmlns:a16="http://schemas.microsoft.com/office/drawing/2014/main" id="{BCE232CD-E881-43BB-A594-7DA4BD489408}"/>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828345261" name="Rectangle 1356855877">
            <a:extLst xmlns:a="http://schemas.openxmlformats.org/drawingml/2006/main">
              <a:ext uri="{FF2B5EF4-FFF2-40B4-BE49-F238E27FC236}">
                <a16:creationId xmlns:a16="http://schemas.microsoft.com/office/drawing/2014/main" id="{1295BBCF-D084-4CAD-A8A6-C9380BF7857F}"/>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latin typeface="Calibri"/>
                <a:ea typeface="Calibri"/>
                <a:cs typeface="Calibri"/>
              </a:defRPr>
            </a:pPr>
            <a:r>
              <a:rPr sz="1350" b="1">
                <a:solidFill>
                  <a:srgbClr val="2563EB"/>
                </a:solidFill>
                <a:latin typeface="Calibri"/>
                <a:ea typeface="Calibri"/>
                <a:cs typeface="Calibri"/>
              </a:rPr>
              <a:t>Input component</a:t>
            </a:r>
          </a:p>
        </p:txBody>
      </p:sp>
    </p:spTree>
    <p:extLst>
      <p:ext uri="{BB962C8B-B14F-4D97-AF65-F5344CB8AC3E}">
        <p14:creationId xmlns:p14="http://schemas.microsoft.com/office/powerpoint/2010/main" val="357993013"/>
      </p:ext>
    </p:extLst>
  </p:cSld>
</p:sld>
</file>

<file path=ppt/slides/slide3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57939800" name="Rectangle 935271156">
            <a:extLst xmlns:a="http://schemas.openxmlformats.org/drawingml/2006/main">
              <a:ext uri="{FF2B5EF4-FFF2-40B4-BE49-F238E27FC236}">
                <a16:creationId xmlns:a16="http://schemas.microsoft.com/office/drawing/2014/main" id="{706334F0-D4D0-4FEE-BDBB-923F0B46F56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384399444" name="Rectangle 251777344">
            <a:extLst xmlns:a="http://schemas.openxmlformats.org/drawingml/2006/main">
              <a:ext uri="{FF2B5EF4-FFF2-40B4-BE49-F238E27FC236}">
                <a16:creationId xmlns:a16="http://schemas.microsoft.com/office/drawing/2014/main" id="{4DC37916-A9AA-4444-A670-D2D744FF97B4}"/>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Self-attention</a:t>
            </a:r>
          </a:p>
        </p:txBody>
      </p:sp>
      <p:sp>
        <p:nvSpPr>
          <p:cNvPr id="1018712231" name="Rectangle 1495975732">
            <a:extLst xmlns:a="http://schemas.openxmlformats.org/drawingml/2006/main">
              <a:ext uri="{FF2B5EF4-FFF2-40B4-BE49-F238E27FC236}">
                <a16:creationId xmlns:a16="http://schemas.microsoft.com/office/drawing/2014/main" id="{0103A6D5-3A72-4A2B-BD39-7A6A250320C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35</a:t>
            </a:r>
          </a:p>
        </p:txBody>
      </p:sp>
      <p:sp>
        <p:nvSpPr>
          <p:cNvPr id="1717968446" name="Rectangle 321697067">
            <a:extLst xmlns:a="http://schemas.openxmlformats.org/drawingml/2006/main">
              <a:ext uri="{FF2B5EF4-FFF2-40B4-BE49-F238E27FC236}">
                <a16:creationId xmlns:a16="http://schemas.microsoft.com/office/drawing/2014/main" id="{1FCD639F-28EA-477F-9F65-76509AF17855}"/>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Let every input token weigh the other input tokens for context.</a:t>
            </a:r>
          </a:p>
        </p:txBody>
      </p:sp>
      <p:sp>
        <p:nvSpPr>
          <p:cNvPr id="1950823808" name="Rectangle: Rounded Corners 1349570965">
            <a:extLst xmlns:a="http://schemas.openxmlformats.org/drawingml/2006/main">
              <a:ext uri="{FF2B5EF4-FFF2-40B4-BE49-F238E27FC236}">
                <a16:creationId xmlns:a16="http://schemas.microsoft.com/office/drawing/2014/main" id="{0516BB3D-F490-490F-901A-245A21D13D93}"/>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1687896" name="Rectangle 812796276">
            <a:extLst xmlns:a="http://schemas.openxmlformats.org/drawingml/2006/main">
              <a:ext uri="{FF2B5EF4-FFF2-40B4-BE49-F238E27FC236}">
                <a16:creationId xmlns:a16="http://schemas.microsoft.com/office/drawing/2014/main" id="{160999D2-30E9-4883-9347-7D69DA06FB6A}"/>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each token  ↔  all input tokens</a:t>
            </a:r>
          </a:p>
        </p:txBody>
      </p:sp>
      <p:sp>
        <p:nvSpPr>
          <p:cNvPr id="721647034" name="Rectangle 1603395576">
            <a:extLst xmlns:a="http://schemas.openxmlformats.org/drawingml/2006/main">
              <a:ext uri="{FF2B5EF4-FFF2-40B4-BE49-F238E27FC236}">
                <a16:creationId xmlns:a16="http://schemas.microsoft.com/office/drawing/2014/main" id="{4914D3BA-797F-43C2-8756-A608E687C9F8}"/>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4 of 9</a:t>
            </a:r>
          </a:p>
        </p:txBody>
      </p:sp>
      <p:sp>
        <p:nvSpPr>
          <p:cNvPr id="555425896" name="Rectangle: Rounded Corners 176541761">
            <a:extLst xmlns:a="http://schemas.openxmlformats.org/drawingml/2006/main">
              <a:ext uri="{FF2B5EF4-FFF2-40B4-BE49-F238E27FC236}">
                <a16:creationId xmlns:a16="http://schemas.microsoft.com/office/drawing/2014/main" id="{7DE30CEB-97D6-4ED0-AD68-7D158F41B9CC}"/>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1807477" name="Rectangle 2141189746">
            <a:extLst xmlns:a="http://schemas.openxmlformats.org/drawingml/2006/main">
              <a:ext uri="{FF2B5EF4-FFF2-40B4-BE49-F238E27FC236}">
                <a16:creationId xmlns:a16="http://schemas.microsoft.com/office/drawing/2014/main" id="{941BB888-AD85-48B8-84E1-28BE70338171}"/>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052340038" name="Straight Connector 600780342">
            <a:extLst xmlns:a="http://schemas.openxmlformats.org/drawingml/2006/main">
              <a:ext uri="{FF2B5EF4-FFF2-40B4-BE49-F238E27FC236}">
                <a16:creationId xmlns:a16="http://schemas.microsoft.com/office/drawing/2014/main" id="{9A504F0F-6A51-4657-B68B-F346F0709652}"/>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98315085" name="Rectangle: Rounded Corners 192673418">
            <a:extLst xmlns:a="http://schemas.openxmlformats.org/drawingml/2006/main">
              <a:ext uri="{FF2B5EF4-FFF2-40B4-BE49-F238E27FC236}">
                <a16:creationId xmlns:a16="http://schemas.microsoft.com/office/drawing/2014/main" id="{2958A791-3020-455D-B704-D651FE999A9D}"/>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9647675" name="Rectangle 1357410290">
            <a:extLst xmlns:a="http://schemas.openxmlformats.org/drawingml/2006/main">
              <a:ext uri="{FF2B5EF4-FFF2-40B4-BE49-F238E27FC236}">
                <a16:creationId xmlns:a16="http://schemas.microsoft.com/office/drawing/2014/main" id="{BDB0046F-F8C3-49F1-B7A5-C26221ADED2F}"/>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1178948240" name="Straight Connector 2115912948">
            <a:extLst xmlns:a="http://schemas.openxmlformats.org/drawingml/2006/main">
              <a:ext uri="{FF2B5EF4-FFF2-40B4-BE49-F238E27FC236}">
                <a16:creationId xmlns:a16="http://schemas.microsoft.com/office/drawing/2014/main" id="{5EF72F75-D3B7-4B81-AAEC-DFC8D7128875}"/>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574484" name="Rectangle: Rounded Corners 1669837260">
            <a:extLst xmlns:a="http://schemas.openxmlformats.org/drawingml/2006/main">
              <a:ext uri="{FF2B5EF4-FFF2-40B4-BE49-F238E27FC236}">
                <a16:creationId xmlns:a16="http://schemas.microsoft.com/office/drawing/2014/main" id="{31CD3236-6645-4125-A65C-1F6E75536958}"/>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6533848" name="Rectangle 559641250">
            <a:extLst xmlns:a="http://schemas.openxmlformats.org/drawingml/2006/main">
              <a:ext uri="{FF2B5EF4-FFF2-40B4-BE49-F238E27FC236}">
                <a16:creationId xmlns:a16="http://schemas.microsoft.com/office/drawing/2014/main" id="{76E65A26-D5B8-465B-86A3-0A4BC5C66F45}"/>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695556682" name="Straight Connector 618109235">
            <a:extLst xmlns:a="http://schemas.openxmlformats.org/drawingml/2006/main">
              <a:ext uri="{FF2B5EF4-FFF2-40B4-BE49-F238E27FC236}">
                <a16:creationId xmlns:a16="http://schemas.microsoft.com/office/drawing/2014/main" id="{302BBCFB-6A4F-4071-B829-006FCF7FEDB6}"/>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4833127" name="Rectangle: Rounded Corners 1448512622">
            <a:extLst xmlns:a="http://schemas.openxmlformats.org/drawingml/2006/main">
              <a:ext uri="{FF2B5EF4-FFF2-40B4-BE49-F238E27FC236}">
                <a16:creationId xmlns:a16="http://schemas.microsoft.com/office/drawing/2014/main" id="{CA4D7393-8E03-474D-8F7F-3D6C75412520}"/>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62477134" name="Rectangle 1449560420">
            <a:extLst xmlns:a="http://schemas.openxmlformats.org/drawingml/2006/main">
              <a:ext uri="{FF2B5EF4-FFF2-40B4-BE49-F238E27FC236}">
                <a16:creationId xmlns:a16="http://schemas.microsoft.com/office/drawing/2014/main" id="{65AAC5E8-9E86-4708-A30C-65B1EF488878}"/>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Self-attention</a:t>
            </a:r>
          </a:p>
        </p:txBody>
      </p:sp>
      <p:sp>
        <p:nvSpPr>
          <p:cNvPr id="734806467" name="Straight Connector 611044704">
            <a:extLst xmlns:a="http://schemas.openxmlformats.org/drawingml/2006/main">
              <a:ext uri="{FF2B5EF4-FFF2-40B4-BE49-F238E27FC236}">
                <a16:creationId xmlns:a16="http://schemas.microsoft.com/office/drawing/2014/main" id="{FB28CF73-EAF4-4EE4-BE70-FAB253ADEA11}"/>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23916655" name="Rectangle: Rounded Corners 1801361334">
            <a:extLst xmlns:a="http://schemas.openxmlformats.org/drawingml/2006/main">
              <a:ext uri="{FF2B5EF4-FFF2-40B4-BE49-F238E27FC236}">
                <a16:creationId xmlns:a16="http://schemas.microsoft.com/office/drawing/2014/main" id="{9211EE11-E398-4AE0-943B-9260111E7685}"/>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9453527" name="Rectangle 455852882">
            <a:extLst xmlns:a="http://schemas.openxmlformats.org/drawingml/2006/main">
              <a:ext uri="{FF2B5EF4-FFF2-40B4-BE49-F238E27FC236}">
                <a16:creationId xmlns:a16="http://schemas.microsoft.com/office/drawing/2014/main" id="{6D20132C-ECAE-451A-86E8-5E823E2835B1}"/>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86878094" name="Straight Connector 2062227753">
            <a:extLst xmlns:a="http://schemas.openxmlformats.org/drawingml/2006/main">
              <a:ext uri="{FF2B5EF4-FFF2-40B4-BE49-F238E27FC236}">
                <a16:creationId xmlns:a16="http://schemas.microsoft.com/office/drawing/2014/main" id="{E30B9A00-D16C-4DAE-9E8A-6C892C1130DE}"/>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4459342" name="Rectangle: Rounded Corners 1885577813">
            <a:extLst xmlns:a="http://schemas.openxmlformats.org/drawingml/2006/main">
              <a:ext uri="{FF2B5EF4-FFF2-40B4-BE49-F238E27FC236}">
                <a16:creationId xmlns:a16="http://schemas.microsoft.com/office/drawing/2014/main" id="{3C1660BD-56F4-42B4-A929-1FF419F39008}"/>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934808" name="Rectangle 698636031">
            <a:extLst xmlns:a="http://schemas.openxmlformats.org/drawingml/2006/main">
              <a:ext uri="{FF2B5EF4-FFF2-40B4-BE49-F238E27FC236}">
                <a16:creationId xmlns:a16="http://schemas.microsoft.com/office/drawing/2014/main" id="{227AC1DD-F587-40F7-AE2B-5C3E64C9156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673757605" name="Straight Connector 352979733">
            <a:extLst xmlns:a="http://schemas.openxmlformats.org/drawingml/2006/main">
              <a:ext uri="{FF2B5EF4-FFF2-40B4-BE49-F238E27FC236}">
                <a16:creationId xmlns:a16="http://schemas.microsoft.com/office/drawing/2014/main" id="{824F7C51-3B99-499F-A5D6-E601A07BBA1A}"/>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35836303" name="Rectangle: Rounded Corners 1336102285">
            <a:extLst xmlns:a="http://schemas.openxmlformats.org/drawingml/2006/main">
              <a:ext uri="{FF2B5EF4-FFF2-40B4-BE49-F238E27FC236}">
                <a16:creationId xmlns:a16="http://schemas.microsoft.com/office/drawing/2014/main" id="{816F681F-632A-41FD-97C3-F8FD2481B9D4}"/>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6051821" name="Rectangle 1385054654">
            <a:extLst xmlns:a="http://schemas.openxmlformats.org/drawingml/2006/main">
              <a:ext uri="{FF2B5EF4-FFF2-40B4-BE49-F238E27FC236}">
                <a16:creationId xmlns:a16="http://schemas.microsoft.com/office/drawing/2014/main" id="{62B06C04-A397-4785-8393-461539673CFD}"/>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793214323" name="Straight Connector 1371789296">
            <a:extLst xmlns:a="http://schemas.openxmlformats.org/drawingml/2006/main">
              <a:ext uri="{FF2B5EF4-FFF2-40B4-BE49-F238E27FC236}">
                <a16:creationId xmlns:a16="http://schemas.microsoft.com/office/drawing/2014/main" id="{D7907D82-E811-49BE-B259-55BE3834A2F0}"/>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7815257" name="Rectangle: Rounded Corners 511992750">
            <a:extLst xmlns:a="http://schemas.openxmlformats.org/drawingml/2006/main">
              <a:ext uri="{FF2B5EF4-FFF2-40B4-BE49-F238E27FC236}">
                <a16:creationId xmlns:a16="http://schemas.microsoft.com/office/drawing/2014/main" id="{4E3168A8-C8E8-4F65-A9FC-06A551BE58E1}"/>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81157530" name="Rectangle 867618512">
            <a:extLst xmlns:a="http://schemas.openxmlformats.org/drawingml/2006/main">
              <a:ext uri="{FF2B5EF4-FFF2-40B4-BE49-F238E27FC236}">
                <a16:creationId xmlns:a16="http://schemas.microsoft.com/office/drawing/2014/main" id="{FDE9B163-30AC-4E1C-B6CC-D1878988AC8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80780212" name="Straight Connector 176145285">
            <a:extLst xmlns:a="http://schemas.openxmlformats.org/drawingml/2006/main">
              <a:ext uri="{FF2B5EF4-FFF2-40B4-BE49-F238E27FC236}">
                <a16:creationId xmlns:a16="http://schemas.microsoft.com/office/drawing/2014/main" id="{2B69AAF2-01A6-434A-93CA-8BE3F92E594D}"/>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3988556" name="Rectangle: Rounded Corners 938876559">
            <a:extLst xmlns:a="http://schemas.openxmlformats.org/drawingml/2006/main">
              <a:ext uri="{FF2B5EF4-FFF2-40B4-BE49-F238E27FC236}">
                <a16:creationId xmlns:a16="http://schemas.microsoft.com/office/drawing/2014/main" id="{749AB895-4617-4954-8FBC-83F9FAFCC06F}"/>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5739897" name="Rectangle 335637445">
            <a:extLst xmlns:a="http://schemas.openxmlformats.org/drawingml/2006/main">
              <a:ext uri="{FF2B5EF4-FFF2-40B4-BE49-F238E27FC236}">
                <a16:creationId xmlns:a16="http://schemas.microsoft.com/office/drawing/2014/main" id="{345640BC-B769-426A-9014-26B9D1052C68}"/>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795338102" name="Rectangle 1549188428">
            <a:extLst xmlns:a="http://schemas.openxmlformats.org/drawingml/2006/main">
              <a:ext uri="{FF2B5EF4-FFF2-40B4-BE49-F238E27FC236}">
                <a16:creationId xmlns:a16="http://schemas.microsoft.com/office/drawing/2014/main" id="{0C0AEAC7-AF70-4454-AB6B-ABBE2CBA400A}"/>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200236643"/>
      </p:ext>
    </p:extLst>
  </p:cSld>
</p:sld>
</file>

<file path=ppt/slides/slide3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92651167" name="Rectangle 935271156">
            <a:extLst xmlns:a="http://schemas.openxmlformats.org/drawingml/2006/main">
              <a:ext uri="{FF2B5EF4-FFF2-40B4-BE49-F238E27FC236}">
                <a16:creationId xmlns:a16="http://schemas.microsoft.com/office/drawing/2014/main" id="{87B405DD-E369-473F-BF8C-2F69E33E219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1164508085" name="Rectangle 251777344">
            <a:extLst xmlns:a="http://schemas.openxmlformats.org/drawingml/2006/main">
              <a:ext uri="{FF2B5EF4-FFF2-40B4-BE49-F238E27FC236}">
                <a16:creationId xmlns:a16="http://schemas.microsoft.com/office/drawing/2014/main" id="{79646B39-106C-4FFF-BCB3-37301587AC0D}"/>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Attention head</a:t>
            </a:r>
          </a:p>
        </p:txBody>
      </p:sp>
      <p:sp>
        <p:nvSpPr>
          <p:cNvPr id="1229975856" name="Rectangle 1495975732">
            <a:extLst xmlns:a="http://schemas.openxmlformats.org/drawingml/2006/main">
              <a:ext uri="{FF2B5EF4-FFF2-40B4-BE49-F238E27FC236}">
                <a16:creationId xmlns:a16="http://schemas.microsoft.com/office/drawing/2014/main" id="{5315CF9E-3050-442B-B525-AFF6EAB7B21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36</a:t>
            </a:r>
          </a:p>
        </p:txBody>
      </p:sp>
      <p:sp>
        <p:nvSpPr>
          <p:cNvPr id="494427089" name="Rectangle 1796615841">
            <a:extLst xmlns:a="http://schemas.openxmlformats.org/drawingml/2006/main">
              <a:ext uri="{FF2B5EF4-FFF2-40B4-BE49-F238E27FC236}">
                <a16:creationId xmlns:a16="http://schemas.microsoft.com/office/drawing/2014/main" id="{5099C2F7-AE3C-4E78-B5C7-8A6E1E680D7D}"/>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One attention head learns one kind of token-to-token relationship.</a:t>
            </a:r>
          </a:p>
        </p:txBody>
      </p:sp>
      <p:sp>
        <p:nvSpPr>
          <p:cNvPr id="1276159288" name="Rectangle: Rounded Corners 2124759827">
            <a:extLst xmlns:a="http://schemas.openxmlformats.org/drawingml/2006/main">
              <a:ext uri="{FF2B5EF4-FFF2-40B4-BE49-F238E27FC236}">
                <a16:creationId xmlns:a16="http://schemas.microsoft.com/office/drawing/2014/main" id="{B292E676-F032-4F2B-BAB8-9770A880F239}"/>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8401100" name="Rectangle 1142861110">
            <a:extLst xmlns:a="http://schemas.openxmlformats.org/drawingml/2006/main">
              <a:ext uri="{FF2B5EF4-FFF2-40B4-BE49-F238E27FC236}">
                <a16:creationId xmlns:a16="http://schemas.microsoft.com/office/drawing/2014/main" id="{3AB60DBF-4E27-4650-B426-027455F7E416}"/>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one learned perspective</a:t>
            </a:r>
          </a:p>
        </p:txBody>
      </p:sp>
      <p:sp>
        <p:nvSpPr>
          <p:cNvPr id="582039119" name="Rectangle 880775109">
            <a:extLst xmlns:a="http://schemas.openxmlformats.org/drawingml/2006/main">
              <a:ext uri="{FF2B5EF4-FFF2-40B4-BE49-F238E27FC236}">
                <a16:creationId xmlns:a16="http://schemas.microsoft.com/office/drawing/2014/main" id="{252EBDDE-99E5-4AB8-B255-91CF9FFA176A}"/>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5 of 9</a:t>
            </a:r>
          </a:p>
        </p:txBody>
      </p:sp>
      <p:sp>
        <p:nvSpPr>
          <p:cNvPr id="1317673371" name="Rectangle: Rounded Corners 1212521509">
            <a:extLst xmlns:a="http://schemas.openxmlformats.org/drawingml/2006/main">
              <a:ext uri="{FF2B5EF4-FFF2-40B4-BE49-F238E27FC236}">
                <a16:creationId xmlns:a16="http://schemas.microsoft.com/office/drawing/2014/main" id="{7EAC000A-5B8A-4D26-AE44-8CBD0154582F}"/>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2561873" name="Rectangle 403994550">
            <a:extLst xmlns:a="http://schemas.openxmlformats.org/drawingml/2006/main">
              <a:ext uri="{FF2B5EF4-FFF2-40B4-BE49-F238E27FC236}">
                <a16:creationId xmlns:a16="http://schemas.microsoft.com/office/drawing/2014/main" id="{CD9B567A-FD45-4BA2-B075-A6EF1B73E06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76032124" name="Straight Connector 1082776073">
            <a:extLst xmlns:a="http://schemas.openxmlformats.org/drawingml/2006/main">
              <a:ext uri="{FF2B5EF4-FFF2-40B4-BE49-F238E27FC236}">
                <a16:creationId xmlns:a16="http://schemas.microsoft.com/office/drawing/2014/main" id="{CF934989-265A-4E57-B484-3566518F7AF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1404583" name="Rectangle: Rounded Corners 889310825">
            <a:extLst xmlns:a="http://schemas.openxmlformats.org/drawingml/2006/main">
              <a:ext uri="{FF2B5EF4-FFF2-40B4-BE49-F238E27FC236}">
                <a16:creationId xmlns:a16="http://schemas.microsoft.com/office/drawing/2014/main" id="{47F8BE06-EDED-4F8F-92CE-4F1F1D8C2301}"/>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1230683" name="Rectangle 848291847">
            <a:extLst xmlns:a="http://schemas.openxmlformats.org/drawingml/2006/main">
              <a:ext uri="{FF2B5EF4-FFF2-40B4-BE49-F238E27FC236}">
                <a16:creationId xmlns:a16="http://schemas.microsoft.com/office/drawing/2014/main" id="{2A278A1F-6B5D-4CD3-AEC7-F752DC55CBE4}"/>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738434151" name="Straight Connector 1627926123">
            <a:extLst xmlns:a="http://schemas.openxmlformats.org/drawingml/2006/main">
              <a:ext uri="{FF2B5EF4-FFF2-40B4-BE49-F238E27FC236}">
                <a16:creationId xmlns:a16="http://schemas.microsoft.com/office/drawing/2014/main" id="{6F58CD14-F1D1-4033-8BA0-049B0843F7AE}"/>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0941619" name="Rectangle: Rounded Corners 1192935410">
            <a:extLst xmlns:a="http://schemas.openxmlformats.org/drawingml/2006/main">
              <a:ext uri="{FF2B5EF4-FFF2-40B4-BE49-F238E27FC236}">
                <a16:creationId xmlns:a16="http://schemas.microsoft.com/office/drawing/2014/main" id="{C221BB39-FE27-44CA-8C32-3FC5C423D1EB}"/>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9094540" name="Rectangle 376230541">
            <a:extLst xmlns:a="http://schemas.openxmlformats.org/drawingml/2006/main">
              <a:ext uri="{FF2B5EF4-FFF2-40B4-BE49-F238E27FC236}">
                <a16:creationId xmlns:a16="http://schemas.microsoft.com/office/drawing/2014/main" id="{C5931321-4C6B-474C-8644-5D0B411F4E61}"/>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846975573" name="Straight Connector 407523360">
            <a:extLst xmlns:a="http://schemas.openxmlformats.org/drawingml/2006/main">
              <a:ext uri="{FF2B5EF4-FFF2-40B4-BE49-F238E27FC236}">
                <a16:creationId xmlns:a16="http://schemas.microsoft.com/office/drawing/2014/main" id="{FFC4ECD1-65AE-4885-B08D-901A1D72785B}"/>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489061" name="Rectangle: Rounded Corners 139870702">
            <a:extLst xmlns:a="http://schemas.openxmlformats.org/drawingml/2006/main">
              <a:ext uri="{FF2B5EF4-FFF2-40B4-BE49-F238E27FC236}">
                <a16:creationId xmlns:a16="http://schemas.microsoft.com/office/drawing/2014/main" id="{CEBDB23D-8C35-4E96-9420-8DF92E0BA42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1084939" name="Rectangle 1588099186">
            <a:extLst xmlns:a="http://schemas.openxmlformats.org/drawingml/2006/main">
              <a:ext uri="{FF2B5EF4-FFF2-40B4-BE49-F238E27FC236}">
                <a16:creationId xmlns:a16="http://schemas.microsoft.com/office/drawing/2014/main" id="{74465A73-EF52-4A55-825E-78FCA6ECF344}"/>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919899925" name="Straight Connector 1722433847">
            <a:extLst xmlns:a="http://schemas.openxmlformats.org/drawingml/2006/main">
              <a:ext uri="{FF2B5EF4-FFF2-40B4-BE49-F238E27FC236}">
                <a16:creationId xmlns:a16="http://schemas.microsoft.com/office/drawing/2014/main" id="{F845F557-45C0-48E7-A7AC-6CE407ABDDFD}"/>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1603998" name="Rectangle: Rounded Corners 1802370230">
            <a:extLst xmlns:a="http://schemas.openxmlformats.org/drawingml/2006/main">
              <a:ext uri="{FF2B5EF4-FFF2-40B4-BE49-F238E27FC236}">
                <a16:creationId xmlns:a16="http://schemas.microsoft.com/office/drawing/2014/main" id="{6B57D3A6-5771-46BC-B3AC-48247971BA3E}"/>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14980398" name="Rectangle 1371086357">
            <a:extLst xmlns:a="http://schemas.openxmlformats.org/drawingml/2006/main">
              <a:ext uri="{FF2B5EF4-FFF2-40B4-BE49-F238E27FC236}">
                <a16:creationId xmlns:a16="http://schemas.microsoft.com/office/drawing/2014/main" id="{80F0DCC4-25C9-4FA7-993D-7D2E57A2B1FF}"/>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Attention head</a:t>
            </a:r>
          </a:p>
        </p:txBody>
      </p:sp>
      <p:sp>
        <p:nvSpPr>
          <p:cNvPr id="1235640540" name="Straight Connector 1897884152">
            <a:extLst xmlns:a="http://schemas.openxmlformats.org/drawingml/2006/main">
              <a:ext uri="{FF2B5EF4-FFF2-40B4-BE49-F238E27FC236}">
                <a16:creationId xmlns:a16="http://schemas.microsoft.com/office/drawing/2014/main" id="{EE4F7F12-9E54-4BF0-AEE3-1D8946A81AC8}"/>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1917534" name="Rectangle: Rounded Corners 1387834287">
            <a:extLst xmlns:a="http://schemas.openxmlformats.org/drawingml/2006/main">
              <a:ext uri="{FF2B5EF4-FFF2-40B4-BE49-F238E27FC236}">
                <a16:creationId xmlns:a16="http://schemas.microsoft.com/office/drawing/2014/main" id="{74A5D812-282A-4A7D-885A-E65FBC048FD1}"/>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2993736" name="Rectangle 165609480">
            <a:extLst xmlns:a="http://schemas.openxmlformats.org/drawingml/2006/main">
              <a:ext uri="{FF2B5EF4-FFF2-40B4-BE49-F238E27FC236}">
                <a16:creationId xmlns:a16="http://schemas.microsoft.com/office/drawing/2014/main" id="{42E9A2D5-16B1-4FA8-87B1-4895D3D18B74}"/>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844298006" name="Straight Connector 452092562">
            <a:extLst xmlns:a="http://schemas.openxmlformats.org/drawingml/2006/main">
              <a:ext uri="{FF2B5EF4-FFF2-40B4-BE49-F238E27FC236}">
                <a16:creationId xmlns:a16="http://schemas.microsoft.com/office/drawing/2014/main" id="{B5E9C525-BD20-4CBF-91E5-12BB88F740CB}"/>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0772148" name="Rectangle: Rounded Corners 5361157">
            <a:extLst xmlns:a="http://schemas.openxmlformats.org/drawingml/2006/main">
              <a:ext uri="{FF2B5EF4-FFF2-40B4-BE49-F238E27FC236}">
                <a16:creationId xmlns:a16="http://schemas.microsoft.com/office/drawing/2014/main" id="{B0F38DCE-B90F-491F-960D-E5E3088612B4}"/>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90249181" name="Rectangle 1287749683">
            <a:extLst xmlns:a="http://schemas.openxmlformats.org/drawingml/2006/main">
              <a:ext uri="{FF2B5EF4-FFF2-40B4-BE49-F238E27FC236}">
                <a16:creationId xmlns:a16="http://schemas.microsoft.com/office/drawing/2014/main" id="{7110A4E5-4E45-4556-80F3-A509F08BD786}"/>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811848305" name="Straight Connector 75788939">
            <a:extLst xmlns:a="http://schemas.openxmlformats.org/drawingml/2006/main">
              <a:ext uri="{FF2B5EF4-FFF2-40B4-BE49-F238E27FC236}">
                <a16:creationId xmlns:a16="http://schemas.microsoft.com/office/drawing/2014/main" id="{E18F1241-9ED0-4B12-A397-00F5959FB0C9}"/>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7170422" name="Rectangle: Rounded Corners 321816876">
            <a:extLst xmlns:a="http://schemas.openxmlformats.org/drawingml/2006/main">
              <a:ext uri="{FF2B5EF4-FFF2-40B4-BE49-F238E27FC236}">
                <a16:creationId xmlns:a16="http://schemas.microsoft.com/office/drawing/2014/main" id="{B600665F-078A-48A6-8CBC-B37D4FBDEC6C}"/>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7732895" name="Rectangle 418740257">
            <a:extLst xmlns:a="http://schemas.openxmlformats.org/drawingml/2006/main">
              <a:ext uri="{FF2B5EF4-FFF2-40B4-BE49-F238E27FC236}">
                <a16:creationId xmlns:a16="http://schemas.microsoft.com/office/drawing/2014/main" id="{F1122075-22AA-422F-9ACF-A41B9A79501B}"/>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070203019" name="Straight Connector 730717556">
            <a:extLst xmlns:a="http://schemas.openxmlformats.org/drawingml/2006/main">
              <a:ext uri="{FF2B5EF4-FFF2-40B4-BE49-F238E27FC236}">
                <a16:creationId xmlns:a16="http://schemas.microsoft.com/office/drawing/2014/main" id="{C7798272-6A3D-42EC-8B71-5C168AC71843}"/>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5525606" name="Rectangle: Rounded Corners 403779116">
            <a:extLst xmlns:a="http://schemas.openxmlformats.org/drawingml/2006/main">
              <a:ext uri="{FF2B5EF4-FFF2-40B4-BE49-F238E27FC236}">
                <a16:creationId xmlns:a16="http://schemas.microsoft.com/office/drawing/2014/main" id="{4B5C4D34-1E4D-4D9C-91DA-F7F9BD302E96}"/>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3980784" name="Rectangle 944859033">
            <a:extLst xmlns:a="http://schemas.openxmlformats.org/drawingml/2006/main">
              <a:ext uri="{FF2B5EF4-FFF2-40B4-BE49-F238E27FC236}">
                <a16:creationId xmlns:a16="http://schemas.microsoft.com/office/drawing/2014/main" id="{A16E94FB-BCA9-4686-AA5A-06FF4AD7E7AE}"/>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342435507" name="Rectangle 620100845">
            <a:extLst xmlns:a="http://schemas.openxmlformats.org/drawingml/2006/main">
              <a:ext uri="{FF2B5EF4-FFF2-40B4-BE49-F238E27FC236}">
                <a16:creationId xmlns:a16="http://schemas.microsoft.com/office/drawing/2014/main" id="{D851D6FA-735E-4FE8-99DA-39A825E4E157}"/>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604419309"/>
      </p:ext>
    </p:extLst>
  </p:cSld>
</p:sld>
</file>

<file path=ppt/slides/slide3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9937031" name="Rectangle 935271156">
            <a:extLst xmlns:a="http://schemas.openxmlformats.org/drawingml/2006/main">
              <a:ext uri="{FF2B5EF4-FFF2-40B4-BE49-F238E27FC236}">
                <a16:creationId xmlns:a16="http://schemas.microsoft.com/office/drawing/2014/main" id="{0EC830B2-995A-4A58-96C8-940F5D73C6C9}"/>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120694187" name="Rectangle 251777344">
            <a:extLst xmlns:a="http://schemas.openxmlformats.org/drawingml/2006/main">
              <a:ext uri="{FF2B5EF4-FFF2-40B4-BE49-F238E27FC236}">
                <a16:creationId xmlns:a16="http://schemas.microsoft.com/office/drawing/2014/main" id="{49EF2D7A-2EEF-44BE-9EA6-CB72E04F6593}"/>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Multi-head attention</a:t>
            </a:r>
          </a:p>
        </p:txBody>
      </p:sp>
      <p:sp>
        <p:nvSpPr>
          <p:cNvPr id="1391368291" name="Rectangle 1495975732">
            <a:extLst xmlns:a="http://schemas.openxmlformats.org/drawingml/2006/main">
              <a:ext uri="{FF2B5EF4-FFF2-40B4-BE49-F238E27FC236}">
                <a16:creationId xmlns:a16="http://schemas.microsoft.com/office/drawing/2014/main" id="{EFBE3AE2-22BA-4261-BE5A-61337916B38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37</a:t>
            </a:r>
          </a:p>
        </p:txBody>
      </p:sp>
      <p:sp>
        <p:nvSpPr>
          <p:cNvPr id="1563587225" name="Rectangle 1832370406">
            <a:extLst xmlns:a="http://schemas.openxmlformats.org/drawingml/2006/main">
              <a:ext uri="{FF2B5EF4-FFF2-40B4-BE49-F238E27FC236}">
                <a16:creationId xmlns:a16="http://schemas.microsoft.com/office/drawing/2014/main" id="{7B5930EE-DEE1-4076-829E-E7C22AC817EC}"/>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Several heads learn complementary relationships in parallel.</a:t>
            </a:r>
          </a:p>
        </p:txBody>
      </p:sp>
      <p:sp>
        <p:nvSpPr>
          <p:cNvPr id="245884987" name="Rectangle: Rounded Corners 1297482730">
            <a:extLst xmlns:a="http://schemas.openxmlformats.org/drawingml/2006/main">
              <a:ext uri="{FF2B5EF4-FFF2-40B4-BE49-F238E27FC236}">
                <a16:creationId xmlns:a16="http://schemas.microsoft.com/office/drawing/2014/main" id="{28DE8F28-4441-45CB-8585-1F025473AAE8}"/>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4422518" name="Rectangle 1200011164">
            <a:extLst xmlns:a="http://schemas.openxmlformats.org/drawingml/2006/main">
              <a:ext uri="{FF2B5EF4-FFF2-40B4-BE49-F238E27FC236}">
                <a16:creationId xmlns:a16="http://schemas.microsoft.com/office/drawing/2014/main" id="{0AA70AA5-37C5-4BAE-A1BC-4CE34A0DDF6F}"/>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many perspectives  →  combined context</a:t>
            </a:r>
          </a:p>
        </p:txBody>
      </p:sp>
      <p:sp>
        <p:nvSpPr>
          <p:cNvPr id="244663680" name="Rectangle 442300350">
            <a:extLst xmlns:a="http://schemas.openxmlformats.org/drawingml/2006/main">
              <a:ext uri="{FF2B5EF4-FFF2-40B4-BE49-F238E27FC236}">
                <a16:creationId xmlns:a16="http://schemas.microsoft.com/office/drawing/2014/main" id="{B2791CF9-5D5D-406D-A297-4BA7E466B8ED}"/>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6 of 9</a:t>
            </a:r>
          </a:p>
        </p:txBody>
      </p:sp>
      <p:sp>
        <p:nvSpPr>
          <p:cNvPr id="1747110319" name="Rectangle: Rounded Corners 708556130">
            <a:extLst xmlns:a="http://schemas.openxmlformats.org/drawingml/2006/main">
              <a:ext uri="{FF2B5EF4-FFF2-40B4-BE49-F238E27FC236}">
                <a16:creationId xmlns:a16="http://schemas.microsoft.com/office/drawing/2014/main" id="{C0EEA4EB-6324-43B7-A58A-0FC9DF91EEE9}"/>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9666227" name="Rectangle 100423533">
            <a:extLst xmlns:a="http://schemas.openxmlformats.org/drawingml/2006/main">
              <a:ext uri="{FF2B5EF4-FFF2-40B4-BE49-F238E27FC236}">
                <a16:creationId xmlns:a16="http://schemas.microsoft.com/office/drawing/2014/main" id="{196DE817-5531-435E-B2B2-CAEB2F9187B0}"/>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106278674" name="Straight Connector 847957589">
            <a:extLst xmlns:a="http://schemas.openxmlformats.org/drawingml/2006/main">
              <a:ext uri="{FF2B5EF4-FFF2-40B4-BE49-F238E27FC236}">
                <a16:creationId xmlns:a16="http://schemas.microsoft.com/office/drawing/2014/main" id="{62F12053-590E-481F-8EAC-B77B1D0CE0E0}"/>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8735432" name="Rectangle: Rounded Corners 1044367556">
            <a:extLst xmlns:a="http://schemas.openxmlformats.org/drawingml/2006/main">
              <a:ext uri="{FF2B5EF4-FFF2-40B4-BE49-F238E27FC236}">
                <a16:creationId xmlns:a16="http://schemas.microsoft.com/office/drawing/2014/main" id="{1CEEBA58-0B46-43E8-9CD6-6267477DBBE8}"/>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996756" name="Rectangle 1043684599">
            <a:extLst xmlns:a="http://schemas.openxmlformats.org/drawingml/2006/main">
              <a:ext uri="{FF2B5EF4-FFF2-40B4-BE49-F238E27FC236}">
                <a16:creationId xmlns:a16="http://schemas.microsoft.com/office/drawing/2014/main" id="{D97DC1CD-F3EC-4D48-9845-EFA10DECF860}"/>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853410610" name="Straight Connector 1339640358">
            <a:extLst xmlns:a="http://schemas.openxmlformats.org/drawingml/2006/main">
              <a:ext uri="{FF2B5EF4-FFF2-40B4-BE49-F238E27FC236}">
                <a16:creationId xmlns:a16="http://schemas.microsoft.com/office/drawing/2014/main" id="{24DBC891-02BD-489F-B423-DE1130561524}"/>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2775336" name="Rectangle: Rounded Corners 1174751442">
            <a:extLst xmlns:a="http://schemas.openxmlformats.org/drawingml/2006/main">
              <a:ext uri="{FF2B5EF4-FFF2-40B4-BE49-F238E27FC236}">
                <a16:creationId xmlns:a16="http://schemas.microsoft.com/office/drawing/2014/main" id="{71A5C50C-177A-4061-B7FE-23BCC6BC00E7}"/>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1031596" name="Rectangle 590160820">
            <a:extLst xmlns:a="http://schemas.openxmlformats.org/drawingml/2006/main">
              <a:ext uri="{FF2B5EF4-FFF2-40B4-BE49-F238E27FC236}">
                <a16:creationId xmlns:a16="http://schemas.microsoft.com/office/drawing/2014/main" id="{EBA9D19F-40C0-486D-A746-251FA7646049}"/>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313634786" name="Straight Connector 1896514296">
            <a:extLst xmlns:a="http://schemas.openxmlformats.org/drawingml/2006/main">
              <a:ext uri="{FF2B5EF4-FFF2-40B4-BE49-F238E27FC236}">
                <a16:creationId xmlns:a16="http://schemas.microsoft.com/office/drawing/2014/main" id="{D7C127D6-B11E-4B91-B2A5-432F8C91C518}"/>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36788443" name="Rectangle: Rounded Corners 1251191564">
            <a:extLst xmlns:a="http://schemas.openxmlformats.org/drawingml/2006/main">
              <a:ext uri="{FF2B5EF4-FFF2-40B4-BE49-F238E27FC236}">
                <a16:creationId xmlns:a16="http://schemas.microsoft.com/office/drawing/2014/main" id="{4E6F8807-9C17-48A7-8337-FE702F041AD2}"/>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1106089" name="Rectangle 314015275">
            <a:extLst xmlns:a="http://schemas.openxmlformats.org/drawingml/2006/main">
              <a:ext uri="{FF2B5EF4-FFF2-40B4-BE49-F238E27FC236}">
                <a16:creationId xmlns:a16="http://schemas.microsoft.com/office/drawing/2014/main" id="{A1830B04-D66C-490C-8CFE-94D13973A40A}"/>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828748039" name="Straight Connector 1716038944">
            <a:extLst xmlns:a="http://schemas.openxmlformats.org/drawingml/2006/main">
              <a:ext uri="{FF2B5EF4-FFF2-40B4-BE49-F238E27FC236}">
                <a16:creationId xmlns:a16="http://schemas.microsoft.com/office/drawing/2014/main" id="{AD9A1C02-FA6E-4943-9A13-B5D0BE98C07B}"/>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5698786" name="Rectangle: Rounded Corners 82172497">
            <a:extLst xmlns:a="http://schemas.openxmlformats.org/drawingml/2006/main">
              <a:ext uri="{FF2B5EF4-FFF2-40B4-BE49-F238E27FC236}">
                <a16:creationId xmlns:a16="http://schemas.microsoft.com/office/drawing/2014/main" id="{244F64BD-FD9B-4B39-A259-81E8A5B9C058}"/>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3220093" name="Rectangle 1567356553">
            <a:extLst xmlns:a="http://schemas.openxmlformats.org/drawingml/2006/main">
              <a:ext uri="{FF2B5EF4-FFF2-40B4-BE49-F238E27FC236}">
                <a16:creationId xmlns:a16="http://schemas.microsoft.com/office/drawing/2014/main" id="{D9E5DB29-7A88-4BCA-98D7-19AA838F4210}"/>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338669618" name="Straight Connector 1438817859">
            <a:extLst xmlns:a="http://schemas.openxmlformats.org/drawingml/2006/main">
              <a:ext uri="{FF2B5EF4-FFF2-40B4-BE49-F238E27FC236}">
                <a16:creationId xmlns:a16="http://schemas.microsoft.com/office/drawing/2014/main" id="{6F05EAC5-F947-4298-A63B-7F6635B9E1F6}"/>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97376550" name="Rectangle: Rounded Corners 311964682">
            <a:extLst xmlns:a="http://schemas.openxmlformats.org/drawingml/2006/main">
              <a:ext uri="{FF2B5EF4-FFF2-40B4-BE49-F238E27FC236}">
                <a16:creationId xmlns:a16="http://schemas.microsoft.com/office/drawing/2014/main" id="{26DA5975-02EE-4B92-93FA-11C199548FCD}"/>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9994827" name="Rectangle 1398509589">
            <a:extLst xmlns:a="http://schemas.openxmlformats.org/drawingml/2006/main">
              <a:ext uri="{FF2B5EF4-FFF2-40B4-BE49-F238E27FC236}">
                <a16:creationId xmlns:a16="http://schemas.microsoft.com/office/drawing/2014/main" id="{5AAB5164-7601-41BC-A2AC-4D2D7873B9FD}"/>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Multi-head attention</a:t>
            </a:r>
          </a:p>
        </p:txBody>
      </p:sp>
      <p:sp>
        <p:nvSpPr>
          <p:cNvPr id="808631853" name="Straight Connector 172637880">
            <a:extLst xmlns:a="http://schemas.openxmlformats.org/drawingml/2006/main">
              <a:ext uri="{FF2B5EF4-FFF2-40B4-BE49-F238E27FC236}">
                <a16:creationId xmlns:a16="http://schemas.microsoft.com/office/drawing/2014/main" id="{85C35DC9-AF5D-40DA-A6CE-8DBD9B10CDAB}"/>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382143" name="Rectangle: Rounded Corners 664865695">
            <a:extLst xmlns:a="http://schemas.openxmlformats.org/drawingml/2006/main">
              <a:ext uri="{FF2B5EF4-FFF2-40B4-BE49-F238E27FC236}">
                <a16:creationId xmlns:a16="http://schemas.microsoft.com/office/drawing/2014/main" id="{945A4A44-2BE6-4FC7-BBCD-43EEFE5CAFA5}"/>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1826843" name="Rectangle 643263200">
            <a:extLst xmlns:a="http://schemas.openxmlformats.org/drawingml/2006/main">
              <a:ext uri="{FF2B5EF4-FFF2-40B4-BE49-F238E27FC236}">
                <a16:creationId xmlns:a16="http://schemas.microsoft.com/office/drawing/2014/main" id="{DDDA76A5-FB0A-45D0-8B34-E523E31209AF}"/>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732179822" name="Straight Connector 124461839">
            <a:extLst xmlns:a="http://schemas.openxmlformats.org/drawingml/2006/main">
              <a:ext uri="{FF2B5EF4-FFF2-40B4-BE49-F238E27FC236}">
                <a16:creationId xmlns:a16="http://schemas.microsoft.com/office/drawing/2014/main" id="{90898E8D-F5D9-42B6-9CD0-C87722402F31}"/>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4238399" name="Rectangle: Rounded Corners 1388074794">
            <a:extLst xmlns:a="http://schemas.openxmlformats.org/drawingml/2006/main">
              <a:ext uri="{FF2B5EF4-FFF2-40B4-BE49-F238E27FC236}">
                <a16:creationId xmlns:a16="http://schemas.microsoft.com/office/drawing/2014/main" id="{8943B0C4-D76E-43BF-BAD6-32A4E3ED70F0}"/>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1073435" name="Rectangle 1019969479">
            <a:extLst xmlns:a="http://schemas.openxmlformats.org/drawingml/2006/main">
              <a:ext uri="{FF2B5EF4-FFF2-40B4-BE49-F238E27FC236}">
                <a16:creationId xmlns:a16="http://schemas.microsoft.com/office/drawing/2014/main" id="{E05FFCC2-D879-4FD2-BE4B-7B4AD9939CF8}"/>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872342277" name="Straight Connector 626513158">
            <a:extLst xmlns:a="http://schemas.openxmlformats.org/drawingml/2006/main">
              <a:ext uri="{FF2B5EF4-FFF2-40B4-BE49-F238E27FC236}">
                <a16:creationId xmlns:a16="http://schemas.microsoft.com/office/drawing/2014/main" id="{75945CD0-F566-4892-ADA0-BD1D8F95C3BF}"/>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8454328" name="Rectangle: Rounded Corners 1348387769">
            <a:extLst xmlns:a="http://schemas.openxmlformats.org/drawingml/2006/main">
              <a:ext uri="{FF2B5EF4-FFF2-40B4-BE49-F238E27FC236}">
                <a16:creationId xmlns:a16="http://schemas.microsoft.com/office/drawing/2014/main" id="{41CE1ACE-6370-4E08-81C8-73554BC2F240}"/>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597206" name="Rectangle 1272774206">
            <a:extLst xmlns:a="http://schemas.openxmlformats.org/drawingml/2006/main">
              <a:ext uri="{FF2B5EF4-FFF2-40B4-BE49-F238E27FC236}">
                <a16:creationId xmlns:a16="http://schemas.microsoft.com/office/drawing/2014/main" id="{5857D9C7-C272-47FC-87B4-27CFC282B14C}"/>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1314676321" name="Rectangle 578171324">
            <a:extLst xmlns:a="http://schemas.openxmlformats.org/drawingml/2006/main">
              <a:ext uri="{FF2B5EF4-FFF2-40B4-BE49-F238E27FC236}">
                <a16:creationId xmlns:a16="http://schemas.microsoft.com/office/drawing/2014/main" id="{84549EE8-C8A2-4ED7-856D-2BC4F8E66EA7}"/>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1046866619"/>
      </p:ext>
    </p:extLst>
  </p:cSld>
</p:sld>
</file>

<file path=ppt/slides/slide3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98439440" name="Rectangle 935271156">
            <a:extLst xmlns:a="http://schemas.openxmlformats.org/drawingml/2006/main">
              <a:ext uri="{FF2B5EF4-FFF2-40B4-BE49-F238E27FC236}">
                <a16:creationId xmlns:a16="http://schemas.microsoft.com/office/drawing/2014/main" id="{C4237A9D-B775-4233-B3AE-D3A6A236841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Encoder</a:t>
            </a:r>
          </a:p>
        </p:txBody>
      </p:sp>
      <p:sp>
        <p:nvSpPr>
          <p:cNvPr id="263353687" name="Rectangle 251777344">
            <a:extLst xmlns:a="http://schemas.openxmlformats.org/drawingml/2006/main">
              <a:ext uri="{FF2B5EF4-FFF2-40B4-BE49-F238E27FC236}">
                <a16:creationId xmlns:a16="http://schemas.microsoft.com/office/drawing/2014/main" id="{2972173C-3972-4A80-990E-EF9559D5EB0E}"/>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Encoder block</a:t>
            </a:r>
          </a:p>
        </p:txBody>
      </p:sp>
      <p:sp>
        <p:nvSpPr>
          <p:cNvPr id="1245485336" name="Rectangle 1495975732">
            <a:extLst xmlns:a="http://schemas.openxmlformats.org/drawingml/2006/main">
              <a:ext uri="{FF2B5EF4-FFF2-40B4-BE49-F238E27FC236}">
                <a16:creationId xmlns:a16="http://schemas.microsoft.com/office/drawing/2014/main" id="{27857FF1-EA2D-4759-9170-FCE4D0EED29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38</a:t>
            </a:r>
          </a:p>
        </p:txBody>
      </p:sp>
      <p:sp>
        <p:nvSpPr>
          <p:cNvPr id="824740812" name="Rectangle 1424745271">
            <a:extLst xmlns:a="http://schemas.openxmlformats.org/drawingml/2006/main">
              <a:ext uri="{FF2B5EF4-FFF2-40B4-BE49-F238E27FC236}">
                <a16:creationId xmlns:a16="http://schemas.microsoft.com/office/drawing/2014/main" id="{AAFCD9BA-534C-47F3-8222-4F67926767CD}"/>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Repeat self-attention and a feed-forward network to refine representations.</a:t>
            </a:r>
          </a:p>
        </p:txBody>
      </p:sp>
      <p:sp>
        <p:nvSpPr>
          <p:cNvPr id="1767319676" name="Rectangle: Rounded Corners 27431758">
            <a:extLst xmlns:a="http://schemas.openxmlformats.org/drawingml/2006/main">
              <a:ext uri="{FF2B5EF4-FFF2-40B4-BE49-F238E27FC236}">
                <a16:creationId xmlns:a16="http://schemas.microsoft.com/office/drawing/2014/main" id="{1DE4E298-6AC6-4C78-B492-25847892A7AE}"/>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1586668" name="Rectangle 491309082">
            <a:extLst xmlns:a="http://schemas.openxmlformats.org/drawingml/2006/main">
              <a:ext uri="{FF2B5EF4-FFF2-40B4-BE49-F238E27FC236}">
                <a16:creationId xmlns:a16="http://schemas.microsoft.com/office/drawing/2014/main" id="{9C06D6EE-8C89-462A-9B34-CC9FEEDC6EED}"/>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059669"/>
                </a:solidFill>
                <a:latin typeface="Calibri"/>
                <a:ea typeface="Calibri"/>
                <a:cs typeface="Calibri"/>
              </a:defRPr>
            </a:pPr>
            <a:r>
              <a:rPr sz="2350" b="1">
                <a:solidFill>
                  <a:srgbClr val="059669"/>
                </a:solidFill>
                <a:latin typeface="Calibri"/>
                <a:ea typeface="Calibri"/>
                <a:cs typeface="Calibri"/>
              </a:rPr>
              <a:t>self-attention  +  feed-forward</a:t>
            </a:r>
          </a:p>
        </p:txBody>
      </p:sp>
      <p:sp>
        <p:nvSpPr>
          <p:cNvPr id="1767004130" name="Rectangle 1243841631">
            <a:extLst xmlns:a="http://schemas.openxmlformats.org/drawingml/2006/main">
              <a:ext uri="{FF2B5EF4-FFF2-40B4-BE49-F238E27FC236}">
                <a16:creationId xmlns:a16="http://schemas.microsoft.com/office/drawing/2014/main" id="{45C19CA2-CE45-485B-9A23-A4BD884A98E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7 of 9</a:t>
            </a:r>
          </a:p>
        </p:txBody>
      </p:sp>
      <p:sp>
        <p:nvSpPr>
          <p:cNvPr id="1931017033" name="Rectangle: Rounded Corners 87767121">
            <a:extLst xmlns:a="http://schemas.openxmlformats.org/drawingml/2006/main">
              <a:ext uri="{FF2B5EF4-FFF2-40B4-BE49-F238E27FC236}">
                <a16:creationId xmlns:a16="http://schemas.microsoft.com/office/drawing/2014/main" id="{6463FB09-157A-4742-9724-7246ADE287FC}"/>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340456" name="Rectangle 297848100">
            <a:extLst xmlns:a="http://schemas.openxmlformats.org/drawingml/2006/main">
              <a:ext uri="{FF2B5EF4-FFF2-40B4-BE49-F238E27FC236}">
                <a16:creationId xmlns:a16="http://schemas.microsoft.com/office/drawing/2014/main" id="{19D6AE0B-BCE0-41C4-9E5F-D5DE7A9CC1B3}"/>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246894515" name="Straight Connector 517415219">
            <a:extLst xmlns:a="http://schemas.openxmlformats.org/drawingml/2006/main">
              <a:ext uri="{FF2B5EF4-FFF2-40B4-BE49-F238E27FC236}">
                <a16:creationId xmlns:a16="http://schemas.microsoft.com/office/drawing/2014/main" id="{79D46017-6D9A-4186-8E82-8A4DAD0B38EE}"/>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2649215" name="Rectangle: Rounded Corners 1999558657">
            <a:extLst xmlns:a="http://schemas.openxmlformats.org/drawingml/2006/main">
              <a:ext uri="{FF2B5EF4-FFF2-40B4-BE49-F238E27FC236}">
                <a16:creationId xmlns:a16="http://schemas.microsoft.com/office/drawing/2014/main" id="{4A86603B-4319-4295-B715-C6963FC24213}"/>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1630123" name="Rectangle 1628592006">
            <a:extLst xmlns:a="http://schemas.openxmlformats.org/drawingml/2006/main">
              <a:ext uri="{FF2B5EF4-FFF2-40B4-BE49-F238E27FC236}">
                <a16:creationId xmlns:a16="http://schemas.microsoft.com/office/drawing/2014/main" id="{5CE88F03-C8F0-4EB0-8737-DD691879AE28}"/>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63648171" name="Straight Connector 1626366937">
            <a:extLst xmlns:a="http://schemas.openxmlformats.org/drawingml/2006/main">
              <a:ext uri="{FF2B5EF4-FFF2-40B4-BE49-F238E27FC236}">
                <a16:creationId xmlns:a16="http://schemas.microsoft.com/office/drawing/2014/main" id="{BA33245C-9F7E-4959-A20A-57792722F11E}"/>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7654510" name="Rectangle: Rounded Corners 1349263431">
            <a:extLst xmlns:a="http://schemas.openxmlformats.org/drawingml/2006/main">
              <a:ext uri="{FF2B5EF4-FFF2-40B4-BE49-F238E27FC236}">
                <a16:creationId xmlns:a16="http://schemas.microsoft.com/office/drawing/2014/main" id="{AA9964F4-F505-4039-8733-8B5752ADF995}"/>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31103318" name="Rectangle 1489678665">
            <a:extLst xmlns:a="http://schemas.openxmlformats.org/drawingml/2006/main">
              <a:ext uri="{FF2B5EF4-FFF2-40B4-BE49-F238E27FC236}">
                <a16:creationId xmlns:a16="http://schemas.microsoft.com/office/drawing/2014/main" id="{0AF51743-103F-42C3-AB28-365FEB560807}"/>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754917999" name="Straight Connector 1117391912">
            <a:extLst xmlns:a="http://schemas.openxmlformats.org/drawingml/2006/main">
              <a:ext uri="{FF2B5EF4-FFF2-40B4-BE49-F238E27FC236}">
                <a16:creationId xmlns:a16="http://schemas.microsoft.com/office/drawing/2014/main" id="{C23FFCC0-EA7F-4236-9FD7-0B2667C78A6A}"/>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34048648" name="Rectangle: Rounded Corners 2030421428">
            <a:extLst xmlns:a="http://schemas.openxmlformats.org/drawingml/2006/main">
              <a:ext uri="{FF2B5EF4-FFF2-40B4-BE49-F238E27FC236}">
                <a16:creationId xmlns:a16="http://schemas.microsoft.com/office/drawing/2014/main" id="{DD0AD0C4-A5DD-4F0B-90C2-D0F4867124E8}"/>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2537566" name="Rectangle 1153048196">
            <a:extLst xmlns:a="http://schemas.openxmlformats.org/drawingml/2006/main">
              <a:ext uri="{FF2B5EF4-FFF2-40B4-BE49-F238E27FC236}">
                <a16:creationId xmlns:a16="http://schemas.microsoft.com/office/drawing/2014/main" id="{9F205789-8344-4777-BC02-2443A9283016}"/>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567328801" name="Straight Connector 185798312">
            <a:extLst xmlns:a="http://schemas.openxmlformats.org/drawingml/2006/main">
              <a:ext uri="{FF2B5EF4-FFF2-40B4-BE49-F238E27FC236}">
                <a16:creationId xmlns:a16="http://schemas.microsoft.com/office/drawing/2014/main" id="{9E6DE5D9-A9A7-4F01-B4A0-6067B2D3B383}"/>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5616369" name="Rectangle: Rounded Corners 1576514479">
            <a:extLst xmlns:a="http://schemas.openxmlformats.org/drawingml/2006/main">
              <a:ext uri="{FF2B5EF4-FFF2-40B4-BE49-F238E27FC236}">
                <a16:creationId xmlns:a16="http://schemas.microsoft.com/office/drawing/2014/main" id="{06850031-155B-4D65-AD49-79BF67202908}"/>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200549" name="Rectangle 2016774187">
            <a:extLst xmlns:a="http://schemas.openxmlformats.org/drawingml/2006/main">
              <a:ext uri="{FF2B5EF4-FFF2-40B4-BE49-F238E27FC236}">
                <a16:creationId xmlns:a16="http://schemas.microsoft.com/office/drawing/2014/main" id="{64CCA718-7762-49FD-9A7A-991A5BA196C5}"/>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639627080" name="Straight Connector 1984365111">
            <a:extLst xmlns:a="http://schemas.openxmlformats.org/drawingml/2006/main">
              <a:ext uri="{FF2B5EF4-FFF2-40B4-BE49-F238E27FC236}">
                <a16:creationId xmlns:a16="http://schemas.microsoft.com/office/drawing/2014/main" id="{C4BE5E0B-B25D-4B92-80A0-A822FDBA6B09}"/>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4586825" name="Rectangle: Rounded Corners 869054346">
            <a:extLst xmlns:a="http://schemas.openxmlformats.org/drawingml/2006/main">
              <a:ext uri="{FF2B5EF4-FFF2-40B4-BE49-F238E27FC236}">
                <a16:creationId xmlns:a16="http://schemas.microsoft.com/office/drawing/2014/main" id="{AAFB1A71-A511-42DF-9FA2-84C1C74D5EE0}"/>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29477252" name="Rectangle 189843631">
            <a:extLst xmlns:a="http://schemas.openxmlformats.org/drawingml/2006/main">
              <a:ext uri="{FF2B5EF4-FFF2-40B4-BE49-F238E27FC236}">
                <a16:creationId xmlns:a16="http://schemas.microsoft.com/office/drawing/2014/main" id="{9982287B-C874-48B9-BCB9-8330C4D313C7}"/>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21356379" name="Straight Connector 2029725028">
            <a:extLst xmlns:a="http://schemas.openxmlformats.org/drawingml/2006/main">
              <a:ext uri="{FF2B5EF4-FFF2-40B4-BE49-F238E27FC236}">
                <a16:creationId xmlns:a16="http://schemas.microsoft.com/office/drawing/2014/main" id="{6E7C7052-0E3C-4B4D-A56D-8ACF1DC34FC2}"/>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0455538" name="Rectangle: Rounded Corners 396229294">
            <a:extLst xmlns:a="http://schemas.openxmlformats.org/drawingml/2006/main">
              <a:ext uri="{FF2B5EF4-FFF2-40B4-BE49-F238E27FC236}">
                <a16:creationId xmlns:a16="http://schemas.microsoft.com/office/drawing/2014/main" id="{754DD513-FE61-4E77-9FB7-4BB123B200CC}"/>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059669"/>
          </a:solidFill>
          <a:ln xmlns:a="http://schemas.openxmlformats.org/drawingml/2006/main" w="9525">
            <a:solidFill>
              <a:srgbClr val="059669"/>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1192873" name="Rectangle 1914684955">
            <a:extLst xmlns:a="http://schemas.openxmlformats.org/drawingml/2006/main">
              <a:ext uri="{FF2B5EF4-FFF2-40B4-BE49-F238E27FC236}">
                <a16:creationId xmlns:a16="http://schemas.microsoft.com/office/drawing/2014/main" id="{21538867-7ACD-44F5-85AA-B1AB6CA968B2}"/>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Encoder block</a:t>
            </a:r>
          </a:p>
        </p:txBody>
      </p:sp>
      <p:sp>
        <p:nvSpPr>
          <p:cNvPr id="380404088" name="Straight Connector 875512187">
            <a:extLst xmlns:a="http://schemas.openxmlformats.org/drawingml/2006/main">
              <a:ext uri="{FF2B5EF4-FFF2-40B4-BE49-F238E27FC236}">
                <a16:creationId xmlns:a16="http://schemas.microsoft.com/office/drawing/2014/main" id="{A6FD07DF-D49F-46D8-B92A-125BD9C66728}"/>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09010010" name="Rectangle: Rounded Corners 1677424928">
            <a:extLst xmlns:a="http://schemas.openxmlformats.org/drawingml/2006/main">
              <a:ext uri="{FF2B5EF4-FFF2-40B4-BE49-F238E27FC236}">
                <a16:creationId xmlns:a16="http://schemas.microsoft.com/office/drawing/2014/main" id="{F3ACC9DD-459B-4DE2-B0FD-03ED9E7D830D}"/>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00851029" name="Rectangle 1176625682">
            <a:extLst xmlns:a="http://schemas.openxmlformats.org/drawingml/2006/main">
              <a:ext uri="{FF2B5EF4-FFF2-40B4-BE49-F238E27FC236}">
                <a16:creationId xmlns:a16="http://schemas.microsoft.com/office/drawing/2014/main" id="{A33F6082-0FC8-4B22-850C-2B34A7FE3E5F}"/>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655651911" name="Straight Connector 842723330">
            <a:extLst xmlns:a="http://schemas.openxmlformats.org/drawingml/2006/main">
              <a:ext uri="{FF2B5EF4-FFF2-40B4-BE49-F238E27FC236}">
                <a16:creationId xmlns:a16="http://schemas.microsoft.com/office/drawing/2014/main" id="{8B6576BB-FE70-494A-AF0D-7A7979D291F5}"/>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4667698" name="Rectangle: Rounded Corners 1153467284">
            <a:extLst xmlns:a="http://schemas.openxmlformats.org/drawingml/2006/main">
              <a:ext uri="{FF2B5EF4-FFF2-40B4-BE49-F238E27FC236}">
                <a16:creationId xmlns:a16="http://schemas.microsoft.com/office/drawing/2014/main" id="{F3753C74-1DC8-492E-8E11-2B5D3911FC7B}"/>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5796187" name="Rectangle 811084731">
            <a:extLst xmlns:a="http://schemas.openxmlformats.org/drawingml/2006/main">
              <a:ext uri="{FF2B5EF4-FFF2-40B4-BE49-F238E27FC236}">
                <a16:creationId xmlns:a16="http://schemas.microsoft.com/office/drawing/2014/main" id="{2B1CFFC1-4640-4007-BA44-0046D3541F49}"/>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52690702" name="Rectangle 1770185301">
            <a:extLst xmlns:a="http://schemas.openxmlformats.org/drawingml/2006/main">
              <a:ext uri="{FF2B5EF4-FFF2-40B4-BE49-F238E27FC236}">
                <a16:creationId xmlns:a16="http://schemas.microsoft.com/office/drawing/2014/main" id="{9017A11F-B973-454F-8671-AD197C1A5C44}"/>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059669"/>
                </a:solidFill>
                <a:latin typeface="Calibri"/>
                <a:ea typeface="Calibri"/>
                <a:cs typeface="Calibri"/>
              </a:defRPr>
            </a:pPr>
            <a:r>
              <a:rPr sz="1350" b="1">
                <a:solidFill>
                  <a:srgbClr val="059669"/>
                </a:solidFill>
                <a:latin typeface="Calibri"/>
                <a:ea typeface="Calibri"/>
                <a:cs typeface="Calibri"/>
              </a:rPr>
              <a:t>Encoder component</a:t>
            </a:r>
          </a:p>
        </p:txBody>
      </p:sp>
    </p:spTree>
    <p:extLst>
      <p:ext uri="{BB962C8B-B14F-4D97-AF65-F5344CB8AC3E}">
        <p14:creationId xmlns:p14="http://schemas.microsoft.com/office/powerpoint/2010/main" val="274697236"/>
      </p:ext>
    </p:extLst>
  </p:cSld>
</p:sld>
</file>

<file path=ppt/slides/slide3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43160953" name="Rectangle 935271156">
            <a:extLst xmlns:a="http://schemas.openxmlformats.org/drawingml/2006/main">
              <a:ext uri="{FF2B5EF4-FFF2-40B4-BE49-F238E27FC236}">
                <a16:creationId xmlns:a16="http://schemas.microsoft.com/office/drawing/2014/main" id="{1F2E0DEB-432B-4E72-81C1-ED4511425AA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Decoder</a:t>
            </a:r>
          </a:p>
        </p:txBody>
      </p:sp>
      <p:sp>
        <p:nvSpPr>
          <p:cNvPr id="546167567" name="Rectangle 251777344">
            <a:extLst xmlns:a="http://schemas.openxmlformats.org/drawingml/2006/main">
              <a:ext uri="{FF2B5EF4-FFF2-40B4-BE49-F238E27FC236}">
                <a16:creationId xmlns:a16="http://schemas.microsoft.com/office/drawing/2014/main" id="{41637542-A552-4D16-A677-CB3A4F33522A}"/>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Decoder block</a:t>
            </a:r>
          </a:p>
        </p:txBody>
      </p:sp>
      <p:sp>
        <p:nvSpPr>
          <p:cNvPr id="920901686" name="Rectangle 1495975732">
            <a:extLst xmlns:a="http://schemas.openxmlformats.org/drawingml/2006/main">
              <a:ext uri="{FF2B5EF4-FFF2-40B4-BE49-F238E27FC236}">
                <a16:creationId xmlns:a16="http://schemas.microsoft.com/office/drawing/2014/main" id="{1C3E57FD-99CD-427D-AB7A-DA9EC64DD60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39</a:t>
            </a:r>
          </a:p>
        </p:txBody>
      </p:sp>
      <p:sp>
        <p:nvSpPr>
          <p:cNvPr id="915532846" name="Rectangle 1880099824">
            <a:extLst xmlns:a="http://schemas.openxmlformats.org/drawingml/2006/main">
              <a:ext uri="{FF2B5EF4-FFF2-40B4-BE49-F238E27FC236}">
                <a16:creationId xmlns:a16="http://schemas.microsoft.com/office/drawing/2014/main" id="{4130303E-EFF9-4A5A-BC65-5CD187DA338C}"/>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Use masked self-attention, cross-attention, and feed-forward layers to generate.</a:t>
            </a:r>
          </a:p>
        </p:txBody>
      </p:sp>
      <p:sp>
        <p:nvSpPr>
          <p:cNvPr id="1573402937" name="Rectangle: Rounded Corners 1687046557">
            <a:extLst xmlns:a="http://schemas.openxmlformats.org/drawingml/2006/main">
              <a:ext uri="{FF2B5EF4-FFF2-40B4-BE49-F238E27FC236}">
                <a16:creationId xmlns:a16="http://schemas.microsoft.com/office/drawing/2014/main" id="{E298613B-BB6D-47F7-A6FC-732BB95667B1}"/>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5026023" name="Rectangle 1700787281">
            <a:extLst xmlns:a="http://schemas.openxmlformats.org/drawingml/2006/main">
              <a:ext uri="{FF2B5EF4-FFF2-40B4-BE49-F238E27FC236}">
                <a16:creationId xmlns:a16="http://schemas.microsoft.com/office/drawing/2014/main" id="{8A8CA13E-260B-43D8-B271-4AF84078ABA7}"/>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past outputs + encoder context</a:t>
            </a:r>
          </a:p>
        </p:txBody>
      </p:sp>
      <p:sp>
        <p:nvSpPr>
          <p:cNvPr id="26270336" name="Rectangle 1455969292">
            <a:extLst xmlns:a="http://schemas.openxmlformats.org/drawingml/2006/main">
              <a:ext uri="{FF2B5EF4-FFF2-40B4-BE49-F238E27FC236}">
                <a16:creationId xmlns:a16="http://schemas.microsoft.com/office/drawing/2014/main" id="{86EB438C-B59E-49AD-9927-044E90DFCAAF}"/>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8 of 9</a:t>
            </a:r>
          </a:p>
        </p:txBody>
      </p:sp>
      <p:sp>
        <p:nvSpPr>
          <p:cNvPr id="584876497" name="Rectangle: Rounded Corners 648015228">
            <a:extLst xmlns:a="http://schemas.openxmlformats.org/drawingml/2006/main">
              <a:ext uri="{FF2B5EF4-FFF2-40B4-BE49-F238E27FC236}">
                <a16:creationId xmlns:a16="http://schemas.microsoft.com/office/drawing/2014/main" id="{881A6BAE-EE47-4E0F-9781-378AEF1C391B}"/>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4586249" name="Rectangle 1798625459">
            <a:extLst xmlns:a="http://schemas.openxmlformats.org/drawingml/2006/main">
              <a:ext uri="{FF2B5EF4-FFF2-40B4-BE49-F238E27FC236}">
                <a16:creationId xmlns:a16="http://schemas.microsoft.com/office/drawing/2014/main" id="{57BF2F1D-1C50-4F52-AB40-D2622185C962}"/>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1600267681" name="Straight Connector 85389353">
            <a:extLst xmlns:a="http://schemas.openxmlformats.org/drawingml/2006/main">
              <a:ext uri="{FF2B5EF4-FFF2-40B4-BE49-F238E27FC236}">
                <a16:creationId xmlns:a16="http://schemas.microsoft.com/office/drawing/2014/main" id="{F7CF18EC-6FFD-400A-94E6-866F3B41377E}"/>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1348367" name="Rectangle: Rounded Corners 361100454">
            <a:extLst xmlns:a="http://schemas.openxmlformats.org/drawingml/2006/main">
              <a:ext uri="{FF2B5EF4-FFF2-40B4-BE49-F238E27FC236}">
                <a16:creationId xmlns:a16="http://schemas.microsoft.com/office/drawing/2014/main" id="{0BF0C375-249B-4503-A1D4-0A20B68DEE63}"/>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5764264" name="Rectangle 789123921">
            <a:extLst xmlns:a="http://schemas.openxmlformats.org/drawingml/2006/main">
              <a:ext uri="{FF2B5EF4-FFF2-40B4-BE49-F238E27FC236}">
                <a16:creationId xmlns:a16="http://schemas.microsoft.com/office/drawing/2014/main" id="{0350F2CF-9305-4548-9405-6C26A44C884A}"/>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243402284" name="Straight Connector 2015909228">
            <a:extLst xmlns:a="http://schemas.openxmlformats.org/drawingml/2006/main">
              <a:ext uri="{FF2B5EF4-FFF2-40B4-BE49-F238E27FC236}">
                <a16:creationId xmlns:a16="http://schemas.microsoft.com/office/drawing/2014/main" id="{AB2C3F46-9EB0-4B7D-8931-5B4A10B2031C}"/>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50667835" name="Rectangle: Rounded Corners 142575113">
            <a:extLst xmlns:a="http://schemas.openxmlformats.org/drawingml/2006/main">
              <a:ext uri="{FF2B5EF4-FFF2-40B4-BE49-F238E27FC236}">
                <a16:creationId xmlns:a16="http://schemas.microsoft.com/office/drawing/2014/main" id="{B3AED675-4A15-473D-BAA2-0825D7050194}"/>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16401260" name="Rectangle 1004461929">
            <a:extLst xmlns:a="http://schemas.openxmlformats.org/drawingml/2006/main">
              <a:ext uri="{FF2B5EF4-FFF2-40B4-BE49-F238E27FC236}">
                <a16:creationId xmlns:a16="http://schemas.microsoft.com/office/drawing/2014/main" id="{2E11C0EE-C02D-4750-BF36-865AAE8EF23A}"/>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558284513" name="Straight Connector 1465333174">
            <a:extLst xmlns:a="http://schemas.openxmlformats.org/drawingml/2006/main">
              <a:ext uri="{FF2B5EF4-FFF2-40B4-BE49-F238E27FC236}">
                <a16:creationId xmlns:a16="http://schemas.microsoft.com/office/drawing/2014/main" id="{ECE25159-2A27-4C58-8859-4728FFF23D9C}"/>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73482239" name="Rectangle: Rounded Corners 1389563848">
            <a:extLst xmlns:a="http://schemas.openxmlformats.org/drawingml/2006/main">
              <a:ext uri="{FF2B5EF4-FFF2-40B4-BE49-F238E27FC236}">
                <a16:creationId xmlns:a16="http://schemas.microsoft.com/office/drawing/2014/main" id="{B19258F7-7349-40E4-AF7C-E7C957EF21D5}"/>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2712413" name="Rectangle 2146563265">
            <a:extLst xmlns:a="http://schemas.openxmlformats.org/drawingml/2006/main">
              <a:ext uri="{FF2B5EF4-FFF2-40B4-BE49-F238E27FC236}">
                <a16:creationId xmlns:a16="http://schemas.microsoft.com/office/drawing/2014/main" id="{7C2883BB-6FF7-46C7-A06B-9EF61FE98FC3}"/>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1685471497" name="Straight Connector 1742930671">
            <a:extLst xmlns:a="http://schemas.openxmlformats.org/drawingml/2006/main">
              <a:ext uri="{FF2B5EF4-FFF2-40B4-BE49-F238E27FC236}">
                <a16:creationId xmlns:a16="http://schemas.microsoft.com/office/drawing/2014/main" id="{6D8355F5-BCFE-486B-877B-277A80C7BFE5}"/>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0865199" name="Rectangle: Rounded Corners 1443619556">
            <a:extLst xmlns:a="http://schemas.openxmlformats.org/drawingml/2006/main">
              <a:ext uri="{FF2B5EF4-FFF2-40B4-BE49-F238E27FC236}">
                <a16:creationId xmlns:a16="http://schemas.microsoft.com/office/drawing/2014/main" id="{51942BF9-38A7-4A5C-97E4-95E5A981277A}"/>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6771927" name="Rectangle 1172166202">
            <a:extLst xmlns:a="http://schemas.openxmlformats.org/drawingml/2006/main">
              <a:ext uri="{FF2B5EF4-FFF2-40B4-BE49-F238E27FC236}">
                <a16:creationId xmlns:a16="http://schemas.microsoft.com/office/drawing/2014/main" id="{F3EEBB44-E3B9-4C3D-B2EF-A261E1BFBED8}"/>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915383061" name="Straight Connector 47922108">
            <a:extLst xmlns:a="http://schemas.openxmlformats.org/drawingml/2006/main">
              <a:ext uri="{FF2B5EF4-FFF2-40B4-BE49-F238E27FC236}">
                <a16:creationId xmlns:a16="http://schemas.microsoft.com/office/drawing/2014/main" id="{E2A72438-40F1-453F-8E27-81CC60F93483}"/>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9765645" name="Rectangle: Rounded Corners 1140412520">
            <a:extLst xmlns:a="http://schemas.openxmlformats.org/drawingml/2006/main">
              <a:ext uri="{FF2B5EF4-FFF2-40B4-BE49-F238E27FC236}">
                <a16:creationId xmlns:a16="http://schemas.microsoft.com/office/drawing/2014/main" id="{1BBBF5D4-79A5-40EC-8696-4384435676BE}"/>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9149528" name="Rectangle 1661576086">
            <a:extLst xmlns:a="http://schemas.openxmlformats.org/drawingml/2006/main">
              <a:ext uri="{FF2B5EF4-FFF2-40B4-BE49-F238E27FC236}">
                <a16:creationId xmlns:a16="http://schemas.microsoft.com/office/drawing/2014/main" id="{0DDA17D9-4B3C-41CE-9A07-31E33D8C6C41}"/>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1131811281" name="Straight Connector 1991870028">
            <a:extLst xmlns:a="http://schemas.openxmlformats.org/drawingml/2006/main">
              <a:ext uri="{FF2B5EF4-FFF2-40B4-BE49-F238E27FC236}">
                <a16:creationId xmlns:a16="http://schemas.microsoft.com/office/drawing/2014/main" id="{4DF2376C-D309-4C58-8176-F53D902C6CC4}"/>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9894630" name="Rectangle: Rounded Corners 756682">
            <a:extLst xmlns:a="http://schemas.openxmlformats.org/drawingml/2006/main">
              <a:ext uri="{FF2B5EF4-FFF2-40B4-BE49-F238E27FC236}">
                <a16:creationId xmlns:a16="http://schemas.microsoft.com/office/drawing/2014/main" id="{30EFD367-4866-4D3E-9D3C-5C3CAADD0B0A}"/>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8773215" name="Rectangle 1360266164">
            <a:extLst xmlns:a="http://schemas.openxmlformats.org/drawingml/2006/main">
              <a:ext uri="{FF2B5EF4-FFF2-40B4-BE49-F238E27FC236}">
                <a16:creationId xmlns:a16="http://schemas.microsoft.com/office/drawing/2014/main" id="{39C380BC-868E-4CB9-A50D-B7D0515813B6}"/>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738364184" name="Straight Connector 1466953926">
            <a:extLst xmlns:a="http://schemas.openxmlformats.org/drawingml/2006/main">
              <a:ext uri="{FF2B5EF4-FFF2-40B4-BE49-F238E27FC236}">
                <a16:creationId xmlns:a16="http://schemas.microsoft.com/office/drawing/2014/main" id="{92A4A090-E6ED-40EF-981C-F4064CB3101F}"/>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84687765" name="Rectangle: Rounded Corners 188622404">
            <a:extLst xmlns:a="http://schemas.openxmlformats.org/drawingml/2006/main">
              <a:ext uri="{FF2B5EF4-FFF2-40B4-BE49-F238E27FC236}">
                <a16:creationId xmlns:a16="http://schemas.microsoft.com/office/drawing/2014/main" id="{18B96BDF-445E-40B6-AA0E-C55669B751F0}"/>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1231773" name="Rectangle 358130833">
            <a:extLst xmlns:a="http://schemas.openxmlformats.org/drawingml/2006/main">
              <a:ext uri="{FF2B5EF4-FFF2-40B4-BE49-F238E27FC236}">
                <a16:creationId xmlns:a16="http://schemas.microsoft.com/office/drawing/2014/main" id="{CD82BFA6-78F3-4534-9121-3C6F5AC5B4D8}"/>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Decoder block</a:t>
            </a:r>
          </a:p>
        </p:txBody>
      </p:sp>
      <p:sp>
        <p:nvSpPr>
          <p:cNvPr id="1151320469" name="Straight Connector 1064198225">
            <a:extLst xmlns:a="http://schemas.openxmlformats.org/drawingml/2006/main">
              <a:ext uri="{FF2B5EF4-FFF2-40B4-BE49-F238E27FC236}">
                <a16:creationId xmlns:a16="http://schemas.microsoft.com/office/drawing/2014/main" id="{85F767E4-3BB3-42D7-8164-8780F2200A7B}"/>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0023842" name="Rectangle: Rounded Corners 1706007458">
            <a:extLst xmlns:a="http://schemas.openxmlformats.org/drawingml/2006/main">
              <a:ext uri="{FF2B5EF4-FFF2-40B4-BE49-F238E27FC236}">
                <a16:creationId xmlns:a16="http://schemas.microsoft.com/office/drawing/2014/main" id="{9B57E77A-3340-48D5-86EB-5E051F0758AF}"/>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07833233" name="Rectangle 535018738">
            <a:extLst xmlns:a="http://schemas.openxmlformats.org/drawingml/2006/main">
              <a:ext uri="{FF2B5EF4-FFF2-40B4-BE49-F238E27FC236}">
                <a16:creationId xmlns:a16="http://schemas.microsoft.com/office/drawing/2014/main" id="{6B7C70D8-88E3-49F0-AEA5-1C12873AD392}"/>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Language-model head</a:t>
            </a:r>
          </a:p>
        </p:txBody>
      </p:sp>
      <p:sp>
        <p:nvSpPr>
          <p:cNvPr id="72055486" name="Rectangle 531362830">
            <a:extLst xmlns:a="http://schemas.openxmlformats.org/drawingml/2006/main">
              <a:ext uri="{FF2B5EF4-FFF2-40B4-BE49-F238E27FC236}">
                <a16:creationId xmlns:a16="http://schemas.microsoft.com/office/drawing/2014/main" id="{29329C68-5D9B-4A49-B13C-99F5AF09CFB1}"/>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Decoder component</a:t>
            </a:r>
          </a:p>
        </p:txBody>
      </p:sp>
    </p:spTree>
    <p:extLst>
      <p:ext uri="{BB962C8B-B14F-4D97-AF65-F5344CB8AC3E}">
        <p14:creationId xmlns:p14="http://schemas.microsoft.com/office/powerpoint/2010/main" val="605549844"/>
      </p:ext>
    </p:extLst>
  </p:cSld>
</p:sld>
</file>

<file path=ppt/slides/slide4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43548911" name="Rectangle 935271156">
            <a:extLst xmlns:a="http://schemas.openxmlformats.org/drawingml/2006/main">
              <a:ext uri="{FF2B5EF4-FFF2-40B4-BE49-F238E27FC236}">
                <a16:creationId xmlns:a16="http://schemas.microsoft.com/office/drawing/2014/main" id="{C45FDE34-F636-4D43-88C9-A4D89465D75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latin typeface="Calibri"/>
                <a:ea typeface="Calibri"/>
                <a:cs typeface="Calibri"/>
              </a:defRPr>
            </a:pPr>
            <a:r>
              <a:rPr sz="1200" b="1">
                <a:solidFill>
                  <a:srgbClr val="2563EB"/>
                </a:solidFill>
                <a:latin typeface="Calibri"/>
                <a:ea typeface="Calibri"/>
                <a:cs typeface="Calibri"/>
              </a:rPr>
              <a:t>Transformer roadmap · Output</a:t>
            </a:r>
          </a:p>
        </p:txBody>
      </p:sp>
      <p:sp>
        <p:nvSpPr>
          <p:cNvPr id="1570570729" name="Rectangle 251777344">
            <a:extLst xmlns:a="http://schemas.openxmlformats.org/drawingml/2006/main">
              <a:ext uri="{FF2B5EF4-FFF2-40B4-BE49-F238E27FC236}">
                <a16:creationId xmlns:a16="http://schemas.microsoft.com/office/drawing/2014/main" id="{68099B24-B6D4-4A8C-830F-26350E56F22C}"/>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2850" b="1">
                <a:solidFill>
                  <a:srgbClr val="0B0F19"/>
                </a:solidFill>
                <a:latin typeface="Calibri"/>
                <a:ea typeface="Calibri"/>
                <a:cs typeface="Calibri"/>
              </a:defRPr>
            </a:pPr>
            <a:r>
              <a:rPr sz="2850" b="1">
                <a:solidFill>
                  <a:srgbClr val="0B0F19"/>
                </a:solidFill>
                <a:latin typeface="Calibri"/>
                <a:ea typeface="Calibri"/>
                <a:cs typeface="Calibri"/>
              </a:rPr>
              <a:t>Language-model head</a:t>
            </a:r>
          </a:p>
        </p:txBody>
      </p:sp>
      <p:sp>
        <p:nvSpPr>
          <p:cNvPr id="1702863240" name="Rectangle 1495975732">
            <a:extLst xmlns:a="http://schemas.openxmlformats.org/drawingml/2006/main">
              <a:ext uri="{FF2B5EF4-FFF2-40B4-BE49-F238E27FC236}">
                <a16:creationId xmlns:a16="http://schemas.microsoft.com/office/drawing/2014/main" id="{34DD543C-5439-4DCB-ABD0-30C9D1F1734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40</a:t>
            </a:r>
          </a:p>
        </p:txBody>
      </p:sp>
      <p:sp>
        <p:nvSpPr>
          <p:cNvPr id="99737626" name="Rectangle 2053569446">
            <a:extLst xmlns:a="http://schemas.openxmlformats.org/drawingml/2006/main">
              <a:ext uri="{FF2B5EF4-FFF2-40B4-BE49-F238E27FC236}">
                <a16:creationId xmlns:a16="http://schemas.microsoft.com/office/drawing/2014/main" id="{154ABFE5-2968-4F93-922E-5BC541128961}"/>
              </a:ext>
            </a:extLst>
          </p:cNvPr>
          <p:cNvSpPr>
            <a:spLocks xmlns:a="http://schemas.openxmlformats.org/drawingml/2006/main" noGrp="1"/>
          </p:cNvSpPr>
          <p:nvPr/>
        </p:nvSpPr>
        <p:spPr>
          <a:xfrm xmlns:a="http://schemas.openxmlformats.org/drawingml/2006/main">
            <a:off x="723900" y="1362075"/>
            <a:ext cx="10287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0">
                <a:solidFill>
                  <a:srgbClr val="667085"/>
                </a:solidFill>
                <a:latin typeface="Calibri"/>
                <a:ea typeface="Calibri"/>
                <a:cs typeface="Calibri"/>
              </a:defRPr>
            </a:pPr>
            <a:r>
              <a:rPr sz="1600" b="0">
                <a:solidFill>
                  <a:srgbClr val="667085"/>
                </a:solidFill>
                <a:latin typeface="Calibri"/>
                <a:ea typeface="Calibri"/>
                <a:cs typeface="Calibri"/>
              </a:rPr>
              <a:t>Convert the final decoder state into probabilities for the next token.</a:t>
            </a:r>
          </a:p>
        </p:txBody>
      </p:sp>
      <p:sp>
        <p:nvSpPr>
          <p:cNvPr id="1574607439" name="Rectangle: Rounded Corners 2093550814">
            <a:extLst xmlns:a="http://schemas.openxmlformats.org/drawingml/2006/main">
              <a:ext uri="{FF2B5EF4-FFF2-40B4-BE49-F238E27FC236}">
                <a16:creationId xmlns:a16="http://schemas.microsoft.com/office/drawing/2014/main" id="{D546EFE0-C31D-4B20-8901-F2D57F660126}"/>
              </a:ext>
            </a:extLst>
          </p:cNvPr>
          <p:cNvSpPr>
            <a:spLocks xmlns:a="http://schemas.openxmlformats.org/drawingml/2006/main" noGrp="1"/>
          </p:cNvSpPr>
          <p:nvPr/>
        </p:nvSpPr>
        <p:spPr>
          <a:xfrm xmlns:a="http://schemas.openxmlformats.org/drawingml/2006/main">
            <a:off x="1619250" y="2381250"/>
            <a:ext cx="8953500" cy="1428750"/>
          </a:xfrm>
          <a:prstGeom xmlns:a="http://schemas.openxmlformats.org/drawingml/2006/main" prst="roundRect">
            <a:avLst>
              <a:gd name="adj" fmla="val 8000"/>
            </a:avLst>
          </a:prstGeom>
          <a:solidFill xmlns:a="http://schemas.openxmlformats.org/drawingml/2006/main">
            <a:srgbClr val="F8FAFC"/>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3927740" name="Rectangle 1093967430">
            <a:extLst xmlns:a="http://schemas.openxmlformats.org/drawingml/2006/main">
              <a:ext uri="{FF2B5EF4-FFF2-40B4-BE49-F238E27FC236}">
                <a16:creationId xmlns:a16="http://schemas.microsoft.com/office/drawing/2014/main" id="{CC8E902B-2535-4870-91CD-CC7EF35F4721}"/>
              </a:ext>
            </a:extLst>
          </p:cNvPr>
          <p:cNvSpPr>
            <a:spLocks xmlns:a="http://schemas.openxmlformats.org/drawingml/2006/main" noGrp="1"/>
          </p:cNvSpPr>
          <p:nvPr/>
        </p:nvSpPr>
        <p:spPr>
          <a:xfrm xmlns:a="http://schemas.openxmlformats.org/drawingml/2006/main">
            <a:off x="1952625" y="2686050"/>
            <a:ext cx="82867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350" b="1">
                <a:solidFill>
                  <a:srgbClr val="D97706"/>
                </a:solidFill>
                <a:latin typeface="Calibri"/>
                <a:ea typeface="Calibri"/>
                <a:cs typeface="Calibri"/>
              </a:defRPr>
            </a:pPr>
            <a:r>
              <a:rPr sz="2350" b="1">
                <a:solidFill>
                  <a:srgbClr val="D97706"/>
                </a:solidFill>
                <a:latin typeface="Calibri"/>
                <a:ea typeface="Calibri"/>
                <a:cs typeface="Calibri"/>
              </a:rPr>
              <a:t>linear layer  →  softmax  →  next token</a:t>
            </a:r>
          </a:p>
        </p:txBody>
      </p:sp>
      <p:sp>
        <p:nvSpPr>
          <p:cNvPr id="997942045" name="Rectangle 135366073">
            <a:extLst xmlns:a="http://schemas.openxmlformats.org/drawingml/2006/main">
              <a:ext uri="{FF2B5EF4-FFF2-40B4-BE49-F238E27FC236}">
                <a16:creationId xmlns:a16="http://schemas.microsoft.com/office/drawing/2014/main" id="{2BC01E06-60C6-44A9-A111-EB7EEF6ADCC5}"/>
              </a:ext>
            </a:extLst>
          </p:cNvPr>
          <p:cNvSpPr>
            <a:spLocks xmlns:a="http://schemas.openxmlformats.org/drawingml/2006/main" noGrp="1"/>
          </p:cNvSpPr>
          <p:nvPr/>
        </p:nvSpPr>
        <p:spPr>
          <a:xfrm xmlns:a="http://schemas.openxmlformats.org/drawingml/2006/main">
            <a:off x="5143500" y="4114800"/>
            <a:ext cx="1905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00" b="0">
                <a:solidFill>
                  <a:srgbClr val="667085"/>
                </a:solidFill>
                <a:latin typeface="Calibri"/>
                <a:ea typeface="Calibri"/>
                <a:cs typeface="Calibri"/>
              </a:defRPr>
            </a:pPr>
            <a:r>
              <a:rPr sz="1300" b="0">
                <a:solidFill>
                  <a:srgbClr val="667085"/>
                </a:solidFill>
                <a:latin typeface="Calibri"/>
                <a:ea typeface="Calibri"/>
                <a:cs typeface="Calibri"/>
              </a:rPr>
              <a:t>Step 9 of 9</a:t>
            </a:r>
          </a:p>
        </p:txBody>
      </p:sp>
      <p:sp>
        <p:nvSpPr>
          <p:cNvPr id="1321442362" name="Rectangle: Rounded Corners 1039537940">
            <a:extLst xmlns:a="http://schemas.openxmlformats.org/drawingml/2006/main">
              <a:ext uri="{FF2B5EF4-FFF2-40B4-BE49-F238E27FC236}">
                <a16:creationId xmlns:a16="http://schemas.microsoft.com/office/drawing/2014/main" id="{9EF40B11-10EA-4E01-9E69-C00FDE44F33E}"/>
              </a:ext>
            </a:extLst>
          </p:cNvPr>
          <p:cNvSpPr>
            <a:spLocks xmlns:a="http://schemas.openxmlformats.org/drawingml/2006/main" noGrp="1"/>
          </p:cNvSpPr>
          <p:nvPr/>
        </p:nvSpPr>
        <p:spPr>
          <a:xfrm xmlns:a="http://schemas.openxmlformats.org/drawingml/2006/main">
            <a:off x="1219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6825581" name="Rectangle 1828131138">
            <a:extLst xmlns:a="http://schemas.openxmlformats.org/drawingml/2006/main">
              <a:ext uri="{FF2B5EF4-FFF2-40B4-BE49-F238E27FC236}">
                <a16:creationId xmlns:a16="http://schemas.microsoft.com/office/drawing/2014/main" id="{ABCA7967-8F8A-4629-AD13-04A26F614D07}"/>
              </a:ext>
            </a:extLst>
          </p:cNvPr>
          <p:cNvSpPr>
            <a:spLocks xmlns:a="http://schemas.openxmlformats.org/drawingml/2006/main" noGrp="1"/>
          </p:cNvSpPr>
          <p:nvPr/>
        </p:nvSpPr>
        <p:spPr>
          <a:xfrm xmlns:a="http://schemas.openxmlformats.org/drawingml/2006/main">
            <a:off x="1266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Tokenizer</a:t>
            </a:r>
          </a:p>
        </p:txBody>
      </p:sp>
      <p:sp>
        <p:nvSpPr>
          <p:cNvPr id="80764986" name="Straight Connector 1845023768">
            <a:extLst xmlns:a="http://schemas.openxmlformats.org/drawingml/2006/main">
              <a:ext uri="{FF2B5EF4-FFF2-40B4-BE49-F238E27FC236}">
                <a16:creationId xmlns:a16="http://schemas.microsoft.com/office/drawing/2014/main" id="{C9038103-21DA-4626-A271-6BC9BAE47917}"/>
              </a:ext>
            </a:extLst>
          </p:cNvPr>
          <p:cNvSpPr>
            <a:spLocks xmlns:a="http://schemas.openxmlformats.org/drawingml/2006/main" noGrp="1"/>
          </p:cNvSpPr>
          <p:nvPr/>
        </p:nvSpPr>
        <p:spPr>
          <a:xfrm xmlns:a="http://schemas.openxmlformats.org/drawingml/2006/main">
            <a:off x="2095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3955598" name="Rectangle: Rounded Corners 1303166908">
            <a:extLst xmlns:a="http://schemas.openxmlformats.org/drawingml/2006/main">
              <a:ext uri="{FF2B5EF4-FFF2-40B4-BE49-F238E27FC236}">
                <a16:creationId xmlns:a16="http://schemas.microsoft.com/office/drawing/2014/main" id="{E482A498-7852-467E-9954-67D067483D17}"/>
              </a:ext>
            </a:extLst>
          </p:cNvPr>
          <p:cNvSpPr>
            <a:spLocks xmlns:a="http://schemas.openxmlformats.org/drawingml/2006/main" noGrp="1"/>
          </p:cNvSpPr>
          <p:nvPr/>
        </p:nvSpPr>
        <p:spPr>
          <a:xfrm xmlns:a="http://schemas.openxmlformats.org/drawingml/2006/main">
            <a:off x="2286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0949858" name="Rectangle 724551332">
            <a:extLst xmlns:a="http://schemas.openxmlformats.org/drawingml/2006/main">
              <a:ext uri="{FF2B5EF4-FFF2-40B4-BE49-F238E27FC236}">
                <a16:creationId xmlns:a16="http://schemas.microsoft.com/office/drawing/2014/main" id="{C9576789-8BDE-413B-BAC3-C11A611CB18D}"/>
              </a:ext>
            </a:extLst>
          </p:cNvPr>
          <p:cNvSpPr>
            <a:spLocks xmlns:a="http://schemas.openxmlformats.org/drawingml/2006/main" noGrp="1"/>
          </p:cNvSpPr>
          <p:nvPr/>
        </p:nvSpPr>
        <p:spPr>
          <a:xfrm xmlns:a="http://schemas.openxmlformats.org/drawingml/2006/main">
            <a:off x="2333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Embedding</a:t>
            </a:r>
          </a:p>
        </p:txBody>
      </p:sp>
      <p:sp>
        <p:nvSpPr>
          <p:cNvPr id="398135919" name="Straight Connector 197604630">
            <a:extLst xmlns:a="http://schemas.openxmlformats.org/drawingml/2006/main">
              <a:ext uri="{FF2B5EF4-FFF2-40B4-BE49-F238E27FC236}">
                <a16:creationId xmlns:a16="http://schemas.microsoft.com/office/drawing/2014/main" id="{C7DF716C-E6A3-49EF-A106-50F69251A222}"/>
              </a:ext>
            </a:extLst>
          </p:cNvPr>
          <p:cNvSpPr>
            <a:spLocks xmlns:a="http://schemas.openxmlformats.org/drawingml/2006/main" noGrp="1"/>
          </p:cNvSpPr>
          <p:nvPr/>
        </p:nvSpPr>
        <p:spPr>
          <a:xfrm xmlns:a="http://schemas.openxmlformats.org/drawingml/2006/main">
            <a:off x="3162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3157149" name="Rectangle: Rounded Corners 1670026602">
            <a:extLst xmlns:a="http://schemas.openxmlformats.org/drawingml/2006/main">
              <a:ext uri="{FF2B5EF4-FFF2-40B4-BE49-F238E27FC236}">
                <a16:creationId xmlns:a16="http://schemas.microsoft.com/office/drawing/2014/main" id="{4EAA7910-FC16-4A5C-B03D-9530FAE75FF1}"/>
              </a:ext>
            </a:extLst>
          </p:cNvPr>
          <p:cNvSpPr>
            <a:spLocks xmlns:a="http://schemas.openxmlformats.org/drawingml/2006/main" noGrp="1"/>
          </p:cNvSpPr>
          <p:nvPr/>
        </p:nvSpPr>
        <p:spPr>
          <a:xfrm xmlns:a="http://schemas.openxmlformats.org/drawingml/2006/main">
            <a:off x="3352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03516498" name="Rectangle 76571170">
            <a:extLst xmlns:a="http://schemas.openxmlformats.org/drawingml/2006/main">
              <a:ext uri="{FF2B5EF4-FFF2-40B4-BE49-F238E27FC236}">
                <a16:creationId xmlns:a16="http://schemas.microsoft.com/office/drawing/2014/main" id="{48788954-82CE-4C55-A091-A9DAA3BA09C3}"/>
              </a:ext>
            </a:extLst>
          </p:cNvPr>
          <p:cNvSpPr>
            <a:spLocks xmlns:a="http://schemas.openxmlformats.org/drawingml/2006/main" noGrp="1"/>
          </p:cNvSpPr>
          <p:nvPr/>
        </p:nvSpPr>
        <p:spPr>
          <a:xfrm xmlns:a="http://schemas.openxmlformats.org/drawingml/2006/main">
            <a:off x="3400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Positional encoding</a:t>
            </a:r>
          </a:p>
        </p:txBody>
      </p:sp>
      <p:sp>
        <p:nvSpPr>
          <p:cNvPr id="1504371980" name="Straight Connector 81515368">
            <a:extLst xmlns:a="http://schemas.openxmlformats.org/drawingml/2006/main">
              <a:ext uri="{FF2B5EF4-FFF2-40B4-BE49-F238E27FC236}">
                <a16:creationId xmlns:a16="http://schemas.microsoft.com/office/drawing/2014/main" id="{22A5AB91-72D7-4656-A239-D293101A497B}"/>
              </a:ext>
            </a:extLst>
          </p:cNvPr>
          <p:cNvSpPr>
            <a:spLocks xmlns:a="http://schemas.openxmlformats.org/drawingml/2006/main" noGrp="1"/>
          </p:cNvSpPr>
          <p:nvPr/>
        </p:nvSpPr>
        <p:spPr>
          <a:xfrm xmlns:a="http://schemas.openxmlformats.org/drawingml/2006/main">
            <a:off x="4229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8927556" name="Rectangle: Rounded Corners 1561005203">
            <a:extLst xmlns:a="http://schemas.openxmlformats.org/drawingml/2006/main">
              <a:ext uri="{FF2B5EF4-FFF2-40B4-BE49-F238E27FC236}">
                <a16:creationId xmlns:a16="http://schemas.microsoft.com/office/drawing/2014/main" id="{A87904E7-49BB-4059-AE25-A22A2BDC4E69}"/>
              </a:ext>
            </a:extLst>
          </p:cNvPr>
          <p:cNvSpPr>
            <a:spLocks xmlns:a="http://schemas.openxmlformats.org/drawingml/2006/main" noGrp="1"/>
          </p:cNvSpPr>
          <p:nvPr/>
        </p:nvSpPr>
        <p:spPr>
          <a:xfrm xmlns:a="http://schemas.openxmlformats.org/drawingml/2006/main">
            <a:off x="44196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5614134" name="Rectangle 508218615">
            <a:extLst xmlns:a="http://schemas.openxmlformats.org/drawingml/2006/main">
              <a:ext uri="{FF2B5EF4-FFF2-40B4-BE49-F238E27FC236}">
                <a16:creationId xmlns:a16="http://schemas.microsoft.com/office/drawing/2014/main" id="{5E85DCA0-D7A1-4B7B-B3A7-66F84277D3BC}"/>
              </a:ext>
            </a:extLst>
          </p:cNvPr>
          <p:cNvSpPr>
            <a:spLocks xmlns:a="http://schemas.openxmlformats.org/drawingml/2006/main" noGrp="1"/>
          </p:cNvSpPr>
          <p:nvPr/>
        </p:nvSpPr>
        <p:spPr>
          <a:xfrm xmlns:a="http://schemas.openxmlformats.org/drawingml/2006/main">
            <a:off x="4467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Self-attention</a:t>
            </a:r>
          </a:p>
        </p:txBody>
      </p:sp>
      <p:sp>
        <p:nvSpPr>
          <p:cNvPr id="476260472" name="Straight Connector 674230048">
            <a:extLst xmlns:a="http://schemas.openxmlformats.org/drawingml/2006/main">
              <a:ext uri="{FF2B5EF4-FFF2-40B4-BE49-F238E27FC236}">
                <a16:creationId xmlns:a16="http://schemas.microsoft.com/office/drawing/2014/main" id="{1CB240CC-4F02-4736-BAD8-9F2025FF3E73}"/>
              </a:ext>
            </a:extLst>
          </p:cNvPr>
          <p:cNvSpPr>
            <a:spLocks xmlns:a="http://schemas.openxmlformats.org/drawingml/2006/main" noGrp="1"/>
          </p:cNvSpPr>
          <p:nvPr/>
        </p:nvSpPr>
        <p:spPr>
          <a:xfrm xmlns:a="http://schemas.openxmlformats.org/drawingml/2006/main">
            <a:off x="5295899"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7864076" name="Rectangle: Rounded Corners 955373584">
            <a:extLst xmlns:a="http://schemas.openxmlformats.org/drawingml/2006/main">
              <a:ext uri="{FF2B5EF4-FFF2-40B4-BE49-F238E27FC236}">
                <a16:creationId xmlns:a16="http://schemas.microsoft.com/office/drawing/2014/main" id="{D45A4CCD-AB53-4EE0-962D-CA13664C0170}"/>
              </a:ext>
            </a:extLst>
          </p:cNvPr>
          <p:cNvSpPr>
            <a:spLocks xmlns:a="http://schemas.openxmlformats.org/drawingml/2006/main" noGrp="1"/>
          </p:cNvSpPr>
          <p:nvPr/>
        </p:nvSpPr>
        <p:spPr>
          <a:xfrm xmlns:a="http://schemas.openxmlformats.org/drawingml/2006/main">
            <a:off x="54864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1706443" name="Rectangle 554375255">
            <a:extLst xmlns:a="http://schemas.openxmlformats.org/drawingml/2006/main">
              <a:ext uri="{FF2B5EF4-FFF2-40B4-BE49-F238E27FC236}">
                <a16:creationId xmlns:a16="http://schemas.microsoft.com/office/drawing/2014/main" id="{74F04CA1-ABD8-494B-B55E-C035F1BEECFE}"/>
              </a:ext>
            </a:extLst>
          </p:cNvPr>
          <p:cNvSpPr>
            <a:spLocks xmlns:a="http://schemas.openxmlformats.org/drawingml/2006/main" noGrp="1"/>
          </p:cNvSpPr>
          <p:nvPr/>
        </p:nvSpPr>
        <p:spPr>
          <a:xfrm xmlns:a="http://schemas.openxmlformats.org/drawingml/2006/main">
            <a:off x="55340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Attention head</a:t>
            </a:r>
          </a:p>
        </p:txBody>
      </p:sp>
      <p:sp>
        <p:nvSpPr>
          <p:cNvPr id="1137773126" name="Straight Connector 1938108988">
            <a:extLst xmlns:a="http://schemas.openxmlformats.org/drawingml/2006/main">
              <a:ext uri="{FF2B5EF4-FFF2-40B4-BE49-F238E27FC236}">
                <a16:creationId xmlns:a16="http://schemas.microsoft.com/office/drawing/2014/main" id="{B9590EF7-1CC0-4D4A-8915-F8EAC74A30C8}"/>
              </a:ext>
            </a:extLst>
          </p:cNvPr>
          <p:cNvSpPr>
            <a:spLocks xmlns:a="http://schemas.openxmlformats.org/drawingml/2006/main" noGrp="1"/>
          </p:cNvSpPr>
          <p:nvPr/>
        </p:nvSpPr>
        <p:spPr>
          <a:xfrm xmlns:a="http://schemas.openxmlformats.org/drawingml/2006/main">
            <a:off x="63627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39547465" name="Rectangle: Rounded Corners 159381263">
            <a:extLst xmlns:a="http://schemas.openxmlformats.org/drawingml/2006/main">
              <a:ext uri="{FF2B5EF4-FFF2-40B4-BE49-F238E27FC236}">
                <a16:creationId xmlns:a16="http://schemas.microsoft.com/office/drawing/2014/main" id="{863F3F0E-6D61-40AB-AF34-D3BB82CA11A6}"/>
              </a:ext>
            </a:extLst>
          </p:cNvPr>
          <p:cNvSpPr>
            <a:spLocks xmlns:a="http://schemas.openxmlformats.org/drawingml/2006/main" noGrp="1"/>
          </p:cNvSpPr>
          <p:nvPr/>
        </p:nvSpPr>
        <p:spPr>
          <a:xfrm xmlns:a="http://schemas.openxmlformats.org/drawingml/2006/main">
            <a:off x="65532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93301843" name="Rectangle 128972315">
            <a:extLst xmlns:a="http://schemas.openxmlformats.org/drawingml/2006/main">
              <a:ext uri="{FF2B5EF4-FFF2-40B4-BE49-F238E27FC236}">
                <a16:creationId xmlns:a16="http://schemas.microsoft.com/office/drawing/2014/main" id="{1795270E-16B8-4F3F-AEE7-5C57CBAE587A}"/>
              </a:ext>
            </a:extLst>
          </p:cNvPr>
          <p:cNvSpPr>
            <a:spLocks xmlns:a="http://schemas.openxmlformats.org/drawingml/2006/main" noGrp="1"/>
          </p:cNvSpPr>
          <p:nvPr/>
        </p:nvSpPr>
        <p:spPr>
          <a:xfrm xmlns:a="http://schemas.openxmlformats.org/drawingml/2006/main">
            <a:off x="66008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Multi-head attention</a:t>
            </a:r>
          </a:p>
        </p:txBody>
      </p:sp>
      <p:sp>
        <p:nvSpPr>
          <p:cNvPr id="2128868579" name="Straight Connector 1402802111">
            <a:extLst xmlns:a="http://schemas.openxmlformats.org/drawingml/2006/main">
              <a:ext uri="{FF2B5EF4-FFF2-40B4-BE49-F238E27FC236}">
                <a16:creationId xmlns:a16="http://schemas.microsoft.com/office/drawing/2014/main" id="{6B6BB857-9508-4D09-81FA-49BD5C5D16D6}"/>
              </a:ext>
            </a:extLst>
          </p:cNvPr>
          <p:cNvSpPr>
            <a:spLocks xmlns:a="http://schemas.openxmlformats.org/drawingml/2006/main" noGrp="1"/>
          </p:cNvSpPr>
          <p:nvPr/>
        </p:nvSpPr>
        <p:spPr>
          <a:xfrm xmlns:a="http://schemas.openxmlformats.org/drawingml/2006/main">
            <a:off x="74295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17564978" name="Rectangle: Rounded Corners 800324750">
            <a:extLst xmlns:a="http://schemas.openxmlformats.org/drawingml/2006/main">
              <a:ext uri="{FF2B5EF4-FFF2-40B4-BE49-F238E27FC236}">
                <a16:creationId xmlns:a16="http://schemas.microsoft.com/office/drawing/2014/main" id="{AB9731F7-6B75-486E-800F-22022CE21C22}"/>
              </a:ext>
            </a:extLst>
          </p:cNvPr>
          <p:cNvSpPr>
            <a:spLocks xmlns:a="http://schemas.openxmlformats.org/drawingml/2006/main" noGrp="1"/>
          </p:cNvSpPr>
          <p:nvPr/>
        </p:nvSpPr>
        <p:spPr>
          <a:xfrm xmlns:a="http://schemas.openxmlformats.org/drawingml/2006/main">
            <a:off x="76200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43059597" name="Rectangle 333634537">
            <a:extLst xmlns:a="http://schemas.openxmlformats.org/drawingml/2006/main">
              <a:ext uri="{FF2B5EF4-FFF2-40B4-BE49-F238E27FC236}">
                <a16:creationId xmlns:a16="http://schemas.microsoft.com/office/drawing/2014/main" id="{7651A46E-DF2E-4DE5-B00F-6E4DB9D25F08}"/>
              </a:ext>
            </a:extLst>
          </p:cNvPr>
          <p:cNvSpPr>
            <a:spLocks xmlns:a="http://schemas.openxmlformats.org/drawingml/2006/main" noGrp="1"/>
          </p:cNvSpPr>
          <p:nvPr/>
        </p:nvSpPr>
        <p:spPr>
          <a:xfrm xmlns:a="http://schemas.openxmlformats.org/drawingml/2006/main">
            <a:off x="76676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Encoder block</a:t>
            </a:r>
          </a:p>
        </p:txBody>
      </p:sp>
      <p:sp>
        <p:nvSpPr>
          <p:cNvPr id="1057330480" name="Straight Connector 1541871373">
            <a:extLst xmlns:a="http://schemas.openxmlformats.org/drawingml/2006/main">
              <a:ext uri="{FF2B5EF4-FFF2-40B4-BE49-F238E27FC236}">
                <a16:creationId xmlns:a16="http://schemas.microsoft.com/office/drawing/2014/main" id="{F6D6C0C5-BB10-4831-B10D-D98163E7AB92}"/>
              </a:ext>
            </a:extLst>
          </p:cNvPr>
          <p:cNvSpPr>
            <a:spLocks xmlns:a="http://schemas.openxmlformats.org/drawingml/2006/main" noGrp="1"/>
          </p:cNvSpPr>
          <p:nvPr/>
        </p:nvSpPr>
        <p:spPr>
          <a:xfrm xmlns:a="http://schemas.openxmlformats.org/drawingml/2006/main">
            <a:off x="84963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2533504" name="Rectangle: Rounded Corners 1829725634">
            <a:extLst xmlns:a="http://schemas.openxmlformats.org/drawingml/2006/main">
              <a:ext uri="{FF2B5EF4-FFF2-40B4-BE49-F238E27FC236}">
                <a16:creationId xmlns:a16="http://schemas.microsoft.com/office/drawing/2014/main" id="{B8127B60-1FBF-4E7C-8DEF-44F3FE849117}"/>
              </a:ext>
            </a:extLst>
          </p:cNvPr>
          <p:cNvSpPr>
            <a:spLocks xmlns:a="http://schemas.openxmlformats.org/drawingml/2006/main" noGrp="1"/>
          </p:cNvSpPr>
          <p:nvPr/>
        </p:nvSpPr>
        <p:spPr>
          <a:xfrm xmlns:a="http://schemas.openxmlformats.org/drawingml/2006/main">
            <a:off x="8686800" y="4857750"/>
            <a:ext cx="876299" cy="438149"/>
          </a:xfrm>
          <a:prstGeom xmlns:a="http://schemas.openxmlformats.org/drawingml/2006/main" prst="roundRect">
            <a:avLst>
              <a:gd name="adj" fmla="val 26087"/>
            </a:avLst>
          </a:prstGeom>
          <a:solidFill xmlns:a="http://schemas.openxmlformats.org/drawingml/2006/main">
            <a:srgbClr val="FFFFFF"/>
          </a:solidFill>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311893" name="Rectangle 908787350">
            <a:extLst xmlns:a="http://schemas.openxmlformats.org/drawingml/2006/main">
              <a:ext uri="{FF2B5EF4-FFF2-40B4-BE49-F238E27FC236}">
                <a16:creationId xmlns:a16="http://schemas.microsoft.com/office/drawing/2014/main" id="{E20CB98F-6CCC-4543-B523-0980F3133754}"/>
              </a:ext>
            </a:extLst>
          </p:cNvPr>
          <p:cNvSpPr>
            <a:spLocks xmlns:a="http://schemas.openxmlformats.org/drawingml/2006/main" noGrp="1"/>
          </p:cNvSpPr>
          <p:nvPr/>
        </p:nvSpPr>
        <p:spPr>
          <a:xfrm xmlns:a="http://schemas.openxmlformats.org/drawingml/2006/main">
            <a:off x="87344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900" b="0">
                <a:solidFill>
                  <a:srgbClr val="667085"/>
                </a:solidFill>
                <a:latin typeface="Calibri"/>
                <a:ea typeface="Calibri"/>
                <a:cs typeface="Calibri"/>
              </a:defRPr>
            </a:pPr>
            <a:r>
              <a:rPr sz="900" b="0">
                <a:solidFill>
                  <a:srgbClr val="667085"/>
                </a:solidFill>
                <a:latin typeface="Calibri"/>
                <a:ea typeface="Calibri"/>
                <a:cs typeface="Calibri"/>
              </a:rPr>
              <a:t>Decoder block</a:t>
            </a:r>
          </a:p>
        </p:txBody>
      </p:sp>
      <p:sp>
        <p:nvSpPr>
          <p:cNvPr id="1980918437" name="Straight Connector 372489361">
            <a:extLst xmlns:a="http://schemas.openxmlformats.org/drawingml/2006/main">
              <a:ext uri="{FF2B5EF4-FFF2-40B4-BE49-F238E27FC236}">
                <a16:creationId xmlns:a16="http://schemas.microsoft.com/office/drawing/2014/main" id="{2943E0C6-CC80-4805-A10C-A09DD4DD7964}"/>
              </a:ext>
            </a:extLst>
          </p:cNvPr>
          <p:cNvSpPr>
            <a:spLocks xmlns:a="http://schemas.openxmlformats.org/drawingml/2006/main" noGrp="1"/>
          </p:cNvSpPr>
          <p:nvPr/>
        </p:nvSpPr>
        <p:spPr>
          <a:xfrm xmlns:a="http://schemas.openxmlformats.org/drawingml/2006/main">
            <a:off x="9563100" y="5076825"/>
            <a:ext cx="190500" cy="0"/>
          </a:xfrm>
          <a:prstGeom xmlns:a="http://schemas.openxmlformats.org/drawingml/2006/main" prst="line">
            <a:avLst/>
          </a:prstGeom>
          <a:ln xmlns:a="http://schemas.openxmlformats.org/drawingml/2006/main" w="952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4573339" name="Rectangle: Rounded Corners 2057956785">
            <a:extLst xmlns:a="http://schemas.openxmlformats.org/drawingml/2006/main">
              <a:ext uri="{FF2B5EF4-FFF2-40B4-BE49-F238E27FC236}">
                <a16:creationId xmlns:a16="http://schemas.microsoft.com/office/drawing/2014/main" id="{6D4C9E13-DF9C-4BC7-99CE-B12C381A5B17}"/>
              </a:ext>
            </a:extLst>
          </p:cNvPr>
          <p:cNvSpPr>
            <a:spLocks xmlns:a="http://schemas.openxmlformats.org/drawingml/2006/main" noGrp="1"/>
          </p:cNvSpPr>
          <p:nvPr/>
        </p:nvSpPr>
        <p:spPr>
          <a:xfrm xmlns:a="http://schemas.openxmlformats.org/drawingml/2006/main">
            <a:off x="9753600" y="4857750"/>
            <a:ext cx="876299" cy="438149"/>
          </a:xfrm>
          <a:prstGeom xmlns:a="http://schemas.openxmlformats.org/drawingml/2006/main" prst="roundRect">
            <a:avLst>
              <a:gd name="adj" fmla="val 26087"/>
            </a:avLst>
          </a:prstGeom>
          <a:solidFill xmlns:a="http://schemas.openxmlformats.org/drawingml/2006/main">
            <a:srgbClr val="D97706"/>
          </a:solidFill>
          <a:ln xmlns:a="http://schemas.openxmlformats.org/drawingml/2006/main" w="9525">
            <a:solidFill>
              <a:srgbClr val="D9770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419806" name="Rectangle 2028567005">
            <a:extLst xmlns:a="http://schemas.openxmlformats.org/drawingml/2006/main">
              <a:ext uri="{FF2B5EF4-FFF2-40B4-BE49-F238E27FC236}">
                <a16:creationId xmlns:a16="http://schemas.microsoft.com/office/drawing/2014/main" id="{9A763939-0415-4D20-923D-F555355B3687}"/>
              </a:ext>
            </a:extLst>
          </p:cNvPr>
          <p:cNvSpPr>
            <a:spLocks xmlns:a="http://schemas.openxmlformats.org/drawingml/2006/main" noGrp="1"/>
          </p:cNvSpPr>
          <p:nvPr/>
        </p:nvSpPr>
        <p:spPr>
          <a:xfrm xmlns:a="http://schemas.openxmlformats.org/drawingml/2006/main">
            <a:off x="9801225" y="4924425"/>
            <a:ext cx="7810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050" b="1">
                <a:solidFill>
                  <a:srgbClr val="FFFFFF"/>
                </a:solidFill>
                <a:latin typeface="Calibri"/>
                <a:ea typeface="Calibri"/>
                <a:cs typeface="Calibri"/>
              </a:defRPr>
            </a:pPr>
            <a:r>
              <a:rPr sz="1050" b="1">
                <a:solidFill>
                  <a:srgbClr val="FFFFFF"/>
                </a:solidFill>
                <a:latin typeface="Calibri"/>
                <a:ea typeface="Calibri"/>
                <a:cs typeface="Calibri"/>
              </a:rPr>
              <a:t>Language-model head</a:t>
            </a:r>
          </a:p>
        </p:txBody>
      </p:sp>
      <p:sp>
        <p:nvSpPr>
          <p:cNvPr id="380628936" name="Rectangle 1835411306">
            <a:extLst xmlns:a="http://schemas.openxmlformats.org/drawingml/2006/main">
              <a:ext uri="{FF2B5EF4-FFF2-40B4-BE49-F238E27FC236}">
                <a16:creationId xmlns:a16="http://schemas.microsoft.com/office/drawing/2014/main" id="{0C1D8031-B727-406B-AD41-E03ADB4DFEBB}"/>
              </a:ext>
            </a:extLst>
          </p:cNvPr>
          <p:cNvSpPr>
            <a:spLocks xmlns:a="http://schemas.openxmlformats.org/drawingml/2006/main" noGrp="1"/>
          </p:cNvSpPr>
          <p:nvPr/>
        </p:nvSpPr>
        <p:spPr>
          <a:xfrm xmlns:a="http://schemas.openxmlformats.org/drawingml/2006/main">
            <a:off x="4610100" y="5762625"/>
            <a:ext cx="29718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D97706"/>
                </a:solidFill>
                <a:latin typeface="Calibri"/>
                <a:ea typeface="Calibri"/>
                <a:cs typeface="Calibri"/>
              </a:defRPr>
            </a:pPr>
            <a:r>
              <a:rPr sz="1350" b="1">
                <a:solidFill>
                  <a:srgbClr val="D97706"/>
                </a:solidFill>
                <a:latin typeface="Calibri"/>
                <a:ea typeface="Calibri"/>
                <a:cs typeface="Calibri"/>
              </a:rPr>
              <a:t>Output component</a:t>
            </a:r>
          </a:p>
        </p:txBody>
      </p:sp>
    </p:spTree>
    <p:extLst>
      <p:ext uri="{BB962C8B-B14F-4D97-AF65-F5344CB8AC3E}">
        <p14:creationId xmlns:p14="http://schemas.microsoft.com/office/powerpoint/2010/main" val="1042640148"/>
      </p:ext>
    </p:extLst>
  </p:cSld>
</p:sld>
</file>

<file path=ppt/slides/slide4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06569364" name="Rectangle 596912551">
            <a:extLst xmlns:a="http://schemas.openxmlformats.org/drawingml/2006/main">
              <a:ext uri="{FF2B5EF4-FFF2-40B4-BE49-F238E27FC236}">
                <a16:creationId xmlns:a16="http://schemas.microsoft.com/office/drawing/2014/main" id="{EF0C034D-E665-40B5-86CC-B5C38A2BFAA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210018992" name="Rectangle 290873250">
            <a:extLst xmlns:a="http://schemas.openxmlformats.org/drawingml/2006/main">
              <a:ext uri="{FF2B5EF4-FFF2-40B4-BE49-F238E27FC236}">
                <a16:creationId xmlns:a16="http://schemas.microsoft.com/office/drawing/2014/main" id="{E06F2AF3-5BEE-4ABB-9607-997D89652CD9}"/>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Words become vectors</a:t>
            </a:r>
          </a:p>
        </p:txBody>
      </p:sp>
      <p:sp>
        <p:nvSpPr>
          <p:cNvPr id="1068585640" name="Rectangle: Rounded Corners 81270832">
            <a:extLst xmlns:a="http://schemas.openxmlformats.org/drawingml/2006/main">
              <a:ext uri="{FF2B5EF4-FFF2-40B4-BE49-F238E27FC236}">
                <a16:creationId xmlns:a16="http://schemas.microsoft.com/office/drawing/2014/main" id="{668BCBF7-8AFD-445E-953A-0A9A3B6C8187}"/>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73347082" name="Rectangle: Rounded Corners 1587413913">
            <a:extLst xmlns:a="http://schemas.openxmlformats.org/drawingml/2006/main">
              <a:ext uri="{FF2B5EF4-FFF2-40B4-BE49-F238E27FC236}">
                <a16:creationId xmlns:a16="http://schemas.microsoft.com/office/drawing/2014/main" id="{5B57E5F2-634C-4B24-9EC5-2E4DAB3A8840}"/>
              </a:ext>
            </a:extLst>
          </p:cNvPr>
          <p:cNvSpPr>
            <a:spLocks xmlns:a="http://schemas.openxmlformats.org/drawingml/2006/main" noGrp="1"/>
          </p:cNvSpPr>
          <p:nvPr/>
        </p:nvSpPr>
        <p:spPr>
          <a:xfrm xmlns:a="http://schemas.openxmlformats.org/drawingml/2006/main">
            <a:off x="1619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39218472" name="Rectangle: Rounded Corners 493815563">
            <a:extLst xmlns:a="http://schemas.openxmlformats.org/drawingml/2006/main">
              <a:ext uri="{FF2B5EF4-FFF2-40B4-BE49-F238E27FC236}">
                <a16:creationId xmlns:a16="http://schemas.microsoft.com/office/drawing/2014/main" id="{079C70AF-62AE-4435-A9E1-46F839C031AF}"/>
              </a:ext>
            </a:extLst>
          </p:cNvPr>
          <p:cNvSpPr>
            <a:spLocks xmlns:a="http://schemas.openxmlformats.org/drawingml/2006/main" noGrp="1"/>
          </p:cNvSpPr>
          <p:nvPr/>
        </p:nvSpPr>
        <p:spPr>
          <a:xfrm xmlns:a="http://schemas.openxmlformats.org/drawingml/2006/main">
            <a:off x="29527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33989863" name="Rectangle: Rounded Corners 770580154">
            <a:extLst xmlns:a="http://schemas.openxmlformats.org/drawingml/2006/main">
              <a:ext uri="{FF2B5EF4-FFF2-40B4-BE49-F238E27FC236}">
                <a16:creationId xmlns:a16="http://schemas.microsoft.com/office/drawing/2014/main" id="{2D27C354-1859-4EA8-BB0E-75146D6275A8}"/>
              </a:ext>
            </a:extLst>
          </p:cNvPr>
          <p:cNvSpPr>
            <a:spLocks xmlns:a="http://schemas.openxmlformats.org/drawingml/2006/main" noGrp="1"/>
          </p:cNvSpPr>
          <p:nvPr/>
        </p:nvSpPr>
        <p:spPr>
          <a:xfrm xmlns:a="http://schemas.openxmlformats.org/drawingml/2006/main">
            <a:off x="4286250" y="3048000"/>
            <a:ext cx="904875"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sat</a:t>
            </a:r>
          </a:p>
        </p:txBody>
      </p:sp>
      <p:sp>
        <p:nvSpPr>
          <p:cNvPr id="1316710794" name="Arrow: Right 719400496">
            <a:extLst xmlns:a="http://schemas.openxmlformats.org/drawingml/2006/main">
              <a:ext uri="{FF2B5EF4-FFF2-40B4-BE49-F238E27FC236}">
                <a16:creationId xmlns:a16="http://schemas.microsoft.com/office/drawing/2014/main" id="{A9426CE7-FF83-41C1-BEE8-A02A4737243A}"/>
              </a:ext>
            </a:extLst>
          </p:cNvPr>
          <p:cNvSpPr>
            <a:spLocks xmlns:a="http://schemas.openxmlformats.org/drawingml/2006/main" noGrp="1"/>
          </p:cNvSpPr>
          <p:nvPr/>
        </p:nvSpPr>
        <p:spPr>
          <a:xfrm xmlns:a="http://schemas.openxmlformats.org/drawingml/2006/main">
            <a:off x="5476875" y="3095625"/>
            <a:ext cx="1190625" cy="4762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5646185" name="Rectangle: Rounded Corners 1479447591">
            <a:extLst xmlns:a="http://schemas.openxmlformats.org/drawingml/2006/main">
              <a:ext uri="{FF2B5EF4-FFF2-40B4-BE49-F238E27FC236}">
                <a16:creationId xmlns:a16="http://schemas.microsoft.com/office/drawing/2014/main" id="{843EC4A9-C5D5-452E-AB87-36D9EA8A6FD9}"/>
              </a:ext>
            </a:extLst>
          </p:cNvPr>
          <p:cNvSpPr>
            <a:spLocks xmlns:a="http://schemas.openxmlformats.org/drawingml/2006/main" noGrp="1"/>
          </p:cNvSpPr>
          <p:nvPr/>
        </p:nvSpPr>
        <p:spPr>
          <a:xfrm xmlns:a="http://schemas.openxmlformats.org/drawingml/2006/main">
            <a:off x="7429500" y="2500313"/>
            <a:ext cx="333375" cy="1214438"/>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505239703" name="Rectangle: Rounded Corners 2028005840">
            <a:extLst xmlns:a="http://schemas.openxmlformats.org/drawingml/2006/main">
              <a:ext uri="{FF2B5EF4-FFF2-40B4-BE49-F238E27FC236}">
                <a16:creationId xmlns:a16="http://schemas.microsoft.com/office/drawing/2014/main" id="{79373B3C-3450-4B73-95B8-46559B024BAE}"/>
              </a:ext>
            </a:extLst>
          </p:cNvPr>
          <p:cNvSpPr>
            <a:spLocks xmlns:a="http://schemas.openxmlformats.org/drawingml/2006/main" noGrp="1"/>
          </p:cNvSpPr>
          <p:nvPr/>
        </p:nvSpPr>
        <p:spPr>
          <a:xfrm xmlns:a="http://schemas.openxmlformats.org/drawingml/2006/main">
            <a:off x="7953375" y="3309937"/>
            <a:ext cx="333375" cy="404813"/>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207031053" name="Rectangle: Rounded Corners 1882830141">
            <a:extLst xmlns:a="http://schemas.openxmlformats.org/drawingml/2006/main">
              <a:ext uri="{FF2B5EF4-FFF2-40B4-BE49-F238E27FC236}">
                <a16:creationId xmlns:a16="http://schemas.microsoft.com/office/drawing/2014/main" id="{34E0E7C4-38FA-4456-80B3-342721AE81D1}"/>
              </a:ext>
            </a:extLst>
          </p:cNvPr>
          <p:cNvSpPr>
            <a:spLocks xmlns:a="http://schemas.openxmlformats.org/drawingml/2006/main" noGrp="1"/>
          </p:cNvSpPr>
          <p:nvPr/>
        </p:nvSpPr>
        <p:spPr>
          <a:xfrm xmlns:a="http://schemas.openxmlformats.org/drawingml/2006/main">
            <a:off x="8477250" y="2257425"/>
            <a:ext cx="333375" cy="1457325"/>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581921599" name="Rectangle: Rounded Corners 60243026">
            <a:extLst xmlns:a="http://schemas.openxmlformats.org/drawingml/2006/main">
              <a:ext uri="{FF2B5EF4-FFF2-40B4-BE49-F238E27FC236}">
                <a16:creationId xmlns:a16="http://schemas.microsoft.com/office/drawing/2014/main" id="{3FD17A02-20D1-4ED4-9A2F-DCDE3EDB685B}"/>
              </a:ext>
            </a:extLst>
          </p:cNvPr>
          <p:cNvSpPr>
            <a:spLocks xmlns:a="http://schemas.openxmlformats.org/drawingml/2006/main" noGrp="1"/>
          </p:cNvSpPr>
          <p:nvPr/>
        </p:nvSpPr>
        <p:spPr>
          <a:xfrm xmlns:a="http://schemas.openxmlformats.org/drawingml/2006/main">
            <a:off x="9001125" y="3067050"/>
            <a:ext cx="333375" cy="647700"/>
          </a:xfrm>
          <a:prstGeom xmlns:a="http://schemas.openxmlformats.org/drawingml/2006/main" prst="roundRect">
            <a:avLst>
              <a:gd name="adj" fmla="val 5714"/>
            </a:avLst>
          </a:prstGeom>
          <a:solidFill xmlns:a="http://schemas.openxmlformats.org/drawingml/2006/main">
            <a:srgbClr val="38BDF8"/>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683451845" name="Rectangle: Rounded Corners 1134928050">
            <a:extLst xmlns:a="http://schemas.openxmlformats.org/drawingml/2006/main">
              <a:ext uri="{FF2B5EF4-FFF2-40B4-BE49-F238E27FC236}">
                <a16:creationId xmlns:a16="http://schemas.microsoft.com/office/drawing/2014/main" id="{A2E51ED2-75A6-48A8-AC29-29CC4AEE274A}"/>
              </a:ext>
            </a:extLst>
          </p:cNvPr>
          <p:cNvSpPr>
            <a:spLocks xmlns:a="http://schemas.openxmlformats.org/drawingml/2006/main" noGrp="1"/>
          </p:cNvSpPr>
          <p:nvPr/>
        </p:nvSpPr>
        <p:spPr>
          <a:xfrm xmlns:a="http://schemas.openxmlformats.org/drawingml/2006/main">
            <a:off x="9525000" y="2743200"/>
            <a:ext cx="333375" cy="971550"/>
          </a:xfrm>
          <a:prstGeom xmlns:a="http://schemas.openxmlformats.org/drawingml/2006/main" prst="roundRect">
            <a:avLst>
              <a:gd name="adj" fmla="val 5714"/>
            </a:avLst>
          </a:prstGeom>
          <a:solidFill xmlns:a="http://schemas.openxmlformats.org/drawingml/2006/main">
            <a:srgbClr val="2563EB"/>
          </a:solidFill>
          <a:ln xmlns:a="http://schemas.openxmlformats.org/drawingml/2006/main" w="14288">
            <a:noFill/>
            <a:prstDash val="solid"/>
          </a:ln>
        </p:spPr>
        <p:txBody>
          <a:bodyPr xmlns:a="http://schemas.openxmlformats.org/drawingml/2006/main"/>
          <a:lstStyle xmlns:a="http://schemas.openxmlformats.org/drawingml/2006/main"/>
          <a:p xmlns:a="http://schemas.openxmlformats.org/drawingml/2006/main">
            <a:pPr>
              <a:buNone/>
            </a:pPr>
          </a:p>
        </p:txBody>
      </p:sp>
      <p:sp>
        <p:nvSpPr>
          <p:cNvPr id="1369250192" name="Rectangle 1354337603">
            <a:extLst xmlns:a="http://schemas.openxmlformats.org/drawingml/2006/main">
              <a:ext uri="{FF2B5EF4-FFF2-40B4-BE49-F238E27FC236}">
                <a16:creationId xmlns:a16="http://schemas.microsoft.com/office/drawing/2014/main" id="{E9D677C7-11EB-4901-A14B-961ABF0F3F96}"/>
              </a:ext>
            </a:extLst>
          </p:cNvPr>
          <p:cNvSpPr>
            <a:spLocks xmlns:a="http://schemas.openxmlformats.org/drawingml/2006/main" noGrp="1"/>
          </p:cNvSpPr>
          <p:nvPr/>
        </p:nvSpPr>
        <p:spPr>
          <a:xfrm xmlns:a="http://schemas.openxmlformats.org/drawingml/2006/main">
            <a:off x="7286625" y="4095750"/>
            <a:ext cx="295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[0.75, 0.25, ...]</a:t>
            </a:r>
          </a:p>
        </p:txBody>
      </p:sp>
      <p:sp>
        <p:nvSpPr>
          <p:cNvPr id="25310973" name="Rectangle 564634627">
            <a:extLst xmlns:a="http://schemas.openxmlformats.org/drawingml/2006/main">
              <a:ext uri="{FF2B5EF4-FFF2-40B4-BE49-F238E27FC236}">
                <a16:creationId xmlns:a16="http://schemas.microsoft.com/office/drawing/2014/main" id="{A6D01F42-021D-4FC8-83C1-5FB053BDD16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41</a:t>
            </a:r>
          </a:p>
        </p:txBody>
      </p:sp>
    </p:spTree>
    <p:extLst>
      <p:ext uri="{BB962C8B-B14F-4D97-AF65-F5344CB8AC3E}">
        <p14:creationId xmlns:p14="http://schemas.microsoft.com/office/powerpoint/2010/main" val="1167005630"/>
      </p:ext>
    </p:extLst>
  </p:cSld>
</p:sld>
</file>

<file path=ppt/slides/slide4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70870518" name="Rectangle 804913496">
            <a:extLst xmlns:a="http://schemas.openxmlformats.org/drawingml/2006/main">
              <a:ext uri="{FF2B5EF4-FFF2-40B4-BE49-F238E27FC236}">
                <a16:creationId xmlns:a16="http://schemas.microsoft.com/office/drawing/2014/main" id="{B6B7A38A-8173-4278-9946-1EA837FF7D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Embeddings</a:t>
            </a:r>
          </a:p>
        </p:txBody>
      </p:sp>
      <p:sp>
        <p:nvSpPr>
          <p:cNvPr id="1532504383" name="Rectangle 977578111">
            <a:extLst xmlns:a="http://schemas.openxmlformats.org/drawingml/2006/main">
              <a:ext uri="{FF2B5EF4-FFF2-40B4-BE49-F238E27FC236}">
                <a16:creationId xmlns:a16="http://schemas.microsoft.com/office/drawing/2014/main" id="{D61A056E-D869-4CBA-AD60-8D9F188AD5A7}"/>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Meaning becomes geometry</a:t>
            </a:r>
          </a:p>
        </p:txBody>
      </p:sp>
      <p:sp>
        <p:nvSpPr>
          <p:cNvPr id="1849859298" name="Rectangle: Rounded Corners 1169649151">
            <a:extLst xmlns:a="http://schemas.openxmlformats.org/drawingml/2006/main">
              <a:ext uri="{FF2B5EF4-FFF2-40B4-BE49-F238E27FC236}">
                <a16:creationId xmlns:a16="http://schemas.microsoft.com/office/drawing/2014/main" id="{4082E9BC-0366-4CD5-B7B2-E07D84CCE0F2}"/>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83806152" name="Straight Connector 2011469827">
            <a:extLst xmlns:a="http://schemas.openxmlformats.org/drawingml/2006/main">
              <a:ext uri="{FF2B5EF4-FFF2-40B4-BE49-F238E27FC236}">
                <a16:creationId xmlns:a16="http://schemas.microsoft.com/office/drawing/2014/main" id="{12E7A737-0BFF-40E1-A6D0-8343CB6A0A52}"/>
              </a:ext>
            </a:extLst>
          </p:cNvPr>
          <p:cNvSpPr>
            <a:spLocks xmlns:a="http://schemas.openxmlformats.org/drawingml/2006/main" noGrp="1"/>
          </p:cNvSpPr>
          <p:nvPr/>
        </p:nvSpPr>
        <p:spPr>
          <a:xfrm xmlns:a="http://schemas.openxmlformats.org/drawingml/2006/main">
            <a:off x="1857375" y="5095875"/>
            <a:ext cx="8143875" cy="9525"/>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7705476" name="Straight Connector 181034433">
            <a:extLst xmlns:a="http://schemas.openxmlformats.org/drawingml/2006/main">
              <a:ext uri="{FF2B5EF4-FFF2-40B4-BE49-F238E27FC236}">
                <a16:creationId xmlns:a16="http://schemas.microsoft.com/office/drawing/2014/main" id="{31ADCE9B-DB1D-457A-BC2F-5400261EFC4C}"/>
              </a:ext>
            </a:extLst>
          </p:cNvPr>
          <p:cNvSpPr>
            <a:spLocks xmlns:a="http://schemas.openxmlformats.org/drawingml/2006/main" noGrp="1"/>
          </p:cNvSpPr>
          <p:nvPr/>
        </p:nvSpPr>
        <p:spPr>
          <a:xfrm xmlns:a="http://schemas.openxmlformats.org/drawingml/2006/main">
            <a:off x="1857375" y="1952625"/>
            <a:ext cx="9525" cy="31432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9758085" name="Oval 1553006746">
            <a:extLst xmlns:a="http://schemas.openxmlformats.org/drawingml/2006/main">
              <a:ext uri="{FF2B5EF4-FFF2-40B4-BE49-F238E27FC236}">
                <a16:creationId xmlns:a16="http://schemas.microsoft.com/office/drawing/2014/main" id="{523B3053-5D92-4B05-8A75-5A05F9874CE1}"/>
              </a:ext>
            </a:extLst>
          </p:cNvPr>
          <p:cNvSpPr>
            <a:spLocks xmlns:a="http://schemas.openxmlformats.org/drawingml/2006/main" noGrp="1"/>
          </p:cNvSpPr>
          <p:nvPr/>
        </p:nvSpPr>
        <p:spPr>
          <a:xfrm xmlns:a="http://schemas.openxmlformats.org/drawingml/2006/main">
            <a:off x="3419475" y="2609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5193331" name="Rectangle 1709600281">
            <a:extLst xmlns:a="http://schemas.openxmlformats.org/drawingml/2006/main">
              <a:ext uri="{FF2B5EF4-FFF2-40B4-BE49-F238E27FC236}">
                <a16:creationId xmlns:a16="http://schemas.microsoft.com/office/drawing/2014/main" id="{528B9745-1D68-4316-94DC-08A3DF3E38F2}"/>
              </a:ext>
            </a:extLst>
          </p:cNvPr>
          <p:cNvSpPr>
            <a:spLocks xmlns:a="http://schemas.openxmlformats.org/drawingml/2006/main" noGrp="1"/>
          </p:cNvSpPr>
          <p:nvPr/>
        </p:nvSpPr>
        <p:spPr>
          <a:xfrm xmlns:a="http://schemas.openxmlformats.org/drawingml/2006/main">
            <a:off x="3657600" y="2571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king</a:t>
            </a:r>
          </a:p>
        </p:txBody>
      </p:sp>
      <p:sp>
        <p:nvSpPr>
          <p:cNvPr id="1892342326" name="Oval 21898783">
            <a:extLst xmlns:a="http://schemas.openxmlformats.org/drawingml/2006/main">
              <a:ext uri="{FF2B5EF4-FFF2-40B4-BE49-F238E27FC236}">
                <a16:creationId xmlns:a16="http://schemas.microsoft.com/office/drawing/2014/main" id="{BB336694-BE64-4D6C-A19C-9B7D992D6A31}"/>
              </a:ext>
            </a:extLst>
          </p:cNvPr>
          <p:cNvSpPr>
            <a:spLocks xmlns:a="http://schemas.openxmlformats.org/drawingml/2006/main" noGrp="1"/>
          </p:cNvSpPr>
          <p:nvPr/>
        </p:nvSpPr>
        <p:spPr>
          <a:xfrm xmlns:a="http://schemas.openxmlformats.org/drawingml/2006/main">
            <a:off x="3895725" y="2276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747980" name="Rectangle 948343370">
            <a:extLst xmlns:a="http://schemas.openxmlformats.org/drawingml/2006/main">
              <a:ext uri="{FF2B5EF4-FFF2-40B4-BE49-F238E27FC236}">
                <a16:creationId xmlns:a16="http://schemas.microsoft.com/office/drawing/2014/main" id="{B792B960-A4D5-4EF5-9235-A9E2E7E92503}"/>
              </a:ext>
            </a:extLst>
          </p:cNvPr>
          <p:cNvSpPr>
            <a:spLocks xmlns:a="http://schemas.openxmlformats.org/drawingml/2006/main" noGrp="1"/>
          </p:cNvSpPr>
          <p:nvPr/>
        </p:nvSpPr>
        <p:spPr>
          <a:xfrm xmlns:a="http://schemas.openxmlformats.org/drawingml/2006/main">
            <a:off x="4133850" y="2238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queen</a:t>
            </a:r>
          </a:p>
        </p:txBody>
      </p:sp>
      <p:sp>
        <p:nvSpPr>
          <p:cNvPr id="1311973374" name="Oval 2041526387">
            <a:extLst xmlns:a="http://schemas.openxmlformats.org/drawingml/2006/main">
              <a:ext uri="{FF2B5EF4-FFF2-40B4-BE49-F238E27FC236}">
                <a16:creationId xmlns:a16="http://schemas.microsoft.com/office/drawing/2014/main" id="{6C14E13C-D9F8-456D-904F-58323A64DBEB}"/>
              </a:ext>
            </a:extLst>
          </p:cNvPr>
          <p:cNvSpPr>
            <a:spLocks xmlns:a="http://schemas.openxmlformats.org/drawingml/2006/main" noGrp="1"/>
          </p:cNvSpPr>
          <p:nvPr/>
        </p:nvSpPr>
        <p:spPr>
          <a:xfrm xmlns:a="http://schemas.openxmlformats.org/drawingml/2006/main">
            <a:off x="3038475" y="3514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7656837" name="Rectangle 1876813262">
            <a:extLst xmlns:a="http://schemas.openxmlformats.org/drawingml/2006/main">
              <a:ext uri="{FF2B5EF4-FFF2-40B4-BE49-F238E27FC236}">
                <a16:creationId xmlns:a16="http://schemas.microsoft.com/office/drawing/2014/main" id="{9D7B60AC-5688-464C-A10F-4574E7EDCEE4}"/>
              </a:ext>
            </a:extLst>
          </p:cNvPr>
          <p:cNvSpPr>
            <a:spLocks xmlns:a="http://schemas.openxmlformats.org/drawingml/2006/main" noGrp="1"/>
          </p:cNvSpPr>
          <p:nvPr/>
        </p:nvSpPr>
        <p:spPr>
          <a:xfrm xmlns:a="http://schemas.openxmlformats.org/drawingml/2006/main">
            <a:off x="3276600" y="3476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man</a:t>
            </a:r>
          </a:p>
        </p:txBody>
      </p:sp>
      <p:sp>
        <p:nvSpPr>
          <p:cNvPr id="1852973099" name="Oval 1942427474">
            <a:extLst xmlns:a="http://schemas.openxmlformats.org/drawingml/2006/main">
              <a:ext uri="{FF2B5EF4-FFF2-40B4-BE49-F238E27FC236}">
                <a16:creationId xmlns:a16="http://schemas.microsoft.com/office/drawing/2014/main" id="{50674C97-ECB2-46DD-BF5B-62477323E246}"/>
              </a:ext>
            </a:extLst>
          </p:cNvPr>
          <p:cNvSpPr>
            <a:spLocks xmlns:a="http://schemas.openxmlformats.org/drawingml/2006/main" noGrp="1"/>
          </p:cNvSpPr>
          <p:nvPr/>
        </p:nvSpPr>
        <p:spPr>
          <a:xfrm xmlns:a="http://schemas.openxmlformats.org/drawingml/2006/main">
            <a:off x="4038600" y="3371850"/>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889367" name="Rectangle 888296365">
            <a:extLst xmlns:a="http://schemas.openxmlformats.org/drawingml/2006/main">
              <a:ext uri="{FF2B5EF4-FFF2-40B4-BE49-F238E27FC236}">
                <a16:creationId xmlns:a16="http://schemas.microsoft.com/office/drawing/2014/main" id="{94B39D09-BD39-499A-9259-691728011E0B}"/>
              </a:ext>
            </a:extLst>
          </p:cNvPr>
          <p:cNvSpPr>
            <a:spLocks xmlns:a="http://schemas.openxmlformats.org/drawingml/2006/main" noGrp="1"/>
          </p:cNvSpPr>
          <p:nvPr/>
        </p:nvSpPr>
        <p:spPr>
          <a:xfrm xmlns:a="http://schemas.openxmlformats.org/drawingml/2006/main">
            <a:off x="4276725" y="333375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woman</a:t>
            </a:r>
          </a:p>
        </p:txBody>
      </p:sp>
      <p:sp>
        <p:nvSpPr>
          <p:cNvPr id="428727915" name="Oval 358440105">
            <a:extLst xmlns:a="http://schemas.openxmlformats.org/drawingml/2006/main">
              <a:ext uri="{FF2B5EF4-FFF2-40B4-BE49-F238E27FC236}">
                <a16:creationId xmlns:a16="http://schemas.microsoft.com/office/drawing/2014/main" id="{7318B2D2-EC5B-49B6-969A-38D2ACF0CE28}"/>
              </a:ext>
            </a:extLst>
          </p:cNvPr>
          <p:cNvSpPr>
            <a:spLocks xmlns:a="http://schemas.openxmlformats.org/drawingml/2006/main" noGrp="1"/>
          </p:cNvSpPr>
          <p:nvPr/>
        </p:nvSpPr>
        <p:spPr>
          <a:xfrm xmlns:a="http://schemas.openxmlformats.org/drawingml/2006/main">
            <a:off x="7134225" y="303847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7627183" name="Rectangle 1076600515">
            <a:extLst xmlns:a="http://schemas.openxmlformats.org/drawingml/2006/main">
              <a:ext uri="{FF2B5EF4-FFF2-40B4-BE49-F238E27FC236}">
                <a16:creationId xmlns:a16="http://schemas.microsoft.com/office/drawing/2014/main" id="{762D17CB-B88A-41F2-A242-D0C5360FBEE9}"/>
              </a:ext>
            </a:extLst>
          </p:cNvPr>
          <p:cNvSpPr>
            <a:spLocks xmlns:a="http://schemas.openxmlformats.org/drawingml/2006/main" noGrp="1"/>
          </p:cNvSpPr>
          <p:nvPr/>
        </p:nvSpPr>
        <p:spPr>
          <a:xfrm xmlns:a="http://schemas.openxmlformats.org/drawingml/2006/main">
            <a:off x="7372350" y="300037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cat</a:t>
            </a:r>
          </a:p>
        </p:txBody>
      </p:sp>
      <p:sp>
        <p:nvSpPr>
          <p:cNvPr id="1308796940" name="Oval 1935212152">
            <a:extLst xmlns:a="http://schemas.openxmlformats.org/drawingml/2006/main">
              <a:ext uri="{FF2B5EF4-FFF2-40B4-BE49-F238E27FC236}">
                <a16:creationId xmlns:a16="http://schemas.microsoft.com/office/drawing/2014/main" id="{D4BBD032-1B4E-4791-B408-C25E4A30900B}"/>
              </a:ext>
            </a:extLst>
          </p:cNvPr>
          <p:cNvSpPr>
            <a:spLocks xmlns:a="http://schemas.openxmlformats.org/drawingml/2006/main" noGrp="1"/>
          </p:cNvSpPr>
          <p:nvPr/>
        </p:nvSpPr>
        <p:spPr>
          <a:xfrm xmlns:a="http://schemas.openxmlformats.org/drawingml/2006/main">
            <a:off x="7705725" y="2752725"/>
            <a:ext cx="209550" cy="209550"/>
          </a:xfrm>
          <a:prstGeom xmlns:a="http://schemas.openxmlformats.org/drawingml/2006/main" prst="ellipse">
            <a:avLst/>
          </a:prstGeom>
          <a:solidFill xmlns:a="http://schemas.openxmlformats.org/drawingml/2006/main">
            <a:srgbClr val="2563EB"/>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0657481" name="Rectangle 40298214">
            <a:extLst xmlns:a="http://schemas.openxmlformats.org/drawingml/2006/main">
              <a:ext uri="{FF2B5EF4-FFF2-40B4-BE49-F238E27FC236}">
                <a16:creationId xmlns:a16="http://schemas.microsoft.com/office/drawing/2014/main" id="{B2C396F2-8DBE-4FD5-AE29-37A28A02323D}"/>
              </a:ext>
            </a:extLst>
          </p:cNvPr>
          <p:cNvSpPr>
            <a:spLocks xmlns:a="http://schemas.openxmlformats.org/drawingml/2006/main" noGrp="1"/>
          </p:cNvSpPr>
          <p:nvPr/>
        </p:nvSpPr>
        <p:spPr>
          <a:xfrm xmlns:a="http://schemas.openxmlformats.org/drawingml/2006/main">
            <a:off x="7943850" y="2714625"/>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dog</a:t>
            </a:r>
          </a:p>
        </p:txBody>
      </p:sp>
      <p:sp>
        <p:nvSpPr>
          <p:cNvPr id="231365383" name="Oval 1096938976">
            <a:extLst xmlns:a="http://schemas.openxmlformats.org/drawingml/2006/main">
              <a:ext uri="{FF2B5EF4-FFF2-40B4-BE49-F238E27FC236}">
                <a16:creationId xmlns:a16="http://schemas.microsoft.com/office/drawing/2014/main" id="{7D5E65A4-6A81-4DB1-83D3-61A31793975E}"/>
              </a:ext>
            </a:extLst>
          </p:cNvPr>
          <p:cNvSpPr>
            <a:spLocks xmlns:a="http://schemas.openxmlformats.org/drawingml/2006/main" noGrp="1"/>
          </p:cNvSpPr>
          <p:nvPr/>
        </p:nvSpPr>
        <p:spPr>
          <a:xfrm xmlns:a="http://schemas.openxmlformats.org/drawingml/2006/main">
            <a:off x="8753475" y="4419600"/>
            <a:ext cx="209550" cy="209550"/>
          </a:xfrm>
          <a:prstGeom xmlns:a="http://schemas.openxmlformats.org/drawingml/2006/main" prst="ellipse">
            <a:avLst/>
          </a:prstGeom>
          <a:solidFill xmlns:a="http://schemas.openxmlformats.org/drawingml/2006/main">
            <a:srgbClr val="F97316"/>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4208698" name="Rectangle 251020529">
            <a:extLst xmlns:a="http://schemas.openxmlformats.org/drawingml/2006/main">
              <a:ext uri="{FF2B5EF4-FFF2-40B4-BE49-F238E27FC236}">
                <a16:creationId xmlns:a16="http://schemas.microsoft.com/office/drawing/2014/main" id="{05B9F0A9-5DC9-4C65-B49E-255EFBBDAC81}"/>
              </a:ext>
            </a:extLst>
          </p:cNvPr>
          <p:cNvSpPr>
            <a:spLocks xmlns:a="http://schemas.openxmlformats.org/drawingml/2006/main" noGrp="1"/>
          </p:cNvSpPr>
          <p:nvPr/>
        </p:nvSpPr>
        <p:spPr>
          <a:xfrm xmlns:a="http://schemas.openxmlformats.org/drawingml/2006/main">
            <a:off x="8991600" y="4381500"/>
            <a:ext cx="857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car</a:t>
            </a:r>
          </a:p>
        </p:txBody>
      </p:sp>
      <p:sp>
        <p:nvSpPr>
          <p:cNvPr id="164339259" name="Rectangle 1844580113">
            <a:extLst xmlns:a="http://schemas.openxmlformats.org/drawingml/2006/main">
              <a:ext uri="{FF2B5EF4-FFF2-40B4-BE49-F238E27FC236}">
                <a16:creationId xmlns:a16="http://schemas.microsoft.com/office/drawing/2014/main" id="{0E247A8B-FF36-4427-B1A8-88ED577F80D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42</a:t>
            </a:r>
          </a:p>
        </p:txBody>
      </p:sp>
    </p:spTree>
    <p:extLst>
      <p:ext uri="{BB962C8B-B14F-4D97-AF65-F5344CB8AC3E}">
        <p14:creationId xmlns:p14="http://schemas.microsoft.com/office/powerpoint/2010/main" val="66761456"/>
      </p:ext>
    </p:extLst>
  </p:cSld>
</p:sld>
</file>

<file path=ppt/slides/slide4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60160094" name="Rectangle 316490786">
            <a:extLst xmlns:a="http://schemas.openxmlformats.org/drawingml/2006/main">
              <a:ext uri="{FF2B5EF4-FFF2-40B4-BE49-F238E27FC236}">
                <a16:creationId xmlns:a16="http://schemas.microsoft.com/office/drawing/2014/main" id="{5C1F7071-54D8-4CA2-8BF9-0EBC490D7DE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Sequences</a:t>
            </a:r>
          </a:p>
        </p:txBody>
      </p:sp>
      <p:sp>
        <p:nvSpPr>
          <p:cNvPr id="457181478" name="Rectangle 1088829960">
            <a:extLst xmlns:a="http://schemas.openxmlformats.org/drawingml/2006/main">
              <a:ext uri="{FF2B5EF4-FFF2-40B4-BE49-F238E27FC236}">
                <a16:creationId xmlns:a16="http://schemas.microsoft.com/office/drawing/2014/main" id="{D5D39DC3-ED91-4758-93E1-C08B8BDCC1A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Order changes the meaning</a:t>
            </a:r>
          </a:p>
        </p:txBody>
      </p:sp>
      <p:sp>
        <p:nvSpPr>
          <p:cNvPr id="761424530" name="Rectangle: Rounded Corners 1185614033">
            <a:extLst xmlns:a="http://schemas.openxmlformats.org/drawingml/2006/main">
              <a:ext uri="{FF2B5EF4-FFF2-40B4-BE49-F238E27FC236}">
                <a16:creationId xmlns:a16="http://schemas.microsoft.com/office/drawing/2014/main" id="{18901BEB-F776-48DF-BC0D-60C3016CBD2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8068149" name="Rectangle: Rounded Corners 1637263549">
            <a:extLst xmlns:a="http://schemas.openxmlformats.org/drawingml/2006/main">
              <a:ext uri="{FF2B5EF4-FFF2-40B4-BE49-F238E27FC236}">
                <a16:creationId xmlns:a16="http://schemas.microsoft.com/office/drawing/2014/main" id="{70932535-5862-4E00-A5F7-0B5AFE8F24A2}"/>
              </a:ext>
            </a:extLst>
          </p:cNvPr>
          <p:cNvSpPr>
            <a:spLocks xmlns:a="http://schemas.openxmlformats.org/drawingml/2006/main" noGrp="1"/>
          </p:cNvSpPr>
          <p:nvPr/>
        </p:nvSpPr>
        <p:spPr>
          <a:xfrm xmlns:a="http://schemas.openxmlformats.org/drawingml/2006/main">
            <a:off x="2381250" y="266700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20542194" name="Arrow: Right 483904790">
            <a:extLst xmlns:a="http://schemas.openxmlformats.org/drawingml/2006/main">
              <a:ext uri="{FF2B5EF4-FFF2-40B4-BE49-F238E27FC236}">
                <a16:creationId xmlns:a16="http://schemas.microsoft.com/office/drawing/2014/main" id="{BB815DC9-F002-41AC-A98B-7DA176AD610F}"/>
              </a:ext>
            </a:extLst>
          </p:cNvPr>
          <p:cNvSpPr>
            <a:spLocks xmlns:a="http://schemas.openxmlformats.org/drawingml/2006/main" noGrp="1"/>
          </p:cNvSpPr>
          <p:nvPr/>
        </p:nvSpPr>
        <p:spPr>
          <a:xfrm xmlns:a="http://schemas.openxmlformats.org/drawingml/2006/main">
            <a:off x="4095750" y="276225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658982460" name="Rectangle: Rounded Corners 112366508">
            <a:extLst xmlns:a="http://schemas.openxmlformats.org/drawingml/2006/main">
              <a:ext uri="{FF2B5EF4-FFF2-40B4-BE49-F238E27FC236}">
                <a16:creationId xmlns:a16="http://schemas.microsoft.com/office/drawing/2014/main" id="{23E0DC0C-F824-4466-88D4-338F5D8F9DC2}"/>
              </a:ext>
            </a:extLst>
          </p:cNvPr>
          <p:cNvSpPr>
            <a:spLocks xmlns:a="http://schemas.openxmlformats.org/drawingml/2006/main" noGrp="1"/>
          </p:cNvSpPr>
          <p:nvPr/>
        </p:nvSpPr>
        <p:spPr>
          <a:xfrm xmlns:a="http://schemas.openxmlformats.org/drawingml/2006/main">
            <a:off x="6477000" y="266700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858179834" name="Rectangle: Rounded Corners 1684869887">
            <a:extLst xmlns:a="http://schemas.openxmlformats.org/drawingml/2006/main">
              <a:ext uri="{FF2B5EF4-FFF2-40B4-BE49-F238E27FC236}">
                <a16:creationId xmlns:a16="http://schemas.microsoft.com/office/drawing/2014/main" id="{254848A5-665A-43D8-962F-789F77F2F820}"/>
              </a:ext>
            </a:extLst>
          </p:cNvPr>
          <p:cNvSpPr>
            <a:spLocks xmlns:a="http://schemas.openxmlformats.org/drawingml/2006/main" noGrp="1"/>
          </p:cNvSpPr>
          <p:nvPr/>
        </p:nvSpPr>
        <p:spPr>
          <a:xfrm xmlns:a="http://schemas.openxmlformats.org/drawingml/2006/main">
            <a:off x="2381250" y="4095750"/>
            <a:ext cx="1428750" cy="590549"/>
          </a:xfrm>
          <a:prstGeom xmlns:a="http://schemas.openxmlformats.org/drawingml/2006/main" prst="roundRect">
            <a:avLst>
              <a:gd name="adj" fmla="val 19355"/>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cat</a:t>
            </a:r>
          </a:p>
        </p:txBody>
      </p:sp>
      <p:sp>
        <p:nvSpPr>
          <p:cNvPr id="1091076427" name="Arrow: Right 582027638">
            <a:extLst xmlns:a="http://schemas.openxmlformats.org/drawingml/2006/main">
              <a:ext uri="{FF2B5EF4-FFF2-40B4-BE49-F238E27FC236}">
                <a16:creationId xmlns:a16="http://schemas.microsoft.com/office/drawing/2014/main" id="{1CB89463-3C1A-4420-AE99-9130F45A7651}"/>
              </a:ext>
            </a:extLst>
          </p:cNvPr>
          <p:cNvSpPr>
            <a:spLocks xmlns:a="http://schemas.openxmlformats.org/drawingml/2006/main" noGrp="1"/>
          </p:cNvSpPr>
          <p:nvPr/>
        </p:nvSpPr>
        <p:spPr>
          <a:xfrm xmlns:a="http://schemas.openxmlformats.org/drawingml/2006/main">
            <a:off x="4095750" y="4191000"/>
            <a:ext cx="2000250"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chased</a:t>
            </a:r>
          </a:p>
        </p:txBody>
      </p:sp>
      <p:sp>
        <p:nvSpPr>
          <p:cNvPr id="133379188" name="Rectangle: Rounded Corners 415203980">
            <a:extLst xmlns:a="http://schemas.openxmlformats.org/drawingml/2006/main">
              <a:ext uri="{FF2B5EF4-FFF2-40B4-BE49-F238E27FC236}">
                <a16:creationId xmlns:a16="http://schemas.microsoft.com/office/drawing/2014/main" id="{001B6B13-12A7-4BA6-BD4B-A837E8A98DAE}"/>
              </a:ext>
            </a:extLst>
          </p:cNvPr>
          <p:cNvSpPr>
            <a:spLocks xmlns:a="http://schemas.openxmlformats.org/drawingml/2006/main" noGrp="1"/>
          </p:cNvSpPr>
          <p:nvPr/>
        </p:nvSpPr>
        <p:spPr>
          <a:xfrm xmlns:a="http://schemas.openxmlformats.org/drawingml/2006/main">
            <a:off x="6477000" y="4095750"/>
            <a:ext cx="142875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dog</a:t>
            </a:r>
          </a:p>
        </p:txBody>
      </p:sp>
      <p:sp>
        <p:nvSpPr>
          <p:cNvPr id="1582864459" name="Rectangle 1659565154">
            <a:extLst xmlns:a="http://schemas.openxmlformats.org/drawingml/2006/main">
              <a:ext uri="{FF2B5EF4-FFF2-40B4-BE49-F238E27FC236}">
                <a16:creationId xmlns:a16="http://schemas.microsoft.com/office/drawing/2014/main" id="{A238B4BA-5692-403B-B864-F17AB595C29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43</a:t>
            </a:r>
          </a:p>
        </p:txBody>
      </p:sp>
    </p:spTree>
    <p:extLst>
      <p:ext uri="{BB962C8B-B14F-4D97-AF65-F5344CB8AC3E}">
        <p14:creationId xmlns:p14="http://schemas.microsoft.com/office/powerpoint/2010/main" val="1952422499"/>
      </p:ext>
    </p:extLst>
  </p:cSld>
</p:sld>
</file>

<file path=ppt/slides/slide4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18529692" name="Rectangle 2031595678">
            <a:extLst xmlns:a="http://schemas.openxmlformats.org/drawingml/2006/main">
              <a:ext uri="{FF2B5EF4-FFF2-40B4-BE49-F238E27FC236}">
                <a16:creationId xmlns:a16="http://schemas.microsoft.com/office/drawing/2014/main" id="{67A6F23D-E34F-40E1-B336-B015CBE8EFE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687443699" name="Rectangle 1958034541">
            <a:extLst xmlns:a="http://schemas.openxmlformats.org/drawingml/2006/main">
              <a:ext uri="{FF2B5EF4-FFF2-40B4-BE49-F238E27FC236}">
                <a16:creationId xmlns:a16="http://schemas.microsoft.com/office/drawing/2014/main" id="{B8EFFF21-F6CF-4858-840E-BD0CFA535E9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Query, key, value</a:t>
            </a:r>
          </a:p>
        </p:txBody>
      </p:sp>
      <p:sp>
        <p:nvSpPr>
          <p:cNvPr id="1437102879" name="Rectangle: Rounded Corners 856291304">
            <a:extLst xmlns:a="http://schemas.openxmlformats.org/drawingml/2006/main">
              <a:ext uri="{FF2B5EF4-FFF2-40B4-BE49-F238E27FC236}">
                <a16:creationId xmlns:a16="http://schemas.microsoft.com/office/drawing/2014/main" id="{89AD3617-059D-404F-80D2-825D21866AF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72060817" name="Oval 915562435">
            <a:extLst xmlns:a="http://schemas.openxmlformats.org/drawingml/2006/main">
              <a:ext uri="{FF2B5EF4-FFF2-40B4-BE49-F238E27FC236}">
                <a16:creationId xmlns:a16="http://schemas.microsoft.com/office/drawing/2014/main" id="{ACFF99DD-B67B-479D-AE09-35DDC59B4B71}"/>
              </a:ext>
            </a:extLst>
          </p:cNvPr>
          <p:cNvSpPr>
            <a:spLocks xmlns:a="http://schemas.openxmlformats.org/drawingml/2006/main" noGrp="1"/>
          </p:cNvSpPr>
          <p:nvPr/>
        </p:nvSpPr>
        <p:spPr>
          <a:xfrm xmlns:a="http://schemas.openxmlformats.org/drawingml/2006/main">
            <a:off x="1905000" y="2762250"/>
            <a:ext cx="1333500" cy="13335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828728471" name="Oval 2063706273">
            <a:extLst xmlns:a="http://schemas.openxmlformats.org/drawingml/2006/main">
              <a:ext uri="{FF2B5EF4-FFF2-40B4-BE49-F238E27FC236}">
                <a16:creationId xmlns:a16="http://schemas.microsoft.com/office/drawing/2014/main" id="{14DA9BFD-712A-482E-BC35-6B2BC8EF638A}"/>
              </a:ext>
            </a:extLst>
          </p:cNvPr>
          <p:cNvSpPr>
            <a:spLocks xmlns:a="http://schemas.openxmlformats.org/drawingml/2006/main" noGrp="1"/>
          </p:cNvSpPr>
          <p:nvPr/>
        </p:nvSpPr>
        <p:spPr>
          <a:xfrm xmlns:a="http://schemas.openxmlformats.org/drawingml/2006/main">
            <a:off x="5429250" y="1857375"/>
            <a:ext cx="1333500" cy="1333500"/>
          </a:xfrm>
          <a:prstGeom xmlns:a="http://schemas.openxmlformats.org/drawingml/2006/main" prst="ellipse">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1815149275" name="Oval 1843251255">
            <a:extLst xmlns:a="http://schemas.openxmlformats.org/drawingml/2006/main">
              <a:ext uri="{FF2B5EF4-FFF2-40B4-BE49-F238E27FC236}">
                <a16:creationId xmlns:a16="http://schemas.microsoft.com/office/drawing/2014/main" id="{9E2FC4DE-8BA1-4F8D-BBD1-8C1B81657002}"/>
              </a:ext>
            </a:extLst>
          </p:cNvPr>
          <p:cNvSpPr>
            <a:spLocks xmlns:a="http://schemas.openxmlformats.org/drawingml/2006/main" noGrp="1"/>
          </p:cNvSpPr>
          <p:nvPr/>
        </p:nvSpPr>
        <p:spPr>
          <a:xfrm xmlns:a="http://schemas.openxmlformats.org/drawingml/2006/main">
            <a:off x="5429250" y="3667125"/>
            <a:ext cx="1333500" cy="13335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V</a:t>
            </a:r>
          </a:p>
        </p:txBody>
      </p:sp>
      <p:sp>
        <p:nvSpPr>
          <p:cNvPr id="1349255641" name="Arrow: Right 1047507270">
            <a:extLst xmlns:a="http://schemas.openxmlformats.org/drawingml/2006/main">
              <a:ext uri="{FF2B5EF4-FFF2-40B4-BE49-F238E27FC236}">
                <a16:creationId xmlns:a16="http://schemas.microsoft.com/office/drawing/2014/main" id="{98F5209F-818F-444C-8FC3-31CC940EBE3B}"/>
              </a:ext>
            </a:extLst>
          </p:cNvPr>
          <p:cNvSpPr>
            <a:spLocks xmlns:a="http://schemas.openxmlformats.org/drawingml/2006/main" noGrp="1"/>
          </p:cNvSpPr>
          <p:nvPr/>
        </p:nvSpPr>
        <p:spPr>
          <a:xfrm xmlns:a="http://schemas.openxmlformats.org/drawingml/2006/main">
            <a:off x="3381375" y="3181350"/>
            <a:ext cx="1762125"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match</a:t>
            </a:r>
          </a:p>
        </p:txBody>
      </p:sp>
      <p:sp>
        <p:nvSpPr>
          <p:cNvPr id="1546244931" name="Arrow: Right 416431706">
            <a:extLst xmlns:a="http://schemas.openxmlformats.org/drawingml/2006/main">
              <a:ext uri="{FF2B5EF4-FFF2-40B4-BE49-F238E27FC236}">
                <a16:creationId xmlns:a16="http://schemas.microsoft.com/office/drawing/2014/main" id="{8D0A522C-23E7-4759-B3F3-182DF4687B2B}"/>
              </a:ext>
            </a:extLst>
          </p:cNvPr>
          <p:cNvSpPr>
            <a:spLocks xmlns:a="http://schemas.openxmlformats.org/drawingml/2006/main" noGrp="1"/>
          </p:cNvSpPr>
          <p:nvPr/>
        </p:nvSpPr>
        <p:spPr>
          <a:xfrm xmlns:a="http://schemas.openxmlformats.org/drawingml/2006/main">
            <a:off x="6858000" y="4143375"/>
            <a:ext cx="1714500" cy="45720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carry</a:t>
            </a:r>
          </a:p>
        </p:txBody>
      </p:sp>
      <p:sp>
        <p:nvSpPr>
          <p:cNvPr id="1886873815" name="Rectangle: Rounded Corners 685887359">
            <a:extLst xmlns:a="http://schemas.openxmlformats.org/drawingml/2006/main">
              <a:ext uri="{FF2B5EF4-FFF2-40B4-BE49-F238E27FC236}">
                <a16:creationId xmlns:a16="http://schemas.microsoft.com/office/drawing/2014/main" id="{65274305-2615-4B49-90F8-CFEC41277E79}"/>
              </a:ext>
            </a:extLst>
          </p:cNvPr>
          <p:cNvSpPr>
            <a:spLocks xmlns:a="http://schemas.openxmlformats.org/drawingml/2006/main" noGrp="1"/>
          </p:cNvSpPr>
          <p:nvPr/>
        </p:nvSpPr>
        <p:spPr>
          <a:xfrm xmlns:a="http://schemas.openxmlformats.org/drawingml/2006/main">
            <a:off x="8810625" y="3857625"/>
            <a:ext cx="1524000" cy="762000"/>
          </a:xfrm>
          <a:prstGeom xmlns:a="http://schemas.openxmlformats.org/drawingml/2006/main" prst="roundRect">
            <a:avLst>
              <a:gd name="adj" fmla="val 15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context</a:t>
            </a:r>
          </a:p>
        </p:txBody>
      </p:sp>
      <p:sp>
        <p:nvSpPr>
          <p:cNvPr id="1415974002" name="Rectangle 1087270730">
            <a:extLst xmlns:a="http://schemas.openxmlformats.org/drawingml/2006/main">
              <a:ext uri="{FF2B5EF4-FFF2-40B4-BE49-F238E27FC236}">
                <a16:creationId xmlns:a16="http://schemas.microsoft.com/office/drawing/2014/main" id="{BCE3DB0B-1DE9-4306-8A1A-19D3256CB62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44</a:t>
            </a:r>
          </a:p>
        </p:txBody>
      </p:sp>
    </p:spTree>
    <p:extLst>
      <p:ext uri="{BB962C8B-B14F-4D97-AF65-F5344CB8AC3E}">
        <p14:creationId xmlns:p14="http://schemas.microsoft.com/office/powerpoint/2010/main" val="1449099075"/>
      </p:ext>
    </p:extLst>
  </p:cSld>
</p:sld>
</file>

<file path=ppt/slides/slide4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57865283" name="Rectangle 274056230">
            <a:extLst xmlns:a="http://schemas.openxmlformats.org/drawingml/2006/main">
              <a:ext uri="{FF2B5EF4-FFF2-40B4-BE49-F238E27FC236}">
                <a16:creationId xmlns:a16="http://schemas.microsoft.com/office/drawing/2014/main" id="{DEA721E4-0FB0-48DB-AA2E-388DB6285A7D}"/>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825181505" name="Rectangle 2069842662">
            <a:extLst xmlns:a="http://schemas.openxmlformats.org/drawingml/2006/main">
              <a:ext uri="{FF2B5EF4-FFF2-40B4-BE49-F238E27FC236}">
                <a16:creationId xmlns:a16="http://schemas.microsoft.com/office/drawing/2014/main" id="{3D8FE04E-1835-4619-8198-2D6755128426}"/>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Dot product turns Q and K into scores</a:t>
            </a:r>
          </a:p>
        </p:txBody>
      </p:sp>
      <p:sp>
        <p:nvSpPr>
          <p:cNvPr id="1470341237" name="Rectangle: Rounded Corners 1012080298">
            <a:extLst xmlns:a="http://schemas.openxmlformats.org/drawingml/2006/main">
              <a:ext uri="{FF2B5EF4-FFF2-40B4-BE49-F238E27FC236}">
                <a16:creationId xmlns:a16="http://schemas.microsoft.com/office/drawing/2014/main" id="{C06C2AF0-AF1F-41E3-B6FB-002AA2D85BC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6790682" name="Rectangle: Rounded Corners 268010825">
            <a:extLst xmlns:a="http://schemas.openxmlformats.org/drawingml/2006/main">
              <a:ext uri="{FF2B5EF4-FFF2-40B4-BE49-F238E27FC236}">
                <a16:creationId xmlns:a16="http://schemas.microsoft.com/office/drawing/2014/main" id="{B24F5244-FE57-4CF4-90ED-14AED2A002D7}"/>
              </a:ext>
            </a:extLst>
          </p:cNvPr>
          <p:cNvSpPr>
            <a:spLocks xmlns:a="http://schemas.openxmlformats.org/drawingml/2006/main" noGrp="1"/>
          </p:cNvSpPr>
          <p:nvPr/>
        </p:nvSpPr>
        <p:spPr>
          <a:xfrm xmlns:a="http://schemas.openxmlformats.org/drawingml/2006/main">
            <a:off x="2095500" y="3000375"/>
            <a:ext cx="10477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Q</a:t>
            </a:r>
          </a:p>
        </p:txBody>
      </p:sp>
      <p:sp>
        <p:nvSpPr>
          <p:cNvPr id="799037920" name="Rectangle 859411994">
            <a:extLst xmlns:a="http://schemas.openxmlformats.org/drawingml/2006/main">
              <a:ext uri="{FF2B5EF4-FFF2-40B4-BE49-F238E27FC236}">
                <a16:creationId xmlns:a16="http://schemas.microsoft.com/office/drawing/2014/main" id="{8D32207F-3ED2-4B28-BAEA-9DDDE7745308}"/>
              </a:ext>
            </a:extLst>
          </p:cNvPr>
          <p:cNvSpPr>
            <a:spLocks xmlns:a="http://schemas.openxmlformats.org/drawingml/2006/main" noGrp="1"/>
          </p:cNvSpPr>
          <p:nvPr/>
        </p:nvSpPr>
        <p:spPr>
          <a:xfrm xmlns:a="http://schemas.openxmlformats.org/drawingml/2006/main">
            <a:off x="361950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1957497616" name="Rectangle: Rounded Corners 462313761">
            <a:extLst xmlns:a="http://schemas.openxmlformats.org/drawingml/2006/main">
              <a:ext uri="{FF2B5EF4-FFF2-40B4-BE49-F238E27FC236}">
                <a16:creationId xmlns:a16="http://schemas.microsoft.com/office/drawing/2014/main" id="{4DA4F4EC-0301-465D-AD24-F593740DAFF4}"/>
              </a:ext>
            </a:extLst>
          </p:cNvPr>
          <p:cNvSpPr>
            <a:spLocks xmlns:a="http://schemas.openxmlformats.org/drawingml/2006/main" noGrp="1"/>
          </p:cNvSpPr>
          <p:nvPr/>
        </p:nvSpPr>
        <p:spPr>
          <a:xfrm xmlns:a="http://schemas.openxmlformats.org/drawingml/2006/main">
            <a:off x="4762500" y="3000375"/>
            <a:ext cx="1047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3000" b="1">
                <a:solidFill>
                  <a:srgbClr val="0B0F19"/>
                </a:solidFill>
              </a:defRPr>
            </a:pPr>
            <a:r>
              <a:rPr sz="3000" b="1">
                <a:solidFill>
                  <a:srgbClr val="0B0F19"/>
                </a:solidFill>
              </a:rPr>
              <a:t>K</a:t>
            </a:r>
          </a:p>
        </p:txBody>
      </p:sp>
      <p:sp>
        <p:nvSpPr>
          <p:cNvPr id="588087696" name="Rectangle 256178726">
            <a:extLst xmlns:a="http://schemas.openxmlformats.org/drawingml/2006/main">
              <a:ext uri="{FF2B5EF4-FFF2-40B4-BE49-F238E27FC236}">
                <a16:creationId xmlns:a16="http://schemas.microsoft.com/office/drawing/2014/main" id="{BCB34A10-3BAD-40BD-B333-AFC5259E2BC2}"/>
              </a:ext>
            </a:extLst>
          </p:cNvPr>
          <p:cNvSpPr>
            <a:spLocks xmlns:a="http://schemas.openxmlformats.org/drawingml/2006/main" noGrp="1"/>
          </p:cNvSpPr>
          <p:nvPr/>
        </p:nvSpPr>
        <p:spPr>
          <a:xfrm xmlns:a="http://schemas.openxmlformats.org/drawingml/2006/main">
            <a:off x="6191250" y="3219449"/>
            <a:ext cx="7620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850" b="1">
                <a:solidFill>
                  <a:srgbClr val="0B0F19"/>
                </a:solidFill>
              </a:defRPr>
            </a:pPr>
            <a:r>
              <a:rPr sz="2850" b="1">
                <a:solidFill>
                  <a:srgbClr val="0B0F19"/>
                </a:solidFill>
              </a:rPr>
              <a:t>=</a:t>
            </a:r>
          </a:p>
        </p:txBody>
      </p:sp>
      <p:sp>
        <p:nvSpPr>
          <p:cNvPr id="2006093278" name="Rectangle: Rounded Corners 570514558">
            <a:extLst xmlns:a="http://schemas.openxmlformats.org/drawingml/2006/main">
              <a:ext uri="{FF2B5EF4-FFF2-40B4-BE49-F238E27FC236}">
                <a16:creationId xmlns:a16="http://schemas.microsoft.com/office/drawing/2014/main" id="{D61BD616-F49A-4610-93C6-59CD5220D70D}"/>
              </a:ext>
            </a:extLst>
          </p:cNvPr>
          <p:cNvSpPr>
            <a:spLocks xmlns:a="http://schemas.openxmlformats.org/drawingml/2006/main" noGrp="1"/>
          </p:cNvSpPr>
          <p:nvPr/>
        </p:nvSpPr>
        <p:spPr>
          <a:xfrm xmlns:a="http://schemas.openxmlformats.org/drawingml/2006/main">
            <a:off x="7334250" y="3714750"/>
            <a:ext cx="285750" cy="381000"/>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56227017" name="Rectangle: Rounded Corners 1825339525">
            <a:extLst xmlns:a="http://schemas.openxmlformats.org/drawingml/2006/main">
              <a:ext uri="{FF2B5EF4-FFF2-40B4-BE49-F238E27FC236}">
                <a16:creationId xmlns:a16="http://schemas.microsoft.com/office/drawing/2014/main" id="{4594940D-EF92-402E-98B5-9D0C897DE49B}"/>
              </a:ext>
            </a:extLst>
          </p:cNvPr>
          <p:cNvSpPr>
            <a:spLocks xmlns:a="http://schemas.openxmlformats.org/drawingml/2006/main" noGrp="1"/>
          </p:cNvSpPr>
          <p:nvPr/>
        </p:nvSpPr>
        <p:spPr>
          <a:xfrm xmlns:a="http://schemas.openxmlformats.org/drawingml/2006/main">
            <a:off x="7791450" y="3381375"/>
            <a:ext cx="285750" cy="7143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8681066" name="Rectangle: Rounded Corners 1330424870">
            <a:extLst xmlns:a="http://schemas.openxmlformats.org/drawingml/2006/main">
              <a:ext uri="{FF2B5EF4-FFF2-40B4-BE49-F238E27FC236}">
                <a16:creationId xmlns:a16="http://schemas.microsoft.com/office/drawing/2014/main" id="{6190037A-D0BE-48C7-932A-2DA4DCB64B3E}"/>
              </a:ext>
            </a:extLst>
          </p:cNvPr>
          <p:cNvSpPr>
            <a:spLocks xmlns:a="http://schemas.openxmlformats.org/drawingml/2006/main" noGrp="1"/>
          </p:cNvSpPr>
          <p:nvPr/>
        </p:nvSpPr>
        <p:spPr>
          <a:xfrm xmlns:a="http://schemas.openxmlformats.org/drawingml/2006/main">
            <a:off x="8248650" y="3857625"/>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94111600" name="Rectangle: Rounded Corners 1894137061">
            <a:extLst xmlns:a="http://schemas.openxmlformats.org/drawingml/2006/main">
              <a:ext uri="{FF2B5EF4-FFF2-40B4-BE49-F238E27FC236}">
                <a16:creationId xmlns:a16="http://schemas.microsoft.com/office/drawing/2014/main" id="{7B788411-610F-405D-9AFD-26E711D42F67}"/>
              </a:ext>
            </a:extLst>
          </p:cNvPr>
          <p:cNvSpPr>
            <a:spLocks xmlns:a="http://schemas.openxmlformats.org/drawingml/2006/main" noGrp="1"/>
          </p:cNvSpPr>
          <p:nvPr/>
        </p:nvSpPr>
        <p:spPr>
          <a:xfrm xmlns:a="http://schemas.openxmlformats.org/drawingml/2006/main">
            <a:off x="8705850" y="3190875"/>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2384472" name="Rectangle: Rounded Corners 402898928">
            <a:extLst xmlns:a="http://schemas.openxmlformats.org/drawingml/2006/main">
              <a:ext uri="{FF2B5EF4-FFF2-40B4-BE49-F238E27FC236}">
                <a16:creationId xmlns:a16="http://schemas.microsoft.com/office/drawing/2014/main" id="{FFEA58F7-C883-4226-A237-DB423A31B40C}"/>
              </a:ext>
            </a:extLst>
          </p:cNvPr>
          <p:cNvSpPr>
            <a:spLocks xmlns:a="http://schemas.openxmlformats.org/drawingml/2006/main" noGrp="1"/>
          </p:cNvSpPr>
          <p:nvPr/>
        </p:nvSpPr>
        <p:spPr>
          <a:xfrm xmlns:a="http://schemas.openxmlformats.org/drawingml/2006/main">
            <a:off x="9163050" y="3571875"/>
            <a:ext cx="285750" cy="523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0815137" name="Rectangle 1777770755">
            <a:extLst xmlns:a="http://schemas.openxmlformats.org/drawingml/2006/main">
              <a:ext uri="{FF2B5EF4-FFF2-40B4-BE49-F238E27FC236}">
                <a16:creationId xmlns:a16="http://schemas.microsoft.com/office/drawing/2014/main" id="{9C3F77BB-3C0A-49F7-9D83-4D423E6A7846}"/>
              </a:ext>
            </a:extLst>
          </p:cNvPr>
          <p:cNvSpPr>
            <a:spLocks xmlns:a="http://schemas.openxmlformats.org/drawingml/2006/main" noGrp="1"/>
          </p:cNvSpPr>
          <p:nvPr/>
        </p:nvSpPr>
        <p:spPr>
          <a:xfrm xmlns:a="http://schemas.openxmlformats.org/drawingml/2006/main">
            <a:off x="7048500" y="4333875"/>
            <a:ext cx="2762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one score per key</a:t>
            </a:r>
          </a:p>
        </p:txBody>
      </p:sp>
      <p:sp>
        <p:nvSpPr>
          <p:cNvPr id="1635350215" name="Rectangle 664374673">
            <a:extLst xmlns:a="http://schemas.openxmlformats.org/drawingml/2006/main">
              <a:ext uri="{FF2B5EF4-FFF2-40B4-BE49-F238E27FC236}">
                <a16:creationId xmlns:a16="http://schemas.microsoft.com/office/drawing/2014/main" id="{6FAAC157-CD4E-43AC-88FF-919FAAA2446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45</a:t>
            </a:r>
          </a:p>
        </p:txBody>
      </p:sp>
      <p:sp>
        <p:nvSpPr>
          <p:cNvPr id="49507534" name="qk-score-formula">
            <a:extLst xmlns:a="http://schemas.openxmlformats.org/drawingml/2006/main">
              <a:ext uri="{FF2B5EF4-FFF2-40B4-BE49-F238E27FC236}">
                <a16:creationId xmlns:a16="http://schemas.microsoft.com/office/drawing/2014/main" id="{A3CF2811-D272-4532-B33D-4C84409B6A32}"/>
              </a:ext>
            </a:extLst>
          </p:cNvPr>
          <p:cNvSpPr>
            <a:spLocks xmlns:a="http://schemas.openxmlformats.org/drawingml/2006/main" noGrp="1"/>
          </p:cNvSpPr>
          <p:nvPr/>
        </p:nvSpPr>
        <p:spPr>
          <a:xfrm xmlns:a="http://schemas.openxmlformats.org/drawingml/2006/main">
            <a:off x="2095500" y="1695450"/>
            <a:ext cx="7429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400" b="1">
                <a:solidFill>
                  <a:srgbClr val="2563EB"/>
                </a:solidFill>
              </a:defRPr>
            </a:pPr>
            <a:r>
              <a:rPr sz="2400" b="1">
                <a:solidFill>
                  <a:srgbClr val="2563EB"/>
                </a:solidFill>
              </a:rPr>
              <a:t>score = QKᵀ</a:t>
            </a:r>
          </a:p>
        </p:txBody>
      </p:sp>
      <p:sp>
        <p:nvSpPr>
          <p:cNvPr id="2064355607" name="dot-product-explanation">
            <a:extLst xmlns:a="http://schemas.openxmlformats.org/drawingml/2006/main">
              <a:ext uri="{FF2B5EF4-FFF2-40B4-BE49-F238E27FC236}">
                <a16:creationId xmlns:a16="http://schemas.microsoft.com/office/drawing/2014/main" id="{75814D67-B86B-4F22-A44A-35A291F12F74}"/>
              </a:ext>
            </a:extLst>
          </p:cNvPr>
          <p:cNvSpPr>
            <a:spLocks xmlns:a="http://schemas.openxmlformats.org/drawingml/2006/main" noGrp="1"/>
          </p:cNvSpPr>
          <p:nvPr/>
        </p:nvSpPr>
        <p:spPr>
          <a:xfrm xmlns:a="http://schemas.openxmlformats.org/drawingml/2006/main">
            <a:off x="1619250" y="4857750"/>
            <a:ext cx="8953500" cy="742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600" b="0">
                <a:solidFill>
                  <a:srgbClr val="667085"/>
                </a:solidFill>
              </a:defRPr>
            </a:pPr>
            <a:r>
              <a:rPr sz="1600" b="0">
                <a:solidFill>
                  <a:srgbClr val="667085"/>
                </a:solidFill>
              </a:rPr>
              <a:t>Dot product: multiply matching dimensions, then add them.</a:t>
            </a:r>
          </a:p>
          <a:p xmlns:a="http://schemas.openxmlformats.org/drawingml/2006/main">
            <a:pPr algn="ctr">
              <a:buNone/>
              <a:defRPr sz="1600" b="0">
                <a:solidFill>
                  <a:srgbClr val="667085"/>
                </a:solidFill>
              </a:defRPr>
            </a:pPr>
            <a:r>
              <a:rPr sz="1600" b="0">
                <a:solidFill>
                  <a:srgbClr val="667085"/>
                </a:solidFill>
              </a:rPr>
              <a:t>&lt;BOS&gt; query · each encoder key → one score for each source token</a:t>
            </a:r>
          </a:p>
        </p:txBody>
      </p:sp>
    </p:spTree>
    <p:extLst>
      <p:ext uri="{BB962C8B-B14F-4D97-AF65-F5344CB8AC3E}">
        <p14:creationId xmlns:p14="http://schemas.microsoft.com/office/powerpoint/2010/main" val="36431680"/>
      </p:ext>
    </p:extLst>
  </p:cSld>
</p:sld>
</file>

<file path=ppt/slides/slide4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65189413" name="Rectangle 1701338696">
            <a:extLst xmlns:a="http://schemas.openxmlformats.org/drawingml/2006/main">
              <a:ext uri="{FF2B5EF4-FFF2-40B4-BE49-F238E27FC236}">
                <a16:creationId xmlns:a16="http://schemas.microsoft.com/office/drawing/2014/main" id="{4376B1CE-9AD6-4D4A-99D9-EEC9EEEA0BF0}"/>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1964310542" name="Rectangle 1786653114">
            <a:extLst xmlns:a="http://schemas.openxmlformats.org/drawingml/2006/main">
              <a:ext uri="{FF2B5EF4-FFF2-40B4-BE49-F238E27FC236}">
                <a16:creationId xmlns:a16="http://schemas.microsoft.com/office/drawing/2014/main" id="{6EAD377F-1AFD-46A6-9FFA-B8752C5F2691}"/>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Scale scores, then Softmax makes weights</a:t>
            </a:r>
          </a:p>
        </p:txBody>
      </p:sp>
      <p:sp>
        <p:nvSpPr>
          <p:cNvPr id="1851358018" name="Rectangle: Rounded Corners 464705818">
            <a:extLst xmlns:a="http://schemas.openxmlformats.org/drawingml/2006/main">
              <a:ext uri="{FF2B5EF4-FFF2-40B4-BE49-F238E27FC236}">
                <a16:creationId xmlns:a16="http://schemas.microsoft.com/office/drawing/2014/main" id="{6FE240EF-5247-4F09-941C-5550B489DE3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384133" name="Rectangle: Rounded Corners 1141548239">
            <a:extLst xmlns:a="http://schemas.openxmlformats.org/drawingml/2006/main">
              <a:ext uri="{FF2B5EF4-FFF2-40B4-BE49-F238E27FC236}">
                <a16:creationId xmlns:a16="http://schemas.microsoft.com/office/drawing/2014/main" id="{A346A836-5988-461A-9132-5BCFBE6B50D2}"/>
              </a:ext>
            </a:extLst>
          </p:cNvPr>
          <p:cNvSpPr>
            <a:spLocks xmlns:a="http://schemas.openxmlformats.org/drawingml/2006/main" noGrp="1"/>
          </p:cNvSpPr>
          <p:nvPr/>
        </p:nvSpPr>
        <p:spPr>
          <a:xfrm xmlns:a="http://schemas.openxmlformats.org/drawingml/2006/main">
            <a:off x="2476500" y="3476625"/>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18998179" name="Rectangle: Rounded Corners 498832919">
            <a:extLst xmlns:a="http://schemas.openxmlformats.org/drawingml/2006/main">
              <a:ext uri="{FF2B5EF4-FFF2-40B4-BE49-F238E27FC236}">
                <a16:creationId xmlns:a16="http://schemas.microsoft.com/office/drawing/2014/main" id="{32B18E96-F614-4900-9690-E25C51989387}"/>
              </a:ext>
            </a:extLst>
          </p:cNvPr>
          <p:cNvSpPr>
            <a:spLocks xmlns:a="http://schemas.openxmlformats.org/drawingml/2006/main" noGrp="1"/>
          </p:cNvSpPr>
          <p:nvPr/>
        </p:nvSpPr>
        <p:spPr>
          <a:xfrm xmlns:a="http://schemas.openxmlformats.org/drawingml/2006/main">
            <a:off x="2933699" y="3048000"/>
            <a:ext cx="285750" cy="7620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3817974" name="Rectangle: Rounded Corners 1769908897">
            <a:extLst xmlns:a="http://schemas.openxmlformats.org/drawingml/2006/main">
              <a:ext uri="{FF2B5EF4-FFF2-40B4-BE49-F238E27FC236}">
                <a16:creationId xmlns:a16="http://schemas.microsoft.com/office/drawing/2014/main" id="{5810C298-06EC-414E-AD3B-62ECF65F879D}"/>
              </a:ext>
            </a:extLst>
          </p:cNvPr>
          <p:cNvSpPr>
            <a:spLocks xmlns:a="http://schemas.openxmlformats.org/drawingml/2006/main" noGrp="1"/>
          </p:cNvSpPr>
          <p:nvPr/>
        </p:nvSpPr>
        <p:spPr>
          <a:xfrm xmlns:a="http://schemas.openxmlformats.org/drawingml/2006/main">
            <a:off x="3390900" y="3619500"/>
            <a:ext cx="285750" cy="190500"/>
          </a:xfrm>
          <a:prstGeom xmlns:a="http://schemas.openxmlformats.org/drawingml/2006/main" prst="roundRect">
            <a:avLst>
              <a:gd name="adj" fmla="val 10000"/>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9871676" name="Rectangle: Rounded Corners 1914348486">
            <a:extLst xmlns:a="http://schemas.openxmlformats.org/drawingml/2006/main">
              <a:ext uri="{FF2B5EF4-FFF2-40B4-BE49-F238E27FC236}">
                <a16:creationId xmlns:a16="http://schemas.microsoft.com/office/drawing/2014/main" id="{ACA5B3C1-2285-4A71-AACD-B07F6497AAA2}"/>
              </a:ext>
            </a:extLst>
          </p:cNvPr>
          <p:cNvSpPr>
            <a:spLocks xmlns:a="http://schemas.openxmlformats.org/drawingml/2006/main" noGrp="1"/>
          </p:cNvSpPr>
          <p:nvPr/>
        </p:nvSpPr>
        <p:spPr>
          <a:xfrm xmlns:a="http://schemas.openxmlformats.org/drawingml/2006/main">
            <a:off x="3848100" y="2905125"/>
            <a:ext cx="285750" cy="904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7678611" name="Rectangle: Rounded Corners 1678518739">
            <a:extLst xmlns:a="http://schemas.openxmlformats.org/drawingml/2006/main">
              <a:ext uri="{FF2B5EF4-FFF2-40B4-BE49-F238E27FC236}">
                <a16:creationId xmlns:a16="http://schemas.microsoft.com/office/drawing/2014/main" id="{EB3DCE9D-5B08-43E9-80A0-D78853DA4B11}"/>
              </a:ext>
            </a:extLst>
          </p:cNvPr>
          <p:cNvSpPr>
            <a:spLocks xmlns:a="http://schemas.openxmlformats.org/drawingml/2006/main" noGrp="1"/>
          </p:cNvSpPr>
          <p:nvPr/>
        </p:nvSpPr>
        <p:spPr>
          <a:xfrm xmlns:a="http://schemas.openxmlformats.org/drawingml/2006/main">
            <a:off x="4305300" y="3381375"/>
            <a:ext cx="285750" cy="42862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21230766" name="Arrow: Right 2119966246">
            <a:extLst xmlns:a="http://schemas.openxmlformats.org/drawingml/2006/main">
              <a:ext uri="{FF2B5EF4-FFF2-40B4-BE49-F238E27FC236}">
                <a16:creationId xmlns:a16="http://schemas.microsoft.com/office/drawing/2014/main" id="{3B128B7F-9D95-477F-8C98-5ADB33C2701F}"/>
              </a:ext>
            </a:extLst>
          </p:cNvPr>
          <p:cNvSpPr>
            <a:spLocks xmlns:a="http://schemas.openxmlformats.org/drawingml/2006/main" noGrp="1"/>
          </p:cNvSpPr>
          <p:nvPr/>
        </p:nvSpPr>
        <p:spPr>
          <a:xfrm xmlns:a="http://schemas.openxmlformats.org/drawingml/2006/main">
            <a:off x="5095875" y="3143250"/>
            <a:ext cx="1619250" cy="52387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scale + softmax</a:t>
            </a:r>
          </a:p>
        </p:txBody>
      </p:sp>
      <p:sp>
        <p:nvSpPr>
          <p:cNvPr id="1339717995" name="Rectangle: Rounded Corners 211572738">
            <a:extLst xmlns:a="http://schemas.openxmlformats.org/drawingml/2006/main">
              <a:ext uri="{FF2B5EF4-FFF2-40B4-BE49-F238E27FC236}">
                <a16:creationId xmlns:a16="http://schemas.microsoft.com/office/drawing/2014/main" id="{AE8F2639-EC8A-4793-9D0B-6C6CB11BB447}"/>
              </a:ext>
            </a:extLst>
          </p:cNvPr>
          <p:cNvSpPr>
            <a:spLocks xmlns:a="http://schemas.openxmlformats.org/drawingml/2006/main" noGrp="1"/>
          </p:cNvSpPr>
          <p:nvPr/>
        </p:nvSpPr>
        <p:spPr>
          <a:xfrm xmlns:a="http://schemas.openxmlformats.org/drawingml/2006/main">
            <a:off x="7620000" y="3571875"/>
            <a:ext cx="285750" cy="238125"/>
          </a:xfrm>
          <a:prstGeom xmlns:a="http://schemas.openxmlformats.org/drawingml/2006/main" prst="roundRect">
            <a:avLst>
              <a:gd name="adj" fmla="val 8000"/>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011909" name="Rectangle: Rounded Corners 1030269239">
            <a:extLst xmlns:a="http://schemas.openxmlformats.org/drawingml/2006/main">
              <a:ext uri="{FF2B5EF4-FFF2-40B4-BE49-F238E27FC236}">
                <a16:creationId xmlns:a16="http://schemas.microsoft.com/office/drawing/2014/main" id="{C512D577-907F-4CEB-9C66-0BF8F277E851}"/>
              </a:ext>
            </a:extLst>
          </p:cNvPr>
          <p:cNvSpPr>
            <a:spLocks xmlns:a="http://schemas.openxmlformats.org/drawingml/2006/main" noGrp="1"/>
          </p:cNvSpPr>
          <p:nvPr/>
        </p:nvSpPr>
        <p:spPr>
          <a:xfrm xmlns:a="http://schemas.openxmlformats.org/drawingml/2006/main">
            <a:off x="8077200" y="3143250"/>
            <a:ext cx="285750" cy="6667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171142" name="Rectangle: Rounded Corners 642494706">
            <a:extLst xmlns:a="http://schemas.openxmlformats.org/drawingml/2006/main">
              <a:ext uri="{FF2B5EF4-FFF2-40B4-BE49-F238E27FC236}">
                <a16:creationId xmlns:a16="http://schemas.microsoft.com/office/drawing/2014/main" id="{3428D675-A794-4C41-9EB0-802FC4FD4FF2}"/>
              </a:ext>
            </a:extLst>
          </p:cNvPr>
          <p:cNvSpPr>
            <a:spLocks xmlns:a="http://schemas.openxmlformats.org/drawingml/2006/main" noGrp="1"/>
          </p:cNvSpPr>
          <p:nvPr/>
        </p:nvSpPr>
        <p:spPr>
          <a:xfrm xmlns:a="http://schemas.openxmlformats.org/drawingml/2006/main">
            <a:off x="8534400" y="3667125"/>
            <a:ext cx="285750" cy="142875"/>
          </a:xfrm>
          <a:prstGeom xmlns:a="http://schemas.openxmlformats.org/drawingml/2006/main" prst="roundRect">
            <a:avLst>
              <a:gd name="adj" fmla="val 13333"/>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59025576" name="Rectangle: Rounded Corners 1203968868">
            <a:extLst xmlns:a="http://schemas.openxmlformats.org/drawingml/2006/main">
              <a:ext uri="{FF2B5EF4-FFF2-40B4-BE49-F238E27FC236}">
                <a16:creationId xmlns:a16="http://schemas.microsoft.com/office/drawing/2014/main" id="{6E285020-F556-41CB-A650-1786D710E105}"/>
              </a:ext>
            </a:extLst>
          </p:cNvPr>
          <p:cNvSpPr>
            <a:spLocks xmlns:a="http://schemas.openxmlformats.org/drawingml/2006/main" noGrp="1"/>
          </p:cNvSpPr>
          <p:nvPr/>
        </p:nvSpPr>
        <p:spPr>
          <a:xfrm xmlns:a="http://schemas.openxmlformats.org/drawingml/2006/main">
            <a:off x="8991600" y="2952750"/>
            <a:ext cx="285750" cy="85725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05258881" name="Rectangle: Rounded Corners 666818066">
            <a:extLst xmlns:a="http://schemas.openxmlformats.org/drawingml/2006/main">
              <a:ext uri="{FF2B5EF4-FFF2-40B4-BE49-F238E27FC236}">
                <a16:creationId xmlns:a16="http://schemas.microsoft.com/office/drawing/2014/main" id="{27055C87-683B-4E9F-9223-2E35F9622E8E}"/>
              </a:ext>
            </a:extLst>
          </p:cNvPr>
          <p:cNvSpPr>
            <a:spLocks xmlns:a="http://schemas.openxmlformats.org/drawingml/2006/main" noGrp="1"/>
          </p:cNvSpPr>
          <p:nvPr/>
        </p:nvSpPr>
        <p:spPr>
          <a:xfrm xmlns:a="http://schemas.openxmlformats.org/drawingml/2006/main">
            <a:off x="9448799" y="3429000"/>
            <a:ext cx="285750" cy="381000"/>
          </a:xfrm>
          <a:prstGeom xmlns:a="http://schemas.openxmlformats.org/drawingml/2006/main" prst="roundRect">
            <a:avLst>
              <a:gd name="adj" fmla="val 6667"/>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403429" name="Rectangle 1940968764">
            <a:extLst xmlns:a="http://schemas.openxmlformats.org/drawingml/2006/main">
              <a:ext uri="{FF2B5EF4-FFF2-40B4-BE49-F238E27FC236}">
                <a16:creationId xmlns:a16="http://schemas.microsoft.com/office/drawing/2014/main" id="{9F169826-0DCB-4477-86D0-E5A8A22E31A8}"/>
              </a:ext>
            </a:extLst>
          </p:cNvPr>
          <p:cNvSpPr>
            <a:spLocks xmlns:a="http://schemas.openxmlformats.org/drawingml/2006/main" noGrp="1"/>
          </p:cNvSpPr>
          <p:nvPr/>
        </p:nvSpPr>
        <p:spPr>
          <a:xfrm xmlns:a="http://schemas.openxmlformats.org/drawingml/2006/main">
            <a:off x="1952625" y="4381500"/>
            <a:ext cx="28575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QKᵀ / √dₖ</a:t>
            </a:r>
          </a:p>
        </p:txBody>
      </p:sp>
      <p:sp>
        <p:nvSpPr>
          <p:cNvPr id="259104931" name="Rectangle 1848061419">
            <a:extLst xmlns:a="http://schemas.openxmlformats.org/drawingml/2006/main">
              <a:ext uri="{FF2B5EF4-FFF2-40B4-BE49-F238E27FC236}">
                <a16:creationId xmlns:a16="http://schemas.microsoft.com/office/drawing/2014/main" id="{F851A037-F6FE-4F2A-87B3-EB74A1AE1215}"/>
              </a:ext>
            </a:extLst>
          </p:cNvPr>
          <p:cNvSpPr>
            <a:spLocks xmlns:a="http://schemas.openxmlformats.org/drawingml/2006/main" noGrp="1"/>
          </p:cNvSpPr>
          <p:nvPr/>
        </p:nvSpPr>
        <p:spPr>
          <a:xfrm xmlns:a="http://schemas.openxmlformats.org/drawingml/2006/main">
            <a:off x="6953250" y="4381500"/>
            <a:ext cx="3333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attention weights (sum = 1)</a:t>
            </a:r>
          </a:p>
        </p:txBody>
      </p:sp>
      <p:sp>
        <p:nvSpPr>
          <p:cNvPr id="1805108329" name="Rectangle 2016234214">
            <a:extLst xmlns:a="http://schemas.openxmlformats.org/drawingml/2006/main">
              <a:ext uri="{FF2B5EF4-FFF2-40B4-BE49-F238E27FC236}">
                <a16:creationId xmlns:a16="http://schemas.microsoft.com/office/drawing/2014/main" id="{5D38DF46-D208-4A7A-AFD1-EE477CAEBE43}"/>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46</a:t>
            </a:r>
          </a:p>
        </p:txBody>
      </p:sp>
      <p:sp>
        <p:nvSpPr>
          <p:cNvPr id="540504257" name="scaled-dot-product-attention-formula">
            <a:extLst xmlns:a="http://schemas.openxmlformats.org/drawingml/2006/main">
              <a:ext uri="{FF2B5EF4-FFF2-40B4-BE49-F238E27FC236}">
                <a16:creationId xmlns:a16="http://schemas.microsoft.com/office/drawing/2014/main" id="{0609535E-6A6D-45ED-B2BE-2F2898FF3358}"/>
              </a:ext>
            </a:extLst>
          </p:cNvPr>
          <p:cNvSpPr>
            <a:spLocks xmlns:a="http://schemas.openxmlformats.org/drawingml/2006/main" noGrp="1"/>
          </p:cNvSpPr>
          <p:nvPr/>
        </p:nvSpPr>
        <p:spPr>
          <a:xfrm xmlns:a="http://schemas.openxmlformats.org/drawingml/2006/main">
            <a:off x="1428750" y="1695450"/>
            <a:ext cx="933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250" b="1">
                <a:solidFill>
                  <a:srgbClr val="2563EB"/>
                </a:solidFill>
              </a:defRPr>
            </a:pPr>
            <a:r>
              <a:rPr sz="2250" b="1">
                <a:solidFill>
                  <a:srgbClr val="2563EB"/>
                </a:solidFill>
              </a:rPr>
              <a:t>Attention(Q, K, V) = Softmax(QKᵀ / √dₖ)V</a:t>
            </a:r>
          </a:p>
        </p:txBody>
      </p:sp>
      <p:sp>
        <p:nvSpPr>
          <p:cNvPr id="946378586" name="scaling-explanation">
            <a:extLst xmlns:a="http://schemas.openxmlformats.org/drawingml/2006/main">
              <a:ext uri="{FF2B5EF4-FFF2-40B4-BE49-F238E27FC236}">
                <a16:creationId xmlns:a16="http://schemas.microsoft.com/office/drawing/2014/main" id="{A625FD54-9371-4260-8FF7-39144F5A8A70}"/>
              </a:ext>
            </a:extLst>
          </p:cNvPr>
          <p:cNvSpPr>
            <a:spLocks xmlns:a="http://schemas.openxmlformats.org/drawingml/2006/main" noGrp="1"/>
          </p:cNvSpPr>
          <p:nvPr/>
        </p:nvSpPr>
        <p:spPr>
          <a:xfrm xmlns:a="http://schemas.openxmlformats.org/drawingml/2006/main">
            <a:off x="2000250" y="4953000"/>
            <a:ext cx="81915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500" b="0">
                <a:solidFill>
                  <a:srgbClr val="667085"/>
                </a:solidFill>
              </a:defRPr>
            </a:pPr>
            <a:r>
              <a:rPr sz="1500" b="0">
                <a:solidFill>
                  <a:srgbClr val="667085"/>
                </a:solidFill>
              </a:rPr>
              <a:t>Dividing by √dₖ keeps large vectors from making the scores too extreme.</a:t>
            </a:r>
          </a:p>
        </p:txBody>
      </p:sp>
    </p:spTree>
    <p:extLst>
      <p:ext uri="{BB962C8B-B14F-4D97-AF65-F5344CB8AC3E}">
        <p14:creationId xmlns:p14="http://schemas.microsoft.com/office/powerpoint/2010/main" val="665329639"/>
      </p:ext>
    </p:extLst>
  </p:cSld>
</p:sld>
</file>

<file path=ppt/slides/slide4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615988896" name="Rectangle 667720717">
            <a:extLst xmlns:a="http://schemas.openxmlformats.org/drawingml/2006/main">
              <a:ext uri="{FF2B5EF4-FFF2-40B4-BE49-F238E27FC236}">
                <a16:creationId xmlns:a16="http://schemas.microsoft.com/office/drawing/2014/main" id="{A5CB40DA-D03F-4F02-91A1-E6ED2B571AC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Mechanism</a:t>
            </a:r>
          </a:p>
        </p:txBody>
      </p:sp>
      <p:sp>
        <p:nvSpPr>
          <p:cNvPr id="842750826" name="Rectangle 1521779778">
            <a:extLst xmlns:a="http://schemas.openxmlformats.org/drawingml/2006/main">
              <a:ext uri="{FF2B5EF4-FFF2-40B4-BE49-F238E27FC236}">
                <a16:creationId xmlns:a16="http://schemas.microsoft.com/office/drawing/2014/main" id="{CE699539-BB4A-48EE-B67D-B73CE0CB500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Values are mixed into context</a:t>
            </a:r>
          </a:p>
        </p:txBody>
      </p:sp>
      <p:sp>
        <p:nvSpPr>
          <p:cNvPr id="1589429643" name="Rectangle: Rounded Corners 832807897">
            <a:extLst xmlns:a="http://schemas.openxmlformats.org/drawingml/2006/main">
              <a:ext uri="{FF2B5EF4-FFF2-40B4-BE49-F238E27FC236}">
                <a16:creationId xmlns:a16="http://schemas.microsoft.com/office/drawing/2014/main" id="{800D63B8-CFB8-40A5-AA62-AAD747C6238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776508" name="Rectangle: Rounded Corners 1099418884">
            <a:extLst xmlns:a="http://schemas.openxmlformats.org/drawingml/2006/main">
              <a:ext uri="{FF2B5EF4-FFF2-40B4-BE49-F238E27FC236}">
                <a16:creationId xmlns:a16="http://schemas.microsoft.com/office/drawing/2014/main" id="{E0367FC0-2CED-4D72-BDA4-8FFD63A6B25F}"/>
              </a:ext>
            </a:extLst>
          </p:cNvPr>
          <p:cNvSpPr>
            <a:spLocks xmlns:a="http://schemas.openxmlformats.org/drawingml/2006/main" noGrp="1"/>
          </p:cNvSpPr>
          <p:nvPr/>
        </p:nvSpPr>
        <p:spPr>
          <a:xfrm xmlns:a="http://schemas.openxmlformats.org/drawingml/2006/main">
            <a:off x="171450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V1</a:t>
            </a:r>
          </a:p>
        </p:txBody>
      </p:sp>
      <p:sp>
        <p:nvSpPr>
          <p:cNvPr id="400866870" name="Rectangle 605842497">
            <a:extLst xmlns:a="http://schemas.openxmlformats.org/drawingml/2006/main">
              <a:ext uri="{FF2B5EF4-FFF2-40B4-BE49-F238E27FC236}">
                <a16:creationId xmlns:a16="http://schemas.microsoft.com/office/drawing/2014/main" id="{BF549E1C-62AC-4A1F-8E4C-D79D07C46400}"/>
              </a:ext>
            </a:extLst>
          </p:cNvPr>
          <p:cNvSpPr>
            <a:spLocks xmlns:a="http://schemas.openxmlformats.org/drawingml/2006/main" noGrp="1"/>
          </p:cNvSpPr>
          <p:nvPr/>
        </p:nvSpPr>
        <p:spPr>
          <a:xfrm xmlns:a="http://schemas.openxmlformats.org/drawingml/2006/main">
            <a:off x="171450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0.15</a:t>
            </a:r>
          </a:p>
        </p:txBody>
      </p:sp>
      <p:sp>
        <p:nvSpPr>
          <p:cNvPr id="1378080219" name="Rectangle: Rounded Corners 1810780251">
            <a:extLst xmlns:a="http://schemas.openxmlformats.org/drawingml/2006/main">
              <a:ext uri="{FF2B5EF4-FFF2-40B4-BE49-F238E27FC236}">
                <a16:creationId xmlns:a16="http://schemas.microsoft.com/office/drawing/2014/main" id="{331D835C-D31F-4AF2-BA34-28581705E8F8}"/>
              </a:ext>
            </a:extLst>
          </p:cNvPr>
          <p:cNvSpPr>
            <a:spLocks xmlns:a="http://schemas.openxmlformats.org/drawingml/2006/main" noGrp="1"/>
          </p:cNvSpPr>
          <p:nvPr/>
        </p:nvSpPr>
        <p:spPr>
          <a:xfrm xmlns:a="http://schemas.openxmlformats.org/drawingml/2006/main">
            <a:off x="319087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V2</a:t>
            </a:r>
          </a:p>
        </p:txBody>
      </p:sp>
      <p:sp>
        <p:nvSpPr>
          <p:cNvPr id="1305655075" name="Rectangle 1903860279">
            <a:extLst xmlns:a="http://schemas.openxmlformats.org/drawingml/2006/main">
              <a:ext uri="{FF2B5EF4-FFF2-40B4-BE49-F238E27FC236}">
                <a16:creationId xmlns:a16="http://schemas.microsoft.com/office/drawing/2014/main" id="{A9E6B5DB-FC03-4D0F-8C71-D4E05F397808}"/>
              </a:ext>
            </a:extLst>
          </p:cNvPr>
          <p:cNvSpPr>
            <a:spLocks xmlns:a="http://schemas.openxmlformats.org/drawingml/2006/main" noGrp="1"/>
          </p:cNvSpPr>
          <p:nvPr/>
        </p:nvSpPr>
        <p:spPr>
          <a:xfrm xmlns:a="http://schemas.openxmlformats.org/drawingml/2006/main">
            <a:off x="319087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0.55</a:t>
            </a:r>
          </a:p>
        </p:txBody>
      </p:sp>
      <p:sp>
        <p:nvSpPr>
          <p:cNvPr id="461030653" name="Rectangle: Rounded Corners 453837605">
            <a:extLst xmlns:a="http://schemas.openxmlformats.org/drawingml/2006/main">
              <a:ext uri="{FF2B5EF4-FFF2-40B4-BE49-F238E27FC236}">
                <a16:creationId xmlns:a16="http://schemas.microsoft.com/office/drawing/2014/main" id="{8ACF959E-033F-4989-89EF-062490EA3997}"/>
              </a:ext>
            </a:extLst>
          </p:cNvPr>
          <p:cNvSpPr>
            <a:spLocks xmlns:a="http://schemas.openxmlformats.org/drawingml/2006/main" noGrp="1"/>
          </p:cNvSpPr>
          <p:nvPr/>
        </p:nvSpPr>
        <p:spPr>
          <a:xfrm xmlns:a="http://schemas.openxmlformats.org/drawingml/2006/main">
            <a:off x="4667250"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V3</a:t>
            </a:r>
          </a:p>
        </p:txBody>
      </p:sp>
      <p:sp>
        <p:nvSpPr>
          <p:cNvPr id="1213236231" name="Rectangle 1961512127">
            <a:extLst xmlns:a="http://schemas.openxmlformats.org/drawingml/2006/main">
              <a:ext uri="{FF2B5EF4-FFF2-40B4-BE49-F238E27FC236}">
                <a16:creationId xmlns:a16="http://schemas.microsoft.com/office/drawing/2014/main" id="{481B9D6A-D8F7-46AD-A9B3-49C3A3FF049E}"/>
              </a:ext>
            </a:extLst>
          </p:cNvPr>
          <p:cNvSpPr>
            <a:spLocks xmlns:a="http://schemas.openxmlformats.org/drawingml/2006/main" noGrp="1"/>
          </p:cNvSpPr>
          <p:nvPr/>
        </p:nvSpPr>
        <p:spPr>
          <a:xfrm xmlns:a="http://schemas.openxmlformats.org/drawingml/2006/main">
            <a:off x="4667250"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0.1</a:t>
            </a:r>
          </a:p>
        </p:txBody>
      </p:sp>
      <p:sp>
        <p:nvSpPr>
          <p:cNvPr id="1783437427" name="Rectangle: Rounded Corners 866508350">
            <a:extLst xmlns:a="http://schemas.openxmlformats.org/drawingml/2006/main">
              <a:ext uri="{FF2B5EF4-FFF2-40B4-BE49-F238E27FC236}">
                <a16:creationId xmlns:a16="http://schemas.microsoft.com/office/drawing/2014/main" id="{7936402D-D021-4417-9BEB-065153A3F3E6}"/>
              </a:ext>
            </a:extLst>
          </p:cNvPr>
          <p:cNvSpPr>
            <a:spLocks xmlns:a="http://schemas.openxmlformats.org/drawingml/2006/main" noGrp="1"/>
          </p:cNvSpPr>
          <p:nvPr/>
        </p:nvSpPr>
        <p:spPr>
          <a:xfrm xmlns:a="http://schemas.openxmlformats.org/drawingml/2006/main">
            <a:off x="6143625" y="3000375"/>
            <a:ext cx="85725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0B0F19"/>
                </a:solidFill>
              </a:defRPr>
            </a:pPr>
            <a:r>
              <a:rPr sz="2100" b="1">
                <a:solidFill>
                  <a:srgbClr val="0B0F19"/>
                </a:solidFill>
              </a:rPr>
              <a:t>V4</a:t>
            </a:r>
          </a:p>
        </p:txBody>
      </p:sp>
      <p:sp>
        <p:nvSpPr>
          <p:cNvPr id="1556162892" name="Rectangle 1031075147">
            <a:extLst xmlns:a="http://schemas.openxmlformats.org/drawingml/2006/main">
              <a:ext uri="{FF2B5EF4-FFF2-40B4-BE49-F238E27FC236}">
                <a16:creationId xmlns:a16="http://schemas.microsoft.com/office/drawing/2014/main" id="{4BC00FC5-F0C5-493E-B89E-F3C28AE83079}"/>
              </a:ext>
            </a:extLst>
          </p:cNvPr>
          <p:cNvSpPr>
            <a:spLocks xmlns:a="http://schemas.openxmlformats.org/drawingml/2006/main" noGrp="1"/>
          </p:cNvSpPr>
          <p:nvPr/>
        </p:nvSpPr>
        <p:spPr>
          <a:xfrm xmlns:a="http://schemas.openxmlformats.org/drawingml/2006/main">
            <a:off x="6143625" y="3905250"/>
            <a:ext cx="857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0.2</a:t>
            </a:r>
          </a:p>
        </p:txBody>
      </p:sp>
      <p:sp>
        <p:nvSpPr>
          <p:cNvPr id="713491280" name="Arrow: Right 691035972">
            <a:extLst xmlns:a="http://schemas.openxmlformats.org/drawingml/2006/main">
              <a:ext uri="{FF2B5EF4-FFF2-40B4-BE49-F238E27FC236}">
                <a16:creationId xmlns:a16="http://schemas.microsoft.com/office/drawing/2014/main" id="{9803CB6E-A484-440E-BE57-6792EF31AD84}"/>
              </a:ext>
            </a:extLst>
          </p:cNvPr>
          <p:cNvSpPr>
            <a:spLocks xmlns:a="http://schemas.openxmlformats.org/drawingml/2006/main" noGrp="1"/>
          </p:cNvSpPr>
          <p:nvPr/>
        </p:nvSpPr>
        <p:spPr>
          <a:xfrm xmlns:a="http://schemas.openxmlformats.org/drawingml/2006/main">
            <a:off x="7524750" y="3190875"/>
            <a:ext cx="114300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sum</a:t>
            </a:r>
          </a:p>
        </p:txBody>
      </p:sp>
      <p:sp>
        <p:nvSpPr>
          <p:cNvPr id="627299618" name="Rectangle: Rounded Corners 997542731">
            <a:extLst xmlns:a="http://schemas.openxmlformats.org/drawingml/2006/main">
              <a:ext uri="{FF2B5EF4-FFF2-40B4-BE49-F238E27FC236}">
                <a16:creationId xmlns:a16="http://schemas.microsoft.com/office/drawing/2014/main" id="{1A324B91-6698-4989-AF8A-CA981C355A43}"/>
              </a:ext>
            </a:extLst>
          </p:cNvPr>
          <p:cNvSpPr>
            <a:spLocks xmlns:a="http://schemas.openxmlformats.org/drawingml/2006/main" noGrp="1"/>
          </p:cNvSpPr>
          <p:nvPr/>
        </p:nvSpPr>
        <p:spPr>
          <a:xfrm xmlns:a="http://schemas.openxmlformats.org/drawingml/2006/main">
            <a:off x="8953500" y="2857500"/>
            <a:ext cx="1619250" cy="1047750"/>
          </a:xfrm>
          <a:prstGeom xmlns:a="http://schemas.openxmlformats.org/drawingml/2006/main" prst="roundRect">
            <a:avLst>
              <a:gd name="adj" fmla="val 10909"/>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context vector</a:t>
            </a:r>
          </a:p>
        </p:txBody>
      </p:sp>
      <p:sp>
        <p:nvSpPr>
          <p:cNvPr id="1371326802" name="Rectangle 1562003282">
            <a:extLst xmlns:a="http://schemas.openxmlformats.org/drawingml/2006/main">
              <a:ext uri="{FF2B5EF4-FFF2-40B4-BE49-F238E27FC236}">
                <a16:creationId xmlns:a16="http://schemas.microsoft.com/office/drawing/2014/main" id="{D64E0A23-E4EE-4A33-A82E-64F2155A578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47</a:t>
            </a:r>
          </a:p>
        </p:txBody>
      </p:sp>
    </p:spTree>
    <p:extLst>
      <p:ext uri="{BB962C8B-B14F-4D97-AF65-F5344CB8AC3E}">
        <p14:creationId xmlns:p14="http://schemas.microsoft.com/office/powerpoint/2010/main" val="1147161795"/>
      </p:ext>
    </p:extLst>
  </p:cSld>
</p:sld>
</file>

<file path=ppt/slides/slide4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482593492" name="Rectangle 836461681">
            <a:extLst xmlns:a="http://schemas.openxmlformats.org/drawingml/2006/main">
              <a:ext uri="{FF2B5EF4-FFF2-40B4-BE49-F238E27FC236}">
                <a16:creationId xmlns:a16="http://schemas.microsoft.com/office/drawing/2014/main" id="{FFC2F221-29E5-4054-A0A2-3DD95770B323}"/>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Self-attention</a:t>
            </a:r>
          </a:p>
        </p:txBody>
      </p:sp>
      <p:sp>
        <p:nvSpPr>
          <p:cNvPr id="713492341" name="Rectangle 1767099124">
            <a:extLst xmlns:a="http://schemas.openxmlformats.org/drawingml/2006/main">
              <a:ext uri="{FF2B5EF4-FFF2-40B4-BE49-F238E27FC236}">
                <a16:creationId xmlns:a16="http://schemas.microsoft.com/office/drawing/2014/main" id="{978E4E00-522A-402A-86C9-3B27D4EC3B6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Self-attention updates every token</a:t>
            </a:r>
          </a:p>
        </p:txBody>
      </p:sp>
      <p:sp>
        <p:nvSpPr>
          <p:cNvPr id="86964975" name="Rectangle: Rounded Corners 658275056">
            <a:extLst xmlns:a="http://schemas.openxmlformats.org/drawingml/2006/main">
              <a:ext uri="{FF2B5EF4-FFF2-40B4-BE49-F238E27FC236}">
                <a16:creationId xmlns:a16="http://schemas.microsoft.com/office/drawing/2014/main" id="{2E683072-C4A5-4E15-9D6C-27A45BCBA29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0806230" name="Oval 1632534857">
            <a:extLst xmlns:a="http://schemas.openxmlformats.org/drawingml/2006/main">
              <a:ext uri="{FF2B5EF4-FFF2-40B4-BE49-F238E27FC236}">
                <a16:creationId xmlns:a16="http://schemas.microsoft.com/office/drawing/2014/main" id="{1BBD064D-B175-4147-8E0F-17CF1B941AB9}"/>
              </a:ext>
            </a:extLst>
          </p:cNvPr>
          <p:cNvSpPr>
            <a:spLocks xmlns:a="http://schemas.openxmlformats.org/drawingml/2006/main" noGrp="1"/>
          </p:cNvSpPr>
          <p:nvPr/>
        </p:nvSpPr>
        <p:spPr>
          <a:xfrm xmlns:a="http://schemas.openxmlformats.org/drawingml/2006/main">
            <a:off x="2028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944539788" name="Oval 1413970628">
            <a:extLst xmlns:a="http://schemas.openxmlformats.org/drawingml/2006/main">
              <a:ext uri="{FF2B5EF4-FFF2-40B4-BE49-F238E27FC236}">
                <a16:creationId xmlns:a16="http://schemas.microsoft.com/office/drawing/2014/main" id="{7FE4E6A3-027F-4E4F-81B8-A0B4BA5BA07B}"/>
              </a:ext>
            </a:extLst>
          </p:cNvPr>
          <p:cNvSpPr>
            <a:spLocks xmlns:a="http://schemas.openxmlformats.org/drawingml/2006/main" noGrp="1"/>
          </p:cNvSpPr>
          <p:nvPr/>
        </p:nvSpPr>
        <p:spPr>
          <a:xfrm xmlns:a="http://schemas.openxmlformats.org/drawingml/2006/main">
            <a:off x="3457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877727845" name="Oval 1148745044">
            <a:extLst xmlns:a="http://schemas.openxmlformats.org/drawingml/2006/main">
              <a:ext uri="{FF2B5EF4-FFF2-40B4-BE49-F238E27FC236}">
                <a16:creationId xmlns:a16="http://schemas.microsoft.com/office/drawing/2014/main" id="{F9C51D66-86B5-4984-9226-EEF2AA7A206C}"/>
              </a:ext>
            </a:extLst>
          </p:cNvPr>
          <p:cNvSpPr>
            <a:spLocks xmlns:a="http://schemas.openxmlformats.org/drawingml/2006/main" noGrp="1"/>
          </p:cNvSpPr>
          <p:nvPr/>
        </p:nvSpPr>
        <p:spPr>
          <a:xfrm xmlns:a="http://schemas.openxmlformats.org/drawingml/2006/main">
            <a:off x="48863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640111812" name="Oval 1579502936">
            <a:extLst xmlns:a="http://schemas.openxmlformats.org/drawingml/2006/main">
              <a:ext uri="{FF2B5EF4-FFF2-40B4-BE49-F238E27FC236}">
                <a16:creationId xmlns:a16="http://schemas.microsoft.com/office/drawing/2014/main" id="{A32D1382-85CD-4B20-8874-FEB2394E26C3}"/>
              </a:ext>
            </a:extLst>
          </p:cNvPr>
          <p:cNvSpPr>
            <a:spLocks xmlns:a="http://schemas.openxmlformats.org/drawingml/2006/main" noGrp="1"/>
          </p:cNvSpPr>
          <p:nvPr/>
        </p:nvSpPr>
        <p:spPr>
          <a:xfrm xmlns:a="http://schemas.openxmlformats.org/drawingml/2006/main">
            <a:off x="63150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080712696" name="Oval 638914901">
            <a:extLst xmlns:a="http://schemas.openxmlformats.org/drawingml/2006/main">
              <a:ext uri="{FF2B5EF4-FFF2-40B4-BE49-F238E27FC236}">
                <a16:creationId xmlns:a16="http://schemas.microsoft.com/office/drawing/2014/main" id="{9F2E2498-0BF6-4A49-9035-48B0534548FD}"/>
              </a:ext>
            </a:extLst>
          </p:cNvPr>
          <p:cNvSpPr>
            <a:spLocks xmlns:a="http://schemas.openxmlformats.org/drawingml/2006/main" noGrp="1"/>
          </p:cNvSpPr>
          <p:nvPr/>
        </p:nvSpPr>
        <p:spPr>
          <a:xfrm xmlns:a="http://schemas.openxmlformats.org/drawingml/2006/main">
            <a:off x="774382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395089636" name="Oval 1524084679">
            <a:extLst xmlns:a="http://schemas.openxmlformats.org/drawingml/2006/main">
              <a:ext uri="{FF2B5EF4-FFF2-40B4-BE49-F238E27FC236}">
                <a16:creationId xmlns:a16="http://schemas.microsoft.com/office/drawing/2014/main" id="{1A33C34C-667E-434A-B0FD-76F81721EB43}"/>
              </a:ext>
            </a:extLst>
          </p:cNvPr>
          <p:cNvSpPr>
            <a:spLocks xmlns:a="http://schemas.openxmlformats.org/drawingml/2006/main" noGrp="1"/>
          </p:cNvSpPr>
          <p:nvPr/>
        </p:nvSpPr>
        <p:spPr>
          <a:xfrm xmlns:a="http://schemas.openxmlformats.org/drawingml/2006/main">
            <a:off x="9172575" y="2552700"/>
            <a:ext cx="609600" cy="60960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2005562897" name="Oval 1617060268">
            <a:extLst xmlns:a="http://schemas.openxmlformats.org/drawingml/2006/main">
              <a:ext uri="{FF2B5EF4-FFF2-40B4-BE49-F238E27FC236}">
                <a16:creationId xmlns:a16="http://schemas.microsoft.com/office/drawing/2014/main" id="{B64A18CE-9710-4640-BD95-355A9AC8B4A0}"/>
              </a:ext>
            </a:extLst>
          </p:cNvPr>
          <p:cNvSpPr>
            <a:spLocks xmlns:a="http://schemas.openxmlformats.org/drawingml/2006/main" noGrp="1"/>
          </p:cNvSpPr>
          <p:nvPr/>
        </p:nvSpPr>
        <p:spPr>
          <a:xfrm xmlns:a="http://schemas.openxmlformats.org/drawingml/2006/main">
            <a:off x="2028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1390258988" name="Oval 1577893088">
            <a:extLst xmlns:a="http://schemas.openxmlformats.org/drawingml/2006/main">
              <a:ext uri="{FF2B5EF4-FFF2-40B4-BE49-F238E27FC236}">
                <a16:creationId xmlns:a16="http://schemas.microsoft.com/office/drawing/2014/main" id="{0D61F5F4-97E2-46C5-B4A7-20A7B59704DC}"/>
              </a:ext>
            </a:extLst>
          </p:cNvPr>
          <p:cNvSpPr>
            <a:spLocks xmlns:a="http://schemas.openxmlformats.org/drawingml/2006/main" noGrp="1"/>
          </p:cNvSpPr>
          <p:nvPr/>
        </p:nvSpPr>
        <p:spPr>
          <a:xfrm xmlns:a="http://schemas.openxmlformats.org/drawingml/2006/main">
            <a:off x="3457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004145354" name="Oval 1071333543">
            <a:extLst xmlns:a="http://schemas.openxmlformats.org/drawingml/2006/main">
              <a:ext uri="{FF2B5EF4-FFF2-40B4-BE49-F238E27FC236}">
                <a16:creationId xmlns:a16="http://schemas.microsoft.com/office/drawing/2014/main" id="{984705AF-9610-49DB-8E62-97D51ADCBCFF}"/>
              </a:ext>
            </a:extLst>
          </p:cNvPr>
          <p:cNvSpPr>
            <a:spLocks xmlns:a="http://schemas.openxmlformats.org/drawingml/2006/main" noGrp="1"/>
          </p:cNvSpPr>
          <p:nvPr/>
        </p:nvSpPr>
        <p:spPr>
          <a:xfrm xmlns:a="http://schemas.openxmlformats.org/drawingml/2006/main">
            <a:off x="48863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267382451" name="Oval 399974577">
            <a:extLst xmlns:a="http://schemas.openxmlformats.org/drawingml/2006/main">
              <a:ext uri="{FF2B5EF4-FFF2-40B4-BE49-F238E27FC236}">
                <a16:creationId xmlns:a16="http://schemas.microsoft.com/office/drawing/2014/main" id="{8C366657-5434-4B8C-ADC3-114F7BEDF706}"/>
              </a:ext>
            </a:extLst>
          </p:cNvPr>
          <p:cNvSpPr>
            <a:spLocks xmlns:a="http://schemas.openxmlformats.org/drawingml/2006/main" noGrp="1"/>
          </p:cNvSpPr>
          <p:nvPr/>
        </p:nvSpPr>
        <p:spPr>
          <a:xfrm xmlns:a="http://schemas.openxmlformats.org/drawingml/2006/main">
            <a:off x="63150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1504837965" name="Oval 1223483228">
            <a:extLst xmlns:a="http://schemas.openxmlformats.org/drawingml/2006/main">
              <a:ext uri="{FF2B5EF4-FFF2-40B4-BE49-F238E27FC236}">
                <a16:creationId xmlns:a16="http://schemas.microsoft.com/office/drawing/2014/main" id="{E39C8FE7-9A6F-4579-A503-B60B7D6B90C6}"/>
              </a:ext>
            </a:extLst>
          </p:cNvPr>
          <p:cNvSpPr>
            <a:spLocks xmlns:a="http://schemas.openxmlformats.org/drawingml/2006/main" noGrp="1"/>
          </p:cNvSpPr>
          <p:nvPr/>
        </p:nvSpPr>
        <p:spPr>
          <a:xfrm xmlns:a="http://schemas.openxmlformats.org/drawingml/2006/main">
            <a:off x="774382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370658820" name="Oval 494721319">
            <a:extLst xmlns:a="http://schemas.openxmlformats.org/drawingml/2006/main">
              <a:ext uri="{FF2B5EF4-FFF2-40B4-BE49-F238E27FC236}">
                <a16:creationId xmlns:a16="http://schemas.microsoft.com/office/drawing/2014/main" id="{20358419-466A-463D-AD4A-1C87022A62BF}"/>
              </a:ext>
            </a:extLst>
          </p:cNvPr>
          <p:cNvSpPr>
            <a:spLocks xmlns:a="http://schemas.openxmlformats.org/drawingml/2006/main" noGrp="1"/>
          </p:cNvSpPr>
          <p:nvPr/>
        </p:nvSpPr>
        <p:spPr>
          <a:xfrm xmlns:a="http://schemas.openxmlformats.org/drawingml/2006/main">
            <a:off x="9172575" y="4267200"/>
            <a:ext cx="609600" cy="60960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573452922" name="Straight Connector 484203624">
            <a:extLst xmlns:a="http://schemas.openxmlformats.org/drawingml/2006/main">
              <a:ext uri="{FF2B5EF4-FFF2-40B4-BE49-F238E27FC236}">
                <a16:creationId xmlns:a16="http://schemas.microsoft.com/office/drawing/2014/main" id="{D2725AEE-102F-4FDD-AEAD-18B3913D9B2F}"/>
              </a:ext>
            </a:extLst>
          </p:cNvPr>
          <p:cNvSpPr>
            <a:spLocks xmlns:a="http://schemas.openxmlformats.org/drawingml/2006/main" noGrp="1"/>
          </p:cNvSpPr>
          <p:nvPr/>
        </p:nvSpPr>
        <p:spPr>
          <a:xfrm xmlns:a="http://schemas.openxmlformats.org/drawingml/2006/main">
            <a:off x="2333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3604839" name="Straight Connector 390803704">
            <a:extLst xmlns:a="http://schemas.openxmlformats.org/drawingml/2006/main">
              <a:ext uri="{FF2B5EF4-FFF2-40B4-BE49-F238E27FC236}">
                <a16:creationId xmlns:a16="http://schemas.microsoft.com/office/drawing/2014/main" id="{A51503B9-B3B5-4449-B28D-9525857EA539}"/>
              </a:ext>
            </a:extLst>
          </p:cNvPr>
          <p:cNvSpPr>
            <a:spLocks xmlns:a="http://schemas.openxmlformats.org/drawingml/2006/main" noGrp="1"/>
          </p:cNvSpPr>
          <p:nvPr/>
        </p:nvSpPr>
        <p:spPr>
          <a:xfrm xmlns:a="http://schemas.openxmlformats.org/drawingml/2006/main">
            <a:off x="3762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4562909" name="Straight Connector 1483356268">
            <a:extLst xmlns:a="http://schemas.openxmlformats.org/drawingml/2006/main">
              <a:ext uri="{FF2B5EF4-FFF2-40B4-BE49-F238E27FC236}">
                <a16:creationId xmlns:a16="http://schemas.microsoft.com/office/drawing/2014/main" id="{E4457B74-0F8A-4213-B5F9-045DE3BCAE0A}"/>
              </a:ext>
            </a:extLst>
          </p:cNvPr>
          <p:cNvSpPr>
            <a:spLocks xmlns:a="http://schemas.openxmlformats.org/drawingml/2006/main" noGrp="1"/>
          </p:cNvSpPr>
          <p:nvPr/>
        </p:nvSpPr>
        <p:spPr>
          <a:xfrm xmlns:a="http://schemas.openxmlformats.org/drawingml/2006/main">
            <a:off x="51911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05910943" name="Straight Connector 491113418">
            <a:extLst xmlns:a="http://schemas.openxmlformats.org/drawingml/2006/main">
              <a:ext uri="{FF2B5EF4-FFF2-40B4-BE49-F238E27FC236}">
                <a16:creationId xmlns:a16="http://schemas.microsoft.com/office/drawing/2014/main" id="{E086B6B8-7208-4A1A-B3BE-7A45154A2C17}"/>
              </a:ext>
            </a:extLst>
          </p:cNvPr>
          <p:cNvSpPr>
            <a:spLocks xmlns:a="http://schemas.openxmlformats.org/drawingml/2006/main" noGrp="1"/>
          </p:cNvSpPr>
          <p:nvPr/>
        </p:nvSpPr>
        <p:spPr>
          <a:xfrm xmlns:a="http://schemas.openxmlformats.org/drawingml/2006/main">
            <a:off x="66198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5575763" name="Straight Connector 1895177637">
            <a:extLst xmlns:a="http://schemas.openxmlformats.org/drawingml/2006/main">
              <a:ext uri="{FF2B5EF4-FFF2-40B4-BE49-F238E27FC236}">
                <a16:creationId xmlns:a16="http://schemas.microsoft.com/office/drawing/2014/main" id="{27338833-B5BE-4BCB-8E9C-5294A2D221FA}"/>
              </a:ext>
            </a:extLst>
          </p:cNvPr>
          <p:cNvSpPr>
            <a:spLocks xmlns:a="http://schemas.openxmlformats.org/drawingml/2006/main" noGrp="1"/>
          </p:cNvSpPr>
          <p:nvPr/>
        </p:nvSpPr>
        <p:spPr>
          <a:xfrm xmlns:a="http://schemas.openxmlformats.org/drawingml/2006/main">
            <a:off x="804862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65153033" name="Straight Connector 1498279708">
            <a:extLst xmlns:a="http://schemas.openxmlformats.org/drawingml/2006/main">
              <a:ext uri="{FF2B5EF4-FFF2-40B4-BE49-F238E27FC236}">
                <a16:creationId xmlns:a16="http://schemas.microsoft.com/office/drawing/2014/main" id="{FFEC3A0B-A7D0-4980-92F0-1AE287E11D42}"/>
              </a:ext>
            </a:extLst>
          </p:cNvPr>
          <p:cNvSpPr>
            <a:spLocks xmlns:a="http://schemas.openxmlformats.org/drawingml/2006/main" noGrp="1"/>
          </p:cNvSpPr>
          <p:nvPr/>
        </p:nvSpPr>
        <p:spPr>
          <a:xfrm xmlns:a="http://schemas.openxmlformats.org/drawingml/2006/main">
            <a:off x="9477375" y="3190875"/>
            <a:ext cx="9525" cy="1047750"/>
          </a:xfrm>
          <a:prstGeom xmlns:a="http://schemas.openxmlformats.org/drawingml/2006/main" prst="line">
            <a:avLst/>
          </a:prstGeom>
          <a:noFill xmlns:a="http://schemas.openxmlformats.org/drawingml/2006/main"/>
          <a:ln xmlns:a="http://schemas.openxmlformats.org/drawingml/2006/main" w="1905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69187283" name="Straight Connector 139583842">
            <a:extLst xmlns:a="http://schemas.openxmlformats.org/drawingml/2006/main">
              <a:ext uri="{FF2B5EF4-FFF2-40B4-BE49-F238E27FC236}">
                <a16:creationId xmlns:a16="http://schemas.microsoft.com/office/drawing/2014/main" id="{983A12DF-FDDF-4A04-9F4E-ED72B6118552}"/>
              </a:ext>
            </a:extLst>
          </p:cNvPr>
          <p:cNvSpPr>
            <a:spLocks xmlns:a="http://schemas.openxmlformats.org/drawingml/2006/main" noGrp="1"/>
          </p:cNvSpPr>
          <p:nvPr/>
        </p:nvSpPr>
        <p:spPr>
          <a:xfrm xmlns:a="http://schemas.openxmlformats.org/drawingml/2006/main">
            <a:off x="2333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33636" name="Straight Connector 810730709">
            <a:extLst xmlns:a="http://schemas.openxmlformats.org/drawingml/2006/main">
              <a:ext uri="{FF2B5EF4-FFF2-40B4-BE49-F238E27FC236}">
                <a16:creationId xmlns:a16="http://schemas.microsoft.com/office/drawing/2014/main" id="{1F0CC0C8-1FFB-4815-B3DC-176AC71B53A1}"/>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4516017" name="Straight Connector 521066155">
            <a:extLst xmlns:a="http://schemas.openxmlformats.org/drawingml/2006/main">
              <a:ext uri="{FF2B5EF4-FFF2-40B4-BE49-F238E27FC236}">
                <a16:creationId xmlns:a16="http://schemas.microsoft.com/office/drawing/2014/main" id="{BF51A451-8754-4579-8F25-3AE002897252}"/>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8709145" name="Straight Connector 316407275">
            <a:extLst xmlns:a="http://schemas.openxmlformats.org/drawingml/2006/main">
              <a:ext uri="{FF2B5EF4-FFF2-40B4-BE49-F238E27FC236}">
                <a16:creationId xmlns:a16="http://schemas.microsoft.com/office/drawing/2014/main" id="{3F49EAA1-AE80-4F72-8707-B1539A4E9559}"/>
              </a:ext>
            </a:extLst>
          </p:cNvPr>
          <p:cNvSpPr>
            <a:spLocks xmlns:a="http://schemas.openxmlformats.org/drawingml/2006/main" noGrp="1"/>
          </p:cNvSpPr>
          <p:nvPr/>
        </p:nvSpPr>
        <p:spPr>
          <a:xfrm xmlns:a="http://schemas.openxmlformats.org/drawingml/2006/main">
            <a:off x="2333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50383492" name="Straight Connector 218150276">
            <a:extLst xmlns:a="http://schemas.openxmlformats.org/drawingml/2006/main">
              <a:ext uri="{FF2B5EF4-FFF2-40B4-BE49-F238E27FC236}">
                <a16:creationId xmlns:a16="http://schemas.microsoft.com/office/drawing/2014/main" id="{19209553-A9B8-4453-9234-82CB73511864}"/>
              </a:ext>
            </a:extLst>
          </p:cNvPr>
          <p:cNvSpPr>
            <a:spLocks xmlns:a="http://schemas.openxmlformats.org/drawingml/2006/main" noGrp="1"/>
          </p:cNvSpPr>
          <p:nvPr/>
        </p:nvSpPr>
        <p:spPr>
          <a:xfrm xmlns:a="http://schemas.openxmlformats.org/drawingml/2006/main">
            <a:off x="37623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778389" name="Straight Connector 499927860">
            <a:extLst xmlns:a="http://schemas.openxmlformats.org/drawingml/2006/main">
              <a:ext uri="{FF2B5EF4-FFF2-40B4-BE49-F238E27FC236}">
                <a16:creationId xmlns:a16="http://schemas.microsoft.com/office/drawing/2014/main" id="{D8B46F50-69C9-413F-AB2C-B6347AEC97E5}"/>
              </a:ext>
            </a:extLst>
          </p:cNvPr>
          <p:cNvSpPr>
            <a:spLocks xmlns:a="http://schemas.openxmlformats.org/drawingml/2006/main" noGrp="1"/>
          </p:cNvSpPr>
          <p:nvPr/>
        </p:nvSpPr>
        <p:spPr>
          <a:xfrm xmlns:a="http://schemas.openxmlformats.org/drawingml/2006/main">
            <a:off x="376237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2732159" name="Straight Connector 1350622295">
            <a:extLst xmlns:a="http://schemas.openxmlformats.org/drawingml/2006/main">
              <a:ext uri="{FF2B5EF4-FFF2-40B4-BE49-F238E27FC236}">
                <a16:creationId xmlns:a16="http://schemas.microsoft.com/office/drawing/2014/main" id="{B27965B6-9DAC-408E-822F-4F936BB945D2}"/>
              </a:ext>
            </a:extLst>
          </p:cNvPr>
          <p:cNvSpPr>
            <a:spLocks xmlns:a="http://schemas.openxmlformats.org/drawingml/2006/main" noGrp="1"/>
          </p:cNvSpPr>
          <p:nvPr/>
        </p:nvSpPr>
        <p:spPr>
          <a:xfrm xmlns:a="http://schemas.openxmlformats.org/drawingml/2006/main">
            <a:off x="23336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59734482" name="Straight Connector 45691064">
            <a:extLst xmlns:a="http://schemas.openxmlformats.org/drawingml/2006/main">
              <a:ext uri="{FF2B5EF4-FFF2-40B4-BE49-F238E27FC236}">
                <a16:creationId xmlns:a16="http://schemas.microsoft.com/office/drawing/2014/main" id="{66F2EFE3-8661-4CDC-A7B3-7AE25E28779A}"/>
              </a:ext>
            </a:extLst>
          </p:cNvPr>
          <p:cNvSpPr>
            <a:spLocks xmlns:a="http://schemas.openxmlformats.org/drawingml/2006/main" noGrp="1"/>
          </p:cNvSpPr>
          <p:nvPr/>
        </p:nvSpPr>
        <p:spPr>
          <a:xfrm xmlns:a="http://schemas.openxmlformats.org/drawingml/2006/main">
            <a:off x="51911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7710300" name="Straight Connector 1145050028">
            <a:extLst xmlns:a="http://schemas.openxmlformats.org/drawingml/2006/main">
              <a:ext uri="{FF2B5EF4-FFF2-40B4-BE49-F238E27FC236}">
                <a16:creationId xmlns:a16="http://schemas.microsoft.com/office/drawing/2014/main" id="{93BE51EA-E4D2-4445-BCFB-CD77ECEF5E57}"/>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94345473" name="Straight Connector 969983034">
            <a:extLst xmlns:a="http://schemas.openxmlformats.org/drawingml/2006/main">
              <a:ext uri="{FF2B5EF4-FFF2-40B4-BE49-F238E27FC236}">
                <a16:creationId xmlns:a16="http://schemas.microsoft.com/office/drawing/2014/main" id="{80B2EFB6-EE50-4943-BD81-CC605754AE8C}"/>
              </a:ext>
            </a:extLst>
          </p:cNvPr>
          <p:cNvSpPr>
            <a:spLocks xmlns:a="http://schemas.openxmlformats.org/drawingml/2006/main" noGrp="1"/>
          </p:cNvSpPr>
          <p:nvPr/>
        </p:nvSpPr>
        <p:spPr>
          <a:xfrm xmlns:a="http://schemas.openxmlformats.org/drawingml/2006/main">
            <a:off x="23336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7570887" name="Straight Connector 452016390">
            <a:extLst xmlns:a="http://schemas.openxmlformats.org/drawingml/2006/main">
              <a:ext uri="{FF2B5EF4-FFF2-40B4-BE49-F238E27FC236}">
                <a16:creationId xmlns:a16="http://schemas.microsoft.com/office/drawing/2014/main" id="{3556BF25-1A0F-48B6-99F3-C2237A4F630A}"/>
              </a:ext>
            </a:extLst>
          </p:cNvPr>
          <p:cNvSpPr>
            <a:spLocks xmlns:a="http://schemas.openxmlformats.org/drawingml/2006/main" noGrp="1"/>
          </p:cNvSpPr>
          <p:nvPr/>
        </p:nvSpPr>
        <p:spPr>
          <a:xfrm xmlns:a="http://schemas.openxmlformats.org/drawingml/2006/main">
            <a:off x="51911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66680304" name="Straight Connector 1200418004">
            <a:extLst xmlns:a="http://schemas.openxmlformats.org/drawingml/2006/main">
              <a:ext uri="{FF2B5EF4-FFF2-40B4-BE49-F238E27FC236}">
                <a16:creationId xmlns:a16="http://schemas.microsoft.com/office/drawing/2014/main" id="{D435F6EC-04FF-407F-865A-7B4366500954}"/>
              </a:ext>
            </a:extLst>
          </p:cNvPr>
          <p:cNvSpPr>
            <a:spLocks xmlns:a="http://schemas.openxmlformats.org/drawingml/2006/main" noGrp="1"/>
          </p:cNvSpPr>
          <p:nvPr/>
        </p:nvSpPr>
        <p:spPr>
          <a:xfrm xmlns:a="http://schemas.openxmlformats.org/drawingml/2006/main">
            <a:off x="661987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415921" name="Straight Connector 1516866411">
            <a:extLst xmlns:a="http://schemas.openxmlformats.org/drawingml/2006/main">
              <a:ext uri="{FF2B5EF4-FFF2-40B4-BE49-F238E27FC236}">
                <a16:creationId xmlns:a16="http://schemas.microsoft.com/office/drawing/2014/main" id="{66CC1748-247A-4E48-A0D0-3D57E5945807}"/>
              </a:ext>
            </a:extLst>
          </p:cNvPr>
          <p:cNvSpPr>
            <a:spLocks xmlns:a="http://schemas.openxmlformats.org/drawingml/2006/main" noGrp="1"/>
          </p:cNvSpPr>
          <p:nvPr/>
        </p:nvSpPr>
        <p:spPr>
          <a:xfrm xmlns:a="http://schemas.openxmlformats.org/drawingml/2006/main">
            <a:off x="2333625" y="2857500"/>
            <a:ext cx="57150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304620" name="Straight Connector 251999135">
            <a:extLst xmlns:a="http://schemas.openxmlformats.org/drawingml/2006/main">
              <a:ext uri="{FF2B5EF4-FFF2-40B4-BE49-F238E27FC236}">
                <a16:creationId xmlns:a16="http://schemas.microsoft.com/office/drawing/2014/main" id="{63382CD8-8A7A-48E6-BBA9-61BB650273AA}"/>
              </a:ext>
            </a:extLst>
          </p:cNvPr>
          <p:cNvSpPr>
            <a:spLocks xmlns:a="http://schemas.openxmlformats.org/drawingml/2006/main" noGrp="1"/>
          </p:cNvSpPr>
          <p:nvPr/>
        </p:nvSpPr>
        <p:spPr>
          <a:xfrm xmlns:a="http://schemas.openxmlformats.org/drawingml/2006/main">
            <a:off x="5191125" y="2857500"/>
            <a:ext cx="285750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4341427" name="Straight Connector 86571184">
            <a:extLst xmlns:a="http://schemas.openxmlformats.org/drawingml/2006/main">
              <a:ext uri="{FF2B5EF4-FFF2-40B4-BE49-F238E27FC236}">
                <a16:creationId xmlns:a16="http://schemas.microsoft.com/office/drawing/2014/main" id="{8E271718-DFA6-4DC1-889C-9633517DA15A}"/>
              </a:ext>
            </a:extLst>
          </p:cNvPr>
          <p:cNvSpPr>
            <a:spLocks xmlns:a="http://schemas.openxmlformats.org/drawingml/2006/main" noGrp="1"/>
          </p:cNvSpPr>
          <p:nvPr/>
        </p:nvSpPr>
        <p:spPr>
          <a:xfrm xmlns:a="http://schemas.openxmlformats.org/drawingml/2006/main">
            <a:off x="8048625" y="2857500"/>
            <a:ext cx="9525"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4685744" name="Straight Connector 602661193">
            <a:extLst xmlns:a="http://schemas.openxmlformats.org/drawingml/2006/main">
              <a:ext uri="{FF2B5EF4-FFF2-40B4-BE49-F238E27FC236}">
                <a16:creationId xmlns:a16="http://schemas.microsoft.com/office/drawing/2014/main" id="{45671253-8D14-4E8E-ACD5-4039E30D7638}"/>
              </a:ext>
            </a:extLst>
          </p:cNvPr>
          <p:cNvSpPr>
            <a:spLocks xmlns:a="http://schemas.openxmlformats.org/drawingml/2006/main" noGrp="1"/>
          </p:cNvSpPr>
          <p:nvPr/>
        </p:nvSpPr>
        <p:spPr>
          <a:xfrm xmlns:a="http://schemas.openxmlformats.org/drawingml/2006/main">
            <a:off x="2333625" y="2857500"/>
            <a:ext cx="7143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2941358" name="Straight Connector 2078817605">
            <a:extLst xmlns:a="http://schemas.openxmlformats.org/drawingml/2006/main">
              <a:ext uri="{FF2B5EF4-FFF2-40B4-BE49-F238E27FC236}">
                <a16:creationId xmlns:a16="http://schemas.microsoft.com/office/drawing/2014/main" id="{C815AFD4-41E0-49B0-BA68-FD7B452D6C97}"/>
              </a:ext>
            </a:extLst>
          </p:cNvPr>
          <p:cNvSpPr>
            <a:spLocks xmlns:a="http://schemas.openxmlformats.org/drawingml/2006/main" noGrp="1"/>
          </p:cNvSpPr>
          <p:nvPr/>
        </p:nvSpPr>
        <p:spPr>
          <a:xfrm xmlns:a="http://schemas.openxmlformats.org/drawingml/2006/main">
            <a:off x="5191125" y="2857500"/>
            <a:ext cx="42862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90235134" name="Straight Connector 37467791">
            <a:extLst xmlns:a="http://schemas.openxmlformats.org/drawingml/2006/main">
              <a:ext uri="{FF2B5EF4-FFF2-40B4-BE49-F238E27FC236}">
                <a16:creationId xmlns:a16="http://schemas.microsoft.com/office/drawing/2014/main" id="{8A2B5D21-1297-44E8-8884-D4D133ECE6A3}"/>
              </a:ext>
            </a:extLst>
          </p:cNvPr>
          <p:cNvSpPr>
            <a:spLocks xmlns:a="http://schemas.openxmlformats.org/drawingml/2006/main" noGrp="1"/>
          </p:cNvSpPr>
          <p:nvPr/>
        </p:nvSpPr>
        <p:spPr>
          <a:xfrm xmlns:a="http://schemas.openxmlformats.org/drawingml/2006/main">
            <a:off x="8048625" y="2857500"/>
            <a:ext cx="1428750" cy="1714500"/>
          </a:xfrm>
          <a:prstGeom xmlns:a="http://schemas.openxmlformats.org/drawingml/2006/main" prst="line">
            <a:avLst/>
          </a:prstGeom>
          <a:noFill xmlns:a="http://schemas.openxmlformats.org/drawingml/2006/main"/>
          <a:ln xmlns:a="http://schemas.openxmlformats.org/drawingml/2006/main" w="9525">
            <a:solidFill>
              <a:srgbClr val="CBD5E1">
                <a:alpha val="35000"/>
              </a:srgbClr>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8354554" name="Rectangle 118172492">
            <a:extLst xmlns:a="http://schemas.openxmlformats.org/drawingml/2006/main">
              <a:ext uri="{FF2B5EF4-FFF2-40B4-BE49-F238E27FC236}">
                <a16:creationId xmlns:a16="http://schemas.microsoft.com/office/drawing/2014/main" id="{89AD06BD-B524-43D0-AA85-579D18AAAB0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48</a:t>
            </a:r>
          </a:p>
        </p:txBody>
      </p:sp>
    </p:spTree>
    <p:extLst>
      <p:ext uri="{BB962C8B-B14F-4D97-AF65-F5344CB8AC3E}">
        <p14:creationId xmlns:p14="http://schemas.microsoft.com/office/powerpoint/2010/main" val="1422767213"/>
      </p:ext>
    </p:extLst>
  </p:cSld>
</p:sld>
</file>

<file path=ppt/slides/slide4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2021829" name="Rectangle 1367258729">
            <a:extLst xmlns:a="http://schemas.openxmlformats.org/drawingml/2006/main">
              <a:ext uri="{FF2B5EF4-FFF2-40B4-BE49-F238E27FC236}">
                <a16:creationId xmlns:a16="http://schemas.microsoft.com/office/drawing/2014/main" id="{F531CD84-8EFC-486C-BA3A-7E6965F7CE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Multi-head</a:t>
            </a:r>
          </a:p>
        </p:txBody>
      </p:sp>
      <p:sp>
        <p:nvSpPr>
          <p:cNvPr id="1288481717" name="Rectangle 1284678877">
            <a:extLst xmlns:a="http://schemas.openxmlformats.org/drawingml/2006/main">
              <a:ext uri="{FF2B5EF4-FFF2-40B4-BE49-F238E27FC236}">
                <a16:creationId xmlns:a16="http://schemas.microsoft.com/office/drawing/2014/main" id="{2D8CD180-5AC9-4FAA-9A63-5556ADBA0E4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Many heads learn different links</a:t>
            </a:r>
          </a:p>
        </p:txBody>
      </p:sp>
      <p:sp>
        <p:nvSpPr>
          <p:cNvPr id="354955035" name="Rectangle: Rounded Corners 800864107">
            <a:extLst xmlns:a="http://schemas.openxmlformats.org/drawingml/2006/main">
              <a:ext uri="{FF2B5EF4-FFF2-40B4-BE49-F238E27FC236}">
                <a16:creationId xmlns:a16="http://schemas.microsoft.com/office/drawing/2014/main" id="{24F9BE45-206F-4170-A480-FD08CE5D4C2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71911592" name="Oval 233773315">
            <a:extLst xmlns:a="http://schemas.openxmlformats.org/drawingml/2006/main">
              <a:ext uri="{FF2B5EF4-FFF2-40B4-BE49-F238E27FC236}">
                <a16:creationId xmlns:a16="http://schemas.microsoft.com/office/drawing/2014/main" id="{2539813A-BE4A-4394-96F6-4BE8524DC873}"/>
              </a:ext>
            </a:extLst>
          </p:cNvPr>
          <p:cNvSpPr>
            <a:spLocks xmlns:a="http://schemas.openxmlformats.org/drawingml/2006/main" noGrp="1"/>
          </p:cNvSpPr>
          <p:nvPr/>
        </p:nvSpPr>
        <p:spPr>
          <a:xfrm xmlns:a="http://schemas.openxmlformats.org/drawingml/2006/main">
            <a:off x="1619250" y="2381250"/>
            <a:ext cx="1524000" cy="1524000"/>
          </a:xfrm>
          <a:prstGeom xmlns:a="http://schemas.openxmlformats.org/drawingml/2006/main" prst="ellipse">
            <a:avLst/>
          </a:prstGeom>
          <a:solidFill xmlns:a="http://schemas.openxmlformats.org/drawingml/2006/main">
            <a:srgbClr val="2563EB">
              <a:alpha val="12000"/>
            </a:srgbClr>
          </a:solidFill>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8972255" name="Straight Connector 1564947674">
            <a:extLst xmlns:a="http://schemas.openxmlformats.org/drawingml/2006/main">
              <a:ext uri="{FF2B5EF4-FFF2-40B4-BE49-F238E27FC236}">
                <a16:creationId xmlns:a16="http://schemas.microsoft.com/office/drawing/2014/main" id="{CFEC3BBA-688C-4651-A0E4-E86DE00A5C55}"/>
              </a:ext>
            </a:extLst>
          </p:cNvPr>
          <p:cNvSpPr>
            <a:spLocks xmlns:a="http://schemas.openxmlformats.org/drawingml/2006/main" noGrp="1"/>
          </p:cNvSpPr>
          <p:nvPr/>
        </p:nvSpPr>
        <p:spPr>
          <a:xfrm xmlns:a="http://schemas.openxmlformats.org/drawingml/2006/main">
            <a:off x="1952625" y="3143250"/>
            <a:ext cx="857250" cy="9525"/>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4391185" name="Straight Connector 995560161">
            <a:extLst xmlns:a="http://schemas.openxmlformats.org/drawingml/2006/main">
              <a:ext uri="{FF2B5EF4-FFF2-40B4-BE49-F238E27FC236}">
                <a16:creationId xmlns:a16="http://schemas.microsoft.com/office/drawing/2014/main" id="{A36BC93F-CEBF-46EC-B25B-C1E7843A9133}"/>
              </a:ext>
            </a:extLst>
          </p:cNvPr>
          <p:cNvSpPr>
            <a:spLocks xmlns:a="http://schemas.openxmlformats.org/drawingml/2006/main" noGrp="1"/>
          </p:cNvSpPr>
          <p:nvPr/>
        </p:nvSpPr>
        <p:spPr>
          <a:xfrm xmlns:a="http://schemas.openxmlformats.org/drawingml/2006/main">
            <a:off x="2381250" y="2714625"/>
            <a:ext cx="9525" cy="857250"/>
          </a:xfrm>
          <a:prstGeom xmlns:a="http://schemas.openxmlformats.org/drawingml/2006/main" prst="line">
            <a:avLst/>
          </a:prstGeom>
          <a:noFill xmlns:a="http://schemas.openxmlformats.org/drawingml/2006/main"/>
          <a:ln xmlns:a="http://schemas.openxmlformats.org/drawingml/2006/main" w="3810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79343264" name="Rectangle 1698038425">
            <a:extLst xmlns:a="http://schemas.openxmlformats.org/drawingml/2006/main">
              <a:ext uri="{FF2B5EF4-FFF2-40B4-BE49-F238E27FC236}">
                <a16:creationId xmlns:a16="http://schemas.microsoft.com/office/drawing/2014/main" id="{1CA2762C-8B0A-4D0D-BF86-2FB3F3549B2F}"/>
              </a:ext>
            </a:extLst>
          </p:cNvPr>
          <p:cNvSpPr>
            <a:spLocks xmlns:a="http://schemas.openxmlformats.org/drawingml/2006/main" noGrp="1"/>
          </p:cNvSpPr>
          <p:nvPr/>
        </p:nvSpPr>
        <p:spPr>
          <a:xfrm xmlns:a="http://schemas.openxmlformats.org/drawingml/2006/main">
            <a:off x="166687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syntax</a:t>
            </a:r>
          </a:p>
        </p:txBody>
      </p:sp>
      <p:sp>
        <p:nvSpPr>
          <p:cNvPr id="760725515" name="Oval 79558485">
            <a:extLst xmlns:a="http://schemas.openxmlformats.org/drawingml/2006/main">
              <a:ext uri="{FF2B5EF4-FFF2-40B4-BE49-F238E27FC236}">
                <a16:creationId xmlns:a16="http://schemas.microsoft.com/office/drawing/2014/main" id="{308401B0-EC80-4D43-9559-8D6A42EEE9AA}"/>
              </a:ext>
            </a:extLst>
          </p:cNvPr>
          <p:cNvSpPr>
            <a:spLocks xmlns:a="http://schemas.openxmlformats.org/drawingml/2006/main" noGrp="1"/>
          </p:cNvSpPr>
          <p:nvPr/>
        </p:nvSpPr>
        <p:spPr>
          <a:xfrm xmlns:a="http://schemas.openxmlformats.org/drawingml/2006/main">
            <a:off x="4143375" y="2381250"/>
            <a:ext cx="1524000" cy="1524000"/>
          </a:xfrm>
          <a:prstGeom xmlns:a="http://schemas.openxmlformats.org/drawingml/2006/main" prst="ellipse">
            <a:avLst/>
          </a:prstGeom>
          <a:solidFill xmlns:a="http://schemas.openxmlformats.org/drawingml/2006/main">
            <a:srgbClr val="10B981">
              <a:alpha val="12000"/>
            </a:srgbClr>
          </a:solidFill>
          <a:ln xmlns:a="http://schemas.openxmlformats.org/drawingml/2006/main" w="2857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53947135" name="Straight Connector 1609830998">
            <a:extLst xmlns:a="http://schemas.openxmlformats.org/drawingml/2006/main">
              <a:ext uri="{FF2B5EF4-FFF2-40B4-BE49-F238E27FC236}">
                <a16:creationId xmlns:a16="http://schemas.microsoft.com/office/drawing/2014/main" id="{54D4F070-112C-4520-B355-81B4EEB6DE84}"/>
              </a:ext>
            </a:extLst>
          </p:cNvPr>
          <p:cNvSpPr>
            <a:spLocks xmlns:a="http://schemas.openxmlformats.org/drawingml/2006/main" noGrp="1"/>
          </p:cNvSpPr>
          <p:nvPr/>
        </p:nvSpPr>
        <p:spPr>
          <a:xfrm xmlns:a="http://schemas.openxmlformats.org/drawingml/2006/main">
            <a:off x="4476750" y="3143250"/>
            <a:ext cx="857250" cy="952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61035239" name="Straight Connector 1713490366">
            <a:extLst xmlns:a="http://schemas.openxmlformats.org/drawingml/2006/main">
              <a:ext uri="{FF2B5EF4-FFF2-40B4-BE49-F238E27FC236}">
                <a16:creationId xmlns:a16="http://schemas.microsoft.com/office/drawing/2014/main" id="{3FA47E32-1E20-4DF6-90DB-CC7675C59406}"/>
              </a:ext>
            </a:extLst>
          </p:cNvPr>
          <p:cNvSpPr>
            <a:spLocks xmlns:a="http://schemas.openxmlformats.org/drawingml/2006/main" noGrp="1"/>
          </p:cNvSpPr>
          <p:nvPr/>
        </p:nvSpPr>
        <p:spPr>
          <a:xfrm xmlns:a="http://schemas.openxmlformats.org/drawingml/2006/main">
            <a:off x="4905375" y="2714625"/>
            <a:ext cx="9525" cy="857250"/>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4140148" name="Rectangle 1540777176">
            <a:extLst xmlns:a="http://schemas.openxmlformats.org/drawingml/2006/main">
              <a:ext uri="{FF2B5EF4-FFF2-40B4-BE49-F238E27FC236}">
                <a16:creationId xmlns:a16="http://schemas.microsoft.com/office/drawing/2014/main" id="{9C54702A-1747-467B-9AFE-6445D7FCF0B4}"/>
              </a:ext>
            </a:extLst>
          </p:cNvPr>
          <p:cNvSpPr>
            <a:spLocks xmlns:a="http://schemas.openxmlformats.org/drawingml/2006/main" noGrp="1"/>
          </p:cNvSpPr>
          <p:nvPr/>
        </p:nvSpPr>
        <p:spPr>
          <a:xfrm xmlns:a="http://schemas.openxmlformats.org/drawingml/2006/main">
            <a:off x="419100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reference</a:t>
            </a:r>
          </a:p>
        </p:txBody>
      </p:sp>
      <p:sp>
        <p:nvSpPr>
          <p:cNvPr id="1618144755" name="Oval 1805008483">
            <a:extLst xmlns:a="http://schemas.openxmlformats.org/drawingml/2006/main">
              <a:ext uri="{FF2B5EF4-FFF2-40B4-BE49-F238E27FC236}">
                <a16:creationId xmlns:a16="http://schemas.microsoft.com/office/drawing/2014/main" id="{A8014EA2-4F83-46A4-9354-5CC26C50BA6D}"/>
              </a:ext>
            </a:extLst>
          </p:cNvPr>
          <p:cNvSpPr>
            <a:spLocks xmlns:a="http://schemas.openxmlformats.org/drawingml/2006/main" noGrp="1"/>
          </p:cNvSpPr>
          <p:nvPr/>
        </p:nvSpPr>
        <p:spPr>
          <a:xfrm xmlns:a="http://schemas.openxmlformats.org/drawingml/2006/main">
            <a:off x="6667500" y="2381250"/>
            <a:ext cx="1524000" cy="1524000"/>
          </a:xfrm>
          <a:prstGeom xmlns:a="http://schemas.openxmlformats.org/drawingml/2006/main" prst="ellipse">
            <a:avLst/>
          </a:prstGeom>
          <a:solidFill xmlns:a="http://schemas.openxmlformats.org/drawingml/2006/main">
            <a:srgbClr val="F97316">
              <a:alpha val="12000"/>
            </a:srgbClr>
          </a:solidFill>
          <a:ln xmlns:a="http://schemas.openxmlformats.org/drawingml/2006/main" w="28575">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82126855" name="Straight Connector 1911549704">
            <a:extLst xmlns:a="http://schemas.openxmlformats.org/drawingml/2006/main">
              <a:ext uri="{FF2B5EF4-FFF2-40B4-BE49-F238E27FC236}">
                <a16:creationId xmlns:a16="http://schemas.microsoft.com/office/drawing/2014/main" id="{E0365A4D-DEDD-44AA-9B01-BB47D1A04CA4}"/>
              </a:ext>
            </a:extLst>
          </p:cNvPr>
          <p:cNvSpPr>
            <a:spLocks xmlns:a="http://schemas.openxmlformats.org/drawingml/2006/main" noGrp="1"/>
          </p:cNvSpPr>
          <p:nvPr/>
        </p:nvSpPr>
        <p:spPr>
          <a:xfrm xmlns:a="http://schemas.openxmlformats.org/drawingml/2006/main">
            <a:off x="7000875" y="3143250"/>
            <a:ext cx="857250" cy="9525"/>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4495588" name="Straight Connector 1791936671">
            <a:extLst xmlns:a="http://schemas.openxmlformats.org/drawingml/2006/main">
              <a:ext uri="{FF2B5EF4-FFF2-40B4-BE49-F238E27FC236}">
                <a16:creationId xmlns:a16="http://schemas.microsoft.com/office/drawing/2014/main" id="{C31830F1-2B7A-4C5B-8F85-E4DFE8931C4C}"/>
              </a:ext>
            </a:extLst>
          </p:cNvPr>
          <p:cNvSpPr>
            <a:spLocks xmlns:a="http://schemas.openxmlformats.org/drawingml/2006/main" noGrp="1"/>
          </p:cNvSpPr>
          <p:nvPr/>
        </p:nvSpPr>
        <p:spPr>
          <a:xfrm xmlns:a="http://schemas.openxmlformats.org/drawingml/2006/main">
            <a:off x="7429500" y="2714625"/>
            <a:ext cx="9525" cy="857250"/>
          </a:xfrm>
          <a:prstGeom xmlns:a="http://schemas.openxmlformats.org/drawingml/2006/main" prst="line">
            <a:avLst/>
          </a:prstGeom>
          <a:noFill xmlns:a="http://schemas.openxmlformats.org/drawingml/2006/main"/>
          <a:ln xmlns:a="http://schemas.openxmlformats.org/drawingml/2006/main" w="3810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89619589" name="Rectangle 109414286">
            <a:extLst xmlns:a="http://schemas.openxmlformats.org/drawingml/2006/main">
              <a:ext uri="{FF2B5EF4-FFF2-40B4-BE49-F238E27FC236}">
                <a16:creationId xmlns:a16="http://schemas.microsoft.com/office/drawing/2014/main" id="{DAC35406-478A-4925-A4DC-1F566CF5DE78}"/>
              </a:ext>
            </a:extLst>
          </p:cNvPr>
          <p:cNvSpPr>
            <a:spLocks xmlns:a="http://schemas.openxmlformats.org/drawingml/2006/main" noGrp="1"/>
          </p:cNvSpPr>
          <p:nvPr/>
        </p:nvSpPr>
        <p:spPr>
          <a:xfrm xmlns:a="http://schemas.openxmlformats.org/drawingml/2006/main">
            <a:off x="6715125"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topic</a:t>
            </a:r>
          </a:p>
        </p:txBody>
      </p:sp>
      <p:sp>
        <p:nvSpPr>
          <p:cNvPr id="1086837016" name="Oval 446622830">
            <a:extLst xmlns:a="http://schemas.openxmlformats.org/drawingml/2006/main">
              <a:ext uri="{FF2B5EF4-FFF2-40B4-BE49-F238E27FC236}">
                <a16:creationId xmlns:a16="http://schemas.microsoft.com/office/drawing/2014/main" id="{C8365DF0-92F4-4B0A-800B-58026F324C54}"/>
              </a:ext>
            </a:extLst>
          </p:cNvPr>
          <p:cNvSpPr>
            <a:spLocks xmlns:a="http://schemas.openxmlformats.org/drawingml/2006/main" noGrp="1"/>
          </p:cNvSpPr>
          <p:nvPr/>
        </p:nvSpPr>
        <p:spPr>
          <a:xfrm xmlns:a="http://schemas.openxmlformats.org/drawingml/2006/main">
            <a:off x="9191625" y="2381250"/>
            <a:ext cx="1524000" cy="1524000"/>
          </a:xfrm>
          <a:prstGeom xmlns:a="http://schemas.openxmlformats.org/drawingml/2006/main" prst="ellipse">
            <a:avLst/>
          </a:prstGeom>
          <a:solidFill xmlns:a="http://schemas.openxmlformats.org/drawingml/2006/main">
            <a:srgbClr val="7C3AED">
              <a:alpha val="12000"/>
            </a:srgbClr>
          </a:solidFill>
          <a:ln xmlns:a="http://schemas.openxmlformats.org/drawingml/2006/main" w="2857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2172312" name="Straight Connector 858706386">
            <a:extLst xmlns:a="http://schemas.openxmlformats.org/drawingml/2006/main">
              <a:ext uri="{FF2B5EF4-FFF2-40B4-BE49-F238E27FC236}">
                <a16:creationId xmlns:a16="http://schemas.microsoft.com/office/drawing/2014/main" id="{A1A8F9A3-0E15-4931-85F0-C4ABFE4B2A78}"/>
              </a:ext>
            </a:extLst>
          </p:cNvPr>
          <p:cNvSpPr>
            <a:spLocks xmlns:a="http://schemas.openxmlformats.org/drawingml/2006/main" noGrp="1"/>
          </p:cNvSpPr>
          <p:nvPr/>
        </p:nvSpPr>
        <p:spPr>
          <a:xfrm xmlns:a="http://schemas.openxmlformats.org/drawingml/2006/main">
            <a:off x="9525000" y="3143250"/>
            <a:ext cx="857250" cy="9525"/>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8542920" name="Straight Connector 1428863682">
            <a:extLst xmlns:a="http://schemas.openxmlformats.org/drawingml/2006/main">
              <a:ext uri="{FF2B5EF4-FFF2-40B4-BE49-F238E27FC236}">
                <a16:creationId xmlns:a16="http://schemas.microsoft.com/office/drawing/2014/main" id="{262CBAB4-D8AB-4286-9D4A-05C9E4997859}"/>
              </a:ext>
            </a:extLst>
          </p:cNvPr>
          <p:cNvSpPr>
            <a:spLocks xmlns:a="http://schemas.openxmlformats.org/drawingml/2006/main" noGrp="1"/>
          </p:cNvSpPr>
          <p:nvPr/>
        </p:nvSpPr>
        <p:spPr>
          <a:xfrm xmlns:a="http://schemas.openxmlformats.org/drawingml/2006/main">
            <a:off x="9953625" y="2714625"/>
            <a:ext cx="9525" cy="857250"/>
          </a:xfrm>
          <a:prstGeom xmlns:a="http://schemas.openxmlformats.org/drawingml/2006/main" prst="line">
            <a:avLst/>
          </a:prstGeom>
          <a:noFill xmlns:a="http://schemas.openxmlformats.org/drawingml/2006/main"/>
          <a:ln xmlns:a="http://schemas.openxmlformats.org/drawingml/2006/main" w="38100">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7620362" name="Rectangle 1133392472">
            <a:extLst xmlns:a="http://schemas.openxmlformats.org/drawingml/2006/main">
              <a:ext uri="{FF2B5EF4-FFF2-40B4-BE49-F238E27FC236}">
                <a16:creationId xmlns:a16="http://schemas.microsoft.com/office/drawing/2014/main" id="{570B5EE2-3291-4BA8-9B05-9E47F6D8EBF4}"/>
              </a:ext>
            </a:extLst>
          </p:cNvPr>
          <p:cNvSpPr>
            <a:spLocks xmlns:a="http://schemas.openxmlformats.org/drawingml/2006/main" noGrp="1"/>
          </p:cNvSpPr>
          <p:nvPr/>
        </p:nvSpPr>
        <p:spPr>
          <a:xfrm xmlns:a="http://schemas.openxmlformats.org/drawingml/2006/main">
            <a:off x="9239250" y="4191000"/>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a:t>
            </a:r>
          </a:p>
        </p:txBody>
      </p:sp>
      <p:sp>
        <p:nvSpPr>
          <p:cNvPr id="1034236118" name="Rectangle 438456562">
            <a:extLst xmlns:a="http://schemas.openxmlformats.org/drawingml/2006/main">
              <a:ext uri="{FF2B5EF4-FFF2-40B4-BE49-F238E27FC236}">
                <a16:creationId xmlns:a16="http://schemas.microsoft.com/office/drawing/2014/main" id="{84041D10-AD9D-431D-862E-8A36475F9BAD}"/>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49</a:t>
            </a:r>
          </a:p>
        </p:txBody>
      </p:sp>
    </p:spTree>
    <p:extLst>
      <p:ext uri="{BB962C8B-B14F-4D97-AF65-F5344CB8AC3E}">
        <p14:creationId xmlns:p14="http://schemas.microsoft.com/office/powerpoint/2010/main" val="1745096176"/>
      </p:ext>
    </p:extLst>
  </p:cSld>
</p:sld>
</file>

<file path=ppt/slides/slide5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89032492" name="Rectangle 1411052237">
            <a:extLst xmlns:a="http://schemas.openxmlformats.org/drawingml/2006/main">
              <a:ext uri="{FF2B5EF4-FFF2-40B4-BE49-F238E27FC236}">
                <a16:creationId xmlns:a16="http://schemas.microsoft.com/office/drawing/2014/main" id="{FD46AB51-7E95-445D-9FC2-17FACBE0B08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Order</a:t>
            </a:r>
          </a:p>
        </p:txBody>
      </p:sp>
      <p:sp>
        <p:nvSpPr>
          <p:cNvPr id="266229788" name="Rectangle 106512870">
            <a:extLst xmlns:a="http://schemas.openxmlformats.org/drawingml/2006/main">
              <a:ext uri="{FF2B5EF4-FFF2-40B4-BE49-F238E27FC236}">
                <a16:creationId xmlns:a16="http://schemas.microsoft.com/office/drawing/2014/main" id="{45D28A10-560B-4BBB-B970-73E2B85A3B64}"/>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Position is added to meaning</a:t>
            </a:r>
          </a:p>
        </p:txBody>
      </p:sp>
      <p:sp>
        <p:nvSpPr>
          <p:cNvPr id="1229282622" name="Rectangle: Rounded Corners 87118212">
            <a:extLst xmlns:a="http://schemas.openxmlformats.org/drawingml/2006/main">
              <a:ext uri="{FF2B5EF4-FFF2-40B4-BE49-F238E27FC236}">
                <a16:creationId xmlns:a16="http://schemas.microsoft.com/office/drawing/2014/main" id="{12CFAA7B-930B-4334-B805-DA40E27CCD75}"/>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0421571" name="Rectangle: Rounded Corners 437710827">
            <a:extLst xmlns:a="http://schemas.openxmlformats.org/drawingml/2006/main">
              <a:ext uri="{FF2B5EF4-FFF2-40B4-BE49-F238E27FC236}">
                <a16:creationId xmlns:a16="http://schemas.microsoft.com/office/drawing/2014/main" id="{2C584ECA-A7ED-4571-8272-554EF44B6DC0}"/>
              </a:ext>
            </a:extLst>
          </p:cNvPr>
          <p:cNvSpPr>
            <a:spLocks xmlns:a="http://schemas.openxmlformats.org/drawingml/2006/main" noGrp="1"/>
          </p:cNvSpPr>
          <p:nvPr/>
        </p:nvSpPr>
        <p:spPr>
          <a:xfrm xmlns:a="http://schemas.openxmlformats.org/drawingml/2006/main">
            <a:off x="2381250" y="2952750"/>
            <a:ext cx="2000250" cy="857250"/>
          </a:xfrm>
          <a:prstGeom xmlns:a="http://schemas.openxmlformats.org/drawingml/2006/main" prst="roundRect">
            <a:avLst>
              <a:gd name="adj" fmla="val 1333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token vector</a:t>
            </a:r>
          </a:p>
        </p:txBody>
      </p:sp>
      <p:sp>
        <p:nvSpPr>
          <p:cNvPr id="570459564" name="Rectangle 1111010882">
            <a:extLst xmlns:a="http://schemas.openxmlformats.org/drawingml/2006/main">
              <a:ext uri="{FF2B5EF4-FFF2-40B4-BE49-F238E27FC236}">
                <a16:creationId xmlns:a16="http://schemas.microsoft.com/office/drawing/2014/main" id="{091BEB4B-4378-4BE7-B4A7-49A9A73A34CB}"/>
              </a:ext>
            </a:extLst>
          </p:cNvPr>
          <p:cNvSpPr>
            <a:spLocks xmlns:a="http://schemas.openxmlformats.org/drawingml/2006/main" noGrp="1"/>
          </p:cNvSpPr>
          <p:nvPr/>
        </p:nvSpPr>
        <p:spPr>
          <a:xfrm xmlns:a="http://schemas.openxmlformats.org/drawingml/2006/main">
            <a:off x="4810125"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2045334410" name="Rectangle: Rounded Corners 1831606846">
            <a:extLst xmlns:a="http://schemas.openxmlformats.org/drawingml/2006/main">
              <a:ext uri="{FF2B5EF4-FFF2-40B4-BE49-F238E27FC236}">
                <a16:creationId xmlns:a16="http://schemas.microsoft.com/office/drawing/2014/main" id="{8AC29E9D-8139-431B-834F-3C90EF4C0752}"/>
              </a:ext>
            </a:extLst>
          </p:cNvPr>
          <p:cNvSpPr>
            <a:spLocks xmlns:a="http://schemas.openxmlformats.org/drawingml/2006/main" noGrp="1"/>
          </p:cNvSpPr>
          <p:nvPr/>
        </p:nvSpPr>
        <p:spPr>
          <a:xfrm xmlns:a="http://schemas.openxmlformats.org/drawingml/2006/main">
            <a:off x="5572125" y="2952750"/>
            <a:ext cx="2190750" cy="857250"/>
          </a:xfrm>
          <a:prstGeom xmlns:a="http://schemas.openxmlformats.org/drawingml/2006/main" prst="roundRect">
            <a:avLst>
              <a:gd name="adj" fmla="val 13333"/>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position vector</a:t>
            </a:r>
          </a:p>
        </p:txBody>
      </p:sp>
      <p:sp>
        <p:nvSpPr>
          <p:cNvPr id="303040157" name="Rectangle 1646324530">
            <a:extLst xmlns:a="http://schemas.openxmlformats.org/drawingml/2006/main">
              <a:ext uri="{FF2B5EF4-FFF2-40B4-BE49-F238E27FC236}">
                <a16:creationId xmlns:a16="http://schemas.microsoft.com/office/drawing/2014/main" id="{E44BA569-4122-45EC-81DC-FE421F8741B7}"/>
              </a:ext>
            </a:extLst>
          </p:cNvPr>
          <p:cNvSpPr>
            <a:spLocks xmlns:a="http://schemas.openxmlformats.org/drawingml/2006/main" noGrp="1"/>
          </p:cNvSpPr>
          <p:nvPr/>
        </p:nvSpPr>
        <p:spPr>
          <a:xfrm xmlns:a="http://schemas.openxmlformats.org/drawingml/2006/main">
            <a:off x="8096250" y="3143250"/>
            <a:ext cx="381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150" b="1">
                <a:solidFill>
                  <a:srgbClr val="0B0F19"/>
                </a:solidFill>
              </a:defRPr>
            </a:pPr>
            <a:r>
              <a:rPr sz="3150" b="1">
                <a:solidFill>
                  <a:srgbClr val="0B0F19"/>
                </a:solidFill>
              </a:rPr>
              <a:t>=</a:t>
            </a:r>
          </a:p>
        </p:txBody>
      </p:sp>
      <p:sp>
        <p:nvSpPr>
          <p:cNvPr id="1215695500" name="Rectangle: Rounded Corners 1489327302">
            <a:extLst xmlns:a="http://schemas.openxmlformats.org/drawingml/2006/main">
              <a:ext uri="{FF2B5EF4-FFF2-40B4-BE49-F238E27FC236}">
                <a16:creationId xmlns:a16="http://schemas.microsoft.com/office/drawing/2014/main" id="{5FECD38A-4E2E-4974-A07B-D148D3EB5607}"/>
              </a:ext>
            </a:extLst>
          </p:cNvPr>
          <p:cNvSpPr>
            <a:spLocks xmlns:a="http://schemas.openxmlformats.org/drawingml/2006/main" noGrp="1"/>
          </p:cNvSpPr>
          <p:nvPr/>
        </p:nvSpPr>
        <p:spPr>
          <a:xfrm xmlns:a="http://schemas.openxmlformats.org/drawingml/2006/main">
            <a:off x="8810625" y="2952750"/>
            <a:ext cx="2190750" cy="857250"/>
          </a:xfrm>
          <a:prstGeom xmlns:a="http://schemas.openxmlformats.org/drawingml/2006/main" prst="roundRect">
            <a:avLst>
              <a:gd name="adj" fmla="val 1333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ordered meaning</a:t>
            </a:r>
          </a:p>
        </p:txBody>
      </p:sp>
      <p:sp>
        <p:nvSpPr>
          <p:cNvPr id="635415220" name="Rectangle 1229374656">
            <a:extLst xmlns:a="http://schemas.openxmlformats.org/drawingml/2006/main">
              <a:ext uri="{FF2B5EF4-FFF2-40B4-BE49-F238E27FC236}">
                <a16:creationId xmlns:a16="http://schemas.microsoft.com/office/drawing/2014/main" id="{32026BC8-4716-4696-9E30-30FBAB69275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50</a:t>
            </a:r>
          </a:p>
        </p:txBody>
      </p:sp>
    </p:spTree>
    <p:extLst>
      <p:ext uri="{BB962C8B-B14F-4D97-AF65-F5344CB8AC3E}">
        <p14:creationId xmlns:p14="http://schemas.microsoft.com/office/powerpoint/2010/main" val="1917400476"/>
      </p:ext>
    </p:extLst>
  </p:cSld>
</p:sld>
</file>

<file path=ppt/slides/slide5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13889736" name="Rectangle 1844228020">
            <a:extLst xmlns:a="http://schemas.openxmlformats.org/drawingml/2006/main">
              <a:ext uri="{FF2B5EF4-FFF2-40B4-BE49-F238E27FC236}">
                <a16:creationId xmlns:a16="http://schemas.microsoft.com/office/drawing/2014/main" id="{19EAAD90-237D-4097-9095-8A337DF1D09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Block</a:t>
            </a:r>
          </a:p>
        </p:txBody>
      </p:sp>
      <p:sp>
        <p:nvSpPr>
          <p:cNvPr id="1100402987" name="Rectangle 619868867">
            <a:extLst xmlns:a="http://schemas.openxmlformats.org/drawingml/2006/main">
              <a:ext uri="{FF2B5EF4-FFF2-40B4-BE49-F238E27FC236}">
                <a16:creationId xmlns:a16="http://schemas.microsoft.com/office/drawing/2014/main" id="{E3CB7FCD-32B2-4312-83C3-3DDD348D641B}"/>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Transformer block mixes and computes</a:t>
            </a:r>
          </a:p>
        </p:txBody>
      </p:sp>
      <p:sp>
        <p:nvSpPr>
          <p:cNvPr id="854994030" name="Rectangle: Rounded Corners 1987948612">
            <a:extLst xmlns:a="http://schemas.openxmlformats.org/drawingml/2006/main">
              <a:ext uri="{FF2B5EF4-FFF2-40B4-BE49-F238E27FC236}">
                <a16:creationId xmlns:a16="http://schemas.microsoft.com/office/drawing/2014/main" id="{9A153B7D-791B-4C28-B62B-F6F40585639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094654" name="Rectangle: Rounded Corners 1704183002">
            <a:extLst xmlns:a="http://schemas.openxmlformats.org/drawingml/2006/main">
              <a:ext uri="{FF2B5EF4-FFF2-40B4-BE49-F238E27FC236}">
                <a16:creationId xmlns:a16="http://schemas.microsoft.com/office/drawing/2014/main" id="{5B59F3CE-26D2-4FB2-92AF-C616CDB0769E}"/>
              </a:ext>
            </a:extLst>
          </p:cNvPr>
          <p:cNvSpPr>
            <a:spLocks xmlns:a="http://schemas.openxmlformats.org/drawingml/2006/main" noGrp="1"/>
          </p:cNvSpPr>
          <p:nvPr/>
        </p:nvSpPr>
        <p:spPr>
          <a:xfrm xmlns:a="http://schemas.openxmlformats.org/drawingml/2006/main">
            <a:off x="2000250" y="4619625"/>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input</a:t>
            </a:r>
          </a:p>
        </p:txBody>
      </p:sp>
      <p:sp>
        <p:nvSpPr>
          <p:cNvPr id="469997849" name="Rectangle: Rounded Corners 2064136095">
            <a:extLst xmlns:a="http://schemas.openxmlformats.org/drawingml/2006/main">
              <a:ext uri="{FF2B5EF4-FFF2-40B4-BE49-F238E27FC236}">
                <a16:creationId xmlns:a16="http://schemas.microsoft.com/office/drawing/2014/main" id="{550360B8-8810-4EE0-8267-8E02ACA252AC}"/>
              </a:ext>
            </a:extLst>
          </p:cNvPr>
          <p:cNvSpPr>
            <a:spLocks xmlns:a="http://schemas.openxmlformats.org/drawingml/2006/main" noGrp="1"/>
          </p:cNvSpPr>
          <p:nvPr/>
        </p:nvSpPr>
        <p:spPr>
          <a:xfrm xmlns:a="http://schemas.openxmlformats.org/drawingml/2006/main">
            <a:off x="4238625" y="3857625"/>
            <a:ext cx="2476500" cy="762000"/>
          </a:xfrm>
          <a:prstGeom xmlns:a="http://schemas.openxmlformats.org/drawingml/2006/main" prst="roundRect">
            <a:avLst>
              <a:gd name="adj" fmla="val 15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self-attention</a:t>
            </a:r>
          </a:p>
        </p:txBody>
      </p:sp>
      <p:sp>
        <p:nvSpPr>
          <p:cNvPr id="423530157" name="Rectangle: Rounded Corners 1859104578">
            <a:extLst xmlns:a="http://schemas.openxmlformats.org/drawingml/2006/main">
              <a:ext uri="{FF2B5EF4-FFF2-40B4-BE49-F238E27FC236}">
                <a16:creationId xmlns:a16="http://schemas.microsoft.com/office/drawing/2014/main" id="{1F3236F9-B820-4C67-B332-8112DDE9C131}"/>
              </a:ext>
            </a:extLst>
          </p:cNvPr>
          <p:cNvSpPr>
            <a:spLocks xmlns:a="http://schemas.openxmlformats.org/drawingml/2006/main" noGrp="1"/>
          </p:cNvSpPr>
          <p:nvPr/>
        </p:nvSpPr>
        <p:spPr>
          <a:xfrm xmlns:a="http://schemas.openxmlformats.org/drawingml/2006/main">
            <a:off x="7381875" y="2714625"/>
            <a:ext cx="2476500" cy="762000"/>
          </a:xfrm>
          <a:prstGeom xmlns:a="http://schemas.openxmlformats.org/drawingml/2006/main" prst="roundRect">
            <a:avLst>
              <a:gd name="adj" fmla="val 15000"/>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0B0F19"/>
                </a:solidFill>
              </a:defRPr>
            </a:pPr>
            <a:r>
              <a:rPr sz="1950" b="1">
                <a:solidFill>
                  <a:srgbClr val="0B0F19"/>
                </a:solidFill>
              </a:rPr>
              <a:t>feed-forward</a:t>
            </a:r>
          </a:p>
        </p:txBody>
      </p:sp>
      <p:sp>
        <p:nvSpPr>
          <p:cNvPr id="1389936131" name="Rectangle: Rounded Corners 1016569497">
            <a:extLst xmlns:a="http://schemas.openxmlformats.org/drawingml/2006/main">
              <a:ext uri="{FF2B5EF4-FFF2-40B4-BE49-F238E27FC236}">
                <a16:creationId xmlns:a16="http://schemas.microsoft.com/office/drawing/2014/main" id="{8F43DC9E-19EF-402D-8D3E-09BF79103098}"/>
              </a:ext>
            </a:extLst>
          </p:cNvPr>
          <p:cNvSpPr>
            <a:spLocks xmlns:a="http://schemas.openxmlformats.org/drawingml/2006/main" noGrp="1"/>
          </p:cNvSpPr>
          <p:nvPr/>
        </p:nvSpPr>
        <p:spPr>
          <a:xfrm xmlns:a="http://schemas.openxmlformats.org/drawingml/2006/main">
            <a:off x="8715375" y="1809750"/>
            <a:ext cx="16192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output</a:t>
            </a:r>
          </a:p>
        </p:txBody>
      </p:sp>
      <p:sp>
        <p:nvSpPr>
          <p:cNvPr id="1738934677" name="Straight Connector 94601081">
            <a:extLst xmlns:a="http://schemas.openxmlformats.org/drawingml/2006/main">
              <a:ext uri="{FF2B5EF4-FFF2-40B4-BE49-F238E27FC236}">
                <a16:creationId xmlns:a16="http://schemas.microsoft.com/office/drawing/2014/main" id="{53D3BCCF-A751-4B8A-811A-9D567CEB9112}"/>
              </a:ext>
            </a:extLst>
          </p:cNvPr>
          <p:cNvSpPr>
            <a:spLocks xmlns:a="http://schemas.openxmlformats.org/drawingml/2006/main" noGrp="1"/>
          </p:cNvSpPr>
          <p:nvPr/>
        </p:nvSpPr>
        <p:spPr>
          <a:xfrm xmlns:a="http://schemas.openxmlformats.org/drawingml/2006/main">
            <a:off x="3619500" y="4238625"/>
            <a:ext cx="619125" cy="63817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4114" name="Straight Connector 1000744926">
            <a:extLst xmlns:a="http://schemas.openxmlformats.org/drawingml/2006/main">
              <a:ext uri="{FF2B5EF4-FFF2-40B4-BE49-F238E27FC236}">
                <a16:creationId xmlns:a16="http://schemas.microsoft.com/office/drawing/2014/main" id="{F40FCA56-91A1-4DEF-A702-A5664B797B78}"/>
              </a:ext>
            </a:extLst>
          </p:cNvPr>
          <p:cNvSpPr>
            <a:spLocks xmlns:a="http://schemas.openxmlformats.org/drawingml/2006/main" noGrp="1"/>
          </p:cNvSpPr>
          <p:nvPr/>
        </p:nvSpPr>
        <p:spPr>
          <a:xfrm xmlns:a="http://schemas.openxmlformats.org/drawingml/2006/main">
            <a:off x="6715125" y="3095625"/>
            <a:ext cx="666750" cy="1143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37515929" name="Straight Connector 781772780">
            <a:extLst xmlns:a="http://schemas.openxmlformats.org/drawingml/2006/main">
              <a:ext uri="{FF2B5EF4-FFF2-40B4-BE49-F238E27FC236}">
                <a16:creationId xmlns:a16="http://schemas.microsoft.com/office/drawing/2014/main" id="{225421DE-379F-45B6-A2B9-AD0DB2458316}"/>
              </a:ext>
            </a:extLst>
          </p:cNvPr>
          <p:cNvSpPr>
            <a:spLocks xmlns:a="http://schemas.openxmlformats.org/drawingml/2006/main" noGrp="1"/>
          </p:cNvSpPr>
          <p:nvPr/>
        </p:nvSpPr>
        <p:spPr>
          <a:xfrm xmlns:a="http://schemas.openxmlformats.org/drawingml/2006/main">
            <a:off x="9525000" y="2333625"/>
            <a:ext cx="333375" cy="762000"/>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66375609" name="Rectangle 1007733503">
            <a:extLst xmlns:a="http://schemas.openxmlformats.org/drawingml/2006/main">
              <a:ext uri="{FF2B5EF4-FFF2-40B4-BE49-F238E27FC236}">
                <a16:creationId xmlns:a16="http://schemas.microsoft.com/office/drawing/2014/main" id="{3AF5ECE1-E565-47E5-88CF-8D01A32A2B60}"/>
              </a:ext>
            </a:extLst>
          </p:cNvPr>
          <p:cNvSpPr>
            <a:spLocks xmlns:a="http://schemas.openxmlformats.org/drawingml/2006/main" noGrp="1"/>
          </p:cNvSpPr>
          <p:nvPr/>
        </p:nvSpPr>
        <p:spPr>
          <a:xfrm xmlns:a="http://schemas.openxmlformats.org/drawingml/2006/main">
            <a:off x="3714750" y="5286375"/>
            <a:ext cx="4953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667085"/>
                </a:solidFill>
              </a:defRPr>
            </a:pPr>
            <a:r>
              <a:rPr sz="1900" b="1">
                <a:solidFill>
                  <a:srgbClr val="667085"/>
                </a:solidFill>
              </a:rPr>
              <a:t>residual + norm around each step</a:t>
            </a:r>
          </a:p>
        </p:txBody>
      </p:sp>
      <p:sp>
        <p:nvSpPr>
          <p:cNvPr id="909833851" name="Rectangle 1520419495">
            <a:extLst xmlns:a="http://schemas.openxmlformats.org/drawingml/2006/main">
              <a:ext uri="{FF2B5EF4-FFF2-40B4-BE49-F238E27FC236}">
                <a16:creationId xmlns:a16="http://schemas.microsoft.com/office/drawing/2014/main" id="{2B006A13-0470-46BB-8181-BE98903C863F}"/>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51</a:t>
            </a:r>
          </a:p>
        </p:txBody>
      </p:sp>
    </p:spTree>
    <p:extLst>
      <p:ext uri="{BB962C8B-B14F-4D97-AF65-F5344CB8AC3E}">
        <p14:creationId xmlns:p14="http://schemas.microsoft.com/office/powerpoint/2010/main" val="303622416"/>
      </p:ext>
    </p:extLst>
  </p:cSld>
</p:sld>
</file>

<file path=ppt/slides/slide5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143546830" name="Rectangle 1860349465">
            <a:extLst xmlns:a="http://schemas.openxmlformats.org/drawingml/2006/main">
              <a:ext uri="{FF2B5EF4-FFF2-40B4-BE49-F238E27FC236}">
                <a16:creationId xmlns:a16="http://schemas.microsoft.com/office/drawing/2014/main" id="{5C200D55-4AF7-4A2B-9543-3A8EFC0E5CB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Encoder</a:t>
            </a:r>
          </a:p>
        </p:txBody>
      </p:sp>
      <p:sp>
        <p:nvSpPr>
          <p:cNvPr id="1236474719" name="Rectangle 1379853287">
            <a:extLst xmlns:a="http://schemas.openxmlformats.org/drawingml/2006/main">
              <a:ext uri="{FF2B5EF4-FFF2-40B4-BE49-F238E27FC236}">
                <a16:creationId xmlns:a16="http://schemas.microsoft.com/office/drawing/2014/main" id="{F440F36D-3E41-429C-BC82-DB4998728FB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encoder reads the whole input</a:t>
            </a:r>
          </a:p>
        </p:txBody>
      </p:sp>
      <p:sp>
        <p:nvSpPr>
          <p:cNvPr id="1133027842" name="Rectangle: Rounded Corners 1919655130">
            <a:extLst xmlns:a="http://schemas.openxmlformats.org/drawingml/2006/main">
              <a:ext uri="{FF2B5EF4-FFF2-40B4-BE49-F238E27FC236}">
                <a16:creationId xmlns:a16="http://schemas.microsoft.com/office/drawing/2014/main" id="{ABDC1F71-3CB6-4A9D-BB53-D01E8A910E8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0099858" name="Rectangle: Rounded Corners 1257118693">
            <a:extLst xmlns:a="http://schemas.openxmlformats.org/drawingml/2006/main">
              <a:ext uri="{FF2B5EF4-FFF2-40B4-BE49-F238E27FC236}">
                <a16:creationId xmlns:a16="http://schemas.microsoft.com/office/drawing/2014/main" id="{F2565B62-6553-409C-805B-8FC5E61E209B}"/>
              </a:ext>
            </a:extLst>
          </p:cNvPr>
          <p:cNvSpPr>
            <a:spLocks xmlns:a="http://schemas.openxmlformats.org/drawingml/2006/main" noGrp="1"/>
          </p:cNvSpPr>
          <p:nvPr/>
        </p:nvSpPr>
        <p:spPr>
          <a:xfrm xmlns:a="http://schemas.openxmlformats.org/drawingml/2006/main">
            <a:off x="13335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I</a:t>
            </a:r>
          </a:p>
        </p:txBody>
      </p:sp>
      <p:sp>
        <p:nvSpPr>
          <p:cNvPr id="2126389341" name="Rectangle: Rounded Corners 139886069">
            <a:extLst xmlns:a="http://schemas.openxmlformats.org/drawingml/2006/main">
              <a:ext uri="{FF2B5EF4-FFF2-40B4-BE49-F238E27FC236}">
                <a16:creationId xmlns:a16="http://schemas.microsoft.com/office/drawing/2014/main" id="{7723D1F7-83B4-41CE-B12D-2CD90FA984AE}"/>
              </a:ext>
            </a:extLst>
          </p:cNvPr>
          <p:cNvSpPr>
            <a:spLocks xmlns:a="http://schemas.openxmlformats.org/drawingml/2006/main" noGrp="1"/>
          </p:cNvSpPr>
          <p:nvPr/>
        </p:nvSpPr>
        <p:spPr>
          <a:xfrm xmlns:a="http://schemas.openxmlformats.org/drawingml/2006/main">
            <a:off x="26289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love</a:t>
            </a:r>
          </a:p>
        </p:txBody>
      </p:sp>
      <p:sp>
        <p:nvSpPr>
          <p:cNvPr id="1068094302" name="Rectangle: Rounded Corners 1995249494">
            <a:extLst xmlns:a="http://schemas.openxmlformats.org/drawingml/2006/main">
              <a:ext uri="{FF2B5EF4-FFF2-40B4-BE49-F238E27FC236}">
                <a16:creationId xmlns:a16="http://schemas.microsoft.com/office/drawing/2014/main" id="{76306880-05DB-4331-922D-F10C21260E1D}"/>
              </a:ext>
            </a:extLst>
          </p:cNvPr>
          <p:cNvSpPr>
            <a:spLocks xmlns:a="http://schemas.openxmlformats.org/drawingml/2006/main" noGrp="1"/>
          </p:cNvSpPr>
          <p:nvPr/>
        </p:nvSpPr>
        <p:spPr>
          <a:xfrm xmlns:a="http://schemas.openxmlformats.org/drawingml/2006/main">
            <a:off x="3924300" y="4953000"/>
            <a:ext cx="9144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machine</a:t>
            </a:r>
          </a:p>
        </p:txBody>
      </p:sp>
      <p:sp>
        <p:nvSpPr>
          <p:cNvPr id="1329128576" name="Rectangle: Rounded Corners 486029296">
            <a:extLst xmlns:a="http://schemas.openxmlformats.org/drawingml/2006/main">
              <a:ext uri="{FF2B5EF4-FFF2-40B4-BE49-F238E27FC236}">
                <a16:creationId xmlns:a16="http://schemas.microsoft.com/office/drawing/2014/main" id="{9963AD0E-39B4-407A-A013-F53365270697}"/>
              </a:ext>
            </a:extLst>
          </p:cNvPr>
          <p:cNvSpPr>
            <a:spLocks xmlns:a="http://schemas.openxmlformats.org/drawingml/2006/main" noGrp="1"/>
          </p:cNvSpPr>
          <p:nvPr/>
        </p:nvSpPr>
        <p:spPr>
          <a:xfrm xmlns:a="http://schemas.openxmlformats.org/drawingml/2006/main">
            <a:off x="5219700" y="4953000"/>
            <a:ext cx="1219200" cy="476250"/>
          </a:xfrm>
          <a:prstGeom xmlns:a="http://schemas.openxmlformats.org/drawingml/2006/main" prst="roundRect">
            <a:avLst>
              <a:gd name="adj" fmla="val 24000"/>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300" b="1">
                <a:solidFill>
                  <a:srgbClr val="0B0F19"/>
                </a:solidFill>
              </a:defRPr>
            </a:pPr>
            <a:r>
              <a:rPr sz="1300" b="1">
                <a:solidFill>
                  <a:srgbClr val="0B0F19"/>
                </a:solidFill>
              </a:rPr>
              <a:t>learning</a:t>
            </a:r>
          </a:p>
        </p:txBody>
      </p:sp>
      <p:sp>
        <p:nvSpPr>
          <p:cNvPr id="636398517" name="Rectangle: Rounded Corners 2009773558">
            <a:extLst xmlns:a="http://schemas.openxmlformats.org/drawingml/2006/main">
              <a:ext uri="{FF2B5EF4-FFF2-40B4-BE49-F238E27FC236}">
                <a16:creationId xmlns:a16="http://schemas.microsoft.com/office/drawing/2014/main" id="{652B8ABF-9084-4F38-B14F-D91F1355ADED}"/>
              </a:ext>
            </a:extLst>
          </p:cNvPr>
          <p:cNvSpPr>
            <a:spLocks xmlns:a="http://schemas.openxmlformats.org/drawingml/2006/main" noGrp="1"/>
          </p:cNvSpPr>
          <p:nvPr/>
        </p:nvSpPr>
        <p:spPr>
          <a:xfrm xmlns:a="http://schemas.openxmlformats.org/drawingml/2006/main">
            <a:off x="6477000" y="3905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1</a:t>
            </a:r>
          </a:p>
        </p:txBody>
      </p:sp>
      <p:sp>
        <p:nvSpPr>
          <p:cNvPr id="1749264152" name="Rectangle: Rounded Corners 607891528">
            <a:extLst xmlns:a="http://schemas.openxmlformats.org/drawingml/2006/main">
              <a:ext uri="{FF2B5EF4-FFF2-40B4-BE49-F238E27FC236}">
                <a16:creationId xmlns:a16="http://schemas.microsoft.com/office/drawing/2014/main" id="{C9DCA5CD-1A53-485F-8ACB-DD7F982C5D6F}"/>
              </a:ext>
            </a:extLst>
          </p:cNvPr>
          <p:cNvSpPr>
            <a:spLocks xmlns:a="http://schemas.openxmlformats.org/drawingml/2006/main" noGrp="1"/>
          </p:cNvSpPr>
          <p:nvPr/>
        </p:nvSpPr>
        <p:spPr>
          <a:xfrm xmlns:a="http://schemas.openxmlformats.org/drawingml/2006/main">
            <a:off x="6477000" y="3143250"/>
            <a:ext cx="2476500" cy="666750"/>
          </a:xfrm>
          <a:prstGeom xmlns:a="http://schemas.openxmlformats.org/drawingml/2006/main" prst="roundRect">
            <a:avLst>
              <a:gd name="adj" fmla="val 17143"/>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2</a:t>
            </a:r>
          </a:p>
        </p:txBody>
      </p:sp>
      <p:sp>
        <p:nvSpPr>
          <p:cNvPr id="1283547004" name="Rectangle: Rounded Corners 1953501824">
            <a:extLst xmlns:a="http://schemas.openxmlformats.org/drawingml/2006/main">
              <a:ext uri="{FF2B5EF4-FFF2-40B4-BE49-F238E27FC236}">
                <a16:creationId xmlns:a16="http://schemas.microsoft.com/office/drawing/2014/main" id="{09AA0CD6-6FA5-4843-8C3E-A31C11B17971}"/>
              </a:ext>
            </a:extLst>
          </p:cNvPr>
          <p:cNvSpPr>
            <a:spLocks xmlns:a="http://schemas.openxmlformats.org/drawingml/2006/main" noGrp="1"/>
          </p:cNvSpPr>
          <p:nvPr/>
        </p:nvSpPr>
        <p:spPr>
          <a:xfrm xmlns:a="http://schemas.openxmlformats.org/drawingml/2006/main">
            <a:off x="6477000" y="2381250"/>
            <a:ext cx="24765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encoder 3</a:t>
            </a:r>
          </a:p>
        </p:txBody>
      </p:sp>
      <p:sp>
        <p:nvSpPr>
          <p:cNvPr id="1630906586" name="Arrow: Right 237891345">
            <a:extLst xmlns:a="http://schemas.openxmlformats.org/drawingml/2006/main">
              <a:ext uri="{FF2B5EF4-FFF2-40B4-BE49-F238E27FC236}">
                <a16:creationId xmlns:a16="http://schemas.microsoft.com/office/drawing/2014/main" id="{9D406D3A-A951-496B-AD2A-65CC8D8634B5}"/>
              </a:ext>
            </a:extLst>
          </p:cNvPr>
          <p:cNvSpPr>
            <a:spLocks xmlns:a="http://schemas.openxmlformats.org/drawingml/2006/main" noGrp="1"/>
          </p:cNvSpPr>
          <p:nvPr/>
        </p:nvSpPr>
        <p:spPr>
          <a:xfrm xmlns:a="http://schemas.openxmlformats.org/drawingml/2006/main">
            <a:off x="5381625" y="4381500"/>
            <a:ext cx="904875" cy="3619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8842959" name="Rectangle 567787381">
            <a:extLst xmlns:a="http://schemas.openxmlformats.org/drawingml/2006/main">
              <a:ext uri="{FF2B5EF4-FFF2-40B4-BE49-F238E27FC236}">
                <a16:creationId xmlns:a16="http://schemas.microsoft.com/office/drawing/2014/main" id="{5D98715F-3A23-4C0F-8294-E5598C6E87BB}"/>
              </a:ext>
            </a:extLst>
          </p:cNvPr>
          <p:cNvSpPr>
            <a:spLocks xmlns:a="http://schemas.openxmlformats.org/drawingml/2006/main" noGrp="1"/>
          </p:cNvSpPr>
          <p:nvPr/>
        </p:nvSpPr>
        <p:spPr>
          <a:xfrm xmlns:a="http://schemas.openxmlformats.org/drawingml/2006/main">
            <a:off x="5905500" y="1619250"/>
            <a:ext cx="390525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100" b="1">
                <a:solidFill>
                  <a:srgbClr val="2563EB"/>
                </a:solidFill>
              </a:defRPr>
            </a:pPr>
            <a:r>
              <a:rPr sz="2100" b="1">
                <a:solidFill>
                  <a:srgbClr val="2563EB"/>
                </a:solidFill>
              </a:rPr>
              <a:t>contextual representations</a:t>
            </a:r>
          </a:p>
        </p:txBody>
      </p:sp>
      <p:sp>
        <p:nvSpPr>
          <p:cNvPr id="288330155" name="Rectangle 1811573039">
            <a:extLst xmlns:a="http://schemas.openxmlformats.org/drawingml/2006/main">
              <a:ext uri="{FF2B5EF4-FFF2-40B4-BE49-F238E27FC236}">
                <a16:creationId xmlns:a16="http://schemas.microsoft.com/office/drawing/2014/main" id="{CD9FCAC9-EE24-4013-AFEA-DC92131C09C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52</a:t>
            </a:r>
          </a:p>
        </p:txBody>
      </p:sp>
    </p:spTree>
    <p:extLst>
      <p:ext uri="{BB962C8B-B14F-4D97-AF65-F5344CB8AC3E}">
        <p14:creationId xmlns:p14="http://schemas.microsoft.com/office/powerpoint/2010/main" val="131463118"/>
      </p:ext>
    </p:extLst>
  </p:cSld>
</p:sld>
</file>

<file path=ppt/slides/slide5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462926179" name="Rectangle 698847192">
            <a:extLst xmlns:a="http://schemas.openxmlformats.org/drawingml/2006/main">
              <a:ext uri="{FF2B5EF4-FFF2-40B4-BE49-F238E27FC236}">
                <a16:creationId xmlns:a16="http://schemas.microsoft.com/office/drawing/2014/main" id="{23EFBA7A-F3C5-4574-8437-78E01D2AE88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Decoder</a:t>
            </a:r>
          </a:p>
        </p:txBody>
      </p:sp>
      <p:sp>
        <p:nvSpPr>
          <p:cNvPr id="823508019" name="Rectangle 892173066">
            <a:extLst xmlns:a="http://schemas.openxmlformats.org/drawingml/2006/main">
              <a:ext uri="{FF2B5EF4-FFF2-40B4-BE49-F238E27FC236}">
                <a16:creationId xmlns:a16="http://schemas.microsoft.com/office/drawing/2014/main" id="{AD819C13-9E44-490C-8BB8-524188B36B0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decoder hides the future</a:t>
            </a:r>
          </a:p>
        </p:txBody>
      </p:sp>
      <p:sp>
        <p:nvSpPr>
          <p:cNvPr id="106363610" name="Rectangle: Rounded Corners 634225882">
            <a:extLst xmlns:a="http://schemas.openxmlformats.org/drawingml/2006/main">
              <a:ext uri="{FF2B5EF4-FFF2-40B4-BE49-F238E27FC236}">
                <a16:creationId xmlns:a16="http://schemas.microsoft.com/office/drawing/2014/main" id="{0234888F-65B8-4466-8631-B51AB19D7D9F}"/>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6103416" name="Rectangle: Rounded Corners 2010502302">
            <a:extLst xmlns:a="http://schemas.openxmlformats.org/drawingml/2006/main">
              <a:ext uri="{FF2B5EF4-FFF2-40B4-BE49-F238E27FC236}">
                <a16:creationId xmlns:a16="http://schemas.microsoft.com/office/drawing/2014/main" id="{67C10ACA-4841-4753-90DD-689736D3A6BC}"/>
              </a:ext>
            </a:extLst>
          </p:cNvPr>
          <p:cNvSpPr>
            <a:spLocks xmlns:a="http://schemas.openxmlformats.org/drawingml/2006/main" noGrp="1"/>
          </p:cNvSpPr>
          <p:nvPr/>
        </p:nvSpPr>
        <p:spPr>
          <a:xfrm xmlns:a="http://schemas.openxmlformats.org/drawingml/2006/main">
            <a:off x="3429000" y="22860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76601253" name="Rectangle: Rounded Corners 1366762973">
            <a:extLst xmlns:a="http://schemas.openxmlformats.org/drawingml/2006/main">
              <a:ext uri="{FF2B5EF4-FFF2-40B4-BE49-F238E27FC236}">
                <a16:creationId xmlns:a16="http://schemas.microsoft.com/office/drawing/2014/main" id="{A96825E3-6C4D-4E18-8E8B-3E1BAD781C17}"/>
              </a:ext>
            </a:extLst>
          </p:cNvPr>
          <p:cNvSpPr>
            <a:spLocks xmlns:a="http://schemas.openxmlformats.org/drawingml/2006/main" noGrp="1"/>
          </p:cNvSpPr>
          <p:nvPr/>
        </p:nvSpPr>
        <p:spPr>
          <a:xfrm xmlns:a="http://schemas.openxmlformats.org/drawingml/2006/main">
            <a:off x="38671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8867272" name="Rectangle: Rounded Corners 1460632181">
            <a:extLst xmlns:a="http://schemas.openxmlformats.org/drawingml/2006/main">
              <a:ext uri="{FF2B5EF4-FFF2-40B4-BE49-F238E27FC236}">
                <a16:creationId xmlns:a16="http://schemas.microsoft.com/office/drawing/2014/main" id="{5D5AAAD1-D7ED-4240-A950-FA2E3FA22C4D}"/>
              </a:ext>
            </a:extLst>
          </p:cNvPr>
          <p:cNvSpPr>
            <a:spLocks xmlns:a="http://schemas.openxmlformats.org/drawingml/2006/main" noGrp="1"/>
          </p:cNvSpPr>
          <p:nvPr/>
        </p:nvSpPr>
        <p:spPr>
          <a:xfrm xmlns:a="http://schemas.openxmlformats.org/drawingml/2006/main">
            <a:off x="43053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29278483" name="Rectangle: Rounded Corners 1175856486">
            <a:extLst xmlns:a="http://schemas.openxmlformats.org/drawingml/2006/main">
              <a:ext uri="{FF2B5EF4-FFF2-40B4-BE49-F238E27FC236}">
                <a16:creationId xmlns:a16="http://schemas.microsoft.com/office/drawing/2014/main" id="{B05E7878-0841-4DC9-A9CD-95CF137460F3}"/>
              </a:ext>
            </a:extLst>
          </p:cNvPr>
          <p:cNvSpPr>
            <a:spLocks xmlns:a="http://schemas.openxmlformats.org/drawingml/2006/main" noGrp="1"/>
          </p:cNvSpPr>
          <p:nvPr/>
        </p:nvSpPr>
        <p:spPr>
          <a:xfrm xmlns:a="http://schemas.openxmlformats.org/drawingml/2006/main">
            <a:off x="47434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2460875" name="Rectangle: Rounded Corners 2061757066">
            <a:extLst xmlns:a="http://schemas.openxmlformats.org/drawingml/2006/main">
              <a:ext uri="{FF2B5EF4-FFF2-40B4-BE49-F238E27FC236}">
                <a16:creationId xmlns:a16="http://schemas.microsoft.com/office/drawing/2014/main" id="{C6E3F83E-E74E-438C-89F1-0A5B4C2D63BA}"/>
              </a:ext>
            </a:extLst>
          </p:cNvPr>
          <p:cNvSpPr>
            <a:spLocks xmlns:a="http://schemas.openxmlformats.org/drawingml/2006/main" noGrp="1"/>
          </p:cNvSpPr>
          <p:nvPr/>
        </p:nvSpPr>
        <p:spPr>
          <a:xfrm xmlns:a="http://schemas.openxmlformats.org/drawingml/2006/main">
            <a:off x="518160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4536117" name="Rectangle: Rounded Corners 1169118889">
            <a:extLst xmlns:a="http://schemas.openxmlformats.org/drawingml/2006/main">
              <a:ext uri="{FF2B5EF4-FFF2-40B4-BE49-F238E27FC236}">
                <a16:creationId xmlns:a16="http://schemas.microsoft.com/office/drawing/2014/main" id="{3A66A795-97D6-4912-B0A0-DF4543F0D856}"/>
              </a:ext>
            </a:extLst>
          </p:cNvPr>
          <p:cNvSpPr>
            <a:spLocks xmlns:a="http://schemas.openxmlformats.org/drawingml/2006/main" noGrp="1"/>
          </p:cNvSpPr>
          <p:nvPr/>
        </p:nvSpPr>
        <p:spPr>
          <a:xfrm xmlns:a="http://schemas.openxmlformats.org/drawingml/2006/main">
            <a:off x="5619750" y="22860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90050362" name="Rectangle: Rounded Corners 238188300">
            <a:extLst xmlns:a="http://schemas.openxmlformats.org/drawingml/2006/main">
              <a:ext uri="{FF2B5EF4-FFF2-40B4-BE49-F238E27FC236}">
                <a16:creationId xmlns:a16="http://schemas.microsoft.com/office/drawing/2014/main" id="{FBD2118A-680C-48E1-9E44-344AD456E206}"/>
              </a:ext>
            </a:extLst>
          </p:cNvPr>
          <p:cNvSpPr>
            <a:spLocks xmlns:a="http://schemas.openxmlformats.org/drawingml/2006/main" noGrp="1"/>
          </p:cNvSpPr>
          <p:nvPr/>
        </p:nvSpPr>
        <p:spPr>
          <a:xfrm xmlns:a="http://schemas.openxmlformats.org/drawingml/2006/main">
            <a:off x="342900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9336488" name="Rectangle: Rounded Corners 2049301056">
            <a:extLst xmlns:a="http://schemas.openxmlformats.org/drawingml/2006/main">
              <a:ext uri="{FF2B5EF4-FFF2-40B4-BE49-F238E27FC236}">
                <a16:creationId xmlns:a16="http://schemas.microsoft.com/office/drawing/2014/main" id="{BC462B15-15B5-4C78-BFEF-E907444A62F0}"/>
              </a:ext>
            </a:extLst>
          </p:cNvPr>
          <p:cNvSpPr>
            <a:spLocks xmlns:a="http://schemas.openxmlformats.org/drawingml/2006/main" noGrp="1"/>
          </p:cNvSpPr>
          <p:nvPr/>
        </p:nvSpPr>
        <p:spPr>
          <a:xfrm xmlns:a="http://schemas.openxmlformats.org/drawingml/2006/main">
            <a:off x="3867150" y="27241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89633349" name="Rectangle: Rounded Corners 1282082344">
            <a:extLst xmlns:a="http://schemas.openxmlformats.org/drawingml/2006/main">
              <a:ext uri="{FF2B5EF4-FFF2-40B4-BE49-F238E27FC236}">
                <a16:creationId xmlns:a16="http://schemas.microsoft.com/office/drawing/2014/main" id="{1A1D8D98-4008-464D-BE66-32CA0C60C6DA}"/>
              </a:ext>
            </a:extLst>
          </p:cNvPr>
          <p:cNvSpPr>
            <a:spLocks xmlns:a="http://schemas.openxmlformats.org/drawingml/2006/main" noGrp="1"/>
          </p:cNvSpPr>
          <p:nvPr/>
        </p:nvSpPr>
        <p:spPr>
          <a:xfrm xmlns:a="http://schemas.openxmlformats.org/drawingml/2006/main">
            <a:off x="43053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3764304" name="Rectangle: Rounded Corners 1172922271">
            <a:extLst xmlns:a="http://schemas.openxmlformats.org/drawingml/2006/main">
              <a:ext uri="{FF2B5EF4-FFF2-40B4-BE49-F238E27FC236}">
                <a16:creationId xmlns:a16="http://schemas.microsoft.com/office/drawing/2014/main" id="{1986D49D-EEBE-414B-93D0-C2FC84DA99CC}"/>
              </a:ext>
            </a:extLst>
          </p:cNvPr>
          <p:cNvSpPr>
            <a:spLocks xmlns:a="http://schemas.openxmlformats.org/drawingml/2006/main" noGrp="1"/>
          </p:cNvSpPr>
          <p:nvPr/>
        </p:nvSpPr>
        <p:spPr>
          <a:xfrm xmlns:a="http://schemas.openxmlformats.org/drawingml/2006/main">
            <a:off x="47434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64606209" name="Rectangle: Rounded Corners 603029256">
            <a:extLst xmlns:a="http://schemas.openxmlformats.org/drawingml/2006/main">
              <a:ext uri="{FF2B5EF4-FFF2-40B4-BE49-F238E27FC236}">
                <a16:creationId xmlns:a16="http://schemas.microsoft.com/office/drawing/2014/main" id="{B1D2F229-3D3F-44C5-8FF5-C02FA87C7C95}"/>
              </a:ext>
            </a:extLst>
          </p:cNvPr>
          <p:cNvSpPr>
            <a:spLocks xmlns:a="http://schemas.openxmlformats.org/drawingml/2006/main" noGrp="1"/>
          </p:cNvSpPr>
          <p:nvPr/>
        </p:nvSpPr>
        <p:spPr>
          <a:xfrm xmlns:a="http://schemas.openxmlformats.org/drawingml/2006/main">
            <a:off x="518160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2387783" name="Rectangle: Rounded Corners 1879817439">
            <a:extLst xmlns:a="http://schemas.openxmlformats.org/drawingml/2006/main">
              <a:ext uri="{FF2B5EF4-FFF2-40B4-BE49-F238E27FC236}">
                <a16:creationId xmlns:a16="http://schemas.microsoft.com/office/drawing/2014/main" id="{3C0C2443-48EA-43BC-808D-73CB5017F7B3}"/>
              </a:ext>
            </a:extLst>
          </p:cNvPr>
          <p:cNvSpPr>
            <a:spLocks xmlns:a="http://schemas.openxmlformats.org/drawingml/2006/main" noGrp="1"/>
          </p:cNvSpPr>
          <p:nvPr/>
        </p:nvSpPr>
        <p:spPr>
          <a:xfrm xmlns:a="http://schemas.openxmlformats.org/drawingml/2006/main">
            <a:off x="5619750" y="27241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4485165" name="Rectangle: Rounded Corners 875542064">
            <a:extLst xmlns:a="http://schemas.openxmlformats.org/drawingml/2006/main">
              <a:ext uri="{FF2B5EF4-FFF2-40B4-BE49-F238E27FC236}">
                <a16:creationId xmlns:a16="http://schemas.microsoft.com/office/drawing/2014/main" id="{2FB757A5-E2A4-4022-9252-207FB2E7511B}"/>
              </a:ext>
            </a:extLst>
          </p:cNvPr>
          <p:cNvSpPr>
            <a:spLocks xmlns:a="http://schemas.openxmlformats.org/drawingml/2006/main" noGrp="1"/>
          </p:cNvSpPr>
          <p:nvPr/>
        </p:nvSpPr>
        <p:spPr>
          <a:xfrm xmlns:a="http://schemas.openxmlformats.org/drawingml/2006/main">
            <a:off x="34290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86953488" name="Rectangle: Rounded Corners 51908471">
            <a:extLst xmlns:a="http://schemas.openxmlformats.org/drawingml/2006/main">
              <a:ext uri="{FF2B5EF4-FFF2-40B4-BE49-F238E27FC236}">
                <a16:creationId xmlns:a16="http://schemas.microsoft.com/office/drawing/2014/main" id="{4C72D285-C605-4157-B4CB-67F021D89358}"/>
              </a:ext>
            </a:extLst>
          </p:cNvPr>
          <p:cNvSpPr>
            <a:spLocks xmlns:a="http://schemas.openxmlformats.org/drawingml/2006/main" noGrp="1"/>
          </p:cNvSpPr>
          <p:nvPr/>
        </p:nvSpPr>
        <p:spPr>
          <a:xfrm xmlns:a="http://schemas.openxmlformats.org/drawingml/2006/main">
            <a:off x="386715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26056704" name="Rectangle: Rounded Corners 1689509712">
            <a:extLst xmlns:a="http://schemas.openxmlformats.org/drawingml/2006/main">
              <a:ext uri="{FF2B5EF4-FFF2-40B4-BE49-F238E27FC236}">
                <a16:creationId xmlns:a16="http://schemas.microsoft.com/office/drawing/2014/main" id="{A58B16F3-38FD-465E-BDB0-BEEBCBF5B0E3}"/>
              </a:ext>
            </a:extLst>
          </p:cNvPr>
          <p:cNvSpPr>
            <a:spLocks xmlns:a="http://schemas.openxmlformats.org/drawingml/2006/main" noGrp="1"/>
          </p:cNvSpPr>
          <p:nvPr/>
        </p:nvSpPr>
        <p:spPr>
          <a:xfrm xmlns:a="http://schemas.openxmlformats.org/drawingml/2006/main">
            <a:off x="4305300" y="31623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50662986" name="Rectangle: Rounded Corners 791720529">
            <a:extLst xmlns:a="http://schemas.openxmlformats.org/drawingml/2006/main">
              <a:ext uri="{FF2B5EF4-FFF2-40B4-BE49-F238E27FC236}">
                <a16:creationId xmlns:a16="http://schemas.microsoft.com/office/drawing/2014/main" id="{18EDF515-AD35-4990-87E5-FBD77D63E3D3}"/>
              </a:ext>
            </a:extLst>
          </p:cNvPr>
          <p:cNvSpPr>
            <a:spLocks xmlns:a="http://schemas.openxmlformats.org/drawingml/2006/main" noGrp="1"/>
          </p:cNvSpPr>
          <p:nvPr/>
        </p:nvSpPr>
        <p:spPr>
          <a:xfrm xmlns:a="http://schemas.openxmlformats.org/drawingml/2006/main">
            <a:off x="47434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5090643" name="Rectangle: Rounded Corners 105367441">
            <a:extLst xmlns:a="http://schemas.openxmlformats.org/drawingml/2006/main">
              <a:ext uri="{FF2B5EF4-FFF2-40B4-BE49-F238E27FC236}">
                <a16:creationId xmlns:a16="http://schemas.microsoft.com/office/drawing/2014/main" id="{070CA4F8-1599-4991-9062-2F3774B8AB8C}"/>
              </a:ext>
            </a:extLst>
          </p:cNvPr>
          <p:cNvSpPr>
            <a:spLocks xmlns:a="http://schemas.openxmlformats.org/drawingml/2006/main" noGrp="1"/>
          </p:cNvSpPr>
          <p:nvPr/>
        </p:nvSpPr>
        <p:spPr>
          <a:xfrm xmlns:a="http://schemas.openxmlformats.org/drawingml/2006/main">
            <a:off x="518160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6176285" name="Rectangle: Rounded Corners 1563215529">
            <a:extLst xmlns:a="http://schemas.openxmlformats.org/drawingml/2006/main">
              <a:ext uri="{FF2B5EF4-FFF2-40B4-BE49-F238E27FC236}">
                <a16:creationId xmlns:a16="http://schemas.microsoft.com/office/drawing/2014/main" id="{01A95875-0475-45D7-9A56-C4B2F4A3DEEC}"/>
              </a:ext>
            </a:extLst>
          </p:cNvPr>
          <p:cNvSpPr>
            <a:spLocks xmlns:a="http://schemas.openxmlformats.org/drawingml/2006/main" noGrp="1"/>
          </p:cNvSpPr>
          <p:nvPr/>
        </p:nvSpPr>
        <p:spPr>
          <a:xfrm xmlns:a="http://schemas.openxmlformats.org/drawingml/2006/main">
            <a:off x="5619750" y="31623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4128583" name="Rectangle: Rounded Corners 315081294">
            <a:extLst xmlns:a="http://schemas.openxmlformats.org/drawingml/2006/main">
              <a:ext uri="{FF2B5EF4-FFF2-40B4-BE49-F238E27FC236}">
                <a16:creationId xmlns:a16="http://schemas.microsoft.com/office/drawing/2014/main" id="{C9A22BD1-B80B-411B-BEB9-B955C0C3031B}"/>
              </a:ext>
            </a:extLst>
          </p:cNvPr>
          <p:cNvSpPr>
            <a:spLocks xmlns:a="http://schemas.openxmlformats.org/drawingml/2006/main" noGrp="1"/>
          </p:cNvSpPr>
          <p:nvPr/>
        </p:nvSpPr>
        <p:spPr>
          <a:xfrm xmlns:a="http://schemas.openxmlformats.org/drawingml/2006/main">
            <a:off x="34290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54928704" name="Rectangle: Rounded Corners 248452190">
            <a:extLst xmlns:a="http://schemas.openxmlformats.org/drawingml/2006/main">
              <a:ext uri="{FF2B5EF4-FFF2-40B4-BE49-F238E27FC236}">
                <a16:creationId xmlns:a16="http://schemas.microsoft.com/office/drawing/2014/main" id="{449A6200-A0D1-42EC-8455-B9DE3B9BDF45}"/>
              </a:ext>
            </a:extLst>
          </p:cNvPr>
          <p:cNvSpPr>
            <a:spLocks xmlns:a="http://schemas.openxmlformats.org/drawingml/2006/main" noGrp="1"/>
          </p:cNvSpPr>
          <p:nvPr/>
        </p:nvSpPr>
        <p:spPr>
          <a:xfrm xmlns:a="http://schemas.openxmlformats.org/drawingml/2006/main">
            <a:off x="38671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431125" name="Rectangle: Rounded Corners 1671279799">
            <a:extLst xmlns:a="http://schemas.openxmlformats.org/drawingml/2006/main">
              <a:ext uri="{FF2B5EF4-FFF2-40B4-BE49-F238E27FC236}">
                <a16:creationId xmlns:a16="http://schemas.microsoft.com/office/drawing/2014/main" id="{CF9AC96A-C7DA-44F2-8413-4ABB898AC706}"/>
              </a:ext>
            </a:extLst>
          </p:cNvPr>
          <p:cNvSpPr>
            <a:spLocks xmlns:a="http://schemas.openxmlformats.org/drawingml/2006/main" noGrp="1"/>
          </p:cNvSpPr>
          <p:nvPr/>
        </p:nvSpPr>
        <p:spPr>
          <a:xfrm xmlns:a="http://schemas.openxmlformats.org/drawingml/2006/main">
            <a:off x="430530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42113551" name="Rectangle: Rounded Corners 1239843558">
            <a:extLst xmlns:a="http://schemas.openxmlformats.org/drawingml/2006/main">
              <a:ext uri="{FF2B5EF4-FFF2-40B4-BE49-F238E27FC236}">
                <a16:creationId xmlns:a16="http://schemas.microsoft.com/office/drawing/2014/main" id="{A9264958-BCC6-495C-A012-54C75CF5DE3C}"/>
              </a:ext>
            </a:extLst>
          </p:cNvPr>
          <p:cNvSpPr>
            <a:spLocks xmlns:a="http://schemas.openxmlformats.org/drawingml/2006/main" noGrp="1"/>
          </p:cNvSpPr>
          <p:nvPr/>
        </p:nvSpPr>
        <p:spPr>
          <a:xfrm xmlns:a="http://schemas.openxmlformats.org/drawingml/2006/main">
            <a:off x="4743450" y="36004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24642752" name="Rectangle: Rounded Corners 1474960510">
            <a:extLst xmlns:a="http://schemas.openxmlformats.org/drawingml/2006/main">
              <a:ext uri="{FF2B5EF4-FFF2-40B4-BE49-F238E27FC236}">
                <a16:creationId xmlns:a16="http://schemas.microsoft.com/office/drawing/2014/main" id="{BE11E52E-885A-4F48-8117-196437F2AB43}"/>
              </a:ext>
            </a:extLst>
          </p:cNvPr>
          <p:cNvSpPr>
            <a:spLocks xmlns:a="http://schemas.openxmlformats.org/drawingml/2006/main" noGrp="1"/>
          </p:cNvSpPr>
          <p:nvPr/>
        </p:nvSpPr>
        <p:spPr>
          <a:xfrm xmlns:a="http://schemas.openxmlformats.org/drawingml/2006/main">
            <a:off x="518160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2965626" name="Rectangle: Rounded Corners 1705162463">
            <a:extLst xmlns:a="http://schemas.openxmlformats.org/drawingml/2006/main">
              <a:ext uri="{FF2B5EF4-FFF2-40B4-BE49-F238E27FC236}">
                <a16:creationId xmlns:a16="http://schemas.microsoft.com/office/drawing/2014/main" id="{59A85DB9-4ECE-4F7B-9A21-962464C2DE9C}"/>
              </a:ext>
            </a:extLst>
          </p:cNvPr>
          <p:cNvSpPr>
            <a:spLocks xmlns:a="http://schemas.openxmlformats.org/drawingml/2006/main" noGrp="1"/>
          </p:cNvSpPr>
          <p:nvPr/>
        </p:nvSpPr>
        <p:spPr>
          <a:xfrm xmlns:a="http://schemas.openxmlformats.org/drawingml/2006/main">
            <a:off x="5619750" y="360045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446132" name="Rectangle: Rounded Corners 7576924">
            <a:extLst xmlns:a="http://schemas.openxmlformats.org/drawingml/2006/main">
              <a:ext uri="{FF2B5EF4-FFF2-40B4-BE49-F238E27FC236}">
                <a16:creationId xmlns:a16="http://schemas.microsoft.com/office/drawing/2014/main" id="{CAF2A66F-D6EF-47BA-8795-0460A68DF44A}"/>
              </a:ext>
            </a:extLst>
          </p:cNvPr>
          <p:cNvSpPr>
            <a:spLocks xmlns:a="http://schemas.openxmlformats.org/drawingml/2006/main" noGrp="1"/>
          </p:cNvSpPr>
          <p:nvPr/>
        </p:nvSpPr>
        <p:spPr>
          <a:xfrm xmlns:a="http://schemas.openxmlformats.org/drawingml/2006/main">
            <a:off x="34290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2202397" name="Rectangle: Rounded Corners 426996610">
            <a:extLst xmlns:a="http://schemas.openxmlformats.org/drawingml/2006/main">
              <a:ext uri="{FF2B5EF4-FFF2-40B4-BE49-F238E27FC236}">
                <a16:creationId xmlns:a16="http://schemas.microsoft.com/office/drawing/2014/main" id="{8F00628A-C3EB-46FB-9E7A-4EE814BF979D}"/>
              </a:ext>
            </a:extLst>
          </p:cNvPr>
          <p:cNvSpPr>
            <a:spLocks xmlns:a="http://schemas.openxmlformats.org/drawingml/2006/main" noGrp="1"/>
          </p:cNvSpPr>
          <p:nvPr/>
        </p:nvSpPr>
        <p:spPr>
          <a:xfrm xmlns:a="http://schemas.openxmlformats.org/drawingml/2006/main">
            <a:off x="38671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97474516" name="Rectangle: Rounded Corners 4937970">
            <a:extLst xmlns:a="http://schemas.openxmlformats.org/drawingml/2006/main">
              <a:ext uri="{FF2B5EF4-FFF2-40B4-BE49-F238E27FC236}">
                <a16:creationId xmlns:a16="http://schemas.microsoft.com/office/drawing/2014/main" id="{B6A28CC9-AB79-4FE3-8CB5-59D359A6264F}"/>
              </a:ext>
            </a:extLst>
          </p:cNvPr>
          <p:cNvSpPr>
            <a:spLocks xmlns:a="http://schemas.openxmlformats.org/drawingml/2006/main" noGrp="1"/>
          </p:cNvSpPr>
          <p:nvPr/>
        </p:nvSpPr>
        <p:spPr>
          <a:xfrm xmlns:a="http://schemas.openxmlformats.org/drawingml/2006/main">
            <a:off x="43053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7603859" name="Rectangle: Rounded Corners 318411884">
            <a:extLst xmlns:a="http://schemas.openxmlformats.org/drawingml/2006/main">
              <a:ext uri="{FF2B5EF4-FFF2-40B4-BE49-F238E27FC236}">
                <a16:creationId xmlns:a16="http://schemas.microsoft.com/office/drawing/2014/main" id="{C12F9119-4E0D-420E-B0B3-EDAB1A95D31D}"/>
              </a:ext>
            </a:extLst>
          </p:cNvPr>
          <p:cNvSpPr>
            <a:spLocks xmlns:a="http://schemas.openxmlformats.org/drawingml/2006/main" noGrp="1"/>
          </p:cNvSpPr>
          <p:nvPr/>
        </p:nvSpPr>
        <p:spPr>
          <a:xfrm xmlns:a="http://schemas.openxmlformats.org/drawingml/2006/main">
            <a:off x="474345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06080258" name="Rectangle: Rounded Corners 615608590">
            <a:extLst xmlns:a="http://schemas.openxmlformats.org/drawingml/2006/main">
              <a:ext uri="{FF2B5EF4-FFF2-40B4-BE49-F238E27FC236}">
                <a16:creationId xmlns:a16="http://schemas.microsoft.com/office/drawing/2014/main" id="{7D280D8F-B616-4FA8-9C48-C5564F7B9415}"/>
              </a:ext>
            </a:extLst>
          </p:cNvPr>
          <p:cNvSpPr>
            <a:spLocks xmlns:a="http://schemas.openxmlformats.org/drawingml/2006/main" noGrp="1"/>
          </p:cNvSpPr>
          <p:nvPr/>
        </p:nvSpPr>
        <p:spPr>
          <a:xfrm xmlns:a="http://schemas.openxmlformats.org/drawingml/2006/main">
            <a:off x="5181600" y="403860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49155345" name="Rectangle: Rounded Corners 1731456271">
            <a:extLst xmlns:a="http://schemas.openxmlformats.org/drawingml/2006/main">
              <a:ext uri="{FF2B5EF4-FFF2-40B4-BE49-F238E27FC236}">
                <a16:creationId xmlns:a16="http://schemas.microsoft.com/office/drawing/2014/main" id="{70162E2D-0EBF-4C6F-8D51-A8E5655698AE}"/>
              </a:ext>
            </a:extLst>
          </p:cNvPr>
          <p:cNvSpPr>
            <a:spLocks xmlns:a="http://schemas.openxmlformats.org/drawingml/2006/main" noGrp="1"/>
          </p:cNvSpPr>
          <p:nvPr/>
        </p:nvSpPr>
        <p:spPr>
          <a:xfrm xmlns:a="http://schemas.openxmlformats.org/drawingml/2006/main">
            <a:off x="5619750" y="4038600"/>
            <a:ext cx="400050" cy="400050"/>
          </a:xfrm>
          <a:prstGeom xmlns:a="http://schemas.openxmlformats.org/drawingml/2006/main" prst="roundRect">
            <a:avLst>
              <a:gd name="adj" fmla="val 4762"/>
            </a:avLst>
          </a:prstGeom>
          <a:solidFill xmlns:a="http://schemas.openxmlformats.org/drawingml/2006/main">
            <a:srgbClr val="FEE2E2"/>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8587947" name="Rectangle: Rounded Corners 484935539">
            <a:extLst xmlns:a="http://schemas.openxmlformats.org/drawingml/2006/main">
              <a:ext uri="{FF2B5EF4-FFF2-40B4-BE49-F238E27FC236}">
                <a16:creationId xmlns:a16="http://schemas.microsoft.com/office/drawing/2014/main" id="{E2093B09-324A-40EE-BCE6-4340853BEA77}"/>
              </a:ext>
            </a:extLst>
          </p:cNvPr>
          <p:cNvSpPr>
            <a:spLocks xmlns:a="http://schemas.openxmlformats.org/drawingml/2006/main" noGrp="1"/>
          </p:cNvSpPr>
          <p:nvPr/>
        </p:nvSpPr>
        <p:spPr>
          <a:xfrm xmlns:a="http://schemas.openxmlformats.org/drawingml/2006/main">
            <a:off x="34290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35697545" name="Rectangle: Rounded Corners 1134420310">
            <a:extLst xmlns:a="http://schemas.openxmlformats.org/drawingml/2006/main">
              <a:ext uri="{FF2B5EF4-FFF2-40B4-BE49-F238E27FC236}">
                <a16:creationId xmlns:a16="http://schemas.microsoft.com/office/drawing/2014/main" id="{49B15A40-113B-4BB1-87F5-1D1446C3D695}"/>
              </a:ext>
            </a:extLst>
          </p:cNvPr>
          <p:cNvSpPr>
            <a:spLocks xmlns:a="http://schemas.openxmlformats.org/drawingml/2006/main" noGrp="1"/>
          </p:cNvSpPr>
          <p:nvPr/>
        </p:nvSpPr>
        <p:spPr>
          <a:xfrm xmlns:a="http://schemas.openxmlformats.org/drawingml/2006/main">
            <a:off x="38671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6550964" name="Rectangle: Rounded Corners 1355285829">
            <a:extLst xmlns:a="http://schemas.openxmlformats.org/drawingml/2006/main">
              <a:ext uri="{FF2B5EF4-FFF2-40B4-BE49-F238E27FC236}">
                <a16:creationId xmlns:a16="http://schemas.microsoft.com/office/drawing/2014/main" id="{690B3DF5-1FD2-4302-BCFC-15B6A373B06F}"/>
              </a:ext>
            </a:extLst>
          </p:cNvPr>
          <p:cNvSpPr>
            <a:spLocks xmlns:a="http://schemas.openxmlformats.org/drawingml/2006/main" noGrp="1"/>
          </p:cNvSpPr>
          <p:nvPr/>
        </p:nvSpPr>
        <p:spPr>
          <a:xfrm xmlns:a="http://schemas.openxmlformats.org/drawingml/2006/main">
            <a:off x="43053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84760615" name="Rectangle: Rounded Corners 1945716100">
            <a:extLst xmlns:a="http://schemas.openxmlformats.org/drawingml/2006/main">
              <a:ext uri="{FF2B5EF4-FFF2-40B4-BE49-F238E27FC236}">
                <a16:creationId xmlns:a16="http://schemas.microsoft.com/office/drawing/2014/main" id="{64F32538-2421-4085-9CB1-B08A1C9D6370}"/>
              </a:ext>
            </a:extLst>
          </p:cNvPr>
          <p:cNvSpPr>
            <a:spLocks xmlns:a="http://schemas.openxmlformats.org/drawingml/2006/main" noGrp="1"/>
          </p:cNvSpPr>
          <p:nvPr/>
        </p:nvSpPr>
        <p:spPr>
          <a:xfrm xmlns:a="http://schemas.openxmlformats.org/drawingml/2006/main">
            <a:off x="47434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10298852" name="Rectangle: Rounded Corners 903673204">
            <a:extLst xmlns:a="http://schemas.openxmlformats.org/drawingml/2006/main">
              <a:ext uri="{FF2B5EF4-FFF2-40B4-BE49-F238E27FC236}">
                <a16:creationId xmlns:a16="http://schemas.microsoft.com/office/drawing/2014/main" id="{992395AC-69F0-4F77-B70A-17FBA7794BEE}"/>
              </a:ext>
            </a:extLst>
          </p:cNvPr>
          <p:cNvSpPr>
            <a:spLocks xmlns:a="http://schemas.openxmlformats.org/drawingml/2006/main" noGrp="1"/>
          </p:cNvSpPr>
          <p:nvPr/>
        </p:nvSpPr>
        <p:spPr>
          <a:xfrm xmlns:a="http://schemas.openxmlformats.org/drawingml/2006/main">
            <a:off x="518160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02400656" name="Rectangle: Rounded Corners 41920753">
            <a:extLst xmlns:a="http://schemas.openxmlformats.org/drawingml/2006/main">
              <a:ext uri="{FF2B5EF4-FFF2-40B4-BE49-F238E27FC236}">
                <a16:creationId xmlns:a16="http://schemas.microsoft.com/office/drawing/2014/main" id="{53FFEB71-3761-4E94-9A67-AD45BD02F6E3}"/>
              </a:ext>
            </a:extLst>
          </p:cNvPr>
          <p:cNvSpPr>
            <a:spLocks xmlns:a="http://schemas.openxmlformats.org/drawingml/2006/main" noGrp="1"/>
          </p:cNvSpPr>
          <p:nvPr/>
        </p:nvSpPr>
        <p:spPr>
          <a:xfrm xmlns:a="http://schemas.openxmlformats.org/drawingml/2006/main">
            <a:off x="5619750" y="4476750"/>
            <a:ext cx="400050" cy="400050"/>
          </a:xfrm>
          <a:prstGeom xmlns:a="http://schemas.openxmlformats.org/drawingml/2006/main" prst="roundRect">
            <a:avLst>
              <a:gd name="adj" fmla="val 4762"/>
            </a:avLst>
          </a:prstGeom>
          <a:solidFill xmlns:a="http://schemas.openxmlformats.org/drawingml/2006/main">
            <a:srgbClr val="E0F2FE"/>
          </a:solidFill>
          <a:ln xmlns:a="http://schemas.openxmlformats.org/drawingml/2006/main" w="14288">
            <a:solidFill>
              <a:srgbClr val="FFFFFF"/>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295751" name="Rectangle 1090731607">
            <a:extLst xmlns:a="http://schemas.openxmlformats.org/drawingml/2006/main">
              <a:ext uri="{FF2B5EF4-FFF2-40B4-BE49-F238E27FC236}">
                <a16:creationId xmlns:a16="http://schemas.microsoft.com/office/drawing/2014/main" id="{43B810CB-2A3C-4A1E-BBFB-607CD26DDE74}"/>
              </a:ext>
            </a:extLst>
          </p:cNvPr>
          <p:cNvSpPr>
            <a:spLocks xmlns:a="http://schemas.openxmlformats.org/drawingml/2006/main" noGrp="1"/>
          </p:cNvSpPr>
          <p:nvPr/>
        </p:nvSpPr>
        <p:spPr>
          <a:xfrm xmlns:a="http://schemas.openxmlformats.org/drawingml/2006/main">
            <a:off x="238125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2563EB"/>
                </a:solidFill>
              </a:defRPr>
            </a:pPr>
            <a:r>
              <a:rPr sz="1800" b="1">
                <a:solidFill>
                  <a:srgbClr val="2563EB"/>
                </a:solidFill>
              </a:rPr>
              <a:t>visible</a:t>
            </a:r>
          </a:p>
        </p:txBody>
      </p:sp>
      <p:sp>
        <p:nvSpPr>
          <p:cNvPr id="39316195" name="Rectangle 1864567656">
            <a:extLst xmlns:a="http://schemas.openxmlformats.org/drawingml/2006/main">
              <a:ext uri="{FF2B5EF4-FFF2-40B4-BE49-F238E27FC236}">
                <a16:creationId xmlns:a16="http://schemas.microsoft.com/office/drawing/2014/main" id="{B20FFADB-7D7E-453E-AC1F-11DBAFB4FE3A}"/>
              </a:ext>
            </a:extLst>
          </p:cNvPr>
          <p:cNvSpPr>
            <a:spLocks xmlns:a="http://schemas.openxmlformats.org/drawingml/2006/main" noGrp="1"/>
          </p:cNvSpPr>
          <p:nvPr/>
        </p:nvSpPr>
        <p:spPr>
          <a:xfrm xmlns:a="http://schemas.openxmlformats.org/drawingml/2006/main">
            <a:off x="7429500" y="4762500"/>
            <a:ext cx="1524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EF4444"/>
                </a:solidFill>
              </a:defRPr>
            </a:pPr>
            <a:r>
              <a:rPr sz="1800" b="1">
                <a:solidFill>
                  <a:srgbClr val="EF4444"/>
                </a:solidFill>
              </a:rPr>
              <a:t>masked</a:t>
            </a:r>
          </a:p>
        </p:txBody>
      </p:sp>
      <p:sp>
        <p:nvSpPr>
          <p:cNvPr id="1368533476" name="Rectangle 353583897">
            <a:extLst xmlns:a="http://schemas.openxmlformats.org/drawingml/2006/main">
              <a:ext uri="{FF2B5EF4-FFF2-40B4-BE49-F238E27FC236}">
                <a16:creationId xmlns:a16="http://schemas.microsoft.com/office/drawing/2014/main" id="{C3E7015F-30B3-49EA-A0E0-D93A424B78E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53</a:t>
            </a:r>
          </a:p>
        </p:txBody>
      </p:sp>
    </p:spTree>
    <p:extLst>
      <p:ext uri="{BB962C8B-B14F-4D97-AF65-F5344CB8AC3E}">
        <p14:creationId xmlns:p14="http://schemas.microsoft.com/office/powerpoint/2010/main" val="2061476829"/>
      </p:ext>
    </p:extLst>
  </p:cSld>
</p:sld>
</file>

<file path=ppt/slides/slide5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961577658" name="Rectangle 352308475">
            <a:extLst xmlns:a="http://schemas.openxmlformats.org/drawingml/2006/main">
              <a:ext uri="{FF2B5EF4-FFF2-40B4-BE49-F238E27FC236}">
                <a16:creationId xmlns:a16="http://schemas.microsoft.com/office/drawing/2014/main" id="{4D950755-35E2-4F3F-9C32-D83F982DCBBA}"/>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2017</a:t>
            </a:r>
          </a:p>
        </p:txBody>
      </p:sp>
      <p:sp>
        <p:nvSpPr>
          <p:cNvPr id="1969013361" name="Rectangle 890164865">
            <a:extLst xmlns:a="http://schemas.openxmlformats.org/drawingml/2006/main">
              <a:ext uri="{FF2B5EF4-FFF2-40B4-BE49-F238E27FC236}">
                <a16:creationId xmlns:a16="http://schemas.microsoft.com/office/drawing/2014/main" id="{32E0F5E7-C437-4328-B045-074997E3782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Attention replaced recurrence</a:t>
            </a:r>
          </a:p>
        </p:txBody>
      </p:sp>
      <p:sp>
        <p:nvSpPr>
          <p:cNvPr id="339447923" name="Rectangle: Rounded Corners 1302761572">
            <a:extLst xmlns:a="http://schemas.openxmlformats.org/drawingml/2006/main">
              <a:ext uri="{FF2B5EF4-FFF2-40B4-BE49-F238E27FC236}">
                <a16:creationId xmlns:a16="http://schemas.microsoft.com/office/drawing/2014/main" id="{21F87C5D-3414-4AA6-BBFC-E3C25319FA5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525616796" name="Rectangle: Rounded Corners 2031370086">
            <a:extLst xmlns:a="http://schemas.openxmlformats.org/drawingml/2006/main">
              <a:ext uri="{FF2B5EF4-FFF2-40B4-BE49-F238E27FC236}">
                <a16:creationId xmlns:a16="http://schemas.microsoft.com/office/drawing/2014/main" id="{24996CB9-7E50-45FA-8653-D2BC4D74C330}"/>
              </a:ext>
            </a:extLst>
          </p:cNvPr>
          <p:cNvSpPr>
            <a:spLocks xmlns:a="http://schemas.openxmlformats.org/drawingml/2006/main" noGrp="1"/>
          </p:cNvSpPr>
          <p:nvPr/>
        </p:nvSpPr>
        <p:spPr>
          <a:xfrm xmlns:a="http://schemas.openxmlformats.org/drawingml/2006/main">
            <a:off x="1714500" y="2857500"/>
            <a:ext cx="2762250" cy="1238250"/>
          </a:xfrm>
          <a:prstGeom xmlns:a="http://schemas.openxmlformats.org/drawingml/2006/main" prst="roundRect">
            <a:avLst>
              <a:gd name="adj" fmla="val 9231"/>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RNN</a:t>
            </a:r>
          </a:p>
          <a:p xmlns:a="http://schemas.openxmlformats.org/drawingml/2006/main">
            <a:pPr algn="ctr">
              <a:buNone/>
              <a:defRPr sz="2250" b="1">
                <a:solidFill>
                  <a:srgbClr val="0B0F19"/>
                </a:solidFill>
              </a:defRPr>
            </a:pPr>
            <a:r>
              <a:rPr sz="2250" b="1">
                <a:solidFill>
                  <a:srgbClr val="0B0F19"/>
                </a:solidFill>
              </a:rPr>
              <a:t>step by step</a:t>
            </a:r>
          </a:p>
        </p:txBody>
      </p:sp>
      <p:sp>
        <p:nvSpPr>
          <p:cNvPr id="112924798" name="Rectangle 1726456331">
            <a:extLst xmlns:a="http://schemas.openxmlformats.org/drawingml/2006/main">
              <a:ext uri="{FF2B5EF4-FFF2-40B4-BE49-F238E27FC236}">
                <a16:creationId xmlns:a16="http://schemas.microsoft.com/office/drawing/2014/main" id="{2D4D2C85-CFF8-45FD-AA07-F7229C857ED7}"/>
              </a:ext>
            </a:extLst>
          </p:cNvPr>
          <p:cNvSpPr>
            <a:spLocks xmlns:a="http://schemas.openxmlformats.org/drawingml/2006/main" noGrp="1"/>
          </p:cNvSpPr>
          <p:nvPr/>
        </p:nvSpPr>
        <p:spPr>
          <a:xfrm xmlns:a="http://schemas.openxmlformats.org/drawingml/2006/main">
            <a:off x="5572125" y="3238500"/>
            <a:ext cx="6667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3300" b="1">
                <a:solidFill>
                  <a:srgbClr val="2563EB"/>
                </a:solidFill>
              </a:defRPr>
            </a:pPr>
            <a:r>
              <a:rPr sz="3300" b="1">
                <a:solidFill>
                  <a:srgbClr val="2563EB"/>
                </a:solidFill>
              </a:rPr>
              <a:t>-&gt;</a:t>
            </a:r>
          </a:p>
        </p:txBody>
      </p:sp>
      <p:sp>
        <p:nvSpPr>
          <p:cNvPr id="2045098216" name="Rectangle: Rounded Corners 412394112">
            <a:extLst xmlns:a="http://schemas.openxmlformats.org/drawingml/2006/main">
              <a:ext uri="{FF2B5EF4-FFF2-40B4-BE49-F238E27FC236}">
                <a16:creationId xmlns:a16="http://schemas.microsoft.com/office/drawing/2014/main" id="{6200E678-3A86-4019-B233-C9539B15D43C}"/>
              </a:ext>
            </a:extLst>
          </p:cNvPr>
          <p:cNvSpPr>
            <a:spLocks xmlns:a="http://schemas.openxmlformats.org/drawingml/2006/main" noGrp="1"/>
          </p:cNvSpPr>
          <p:nvPr/>
        </p:nvSpPr>
        <p:spPr>
          <a:xfrm xmlns:a="http://schemas.openxmlformats.org/drawingml/2006/main">
            <a:off x="7334250" y="2857500"/>
            <a:ext cx="3143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a:p xmlns:a="http://schemas.openxmlformats.org/drawingml/2006/main">
            <a:pPr algn="ctr">
              <a:buNone/>
              <a:defRPr sz="2250" b="1">
                <a:solidFill>
                  <a:srgbClr val="0B0F19"/>
                </a:solidFill>
              </a:defRPr>
            </a:pPr>
            <a:r>
              <a:rPr sz="2250" b="1">
                <a:solidFill>
                  <a:srgbClr val="0B0F19"/>
                </a:solidFill>
              </a:rPr>
              <a:t>direct comparison</a:t>
            </a:r>
          </a:p>
        </p:txBody>
      </p:sp>
      <p:sp>
        <p:nvSpPr>
          <p:cNvPr id="1002339513" name="Rectangle 225213445">
            <a:extLst xmlns:a="http://schemas.openxmlformats.org/drawingml/2006/main">
              <a:ext uri="{FF2B5EF4-FFF2-40B4-BE49-F238E27FC236}">
                <a16:creationId xmlns:a16="http://schemas.microsoft.com/office/drawing/2014/main" id="{F07F4625-EAB7-4A61-BF10-7BC7EC68186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54</a:t>
            </a:r>
          </a:p>
        </p:txBody>
      </p:sp>
    </p:spTree>
    <p:extLst>
      <p:ext uri="{BB962C8B-B14F-4D97-AF65-F5344CB8AC3E}">
        <p14:creationId xmlns:p14="http://schemas.microsoft.com/office/powerpoint/2010/main" val="341110994"/>
      </p:ext>
    </p:extLst>
  </p:cSld>
</p:sld>
</file>

<file path=ppt/slides/slide5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56116331" name="Rectangle 935271156">
            <a:extLst xmlns:a="http://schemas.openxmlformats.org/drawingml/2006/main">
              <a:ext uri="{FF2B5EF4-FFF2-40B4-BE49-F238E27FC236}">
                <a16:creationId xmlns:a16="http://schemas.microsoft.com/office/drawing/2014/main" id="{350C208C-9B4B-47E6-9F1B-18D8ADAA4FB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 architecture</a:t>
            </a:r>
          </a:p>
        </p:txBody>
      </p:sp>
      <p:sp>
        <p:nvSpPr>
          <p:cNvPr id="256452877" name="Rectangle 251777344">
            <a:extLst xmlns:a="http://schemas.openxmlformats.org/drawingml/2006/main">
              <a:ext uri="{FF2B5EF4-FFF2-40B4-BE49-F238E27FC236}">
                <a16:creationId xmlns:a16="http://schemas.microsoft.com/office/drawing/2014/main" id="{21E7BABF-ED75-44C0-B91D-D36C311711D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repeats a decoder-only Transformer block</a:t>
            </a:r>
          </a:p>
        </p:txBody>
      </p:sp>
      <p:sp>
        <p:nvSpPr>
          <p:cNvPr id="1606892938" name="Rectangle: Rounded Corners 1456392341">
            <a:extLst xmlns:a="http://schemas.openxmlformats.org/drawingml/2006/main">
              <a:ext uri="{FF2B5EF4-FFF2-40B4-BE49-F238E27FC236}">
                <a16:creationId xmlns:a16="http://schemas.microsoft.com/office/drawing/2014/main" id="{C5E42F88-2206-4E92-B766-9EA0A39ECB4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0067453" name="Rectangle: Rounded Corners 1987074982">
            <a:extLst xmlns:a="http://schemas.openxmlformats.org/drawingml/2006/main">
              <a:ext uri="{FF2B5EF4-FFF2-40B4-BE49-F238E27FC236}">
                <a16:creationId xmlns:a16="http://schemas.microsoft.com/office/drawing/2014/main" id="{4C629195-BE70-43CA-BC5C-0CBC54810F72}"/>
              </a:ext>
            </a:extLst>
          </p:cNvPr>
          <p:cNvSpPr>
            <a:spLocks xmlns:a="http://schemas.openxmlformats.org/drawingml/2006/main" noGrp="1"/>
          </p:cNvSpPr>
          <p:nvPr/>
        </p:nvSpPr>
        <p:spPr>
          <a:xfrm xmlns:a="http://schemas.openxmlformats.org/drawingml/2006/main">
            <a:off x="7867649" y="2000250"/>
            <a:ext cx="3200400" cy="3086100"/>
          </a:xfrm>
          <a:prstGeom xmlns:a="http://schemas.openxmlformats.org/drawingml/2006/main" prst="roundRect">
            <a:avLst>
              <a:gd name="adj" fmla="val 3704"/>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9227592" name="Rectangle 1286956634">
            <a:extLst xmlns:a="http://schemas.openxmlformats.org/drawingml/2006/main">
              <a:ext uri="{FF2B5EF4-FFF2-40B4-BE49-F238E27FC236}">
                <a16:creationId xmlns:a16="http://schemas.microsoft.com/office/drawing/2014/main" id="{72239547-8D28-4E34-9933-AADF745431F8}"/>
              </a:ext>
            </a:extLst>
          </p:cNvPr>
          <p:cNvSpPr>
            <a:spLocks xmlns:a="http://schemas.openxmlformats.org/drawingml/2006/main" noGrp="1"/>
          </p:cNvSpPr>
          <p:nvPr/>
        </p:nvSpPr>
        <p:spPr>
          <a:xfrm xmlns:a="http://schemas.openxmlformats.org/drawingml/2006/main">
            <a:off x="8096250" y="23050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Decoder-only stack</a:t>
            </a:r>
          </a:p>
        </p:txBody>
      </p:sp>
      <p:sp>
        <p:nvSpPr>
          <p:cNvPr id="709051719" name="Rectangle 399762638">
            <a:extLst xmlns:a="http://schemas.openxmlformats.org/drawingml/2006/main">
              <a:ext uri="{FF2B5EF4-FFF2-40B4-BE49-F238E27FC236}">
                <a16:creationId xmlns:a16="http://schemas.microsoft.com/office/drawing/2014/main" id="{693497A5-C38D-40E5-93C4-232326CE891D}"/>
              </a:ext>
            </a:extLst>
          </p:cNvPr>
          <p:cNvSpPr>
            <a:spLocks xmlns:a="http://schemas.openxmlformats.org/drawingml/2006/main" noGrp="1"/>
          </p:cNvSpPr>
          <p:nvPr/>
        </p:nvSpPr>
        <p:spPr>
          <a:xfrm xmlns:a="http://schemas.openxmlformats.org/drawingml/2006/main">
            <a:off x="8096250" y="2705100"/>
            <a:ext cx="2857500" cy="1123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500" b="0">
                <a:solidFill>
                  <a:srgbClr val="667085"/>
                </a:solidFill>
              </a:defRPr>
            </a:pPr>
            <a:r>
              <a:rPr sz="1500" b="0">
                <a:solidFill>
                  <a:srgbClr val="667085"/>
                </a:solidFill>
              </a:rPr>
              <a:t>masked self-attention</a:t>
            </a:r>
          </a:p>
          <a:p xmlns:a="http://schemas.openxmlformats.org/drawingml/2006/main">
            <a:pPr algn="l">
              <a:buNone/>
              <a:defRPr sz="1500" b="0">
                <a:solidFill>
                  <a:srgbClr val="667085"/>
                </a:solidFill>
              </a:defRPr>
            </a:pPr>
            <a:r>
              <a:rPr sz="1500" b="0">
                <a:solidFill>
                  <a:srgbClr val="667085"/>
                </a:solidFill>
              </a:rPr>
              <a:t>feed-forward network</a:t>
            </a:r>
          </a:p>
          <a:p xmlns:a="http://schemas.openxmlformats.org/drawingml/2006/main">
            <a:pPr algn="l">
              <a:buNone/>
              <a:defRPr sz="1500" b="0">
                <a:solidFill>
                  <a:srgbClr val="667085"/>
                </a:solidFill>
              </a:defRPr>
            </a:pPr>
            <a:r>
              <a:rPr sz="1500" b="0">
                <a:solidFill>
                  <a:srgbClr val="667085"/>
                </a:solidFill>
              </a:rPr>
              <a:t>residual + LayerNorm</a:t>
            </a:r>
          </a:p>
        </p:txBody>
      </p:sp>
      <p:sp>
        <p:nvSpPr>
          <p:cNvPr id="142204916" name="Rectangle 1233632033">
            <a:extLst xmlns:a="http://schemas.openxmlformats.org/drawingml/2006/main">
              <a:ext uri="{FF2B5EF4-FFF2-40B4-BE49-F238E27FC236}">
                <a16:creationId xmlns:a16="http://schemas.microsoft.com/office/drawing/2014/main" id="{21178DBA-5DC2-4FA8-A313-C4BA03329F4B}"/>
              </a:ext>
            </a:extLst>
          </p:cNvPr>
          <p:cNvSpPr>
            <a:spLocks xmlns:a="http://schemas.openxmlformats.org/drawingml/2006/main" noGrp="1"/>
          </p:cNvSpPr>
          <p:nvPr/>
        </p:nvSpPr>
        <p:spPr>
          <a:xfrm xmlns:a="http://schemas.openxmlformats.org/drawingml/2006/main">
            <a:off x="8096250" y="4095750"/>
            <a:ext cx="2714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2563EB"/>
                </a:solidFill>
              </a:defRPr>
            </a:pPr>
            <a:r>
              <a:rPr sz="1950" b="1">
                <a:solidFill>
                  <a:srgbClr val="2563EB"/>
                </a:solidFill>
              </a:rPr>
              <a:t>Next-token output</a:t>
            </a:r>
          </a:p>
        </p:txBody>
      </p:sp>
      <p:sp>
        <p:nvSpPr>
          <p:cNvPr id="908518253" name="Rectangle 987778106">
            <a:extLst xmlns:a="http://schemas.openxmlformats.org/drawingml/2006/main">
              <a:ext uri="{FF2B5EF4-FFF2-40B4-BE49-F238E27FC236}">
                <a16:creationId xmlns:a16="http://schemas.microsoft.com/office/drawing/2014/main" id="{29C262FB-250B-469B-A854-B56AE60FDF75}"/>
              </a:ext>
            </a:extLst>
          </p:cNvPr>
          <p:cNvSpPr>
            <a:spLocks xmlns:a="http://schemas.openxmlformats.org/drawingml/2006/main" noGrp="1"/>
          </p:cNvSpPr>
          <p:nvPr/>
        </p:nvSpPr>
        <p:spPr>
          <a:xfrm xmlns:a="http://schemas.openxmlformats.org/drawingml/2006/main">
            <a:off x="8096250" y="4495800"/>
            <a:ext cx="2857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t"/>
          <a:lstStyle xmlns:a="http://schemas.openxmlformats.org/drawingml/2006/main"/>
          <a:p xmlns:a="http://schemas.openxmlformats.org/drawingml/2006/main">
            <a:pPr algn="l">
              <a:buNone/>
              <a:defRPr sz="1450" b="0">
                <a:solidFill>
                  <a:srgbClr val="667085"/>
                </a:solidFill>
              </a:defRPr>
            </a:pPr>
            <a:r>
              <a:rPr sz="1450" b="0">
                <a:solidFill>
                  <a:srgbClr val="667085"/>
                </a:solidFill>
              </a:rPr>
              <a:t>Linear + Softmax turns the final state into a token distribution.</a:t>
            </a:r>
          </a:p>
        </p:txBody>
      </p:sp>
      <p:sp>
        <p:nvSpPr>
          <p:cNvPr id="989272077" name="Rectangle 1495975732">
            <a:extLst xmlns:a="http://schemas.openxmlformats.org/drawingml/2006/main">
              <a:ext uri="{FF2B5EF4-FFF2-40B4-BE49-F238E27FC236}">
                <a16:creationId xmlns:a16="http://schemas.microsoft.com/office/drawing/2014/main" id="{0752B994-A744-4248-8411-25511010BAB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55</a:t>
            </a:r>
          </a:p>
        </p:txBody>
      </p:sp>
      <p:pic>
        <p:nvPicPr>
          <p:cNvPr id="1606892949" name="Picture 1987074993"/>
          <p:cNvPicPr>
            <a:picLocks xmlns:a="http://schemas.openxmlformats.org/drawingml/2006/main" noChangeAspect="1"/>
          </p:cNvPicPr>
          <p:nvPr/>
        </p:nvPicPr>
        <p:blipFill rotWithShape="1">
          <a:blip xmlns:r="http://schemas.openxmlformats.org/officeDocument/2006/relationships" xmlns:a="http://schemas.openxmlformats.org/drawingml/2006/main" r:embed="Rdb987fc553034585"/>
          <a:stretch xmlns:a="http://schemas.openxmlformats.org/drawingml/2006/main"/>
        </p:blipFill>
        <p:spPr>
          <a:xfrm xmlns:a="http://schemas.openxmlformats.org/drawingml/2006/main">
            <a:off x="2417331" y="1524000"/>
            <a:ext cx="3737838" cy="4495800"/>
          </a:xfrm>
          <a:prstGeom xmlns:a="http://schemas.openxmlformats.org/drawingml/2006/main" prst="rect">
            <a:avLst/>
          </a:prstGeom>
        </p:spPr>
      </p:pic>
    </p:spTree>
    <p:extLst>
      <p:ext uri="{BB962C8B-B14F-4D97-AF65-F5344CB8AC3E}">
        <p14:creationId xmlns:p14="http://schemas.microsoft.com/office/powerpoint/2010/main" val="488801511"/>
      </p:ext>
    </p:extLst>
  </p:cSld>
</p:sld>
</file>

<file path=ppt/slides/slide5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915405063" name="Rectangle 1548456798">
            <a:extLst xmlns:a="http://schemas.openxmlformats.org/drawingml/2006/main">
              <a:ext uri="{FF2B5EF4-FFF2-40B4-BE49-F238E27FC236}">
                <a16:creationId xmlns:a16="http://schemas.microsoft.com/office/drawing/2014/main" id="{CB038B7E-32B9-4981-AF99-49DD3277F62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297747462" name="Rectangle 1277068294">
            <a:extLst xmlns:a="http://schemas.openxmlformats.org/drawingml/2006/main">
              <a:ext uri="{FF2B5EF4-FFF2-40B4-BE49-F238E27FC236}">
                <a16:creationId xmlns:a16="http://schemas.microsoft.com/office/drawing/2014/main" id="{0CD89439-635F-43DF-A4D6-3265FF50AC6F}"/>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GPT keeps the decoder idea</a:t>
            </a:r>
          </a:p>
        </p:txBody>
      </p:sp>
      <p:sp>
        <p:nvSpPr>
          <p:cNvPr id="49351347" name="Rectangle: Rounded Corners 700677848">
            <a:extLst xmlns:a="http://schemas.openxmlformats.org/drawingml/2006/main">
              <a:ext uri="{FF2B5EF4-FFF2-40B4-BE49-F238E27FC236}">
                <a16:creationId xmlns:a16="http://schemas.microsoft.com/office/drawing/2014/main" id="{3202C7AE-0F9E-4ECE-A569-65716B5A2436}"/>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732247" name="Rectangle: Rounded Corners 614717420">
            <a:extLst xmlns:a="http://schemas.openxmlformats.org/drawingml/2006/main">
              <a:ext uri="{FF2B5EF4-FFF2-40B4-BE49-F238E27FC236}">
                <a16:creationId xmlns:a16="http://schemas.microsoft.com/office/drawing/2014/main" id="{E0F4DFED-D323-4FC6-9285-ABDB24CA7EF7}"/>
              </a:ext>
            </a:extLst>
          </p:cNvPr>
          <p:cNvSpPr>
            <a:spLocks xmlns:a="http://schemas.openxmlformats.org/drawingml/2006/main" noGrp="1"/>
          </p:cNvSpPr>
          <p:nvPr/>
        </p:nvSpPr>
        <p:spPr>
          <a:xfrm xmlns:a="http://schemas.openxmlformats.org/drawingml/2006/main">
            <a:off x="4333875" y="476250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4</a:t>
            </a:r>
          </a:p>
        </p:txBody>
      </p:sp>
      <p:sp>
        <p:nvSpPr>
          <p:cNvPr id="1208667448" name="Rectangle: Rounded Corners 1854427874">
            <a:extLst xmlns:a="http://schemas.openxmlformats.org/drawingml/2006/main">
              <a:ext uri="{FF2B5EF4-FFF2-40B4-BE49-F238E27FC236}">
                <a16:creationId xmlns:a16="http://schemas.microsoft.com/office/drawing/2014/main" id="{9F532FA5-C21A-486E-AFAB-6F8D6C37F18C}"/>
              </a:ext>
            </a:extLst>
          </p:cNvPr>
          <p:cNvSpPr>
            <a:spLocks xmlns:a="http://schemas.openxmlformats.org/drawingml/2006/main" noGrp="1"/>
          </p:cNvSpPr>
          <p:nvPr/>
        </p:nvSpPr>
        <p:spPr>
          <a:xfrm xmlns:a="http://schemas.openxmlformats.org/drawingml/2006/main">
            <a:off x="4333875" y="385762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3</a:t>
            </a:r>
          </a:p>
        </p:txBody>
      </p:sp>
      <p:sp>
        <p:nvSpPr>
          <p:cNvPr id="1785225229" name="Rectangle: Rounded Corners 1506494527">
            <a:extLst xmlns:a="http://schemas.openxmlformats.org/drawingml/2006/main">
              <a:ext uri="{FF2B5EF4-FFF2-40B4-BE49-F238E27FC236}">
                <a16:creationId xmlns:a16="http://schemas.microsoft.com/office/drawing/2014/main" id="{1C746DD9-E11F-4672-9915-F1AECB568DC6}"/>
              </a:ext>
            </a:extLst>
          </p:cNvPr>
          <p:cNvSpPr>
            <a:spLocks xmlns:a="http://schemas.openxmlformats.org/drawingml/2006/main" noGrp="1"/>
          </p:cNvSpPr>
          <p:nvPr/>
        </p:nvSpPr>
        <p:spPr>
          <a:xfrm xmlns:a="http://schemas.openxmlformats.org/drawingml/2006/main">
            <a:off x="4333875" y="2952750"/>
            <a:ext cx="2952750" cy="552450"/>
          </a:xfrm>
          <a:prstGeom xmlns:a="http://schemas.openxmlformats.org/drawingml/2006/main" prst="roundRect">
            <a:avLst>
              <a:gd name="adj" fmla="val 2069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2</a:t>
            </a:r>
          </a:p>
        </p:txBody>
      </p:sp>
      <p:sp>
        <p:nvSpPr>
          <p:cNvPr id="9267478" name="Rectangle: Rounded Corners 310583424">
            <a:extLst xmlns:a="http://schemas.openxmlformats.org/drawingml/2006/main">
              <a:ext uri="{FF2B5EF4-FFF2-40B4-BE49-F238E27FC236}">
                <a16:creationId xmlns:a16="http://schemas.microsoft.com/office/drawing/2014/main" id="{CDB0ACBA-10D2-4354-830F-DA836026223C}"/>
              </a:ext>
            </a:extLst>
          </p:cNvPr>
          <p:cNvSpPr>
            <a:spLocks xmlns:a="http://schemas.openxmlformats.org/drawingml/2006/main" noGrp="1"/>
          </p:cNvSpPr>
          <p:nvPr/>
        </p:nvSpPr>
        <p:spPr>
          <a:xfrm xmlns:a="http://schemas.openxmlformats.org/drawingml/2006/main">
            <a:off x="4333875" y="2047875"/>
            <a:ext cx="295275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750" b="1">
                <a:solidFill>
                  <a:srgbClr val="0B0F19"/>
                </a:solidFill>
              </a:defRPr>
            </a:pPr>
            <a:r>
              <a:rPr sz="1750" b="1">
                <a:solidFill>
                  <a:srgbClr val="0B0F19"/>
                </a:solidFill>
              </a:rPr>
              <a:t>decoder block 1</a:t>
            </a:r>
          </a:p>
        </p:txBody>
      </p:sp>
      <p:sp>
        <p:nvSpPr>
          <p:cNvPr id="1492858832" name="Rectangle: Rounded Corners 701546865">
            <a:extLst xmlns:a="http://schemas.openxmlformats.org/drawingml/2006/main">
              <a:ext uri="{FF2B5EF4-FFF2-40B4-BE49-F238E27FC236}">
                <a16:creationId xmlns:a16="http://schemas.microsoft.com/office/drawing/2014/main" id="{6F3C2709-241B-42A1-9484-B34D833AE353}"/>
              </a:ext>
            </a:extLst>
          </p:cNvPr>
          <p:cNvSpPr>
            <a:spLocks xmlns:a="http://schemas.openxmlformats.org/drawingml/2006/main" noGrp="1"/>
          </p:cNvSpPr>
          <p:nvPr/>
        </p:nvSpPr>
        <p:spPr>
          <a:xfrm xmlns:a="http://schemas.openxmlformats.org/drawingml/2006/main">
            <a:off x="1619250" y="4762500"/>
            <a:ext cx="1905000"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 tokens</a:t>
            </a:r>
          </a:p>
        </p:txBody>
      </p:sp>
      <p:sp>
        <p:nvSpPr>
          <p:cNvPr id="246900235" name="Arrow: Right 622048333">
            <a:extLst xmlns:a="http://schemas.openxmlformats.org/drawingml/2006/main">
              <a:ext uri="{FF2B5EF4-FFF2-40B4-BE49-F238E27FC236}">
                <a16:creationId xmlns:a16="http://schemas.microsoft.com/office/drawing/2014/main" id="{9A4C30B4-5C2F-4BF5-AC5A-29193309FAD8}"/>
              </a:ext>
            </a:extLst>
          </p:cNvPr>
          <p:cNvSpPr>
            <a:spLocks xmlns:a="http://schemas.openxmlformats.org/drawingml/2006/main" noGrp="1"/>
          </p:cNvSpPr>
          <p:nvPr/>
        </p:nvSpPr>
        <p:spPr>
          <a:xfrm xmlns:a="http://schemas.openxmlformats.org/drawingml/2006/main">
            <a:off x="3667125" y="4829175"/>
            <a:ext cx="619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18093064" name="Arrow: Right 476163819">
            <a:extLst xmlns:a="http://schemas.openxmlformats.org/drawingml/2006/main">
              <a:ext uri="{FF2B5EF4-FFF2-40B4-BE49-F238E27FC236}">
                <a16:creationId xmlns:a16="http://schemas.microsoft.com/office/drawing/2014/main" id="{ADFF7A24-A7CC-4852-8C32-A8140C1BCF58}"/>
              </a:ext>
            </a:extLst>
          </p:cNvPr>
          <p:cNvSpPr>
            <a:spLocks xmlns:a="http://schemas.openxmlformats.org/drawingml/2006/main" noGrp="1"/>
          </p:cNvSpPr>
          <p:nvPr/>
        </p:nvSpPr>
        <p:spPr>
          <a:xfrm xmlns:a="http://schemas.openxmlformats.org/drawingml/2006/main">
            <a:off x="7334250" y="2143125"/>
            <a:ext cx="13811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42465708" name="Rectangle: Rounded Corners 1396234520">
            <a:extLst xmlns:a="http://schemas.openxmlformats.org/drawingml/2006/main">
              <a:ext uri="{FF2B5EF4-FFF2-40B4-BE49-F238E27FC236}">
                <a16:creationId xmlns:a16="http://schemas.microsoft.com/office/drawing/2014/main" id="{98053346-8E80-4F49-B1A1-FFFDA45CE17F}"/>
              </a:ext>
            </a:extLst>
          </p:cNvPr>
          <p:cNvSpPr>
            <a:spLocks xmlns:a="http://schemas.openxmlformats.org/drawingml/2006/main" noGrp="1"/>
          </p:cNvSpPr>
          <p:nvPr/>
        </p:nvSpPr>
        <p:spPr>
          <a:xfrm xmlns:a="http://schemas.openxmlformats.org/drawingml/2006/main">
            <a:off x="8953500" y="2047875"/>
            <a:ext cx="1714500"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next token</a:t>
            </a:r>
          </a:p>
        </p:txBody>
      </p:sp>
      <p:sp>
        <p:nvSpPr>
          <p:cNvPr id="829860588" name="Rectangle 1921889684">
            <a:extLst xmlns:a="http://schemas.openxmlformats.org/drawingml/2006/main">
              <a:ext uri="{FF2B5EF4-FFF2-40B4-BE49-F238E27FC236}">
                <a16:creationId xmlns:a16="http://schemas.microsoft.com/office/drawing/2014/main" id="{1870F820-5153-4849-B0DB-D217DFEE2A77}"/>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56</a:t>
            </a:r>
          </a:p>
        </p:txBody>
      </p:sp>
    </p:spTree>
    <p:extLst>
      <p:ext uri="{BB962C8B-B14F-4D97-AF65-F5344CB8AC3E}">
        <p14:creationId xmlns:p14="http://schemas.microsoft.com/office/powerpoint/2010/main" val="1236367488"/>
      </p:ext>
    </p:extLst>
  </p:cSld>
</p:sld>
</file>

<file path=ppt/slides/slide5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183324288" name="Rectangle 7713821">
            <a:extLst xmlns:a="http://schemas.openxmlformats.org/drawingml/2006/main">
              <a:ext uri="{FF2B5EF4-FFF2-40B4-BE49-F238E27FC236}">
                <a16:creationId xmlns:a16="http://schemas.microsoft.com/office/drawing/2014/main" id="{9172BF4A-46DB-4B41-8752-FFCCB6925F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Objective</a:t>
            </a:r>
          </a:p>
        </p:txBody>
      </p:sp>
      <p:sp>
        <p:nvSpPr>
          <p:cNvPr id="1559300754" name="Rectangle 1381388514">
            <a:extLst xmlns:a="http://schemas.openxmlformats.org/drawingml/2006/main">
              <a:ext uri="{FF2B5EF4-FFF2-40B4-BE49-F238E27FC236}">
                <a16:creationId xmlns:a16="http://schemas.microsoft.com/office/drawing/2014/main" id="{10F9454B-39DD-4FEA-B18F-CA0A1C34D7F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Training target: the next token</a:t>
            </a:r>
          </a:p>
        </p:txBody>
      </p:sp>
      <p:sp>
        <p:nvSpPr>
          <p:cNvPr id="1934191494" name="Rectangle: Rounded Corners 661849784">
            <a:extLst xmlns:a="http://schemas.openxmlformats.org/drawingml/2006/main">
              <a:ext uri="{FF2B5EF4-FFF2-40B4-BE49-F238E27FC236}">
                <a16:creationId xmlns:a16="http://schemas.microsoft.com/office/drawing/2014/main" id="{D40F2845-270D-4C7F-9245-E9D0F378800C}"/>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42460884" name="Rectangle: Rounded Corners 1954931325">
            <a:extLst xmlns:a="http://schemas.openxmlformats.org/drawingml/2006/main">
              <a:ext uri="{FF2B5EF4-FFF2-40B4-BE49-F238E27FC236}">
                <a16:creationId xmlns:a16="http://schemas.microsoft.com/office/drawing/2014/main" id="{D67E724C-97F1-4063-A987-195C29A197C7}"/>
              </a:ext>
            </a:extLst>
          </p:cNvPr>
          <p:cNvSpPr>
            <a:spLocks xmlns:a="http://schemas.openxmlformats.org/drawingml/2006/main" noGrp="1"/>
          </p:cNvSpPr>
          <p:nvPr/>
        </p:nvSpPr>
        <p:spPr>
          <a:xfrm xmlns:a="http://schemas.openxmlformats.org/drawingml/2006/main">
            <a:off x="1428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341788589" name="Rectangle: Rounded Corners 1479007971">
            <a:extLst xmlns:a="http://schemas.openxmlformats.org/drawingml/2006/main">
              <a:ext uri="{FF2B5EF4-FFF2-40B4-BE49-F238E27FC236}">
                <a16:creationId xmlns:a16="http://schemas.microsoft.com/office/drawing/2014/main" id="{C1DE0EDC-81B3-477B-8BF3-92CB3074A198}"/>
              </a:ext>
            </a:extLst>
          </p:cNvPr>
          <p:cNvSpPr>
            <a:spLocks xmlns:a="http://schemas.openxmlformats.org/drawingml/2006/main" noGrp="1"/>
          </p:cNvSpPr>
          <p:nvPr/>
        </p:nvSpPr>
        <p:spPr>
          <a:xfrm xmlns:a="http://schemas.openxmlformats.org/drawingml/2006/main">
            <a:off x="2952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capital</a:t>
            </a:r>
          </a:p>
        </p:txBody>
      </p:sp>
      <p:sp>
        <p:nvSpPr>
          <p:cNvPr id="747139244" name="Rectangle: Rounded Corners 337911440">
            <a:extLst xmlns:a="http://schemas.openxmlformats.org/drawingml/2006/main">
              <a:ext uri="{FF2B5EF4-FFF2-40B4-BE49-F238E27FC236}">
                <a16:creationId xmlns:a16="http://schemas.microsoft.com/office/drawing/2014/main" id="{6946CCCC-54D2-46DB-9C88-55683FCFD924}"/>
              </a:ext>
            </a:extLst>
          </p:cNvPr>
          <p:cNvSpPr>
            <a:spLocks xmlns:a="http://schemas.openxmlformats.org/drawingml/2006/main" noGrp="1"/>
          </p:cNvSpPr>
          <p:nvPr/>
        </p:nvSpPr>
        <p:spPr>
          <a:xfrm xmlns:a="http://schemas.openxmlformats.org/drawingml/2006/main">
            <a:off x="4476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of</a:t>
            </a:r>
          </a:p>
        </p:txBody>
      </p:sp>
      <p:sp>
        <p:nvSpPr>
          <p:cNvPr id="1608358326" name="Rectangle: Rounded Corners 812565267">
            <a:extLst xmlns:a="http://schemas.openxmlformats.org/drawingml/2006/main">
              <a:ext uri="{FF2B5EF4-FFF2-40B4-BE49-F238E27FC236}">
                <a16:creationId xmlns:a16="http://schemas.microsoft.com/office/drawing/2014/main" id="{E77D4561-DAEF-4064-B9E0-0650DEB5DA74}"/>
              </a:ext>
            </a:extLst>
          </p:cNvPr>
          <p:cNvSpPr>
            <a:spLocks xmlns:a="http://schemas.openxmlformats.org/drawingml/2006/main" noGrp="1"/>
          </p:cNvSpPr>
          <p:nvPr/>
        </p:nvSpPr>
        <p:spPr>
          <a:xfrm xmlns:a="http://schemas.openxmlformats.org/drawingml/2006/main">
            <a:off x="6000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France</a:t>
            </a:r>
          </a:p>
        </p:txBody>
      </p:sp>
      <p:sp>
        <p:nvSpPr>
          <p:cNvPr id="1100905768" name="Rectangle: Rounded Corners 210839016">
            <a:extLst xmlns:a="http://schemas.openxmlformats.org/drawingml/2006/main">
              <a:ext uri="{FF2B5EF4-FFF2-40B4-BE49-F238E27FC236}">
                <a16:creationId xmlns:a16="http://schemas.microsoft.com/office/drawing/2014/main" id="{6936428A-1F44-43DB-B902-395E0DB3320E}"/>
              </a:ext>
            </a:extLst>
          </p:cNvPr>
          <p:cNvSpPr>
            <a:spLocks xmlns:a="http://schemas.openxmlformats.org/drawingml/2006/main" noGrp="1"/>
          </p:cNvSpPr>
          <p:nvPr/>
        </p:nvSpPr>
        <p:spPr>
          <a:xfrm xmlns:a="http://schemas.openxmlformats.org/drawingml/2006/main">
            <a:off x="7524750" y="3143250"/>
            <a:ext cx="1190625" cy="590549"/>
          </a:xfrm>
          <a:prstGeom xmlns:a="http://schemas.openxmlformats.org/drawingml/2006/main" prst="roundRect">
            <a:avLst>
              <a:gd name="adj" fmla="val 19355"/>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is</a:t>
            </a:r>
          </a:p>
        </p:txBody>
      </p:sp>
      <p:sp>
        <p:nvSpPr>
          <p:cNvPr id="205427796" name="Arrow: Right 923890290">
            <a:extLst xmlns:a="http://schemas.openxmlformats.org/drawingml/2006/main">
              <a:ext uri="{FF2B5EF4-FFF2-40B4-BE49-F238E27FC236}">
                <a16:creationId xmlns:a16="http://schemas.microsoft.com/office/drawing/2014/main" id="{60C542B8-EDFE-4680-B1A2-5B423D28E366}"/>
              </a:ext>
            </a:extLst>
          </p:cNvPr>
          <p:cNvSpPr>
            <a:spLocks xmlns:a="http://schemas.openxmlformats.org/drawingml/2006/main" noGrp="1"/>
          </p:cNvSpPr>
          <p:nvPr/>
        </p:nvSpPr>
        <p:spPr>
          <a:xfrm xmlns:a="http://schemas.openxmlformats.org/drawingml/2006/main">
            <a:off x="8953500" y="3219449"/>
            <a:ext cx="90487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0512912" name="Rectangle: Rounded Corners 549922296">
            <a:extLst xmlns:a="http://schemas.openxmlformats.org/drawingml/2006/main">
              <a:ext uri="{FF2B5EF4-FFF2-40B4-BE49-F238E27FC236}">
                <a16:creationId xmlns:a16="http://schemas.microsoft.com/office/drawing/2014/main" id="{BE25B92E-7B83-4EE3-8379-D202E098E8CB}"/>
              </a:ext>
            </a:extLst>
          </p:cNvPr>
          <p:cNvSpPr>
            <a:spLocks xmlns:a="http://schemas.openxmlformats.org/drawingml/2006/main" noGrp="1"/>
          </p:cNvSpPr>
          <p:nvPr/>
        </p:nvSpPr>
        <p:spPr>
          <a:xfrm xmlns:a="http://schemas.openxmlformats.org/drawingml/2006/main">
            <a:off x="10096500" y="3143250"/>
            <a:ext cx="1190625" cy="590549"/>
          </a:xfrm>
          <a:prstGeom xmlns:a="http://schemas.openxmlformats.org/drawingml/2006/main" prst="roundRect">
            <a:avLst>
              <a:gd name="adj" fmla="val 19355"/>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Paris</a:t>
            </a:r>
          </a:p>
        </p:txBody>
      </p:sp>
      <p:sp>
        <p:nvSpPr>
          <p:cNvPr id="1715645203" name="Rectangle 313069816">
            <a:extLst xmlns:a="http://schemas.openxmlformats.org/drawingml/2006/main">
              <a:ext uri="{FF2B5EF4-FFF2-40B4-BE49-F238E27FC236}">
                <a16:creationId xmlns:a16="http://schemas.microsoft.com/office/drawing/2014/main" id="{A0F6A16A-7AB0-41E5-8D6C-6696E3C0EB44}"/>
              </a:ext>
            </a:extLst>
          </p:cNvPr>
          <p:cNvSpPr>
            <a:spLocks xmlns:a="http://schemas.openxmlformats.org/drawingml/2006/main" noGrp="1"/>
          </p:cNvSpPr>
          <p:nvPr/>
        </p:nvSpPr>
        <p:spPr>
          <a:xfrm xmlns:a="http://schemas.openxmlformats.org/drawingml/2006/main">
            <a:off x="9667875" y="4191000"/>
            <a:ext cx="2000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10B981"/>
                </a:solidFill>
              </a:defRPr>
            </a:pPr>
            <a:r>
              <a:rPr sz="1950" b="1">
                <a:solidFill>
                  <a:srgbClr val="10B981"/>
                </a:solidFill>
              </a:rPr>
              <a:t>predict this</a:t>
            </a:r>
          </a:p>
        </p:txBody>
      </p:sp>
      <p:sp>
        <p:nvSpPr>
          <p:cNvPr id="1765258762" name="Rectangle 181180573">
            <a:extLst xmlns:a="http://schemas.openxmlformats.org/drawingml/2006/main">
              <a:ext uri="{FF2B5EF4-FFF2-40B4-BE49-F238E27FC236}">
                <a16:creationId xmlns:a16="http://schemas.microsoft.com/office/drawing/2014/main" id="{941DD964-F629-4706-96D6-F893C85A17F2}"/>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57</a:t>
            </a:r>
          </a:p>
        </p:txBody>
      </p:sp>
    </p:spTree>
    <p:extLst>
      <p:ext uri="{BB962C8B-B14F-4D97-AF65-F5344CB8AC3E}">
        <p14:creationId xmlns:p14="http://schemas.microsoft.com/office/powerpoint/2010/main" val="952770264"/>
      </p:ext>
    </p:extLst>
  </p:cSld>
</p:sld>
</file>

<file path=ppt/slides/slide5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315145671" name="Rectangle 106407163">
            <a:extLst xmlns:a="http://schemas.openxmlformats.org/drawingml/2006/main">
              <a:ext uri="{FF2B5EF4-FFF2-40B4-BE49-F238E27FC236}">
                <a16:creationId xmlns:a16="http://schemas.microsoft.com/office/drawing/2014/main" id="{3FD2795B-CB67-49C5-86DF-4B69531074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Scale</a:t>
            </a:r>
          </a:p>
        </p:txBody>
      </p:sp>
      <p:sp>
        <p:nvSpPr>
          <p:cNvPr id="1922235276" name="Rectangle 440135367">
            <a:extLst xmlns:a="http://schemas.openxmlformats.org/drawingml/2006/main">
              <a:ext uri="{FF2B5EF4-FFF2-40B4-BE49-F238E27FC236}">
                <a16:creationId xmlns:a16="http://schemas.microsoft.com/office/drawing/2014/main" id="{D5FD3DED-7E29-49FF-940A-25F02671F7EE}"/>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Pretraining compresses patterns into weights</a:t>
            </a:r>
          </a:p>
        </p:txBody>
      </p:sp>
      <p:sp>
        <p:nvSpPr>
          <p:cNvPr id="368794908" name="Rectangle: Rounded Corners 989138248">
            <a:extLst xmlns:a="http://schemas.openxmlformats.org/drawingml/2006/main">
              <a:ext uri="{FF2B5EF4-FFF2-40B4-BE49-F238E27FC236}">
                <a16:creationId xmlns:a16="http://schemas.microsoft.com/office/drawing/2014/main" id="{E63A44A1-8B81-4B94-BFD3-8DC5FAB0D770}"/>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7509917" name="Rectangle: Rounded Corners 1616044445">
            <a:extLst xmlns:a="http://schemas.openxmlformats.org/drawingml/2006/main">
              <a:ext uri="{FF2B5EF4-FFF2-40B4-BE49-F238E27FC236}">
                <a16:creationId xmlns:a16="http://schemas.microsoft.com/office/drawing/2014/main" id="{33E046BA-EE86-42CC-B479-941BDFA1BA19}"/>
              </a:ext>
            </a:extLst>
          </p:cNvPr>
          <p:cNvSpPr>
            <a:spLocks xmlns:a="http://schemas.openxmlformats.org/drawingml/2006/main" noGrp="1"/>
          </p:cNvSpPr>
          <p:nvPr/>
        </p:nvSpPr>
        <p:spPr>
          <a:xfrm xmlns:a="http://schemas.openxmlformats.org/drawingml/2006/main">
            <a:off x="1428750" y="2952750"/>
            <a:ext cx="1476375"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text</a:t>
            </a:r>
          </a:p>
        </p:txBody>
      </p:sp>
      <p:sp>
        <p:nvSpPr>
          <p:cNvPr id="496815800" name="Arrow: Right 594282241">
            <a:extLst xmlns:a="http://schemas.openxmlformats.org/drawingml/2006/main">
              <a:ext uri="{FF2B5EF4-FFF2-40B4-BE49-F238E27FC236}">
                <a16:creationId xmlns:a16="http://schemas.microsoft.com/office/drawing/2014/main" id="{14B1AB10-85FC-4E4B-AF57-C5BEF6DF74E0}"/>
              </a:ext>
            </a:extLst>
          </p:cNvPr>
          <p:cNvSpPr>
            <a:spLocks xmlns:a="http://schemas.openxmlformats.org/drawingml/2006/main" noGrp="1"/>
          </p:cNvSpPr>
          <p:nvPr/>
        </p:nvSpPr>
        <p:spPr>
          <a:xfrm xmlns:a="http://schemas.openxmlformats.org/drawingml/2006/main">
            <a:off x="3143250"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tokens</a:t>
            </a:r>
          </a:p>
        </p:txBody>
      </p:sp>
      <p:sp>
        <p:nvSpPr>
          <p:cNvPr id="605063570" name="Rectangle: Rounded Corners 733975538">
            <a:extLst xmlns:a="http://schemas.openxmlformats.org/drawingml/2006/main">
              <a:ext uri="{FF2B5EF4-FFF2-40B4-BE49-F238E27FC236}">
                <a16:creationId xmlns:a16="http://schemas.microsoft.com/office/drawing/2014/main" id="{895BF0EB-9C53-44B3-B28B-A8B6C3B8ACA7}"/>
              </a:ext>
            </a:extLst>
          </p:cNvPr>
          <p:cNvSpPr>
            <a:spLocks xmlns:a="http://schemas.openxmlformats.org/drawingml/2006/main" noGrp="1"/>
          </p:cNvSpPr>
          <p:nvPr/>
        </p:nvSpPr>
        <p:spPr>
          <a:xfrm xmlns:a="http://schemas.openxmlformats.org/drawingml/2006/main">
            <a:off x="4476750" y="2952750"/>
            <a:ext cx="1619250" cy="857250"/>
          </a:xfrm>
          <a:prstGeom xmlns:a="http://schemas.openxmlformats.org/drawingml/2006/main" prst="roundRect">
            <a:avLst>
              <a:gd name="adj" fmla="val 1333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batches</a:t>
            </a:r>
          </a:p>
        </p:txBody>
      </p:sp>
      <p:sp>
        <p:nvSpPr>
          <p:cNvPr id="620875955" name="Arrow: Right 826463740">
            <a:extLst xmlns:a="http://schemas.openxmlformats.org/drawingml/2006/main">
              <a:ext uri="{FF2B5EF4-FFF2-40B4-BE49-F238E27FC236}">
                <a16:creationId xmlns:a16="http://schemas.microsoft.com/office/drawing/2014/main" id="{880E1C0C-329E-43D8-A9B0-02C600C5921B}"/>
              </a:ext>
            </a:extLst>
          </p:cNvPr>
          <p:cNvSpPr>
            <a:spLocks xmlns:a="http://schemas.openxmlformats.org/drawingml/2006/main" noGrp="1"/>
          </p:cNvSpPr>
          <p:nvPr/>
        </p:nvSpPr>
        <p:spPr>
          <a:xfrm xmlns:a="http://schemas.openxmlformats.org/drawingml/2006/main">
            <a:off x="6334125" y="3181350"/>
            <a:ext cx="10477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0B0F19"/>
                </a:solidFill>
              </a:defRPr>
            </a:pPr>
            <a:r>
              <a:rPr sz="1350" b="1">
                <a:solidFill>
                  <a:srgbClr val="0B0F19"/>
                </a:solidFill>
              </a:rPr>
              <a:t>train</a:t>
            </a:r>
          </a:p>
        </p:txBody>
      </p:sp>
      <p:sp>
        <p:nvSpPr>
          <p:cNvPr id="926060402" name="Rectangle: Rounded Corners 1611946980">
            <a:extLst xmlns:a="http://schemas.openxmlformats.org/drawingml/2006/main">
              <a:ext uri="{FF2B5EF4-FFF2-40B4-BE49-F238E27FC236}">
                <a16:creationId xmlns:a16="http://schemas.microsoft.com/office/drawing/2014/main" id="{0CFFB48F-A8C2-497E-92C3-A6B62A570428}"/>
              </a:ext>
            </a:extLst>
          </p:cNvPr>
          <p:cNvSpPr>
            <a:spLocks xmlns:a="http://schemas.openxmlformats.org/drawingml/2006/main" noGrp="1"/>
          </p:cNvSpPr>
          <p:nvPr/>
        </p:nvSpPr>
        <p:spPr>
          <a:xfrm xmlns:a="http://schemas.openxmlformats.org/drawingml/2006/main">
            <a:off x="7667625" y="2809875"/>
            <a:ext cx="2000250" cy="1143000"/>
          </a:xfrm>
          <a:prstGeom xmlns:a="http://schemas.openxmlformats.org/drawingml/2006/main" prst="roundRect">
            <a:avLst>
              <a:gd name="adj" fmla="val 1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0B0F19"/>
                </a:solidFill>
              </a:defRPr>
            </a:pPr>
            <a:r>
              <a:rPr sz="2250" b="1">
                <a:solidFill>
                  <a:srgbClr val="0B0F19"/>
                </a:solidFill>
              </a:rPr>
              <a:t>Transformer</a:t>
            </a:r>
          </a:p>
        </p:txBody>
      </p:sp>
      <p:sp>
        <p:nvSpPr>
          <p:cNvPr id="833139582" name="Arrow: Right 1141760594">
            <a:extLst xmlns:a="http://schemas.openxmlformats.org/drawingml/2006/main">
              <a:ext uri="{FF2B5EF4-FFF2-40B4-BE49-F238E27FC236}">
                <a16:creationId xmlns:a16="http://schemas.microsoft.com/office/drawing/2014/main" id="{C2B97DEE-42C4-481E-B1AF-DBB50ADEC3AA}"/>
              </a:ext>
            </a:extLst>
          </p:cNvPr>
          <p:cNvSpPr>
            <a:spLocks xmlns:a="http://schemas.openxmlformats.org/drawingml/2006/main" noGrp="1"/>
          </p:cNvSpPr>
          <p:nvPr/>
        </p:nvSpPr>
        <p:spPr>
          <a:xfrm xmlns:a="http://schemas.openxmlformats.org/drawingml/2006/main">
            <a:off x="9858375" y="3181350"/>
            <a:ext cx="857250"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59425395" name="Oval 546463300">
            <a:extLst xmlns:a="http://schemas.openxmlformats.org/drawingml/2006/main">
              <a:ext uri="{FF2B5EF4-FFF2-40B4-BE49-F238E27FC236}">
                <a16:creationId xmlns:a16="http://schemas.microsoft.com/office/drawing/2014/main" id="{F075A42C-AFC0-4DFB-8DBE-5729B28B59C0}"/>
              </a:ext>
            </a:extLst>
          </p:cNvPr>
          <p:cNvSpPr>
            <a:spLocks xmlns:a="http://schemas.openxmlformats.org/drawingml/2006/main" noGrp="1"/>
          </p:cNvSpPr>
          <p:nvPr/>
        </p:nvSpPr>
        <p:spPr>
          <a:xfrm xmlns:a="http://schemas.openxmlformats.org/drawingml/2006/main">
            <a:off x="10487025" y="2886075"/>
            <a:ext cx="1028700" cy="1028700"/>
          </a:xfrm>
          <a:prstGeom xmlns:a="http://schemas.openxmlformats.org/drawingml/2006/main" prst="ellipse">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weights</a:t>
            </a:r>
          </a:p>
        </p:txBody>
      </p:sp>
      <p:sp>
        <p:nvSpPr>
          <p:cNvPr id="836894151" name="Rectangle 1547793054">
            <a:extLst xmlns:a="http://schemas.openxmlformats.org/drawingml/2006/main">
              <a:ext uri="{FF2B5EF4-FFF2-40B4-BE49-F238E27FC236}">
                <a16:creationId xmlns:a16="http://schemas.microsoft.com/office/drawing/2014/main" id="{9EA7076B-1617-43D7-BB5D-4413A32231F1}"/>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58</a:t>
            </a:r>
          </a:p>
        </p:txBody>
      </p:sp>
    </p:spTree>
    <p:extLst>
      <p:ext uri="{BB962C8B-B14F-4D97-AF65-F5344CB8AC3E}">
        <p14:creationId xmlns:p14="http://schemas.microsoft.com/office/powerpoint/2010/main" val="1263708019"/>
      </p:ext>
    </p:extLst>
  </p:cSld>
</p:sld>
</file>

<file path=ppt/slides/slide5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46124862" name="Rectangle 106407163">
            <a:extLst xmlns:a="http://schemas.openxmlformats.org/drawingml/2006/main">
              <a:ext uri="{FF2B5EF4-FFF2-40B4-BE49-F238E27FC236}">
                <a16:creationId xmlns:a16="http://schemas.microsoft.com/office/drawing/2014/main" id="{733438EE-88DC-4BAB-BD76-B6EF110197E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Loading</a:t>
            </a:r>
          </a:p>
        </p:txBody>
      </p:sp>
      <p:sp>
        <p:nvSpPr>
          <p:cNvPr id="196038102" name="Rectangle 440135367">
            <a:extLst xmlns:a="http://schemas.openxmlformats.org/drawingml/2006/main">
              <a:ext uri="{FF2B5EF4-FFF2-40B4-BE49-F238E27FC236}">
                <a16:creationId xmlns:a16="http://schemas.microsoft.com/office/drawing/2014/main" id="{6719F721-DD03-43E8-87FB-782AF6E7604D}"/>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An LLM needs three matching parts</a:t>
            </a:r>
          </a:p>
        </p:txBody>
      </p:sp>
      <p:sp>
        <p:nvSpPr>
          <p:cNvPr id="2073883779" name="Rectangle: Rounded Corners 989138248">
            <a:extLst xmlns:a="http://schemas.openxmlformats.org/drawingml/2006/main">
              <a:ext uri="{FF2B5EF4-FFF2-40B4-BE49-F238E27FC236}">
                <a16:creationId xmlns:a16="http://schemas.microsoft.com/office/drawing/2014/main" id="{3FB57741-41BF-408A-813D-0E36B49B4434}"/>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49846815" name="Rectangle 1547793054">
            <a:extLst xmlns:a="http://schemas.openxmlformats.org/drawingml/2006/main">
              <a:ext uri="{FF2B5EF4-FFF2-40B4-BE49-F238E27FC236}">
                <a16:creationId xmlns:a16="http://schemas.microsoft.com/office/drawing/2014/main" id="{7331205D-B78C-49C0-81BF-D2259B754DC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59</a:t>
            </a:r>
          </a:p>
        </p:txBody>
      </p:sp>
      <p:sp>
        <p:nvSpPr>
          <p:cNvPr id="31948266" name="model-group-label">
            <a:extLst xmlns:a="http://schemas.openxmlformats.org/drawingml/2006/main">
              <a:ext uri="{FF2B5EF4-FFF2-40B4-BE49-F238E27FC236}">
                <a16:creationId xmlns:a16="http://schemas.microsoft.com/office/drawing/2014/main" id="{6C06BC23-77A1-4A22-9CF3-7BCE709A09AF}"/>
              </a:ext>
            </a:extLst>
          </p:cNvPr>
          <p:cNvSpPr>
            <a:spLocks xmlns:a="http://schemas.openxmlformats.org/drawingml/2006/main" noGrp="1"/>
          </p:cNvSpPr>
          <p:nvPr/>
        </p:nvSpPr>
        <p:spPr>
          <a:xfrm xmlns:a="http://schemas.openxmlformats.org/drawingml/2006/main">
            <a:off x="1390650" y="1714500"/>
            <a:ext cx="57531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1">
                <a:solidFill>
                  <a:srgbClr val="2563EB"/>
                </a:solidFill>
              </a:defRPr>
            </a:pPr>
            <a:r>
              <a:rPr sz="1350" b="1">
                <a:solidFill>
                  <a:srgbClr val="2563EB"/>
                </a:solidFill>
              </a:rPr>
              <a:t>model</a:t>
            </a:r>
          </a:p>
        </p:txBody>
      </p:sp>
      <p:sp>
        <p:nvSpPr>
          <p:cNvPr id="1997720157" name="config-component">
            <a:extLst xmlns:a="http://schemas.openxmlformats.org/drawingml/2006/main">
              <a:ext uri="{FF2B5EF4-FFF2-40B4-BE49-F238E27FC236}">
                <a16:creationId xmlns:a16="http://schemas.microsoft.com/office/drawing/2014/main" id="{1D0B2EB1-98A5-4895-BE71-E04F7BFDE2AF}"/>
              </a:ext>
            </a:extLst>
          </p:cNvPr>
          <p:cNvSpPr>
            <a:spLocks xmlns:a="http://schemas.openxmlformats.org/drawingml/2006/main" noGrp="1"/>
          </p:cNvSpPr>
          <p:nvPr/>
        </p:nvSpPr>
        <p:spPr>
          <a:xfrm xmlns:a="http://schemas.openxmlformats.org/drawingml/2006/main">
            <a:off x="1028700" y="2305050"/>
            <a:ext cx="2857500" cy="2190750"/>
          </a:xfrm>
          <a:prstGeom xmlns:a="http://schemas.openxmlformats.org/drawingml/2006/main" prst="roundRect">
            <a:avLst>
              <a:gd name="adj" fmla="val 5217"/>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7293762" name="config-label">
            <a:extLst xmlns:a="http://schemas.openxmlformats.org/drawingml/2006/main">
              <a:ext uri="{FF2B5EF4-FFF2-40B4-BE49-F238E27FC236}">
                <a16:creationId xmlns:a16="http://schemas.microsoft.com/office/drawing/2014/main" id="{95513AA0-EF01-47E5-9C96-A9BBAE4E8F51}"/>
              </a:ext>
            </a:extLst>
          </p:cNvPr>
          <p:cNvSpPr>
            <a:spLocks xmlns:a="http://schemas.openxmlformats.org/drawingml/2006/main" noGrp="1"/>
          </p:cNvSpPr>
          <p:nvPr/>
        </p:nvSpPr>
        <p:spPr>
          <a:xfrm xmlns:a="http://schemas.openxmlformats.org/drawingml/2006/main">
            <a:off x="1257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2563EB"/>
                </a:solidFill>
              </a:defRPr>
            </a:pPr>
            <a:r>
              <a:rPr sz="1150" b="1">
                <a:solidFill>
                  <a:srgbClr val="2563EB"/>
                </a:solidFill>
              </a:rPr>
              <a:t>CONFIG</a:t>
            </a:r>
          </a:p>
        </p:txBody>
      </p:sp>
      <p:sp>
        <p:nvSpPr>
          <p:cNvPr id="987189608" name="config-title">
            <a:extLst xmlns:a="http://schemas.openxmlformats.org/drawingml/2006/main">
              <a:ext uri="{FF2B5EF4-FFF2-40B4-BE49-F238E27FC236}">
                <a16:creationId xmlns:a16="http://schemas.microsoft.com/office/drawing/2014/main" id="{AB05E88D-D936-498F-ADD1-FA0723D732DE}"/>
              </a:ext>
            </a:extLst>
          </p:cNvPr>
          <p:cNvSpPr>
            <a:spLocks xmlns:a="http://schemas.openxmlformats.org/drawingml/2006/main" noGrp="1"/>
          </p:cNvSpPr>
          <p:nvPr/>
        </p:nvSpPr>
        <p:spPr>
          <a:xfrm xmlns:a="http://schemas.openxmlformats.org/drawingml/2006/main">
            <a:off x="1238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Architecture</a:t>
            </a:r>
          </a:p>
        </p:txBody>
      </p:sp>
      <p:sp>
        <p:nvSpPr>
          <p:cNvPr id="1932530224" name="config-detail">
            <a:extLst xmlns:a="http://schemas.openxmlformats.org/drawingml/2006/main">
              <a:ext uri="{FF2B5EF4-FFF2-40B4-BE49-F238E27FC236}">
                <a16:creationId xmlns:a16="http://schemas.microsoft.com/office/drawing/2014/main" id="{029B62CC-5015-4CBD-8A2A-996EE965180F}"/>
              </a:ext>
            </a:extLst>
          </p:cNvPr>
          <p:cNvSpPr>
            <a:spLocks xmlns:a="http://schemas.openxmlformats.org/drawingml/2006/main" noGrp="1"/>
          </p:cNvSpPr>
          <p:nvPr/>
        </p:nvSpPr>
        <p:spPr>
          <a:xfrm xmlns:a="http://schemas.openxmlformats.org/drawingml/2006/main">
            <a:off x="1295400"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layers · hidden size</a:t>
            </a:r>
          </a:p>
          <a:p xmlns:a="http://schemas.openxmlformats.org/drawingml/2006/main">
            <a:pPr algn="ctr">
              <a:buNone/>
              <a:defRPr sz="1350" b="0">
                <a:solidFill>
                  <a:srgbClr val="667085"/>
                </a:solidFill>
              </a:defRPr>
            </a:pPr>
            <a:r>
              <a:rPr sz="1350" b="0">
                <a:solidFill>
                  <a:srgbClr val="667085"/>
                </a:solidFill>
              </a:rPr>
              <a:t>attention heads</a:t>
            </a:r>
          </a:p>
        </p:txBody>
      </p:sp>
      <p:sp>
        <p:nvSpPr>
          <p:cNvPr id="1694503311" name="model-plus">
            <a:extLst xmlns:a="http://schemas.openxmlformats.org/drawingml/2006/main">
              <a:ext uri="{FF2B5EF4-FFF2-40B4-BE49-F238E27FC236}">
                <a16:creationId xmlns:a16="http://schemas.microsoft.com/office/drawing/2014/main" id="{2892CE51-41C7-42B8-8424-F5B0613E02A8}"/>
              </a:ext>
            </a:extLst>
          </p:cNvPr>
          <p:cNvSpPr>
            <a:spLocks xmlns:a="http://schemas.openxmlformats.org/drawingml/2006/main" noGrp="1"/>
          </p:cNvSpPr>
          <p:nvPr/>
        </p:nvSpPr>
        <p:spPr>
          <a:xfrm xmlns:a="http://schemas.openxmlformats.org/drawingml/2006/main">
            <a:off x="3943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1083202578" name="checkpoint-component">
            <a:extLst xmlns:a="http://schemas.openxmlformats.org/drawingml/2006/main">
              <a:ext uri="{FF2B5EF4-FFF2-40B4-BE49-F238E27FC236}">
                <a16:creationId xmlns:a16="http://schemas.microsoft.com/office/drawing/2014/main" id="{3ADB0051-A2E3-40F5-BE33-57F9BCDB51ED}"/>
              </a:ext>
            </a:extLst>
          </p:cNvPr>
          <p:cNvSpPr>
            <a:spLocks xmlns:a="http://schemas.openxmlformats.org/drawingml/2006/main" noGrp="1"/>
          </p:cNvSpPr>
          <p:nvPr/>
        </p:nvSpPr>
        <p:spPr>
          <a:xfrm xmlns:a="http://schemas.openxmlformats.org/drawingml/2006/main">
            <a:off x="4457700" y="2305050"/>
            <a:ext cx="2857500" cy="2190750"/>
          </a:xfrm>
          <a:prstGeom xmlns:a="http://schemas.openxmlformats.org/drawingml/2006/main" prst="roundRect">
            <a:avLst>
              <a:gd name="adj" fmla="val 5217"/>
            </a:avLst>
          </a:prstGeom>
          <a:solidFill xmlns:a="http://schemas.openxmlformats.org/drawingml/2006/main">
            <a:srgbClr val="DCFCE7"/>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0061777" name="checkpoint-label">
            <a:extLst xmlns:a="http://schemas.openxmlformats.org/drawingml/2006/main">
              <a:ext uri="{FF2B5EF4-FFF2-40B4-BE49-F238E27FC236}">
                <a16:creationId xmlns:a16="http://schemas.microsoft.com/office/drawing/2014/main" id="{505B16BD-204D-4563-A5D6-97CE9247B7DC}"/>
              </a:ext>
            </a:extLst>
          </p:cNvPr>
          <p:cNvSpPr>
            <a:spLocks xmlns:a="http://schemas.openxmlformats.org/drawingml/2006/main" noGrp="1"/>
          </p:cNvSpPr>
          <p:nvPr/>
        </p:nvSpPr>
        <p:spPr>
          <a:xfrm xmlns:a="http://schemas.openxmlformats.org/drawingml/2006/main">
            <a:off x="4686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10B981"/>
                </a:solidFill>
              </a:defRPr>
            </a:pPr>
            <a:r>
              <a:rPr sz="1150" b="1">
                <a:solidFill>
                  <a:srgbClr val="10B981"/>
                </a:solidFill>
              </a:rPr>
              <a:t>CHECKPOINT</a:t>
            </a:r>
          </a:p>
        </p:txBody>
      </p:sp>
      <p:sp>
        <p:nvSpPr>
          <p:cNvPr id="1593436093" name="checkpoint-title">
            <a:extLst xmlns:a="http://schemas.openxmlformats.org/drawingml/2006/main">
              <a:ext uri="{FF2B5EF4-FFF2-40B4-BE49-F238E27FC236}">
                <a16:creationId xmlns:a16="http://schemas.microsoft.com/office/drawing/2014/main" id="{B5D9BE35-42E8-4B20-94F9-1EB71DC1E2A9}"/>
              </a:ext>
            </a:extLst>
          </p:cNvPr>
          <p:cNvSpPr>
            <a:spLocks xmlns:a="http://schemas.openxmlformats.org/drawingml/2006/main" noGrp="1"/>
          </p:cNvSpPr>
          <p:nvPr/>
        </p:nvSpPr>
        <p:spPr>
          <a:xfrm xmlns:a="http://schemas.openxmlformats.org/drawingml/2006/main">
            <a:off x="4667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Trained weights</a:t>
            </a:r>
          </a:p>
        </p:txBody>
      </p:sp>
      <p:sp>
        <p:nvSpPr>
          <p:cNvPr id="896229395" name="checkpoint-detail">
            <a:extLst xmlns:a="http://schemas.openxmlformats.org/drawingml/2006/main">
              <a:ext uri="{FF2B5EF4-FFF2-40B4-BE49-F238E27FC236}">
                <a16:creationId xmlns:a16="http://schemas.microsoft.com/office/drawing/2014/main" id="{3ED6DB50-ADD6-4540-B1C5-D817A8743EA2}"/>
              </a:ext>
            </a:extLst>
          </p:cNvPr>
          <p:cNvSpPr>
            <a:spLocks xmlns:a="http://schemas.openxmlformats.org/drawingml/2006/main" noGrp="1"/>
          </p:cNvSpPr>
          <p:nvPr/>
        </p:nvSpPr>
        <p:spPr>
          <a:xfrm xmlns:a="http://schemas.openxmlformats.org/drawingml/2006/main">
            <a:off x="4724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learned parameters</a:t>
            </a:r>
          </a:p>
          <a:p xmlns:a="http://schemas.openxmlformats.org/drawingml/2006/main">
            <a:pPr algn="ctr">
              <a:buNone/>
              <a:defRPr sz="1350" b="0">
                <a:solidFill>
                  <a:srgbClr val="667085"/>
                </a:solidFill>
              </a:defRPr>
            </a:pPr>
            <a:r>
              <a:rPr sz="1350" b="0">
                <a:solidFill>
                  <a:srgbClr val="667085"/>
                </a:solidFill>
              </a:rPr>
              <a:t>that store patterns</a:t>
            </a:r>
          </a:p>
        </p:txBody>
      </p:sp>
      <p:sp>
        <p:nvSpPr>
          <p:cNvPr id="828679190" name="tokenizer-plus">
            <a:extLst xmlns:a="http://schemas.openxmlformats.org/drawingml/2006/main">
              <a:ext uri="{FF2B5EF4-FFF2-40B4-BE49-F238E27FC236}">
                <a16:creationId xmlns:a16="http://schemas.microsoft.com/office/drawing/2014/main" id="{BED5AEFA-1808-49AD-B14B-25679DE9BC5C}"/>
              </a:ext>
            </a:extLst>
          </p:cNvPr>
          <p:cNvSpPr>
            <a:spLocks xmlns:a="http://schemas.openxmlformats.org/drawingml/2006/main" noGrp="1"/>
          </p:cNvSpPr>
          <p:nvPr/>
        </p:nvSpPr>
        <p:spPr>
          <a:xfrm xmlns:a="http://schemas.openxmlformats.org/drawingml/2006/main">
            <a:off x="7372350" y="3048000"/>
            <a:ext cx="457200" cy="514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550" b="1">
                <a:solidFill>
                  <a:srgbClr val="667085"/>
                </a:solidFill>
              </a:defRPr>
            </a:pPr>
            <a:r>
              <a:rPr sz="2550" b="1">
                <a:solidFill>
                  <a:srgbClr val="667085"/>
                </a:solidFill>
              </a:rPr>
              <a:t>+</a:t>
            </a:r>
          </a:p>
        </p:txBody>
      </p:sp>
      <p:sp>
        <p:nvSpPr>
          <p:cNvPr id="2115112126" name="text ↔ ids-component">
            <a:extLst xmlns:a="http://schemas.openxmlformats.org/drawingml/2006/main">
              <a:ext uri="{FF2B5EF4-FFF2-40B4-BE49-F238E27FC236}">
                <a16:creationId xmlns:a16="http://schemas.microsoft.com/office/drawing/2014/main" id="{F2C03569-22D7-4582-A022-40948C7CCB3E}"/>
              </a:ext>
            </a:extLst>
          </p:cNvPr>
          <p:cNvSpPr>
            <a:spLocks xmlns:a="http://schemas.openxmlformats.org/drawingml/2006/main" noGrp="1"/>
          </p:cNvSpPr>
          <p:nvPr/>
        </p:nvSpPr>
        <p:spPr>
          <a:xfrm xmlns:a="http://schemas.openxmlformats.org/drawingml/2006/main">
            <a:off x="7886700" y="2305050"/>
            <a:ext cx="2857500" cy="2190750"/>
          </a:xfrm>
          <a:prstGeom xmlns:a="http://schemas.openxmlformats.org/drawingml/2006/main" prst="roundRect">
            <a:avLst>
              <a:gd name="adj" fmla="val 5217"/>
            </a:avLst>
          </a:prstGeom>
          <a:solidFill xmlns:a="http://schemas.openxmlformats.org/drawingml/2006/main">
            <a:srgbClr val="FEF3C7"/>
          </a:solidFill>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06130687" name="text ↔ ids-label">
            <a:extLst xmlns:a="http://schemas.openxmlformats.org/drawingml/2006/main">
              <a:ext uri="{FF2B5EF4-FFF2-40B4-BE49-F238E27FC236}">
                <a16:creationId xmlns:a16="http://schemas.microsoft.com/office/drawing/2014/main" id="{F6304D96-4703-4F2D-A802-8A3A2D5EB2B5}"/>
              </a:ext>
            </a:extLst>
          </p:cNvPr>
          <p:cNvSpPr>
            <a:spLocks xmlns:a="http://schemas.openxmlformats.org/drawingml/2006/main" noGrp="1"/>
          </p:cNvSpPr>
          <p:nvPr/>
        </p:nvSpPr>
        <p:spPr>
          <a:xfrm xmlns:a="http://schemas.openxmlformats.org/drawingml/2006/main">
            <a:off x="8115300" y="2495550"/>
            <a:ext cx="24003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150" b="1">
                <a:solidFill>
                  <a:srgbClr val="F97316"/>
                </a:solidFill>
              </a:defRPr>
            </a:pPr>
            <a:r>
              <a:rPr sz="1150" b="1">
                <a:solidFill>
                  <a:srgbClr val="F97316"/>
                </a:solidFill>
              </a:rPr>
              <a:t>TEXT ↔ IDS</a:t>
            </a:r>
          </a:p>
        </p:txBody>
      </p:sp>
      <p:sp>
        <p:nvSpPr>
          <p:cNvPr id="1476305627" name="text ↔ ids-title">
            <a:extLst xmlns:a="http://schemas.openxmlformats.org/drawingml/2006/main">
              <a:ext uri="{FF2B5EF4-FFF2-40B4-BE49-F238E27FC236}">
                <a16:creationId xmlns:a16="http://schemas.microsoft.com/office/drawing/2014/main" id="{2A34E5EE-F889-4F42-B61D-7CCD46DCBED6}"/>
              </a:ext>
            </a:extLst>
          </p:cNvPr>
          <p:cNvSpPr>
            <a:spLocks xmlns:a="http://schemas.openxmlformats.org/drawingml/2006/main" noGrp="1"/>
          </p:cNvSpPr>
          <p:nvPr/>
        </p:nvSpPr>
        <p:spPr>
          <a:xfrm xmlns:a="http://schemas.openxmlformats.org/drawingml/2006/main">
            <a:off x="8096250" y="2914650"/>
            <a:ext cx="24384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2050" b="1">
                <a:solidFill>
                  <a:srgbClr val="0B0F19"/>
                </a:solidFill>
              </a:defRPr>
            </a:pPr>
            <a:r>
              <a:rPr sz="2050" b="1">
                <a:solidFill>
                  <a:srgbClr val="0B0F19"/>
                </a:solidFill>
              </a:rPr>
              <a:t>Tokenizer</a:t>
            </a:r>
          </a:p>
        </p:txBody>
      </p:sp>
      <p:sp>
        <p:nvSpPr>
          <p:cNvPr id="699904551" name="text ↔ ids-detail">
            <a:extLst xmlns:a="http://schemas.openxmlformats.org/drawingml/2006/main">
              <a:ext uri="{FF2B5EF4-FFF2-40B4-BE49-F238E27FC236}">
                <a16:creationId xmlns:a16="http://schemas.microsoft.com/office/drawing/2014/main" id="{EA3D2478-7AC7-494B-A379-C2A30DA3F312}"/>
              </a:ext>
            </a:extLst>
          </p:cNvPr>
          <p:cNvSpPr>
            <a:spLocks xmlns:a="http://schemas.openxmlformats.org/drawingml/2006/main" noGrp="1"/>
          </p:cNvSpPr>
          <p:nvPr/>
        </p:nvSpPr>
        <p:spPr>
          <a:xfrm xmlns:a="http://schemas.openxmlformats.org/drawingml/2006/main">
            <a:off x="8153399" y="3600450"/>
            <a:ext cx="232410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350" b="0">
                <a:solidFill>
                  <a:srgbClr val="667085"/>
                </a:solidFill>
              </a:defRPr>
            </a:pPr>
            <a:r>
              <a:rPr sz="1350" b="0">
                <a:solidFill>
                  <a:srgbClr val="667085"/>
                </a:solidFill>
              </a:rPr>
              <a:t>vocabulary · split rules</a:t>
            </a:r>
          </a:p>
          <a:p xmlns:a="http://schemas.openxmlformats.org/drawingml/2006/main">
            <a:pPr algn="ctr">
              <a:buNone/>
              <a:defRPr sz="1350" b="0">
                <a:solidFill>
                  <a:srgbClr val="667085"/>
                </a:solidFill>
              </a:defRPr>
            </a:pPr>
            <a:r>
              <a:rPr sz="1350" b="0">
                <a:solidFill>
                  <a:srgbClr val="667085"/>
                </a:solidFill>
              </a:rPr>
              <a:t>special tokens</a:t>
            </a:r>
          </a:p>
        </p:txBody>
      </p:sp>
      <p:sp>
        <p:nvSpPr>
          <p:cNvPr id="1530876474" name="matching-takeaway">
            <a:extLst xmlns:a="http://schemas.openxmlformats.org/drawingml/2006/main">
              <a:ext uri="{FF2B5EF4-FFF2-40B4-BE49-F238E27FC236}">
                <a16:creationId xmlns:a16="http://schemas.microsoft.com/office/drawing/2014/main" id="{328AF500-DB4D-4080-BDA6-1B4BB7B5BE9F}"/>
              </a:ext>
            </a:extLst>
          </p:cNvPr>
          <p:cNvSpPr>
            <a:spLocks xmlns:a="http://schemas.openxmlformats.org/drawingml/2006/main" noGrp="1"/>
          </p:cNvSpPr>
          <p:nvPr/>
        </p:nvSpPr>
        <p:spPr>
          <a:xfrm xmlns:a="http://schemas.openxmlformats.org/drawingml/2006/main">
            <a:off x="1657350" y="5048250"/>
            <a:ext cx="887730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750" b="1">
                <a:solidFill>
                  <a:srgbClr val="0B0F19"/>
                </a:solidFill>
              </a:defRPr>
            </a:pPr>
            <a:r>
              <a:rPr sz="1750" b="1">
                <a:solidFill>
                  <a:srgbClr val="0B0F19"/>
                </a:solidFill>
              </a:rPr>
              <a:t>The tokenizer must match the checkpoint — otherwise token IDs mean something else.</a:t>
            </a:r>
          </a:p>
        </p:txBody>
      </p:sp>
    </p:spTree>
    <p:extLst>
      <p:ext uri="{BB962C8B-B14F-4D97-AF65-F5344CB8AC3E}">
        <p14:creationId xmlns:p14="http://schemas.microsoft.com/office/powerpoint/2010/main" val="1324669306"/>
      </p:ext>
    </p:extLst>
  </p:cSld>
</p:sld>
</file>

<file path=ppt/slides/slide6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65734595" name="Rectangle 965507380">
            <a:extLst xmlns:a="http://schemas.openxmlformats.org/drawingml/2006/main">
              <a:ext uri="{FF2B5EF4-FFF2-40B4-BE49-F238E27FC236}">
                <a16:creationId xmlns:a16="http://schemas.microsoft.com/office/drawing/2014/main" id="{F4BEDF6C-8726-4EA8-92CD-28DC95BBF61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Generation</a:t>
            </a:r>
          </a:p>
        </p:txBody>
      </p:sp>
      <p:sp>
        <p:nvSpPr>
          <p:cNvPr id="45241646" name="Rectangle 139921793">
            <a:extLst xmlns:a="http://schemas.openxmlformats.org/drawingml/2006/main">
              <a:ext uri="{FF2B5EF4-FFF2-40B4-BE49-F238E27FC236}">
                <a16:creationId xmlns:a16="http://schemas.microsoft.com/office/drawing/2014/main" id="{4B51CDAB-E7B5-412E-B140-6DFC7FA9E31A}"/>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Inference repeats the same move</a:t>
            </a:r>
          </a:p>
        </p:txBody>
      </p:sp>
      <p:sp>
        <p:nvSpPr>
          <p:cNvPr id="100665244" name="Rectangle: Rounded Corners 1511732123">
            <a:extLst xmlns:a="http://schemas.openxmlformats.org/drawingml/2006/main">
              <a:ext uri="{FF2B5EF4-FFF2-40B4-BE49-F238E27FC236}">
                <a16:creationId xmlns:a16="http://schemas.microsoft.com/office/drawing/2014/main" id="{BBF1C04E-0409-4C6D-AB5C-5E310396A9B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804114" name="Rectangle: Rounded Corners 2034787168">
            <a:extLst xmlns:a="http://schemas.openxmlformats.org/drawingml/2006/main">
              <a:ext uri="{FF2B5EF4-FFF2-40B4-BE49-F238E27FC236}">
                <a16:creationId xmlns:a16="http://schemas.microsoft.com/office/drawing/2014/main" id="{5E39DAF7-5A1F-467E-9CE3-BE2E73EFCFDC}"/>
              </a:ext>
            </a:extLst>
          </p:cNvPr>
          <p:cNvSpPr>
            <a:spLocks xmlns:a="http://schemas.openxmlformats.org/drawingml/2006/main" noGrp="1"/>
          </p:cNvSpPr>
          <p:nvPr/>
        </p:nvSpPr>
        <p:spPr>
          <a:xfrm xmlns:a="http://schemas.openxmlformats.org/drawingml/2006/main">
            <a:off x="1905000" y="3143250"/>
            <a:ext cx="15240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prompt</a:t>
            </a:r>
          </a:p>
        </p:txBody>
      </p:sp>
      <p:sp>
        <p:nvSpPr>
          <p:cNvPr id="25127303" name="Arrow: Right 1804858146">
            <a:extLst xmlns:a="http://schemas.openxmlformats.org/drawingml/2006/main">
              <a:ext uri="{FF2B5EF4-FFF2-40B4-BE49-F238E27FC236}">
                <a16:creationId xmlns:a16="http://schemas.microsoft.com/office/drawing/2014/main" id="{DDDB865E-F1AB-4BCE-AA8C-2AF99A5A9799}"/>
              </a:ext>
            </a:extLst>
          </p:cNvPr>
          <p:cNvSpPr>
            <a:spLocks xmlns:a="http://schemas.openxmlformats.org/drawingml/2006/main" noGrp="1"/>
          </p:cNvSpPr>
          <p:nvPr/>
        </p:nvSpPr>
        <p:spPr>
          <a:xfrm xmlns:a="http://schemas.openxmlformats.org/drawingml/2006/main">
            <a:off x="36671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2759298" name="Rectangle: Rounded Corners 2119234794">
            <a:extLst xmlns:a="http://schemas.openxmlformats.org/drawingml/2006/main">
              <a:ext uri="{FF2B5EF4-FFF2-40B4-BE49-F238E27FC236}">
                <a16:creationId xmlns:a16="http://schemas.microsoft.com/office/drawing/2014/main" id="{F4ED79CF-27C8-4FAD-8117-F869AF4D161E}"/>
              </a:ext>
            </a:extLst>
          </p:cNvPr>
          <p:cNvSpPr>
            <a:spLocks xmlns:a="http://schemas.openxmlformats.org/drawingml/2006/main" noGrp="1"/>
          </p:cNvSpPr>
          <p:nvPr/>
        </p:nvSpPr>
        <p:spPr>
          <a:xfrm xmlns:a="http://schemas.openxmlformats.org/drawingml/2006/main">
            <a:off x="5143500" y="2857500"/>
            <a:ext cx="190500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0B0F19"/>
                </a:solidFill>
              </a:defRPr>
            </a:pPr>
            <a:r>
              <a:rPr sz="2400" b="1">
                <a:solidFill>
                  <a:srgbClr val="0B0F19"/>
                </a:solidFill>
              </a:rPr>
              <a:t>model</a:t>
            </a:r>
          </a:p>
        </p:txBody>
      </p:sp>
      <p:sp>
        <p:nvSpPr>
          <p:cNvPr id="1966429931" name="Arrow: Right 1610655777">
            <a:extLst xmlns:a="http://schemas.openxmlformats.org/drawingml/2006/main">
              <a:ext uri="{FF2B5EF4-FFF2-40B4-BE49-F238E27FC236}">
                <a16:creationId xmlns:a16="http://schemas.microsoft.com/office/drawing/2014/main" id="{A9FD0CB6-37A3-48DA-840B-7FE7ACAA9FBB}"/>
              </a:ext>
            </a:extLst>
          </p:cNvPr>
          <p:cNvSpPr>
            <a:spLocks xmlns:a="http://schemas.openxmlformats.org/drawingml/2006/main" noGrp="1"/>
          </p:cNvSpPr>
          <p:nvPr/>
        </p:nvSpPr>
        <p:spPr>
          <a:xfrm xmlns:a="http://schemas.openxmlformats.org/drawingml/2006/main">
            <a:off x="7286625" y="3276600"/>
            <a:ext cx="1190625" cy="428625"/>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8603531" name="Rectangle: Rounded Corners 67679862">
            <a:extLst xmlns:a="http://schemas.openxmlformats.org/drawingml/2006/main">
              <a:ext uri="{FF2B5EF4-FFF2-40B4-BE49-F238E27FC236}">
                <a16:creationId xmlns:a16="http://schemas.microsoft.com/office/drawing/2014/main" id="{009D33A8-1DFE-420F-96E4-F40DB2B580B8}"/>
              </a:ext>
            </a:extLst>
          </p:cNvPr>
          <p:cNvSpPr>
            <a:spLocks xmlns:a="http://schemas.openxmlformats.org/drawingml/2006/main" noGrp="1"/>
          </p:cNvSpPr>
          <p:nvPr/>
        </p:nvSpPr>
        <p:spPr>
          <a:xfrm xmlns:a="http://schemas.openxmlformats.org/drawingml/2006/main">
            <a:off x="8763000" y="3143250"/>
            <a:ext cx="1619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new token</a:t>
            </a:r>
          </a:p>
        </p:txBody>
      </p:sp>
      <p:sp>
        <p:nvSpPr>
          <p:cNvPr id="257258370" name="Straight Connector 1129615995">
            <a:extLst xmlns:a="http://schemas.openxmlformats.org/drawingml/2006/main">
              <a:ext uri="{FF2B5EF4-FFF2-40B4-BE49-F238E27FC236}">
                <a16:creationId xmlns:a16="http://schemas.microsoft.com/office/drawing/2014/main" id="{31932C5B-40A8-4107-BE3D-8B6ECA21194B}"/>
              </a:ext>
            </a:extLst>
          </p:cNvPr>
          <p:cNvSpPr>
            <a:spLocks xmlns:a="http://schemas.openxmlformats.org/drawingml/2006/main" noGrp="1"/>
          </p:cNvSpPr>
          <p:nvPr/>
        </p:nvSpPr>
        <p:spPr>
          <a:xfrm xmlns:a="http://schemas.openxmlformats.org/drawingml/2006/main">
            <a:off x="2714625" y="3857625"/>
            <a:ext cx="6858000" cy="904875"/>
          </a:xfrm>
          <a:prstGeom xmlns:a="http://schemas.openxmlformats.org/drawingml/2006/main" prst="line">
            <a:avLst/>
          </a:prstGeom>
          <a:noFill xmlns:a="http://schemas.openxmlformats.org/drawingml/2006/main"/>
          <a:ln xmlns:a="http://schemas.openxmlformats.org/drawingml/2006/main" w="3810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2265466" name="Rectangle 701260999">
            <a:extLst xmlns:a="http://schemas.openxmlformats.org/drawingml/2006/main">
              <a:ext uri="{FF2B5EF4-FFF2-40B4-BE49-F238E27FC236}">
                <a16:creationId xmlns:a16="http://schemas.microsoft.com/office/drawing/2014/main" id="{66A4FE2F-BF7E-42A5-826C-D9A514FD05BA}"/>
              </a:ext>
            </a:extLst>
          </p:cNvPr>
          <p:cNvSpPr>
            <a:spLocks xmlns:a="http://schemas.openxmlformats.org/drawingml/2006/main" noGrp="1"/>
          </p:cNvSpPr>
          <p:nvPr/>
        </p:nvSpPr>
        <p:spPr>
          <a:xfrm xmlns:a="http://schemas.openxmlformats.org/drawingml/2006/main">
            <a:off x="4619625" y="495300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append and repeat</a:t>
            </a:r>
          </a:p>
        </p:txBody>
      </p:sp>
      <p:sp>
        <p:nvSpPr>
          <p:cNvPr id="762082642" name="Rectangle 567537238">
            <a:extLst xmlns:a="http://schemas.openxmlformats.org/drawingml/2006/main">
              <a:ext uri="{FF2B5EF4-FFF2-40B4-BE49-F238E27FC236}">
                <a16:creationId xmlns:a16="http://schemas.microsoft.com/office/drawing/2014/main" id="{0C6934B0-F91C-4FCB-A425-D9CCF037027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60</a:t>
            </a:r>
          </a:p>
        </p:txBody>
      </p:sp>
    </p:spTree>
    <p:extLst>
      <p:ext uri="{BB962C8B-B14F-4D97-AF65-F5344CB8AC3E}">
        <p14:creationId xmlns:p14="http://schemas.microsoft.com/office/powerpoint/2010/main" val="2132940020"/>
      </p:ext>
    </p:extLst>
  </p:cSld>
</p:sld>
</file>

<file path=ppt/slides/slide6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640182437" name="Rectangle 1814109763">
            <a:extLst xmlns:a="http://schemas.openxmlformats.org/drawingml/2006/main">
              <a:ext uri="{FF2B5EF4-FFF2-40B4-BE49-F238E27FC236}">
                <a16:creationId xmlns:a16="http://schemas.microsoft.com/office/drawing/2014/main" id="{DFAB876C-E284-4B42-812C-FD4AF67B0934}"/>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978354719" name="Rectangle 2024296005">
            <a:extLst xmlns:a="http://schemas.openxmlformats.org/drawingml/2006/main">
              <a:ext uri="{FF2B5EF4-FFF2-40B4-BE49-F238E27FC236}">
                <a16:creationId xmlns:a16="http://schemas.microsoft.com/office/drawing/2014/main" id="{4F10899D-0423-4EC7-8C11-78195E93F603}"/>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Sampling changes the voice</a:t>
            </a:r>
          </a:p>
        </p:txBody>
      </p:sp>
      <p:sp>
        <p:nvSpPr>
          <p:cNvPr id="2104417794" name="Rectangle: Rounded Corners 520397166">
            <a:extLst xmlns:a="http://schemas.openxmlformats.org/drawingml/2006/main">
              <a:ext uri="{FF2B5EF4-FFF2-40B4-BE49-F238E27FC236}">
                <a16:creationId xmlns:a16="http://schemas.microsoft.com/office/drawing/2014/main" id="{47888D7E-A082-4637-824B-4D3AEF537A0A}"/>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54951626" name="Rectangle 1861104430">
            <a:extLst xmlns:a="http://schemas.openxmlformats.org/drawingml/2006/main">
              <a:ext uri="{FF2B5EF4-FFF2-40B4-BE49-F238E27FC236}">
                <a16:creationId xmlns:a16="http://schemas.microsoft.com/office/drawing/2014/main" id="{354FEFB6-6A4C-4186-A5BA-2BEBA4461C34}"/>
              </a:ext>
            </a:extLst>
          </p:cNvPr>
          <p:cNvSpPr>
            <a:spLocks xmlns:a="http://schemas.openxmlformats.org/drawingml/2006/main" noGrp="1"/>
          </p:cNvSpPr>
          <p:nvPr/>
        </p:nvSpPr>
        <p:spPr>
          <a:xfrm xmlns:a="http://schemas.openxmlformats.org/drawingml/2006/main">
            <a:off x="2190750" y="2190750"/>
            <a:ext cx="2381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low temperature</a:t>
            </a:r>
          </a:p>
        </p:txBody>
      </p:sp>
      <p:sp>
        <p:nvSpPr>
          <p:cNvPr id="1100056681" name="Rectangle: Rounded Corners 1392389716">
            <a:extLst xmlns:a="http://schemas.openxmlformats.org/drawingml/2006/main">
              <a:ext uri="{FF2B5EF4-FFF2-40B4-BE49-F238E27FC236}">
                <a16:creationId xmlns:a16="http://schemas.microsoft.com/office/drawing/2014/main" id="{E59A6120-7313-407E-B19C-DED118410D5E}"/>
              </a:ext>
            </a:extLst>
          </p:cNvPr>
          <p:cNvSpPr>
            <a:spLocks xmlns:a="http://schemas.openxmlformats.org/drawingml/2006/main" noGrp="1"/>
          </p:cNvSpPr>
          <p:nvPr/>
        </p:nvSpPr>
        <p:spPr>
          <a:xfrm xmlns:a="http://schemas.openxmlformats.org/drawingml/2006/main">
            <a:off x="2571750" y="3524250"/>
            <a:ext cx="285750" cy="904875"/>
          </a:xfrm>
          <a:prstGeom xmlns:a="http://schemas.openxmlformats.org/drawingml/2006/main" prst="roundRect">
            <a:avLst>
              <a:gd name="adj" fmla="val 6667"/>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17995805" name="Rectangle: Rounded Corners 304746229">
            <a:extLst xmlns:a="http://schemas.openxmlformats.org/drawingml/2006/main">
              <a:ext uri="{FF2B5EF4-FFF2-40B4-BE49-F238E27FC236}">
                <a16:creationId xmlns:a16="http://schemas.microsoft.com/office/drawing/2014/main" id="{DDD75602-43D5-4D16-A690-293897743178}"/>
              </a:ext>
            </a:extLst>
          </p:cNvPr>
          <p:cNvSpPr>
            <a:spLocks xmlns:a="http://schemas.openxmlformats.org/drawingml/2006/main" noGrp="1"/>
          </p:cNvSpPr>
          <p:nvPr/>
        </p:nvSpPr>
        <p:spPr>
          <a:xfrm xmlns:a="http://schemas.openxmlformats.org/drawingml/2006/main">
            <a:off x="3028950" y="4191000"/>
            <a:ext cx="285750" cy="238125"/>
          </a:xfrm>
          <a:prstGeom xmlns:a="http://schemas.openxmlformats.org/drawingml/2006/main" prst="roundRect">
            <a:avLst>
              <a:gd name="adj" fmla="val 8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90375878" name="Rectangle: Rounded Corners 1222174650">
            <a:extLst xmlns:a="http://schemas.openxmlformats.org/drawingml/2006/main">
              <a:ext uri="{FF2B5EF4-FFF2-40B4-BE49-F238E27FC236}">
                <a16:creationId xmlns:a16="http://schemas.microsoft.com/office/drawing/2014/main" id="{713DBA75-CB5A-4BDD-9C53-8F154F32E8E4}"/>
              </a:ext>
            </a:extLst>
          </p:cNvPr>
          <p:cNvSpPr>
            <a:spLocks xmlns:a="http://schemas.openxmlformats.org/drawingml/2006/main" noGrp="1"/>
          </p:cNvSpPr>
          <p:nvPr/>
        </p:nvSpPr>
        <p:spPr>
          <a:xfrm xmlns:a="http://schemas.openxmlformats.org/drawingml/2006/main">
            <a:off x="3486150" y="4333875"/>
            <a:ext cx="285750" cy="95250"/>
          </a:xfrm>
          <a:prstGeom xmlns:a="http://schemas.openxmlformats.org/drawingml/2006/main" prst="roundRect">
            <a:avLst>
              <a:gd name="adj" fmla="val 2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73615282" name="Rectangle: Rounded Corners 221083532">
            <a:extLst xmlns:a="http://schemas.openxmlformats.org/drawingml/2006/main">
              <a:ext uri="{FF2B5EF4-FFF2-40B4-BE49-F238E27FC236}">
                <a16:creationId xmlns:a16="http://schemas.microsoft.com/office/drawing/2014/main" id="{3E9F9088-135B-49A5-A75B-7A29D7BDEC6D}"/>
              </a:ext>
            </a:extLst>
          </p:cNvPr>
          <p:cNvSpPr>
            <a:spLocks xmlns:a="http://schemas.openxmlformats.org/drawingml/2006/main" noGrp="1"/>
          </p:cNvSpPr>
          <p:nvPr/>
        </p:nvSpPr>
        <p:spPr>
          <a:xfrm xmlns:a="http://schemas.openxmlformats.org/drawingml/2006/main">
            <a:off x="3943350" y="4352925"/>
            <a:ext cx="285750" cy="76200"/>
          </a:xfrm>
          <a:prstGeom xmlns:a="http://schemas.openxmlformats.org/drawingml/2006/main" prst="roundRect">
            <a:avLst>
              <a:gd name="adj" fmla="val 25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69393599" name="Rectangle: Rounded Corners 1871169587">
            <a:extLst xmlns:a="http://schemas.openxmlformats.org/drawingml/2006/main">
              <a:ext uri="{FF2B5EF4-FFF2-40B4-BE49-F238E27FC236}">
                <a16:creationId xmlns:a16="http://schemas.microsoft.com/office/drawing/2014/main" id="{EC3BD973-0275-4CD1-8B6A-079B5AF2B037}"/>
              </a:ext>
            </a:extLst>
          </p:cNvPr>
          <p:cNvSpPr>
            <a:spLocks xmlns:a="http://schemas.openxmlformats.org/drawingml/2006/main" noGrp="1"/>
          </p:cNvSpPr>
          <p:nvPr/>
        </p:nvSpPr>
        <p:spPr>
          <a:xfrm xmlns:a="http://schemas.openxmlformats.org/drawingml/2006/main">
            <a:off x="4400550" y="4381500"/>
            <a:ext cx="285750" cy="47625"/>
          </a:xfrm>
          <a:prstGeom xmlns:a="http://schemas.openxmlformats.org/drawingml/2006/main" prst="roundRect">
            <a:avLst>
              <a:gd name="adj" fmla="val 40000"/>
            </a:avLst>
          </a:prstGeom>
          <a:solidFill xmlns:a="http://schemas.openxmlformats.org/drawingml/2006/main">
            <a:srgbClr val="2563EB"/>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1594658" name="Rectangle 1899079274">
            <a:extLst xmlns:a="http://schemas.openxmlformats.org/drawingml/2006/main">
              <a:ext uri="{FF2B5EF4-FFF2-40B4-BE49-F238E27FC236}">
                <a16:creationId xmlns:a16="http://schemas.microsoft.com/office/drawing/2014/main" id="{C3DF77A3-41FD-4DE2-B539-BDB1434F497D}"/>
              </a:ext>
            </a:extLst>
          </p:cNvPr>
          <p:cNvSpPr>
            <a:spLocks xmlns:a="http://schemas.openxmlformats.org/drawingml/2006/main" noGrp="1"/>
          </p:cNvSpPr>
          <p:nvPr/>
        </p:nvSpPr>
        <p:spPr>
          <a:xfrm xmlns:a="http://schemas.openxmlformats.org/drawingml/2006/main">
            <a:off x="7239000" y="2190750"/>
            <a:ext cx="25717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0B0F19"/>
                </a:solidFill>
              </a:defRPr>
            </a:pPr>
            <a:r>
              <a:rPr sz="1900" b="1">
                <a:solidFill>
                  <a:srgbClr val="0B0F19"/>
                </a:solidFill>
              </a:rPr>
              <a:t>high temperature</a:t>
            </a:r>
          </a:p>
        </p:txBody>
      </p:sp>
      <p:sp>
        <p:nvSpPr>
          <p:cNvPr id="495881845" name="Rectangle: Rounded Corners 557756631">
            <a:extLst xmlns:a="http://schemas.openxmlformats.org/drawingml/2006/main">
              <a:ext uri="{FF2B5EF4-FFF2-40B4-BE49-F238E27FC236}">
                <a16:creationId xmlns:a16="http://schemas.microsoft.com/office/drawing/2014/main" id="{BCB0345C-33E6-458F-9C7F-A6B58E721DA2}"/>
              </a:ext>
            </a:extLst>
          </p:cNvPr>
          <p:cNvSpPr>
            <a:spLocks xmlns:a="http://schemas.openxmlformats.org/drawingml/2006/main" noGrp="1"/>
          </p:cNvSpPr>
          <p:nvPr/>
        </p:nvSpPr>
        <p:spPr>
          <a:xfrm xmlns:a="http://schemas.openxmlformats.org/drawingml/2006/main">
            <a:off x="7620000" y="3905250"/>
            <a:ext cx="285750" cy="5238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42454210" name="Rectangle: Rounded Corners 421477788">
            <a:extLst xmlns:a="http://schemas.openxmlformats.org/drawingml/2006/main">
              <a:ext uri="{FF2B5EF4-FFF2-40B4-BE49-F238E27FC236}">
                <a16:creationId xmlns:a16="http://schemas.microsoft.com/office/drawing/2014/main" id="{F3A42AB4-2DFD-4C56-9BC2-4F179E7E8511}"/>
              </a:ext>
            </a:extLst>
          </p:cNvPr>
          <p:cNvSpPr>
            <a:spLocks xmlns:a="http://schemas.openxmlformats.org/drawingml/2006/main" noGrp="1"/>
          </p:cNvSpPr>
          <p:nvPr/>
        </p:nvSpPr>
        <p:spPr>
          <a:xfrm xmlns:a="http://schemas.openxmlformats.org/drawingml/2006/main">
            <a:off x="8077200" y="3971925"/>
            <a:ext cx="285750" cy="45720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86862969" name="Rectangle: Rounded Corners 358930618">
            <a:extLst xmlns:a="http://schemas.openxmlformats.org/drawingml/2006/main">
              <a:ext uri="{FF2B5EF4-FFF2-40B4-BE49-F238E27FC236}">
                <a16:creationId xmlns:a16="http://schemas.microsoft.com/office/drawing/2014/main" id="{436723B1-5BA8-4F5E-9DD8-B3C830AC48E7}"/>
              </a:ext>
            </a:extLst>
          </p:cNvPr>
          <p:cNvSpPr>
            <a:spLocks xmlns:a="http://schemas.openxmlformats.org/drawingml/2006/main" noGrp="1"/>
          </p:cNvSpPr>
          <p:nvPr/>
        </p:nvSpPr>
        <p:spPr>
          <a:xfrm xmlns:a="http://schemas.openxmlformats.org/drawingml/2006/main">
            <a:off x="8534400" y="4019550"/>
            <a:ext cx="285750" cy="4095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56316275" name="Rectangle: Rounded Corners 92675593">
            <a:extLst xmlns:a="http://schemas.openxmlformats.org/drawingml/2006/main">
              <a:ext uri="{FF2B5EF4-FFF2-40B4-BE49-F238E27FC236}">
                <a16:creationId xmlns:a16="http://schemas.microsoft.com/office/drawing/2014/main" id="{BD3419CA-0954-4058-8EC9-67BAF4580104}"/>
              </a:ext>
            </a:extLst>
          </p:cNvPr>
          <p:cNvSpPr>
            <a:spLocks xmlns:a="http://schemas.openxmlformats.org/drawingml/2006/main" noGrp="1"/>
          </p:cNvSpPr>
          <p:nvPr/>
        </p:nvSpPr>
        <p:spPr>
          <a:xfrm xmlns:a="http://schemas.openxmlformats.org/drawingml/2006/main">
            <a:off x="8991600" y="4095750"/>
            <a:ext cx="285750" cy="333375"/>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9957820" name="Rectangle: Rounded Corners 1199041677">
            <a:extLst xmlns:a="http://schemas.openxmlformats.org/drawingml/2006/main">
              <a:ext uri="{FF2B5EF4-FFF2-40B4-BE49-F238E27FC236}">
                <a16:creationId xmlns:a16="http://schemas.microsoft.com/office/drawing/2014/main" id="{B04C0B93-0AE1-4854-95E4-E7BE2111B5EB}"/>
              </a:ext>
            </a:extLst>
          </p:cNvPr>
          <p:cNvSpPr>
            <a:spLocks xmlns:a="http://schemas.openxmlformats.org/drawingml/2006/main" noGrp="1"/>
          </p:cNvSpPr>
          <p:nvPr/>
        </p:nvSpPr>
        <p:spPr>
          <a:xfrm xmlns:a="http://schemas.openxmlformats.org/drawingml/2006/main">
            <a:off x="9448799" y="4143375"/>
            <a:ext cx="285750" cy="285750"/>
          </a:xfrm>
          <a:prstGeom xmlns:a="http://schemas.openxmlformats.org/drawingml/2006/main" prst="roundRect">
            <a:avLst>
              <a:gd name="adj" fmla="val 6667"/>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6194876" name="Rectangle 35073005">
            <a:extLst xmlns:a="http://schemas.openxmlformats.org/drawingml/2006/main">
              <a:ext uri="{FF2B5EF4-FFF2-40B4-BE49-F238E27FC236}">
                <a16:creationId xmlns:a16="http://schemas.microsoft.com/office/drawing/2014/main" id="{572AC369-BF1C-4091-BCD9-38BE9514B19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61</a:t>
            </a:r>
          </a:p>
        </p:txBody>
      </p:sp>
    </p:spTree>
    <p:extLst>
      <p:ext uri="{BB962C8B-B14F-4D97-AF65-F5344CB8AC3E}">
        <p14:creationId xmlns:p14="http://schemas.microsoft.com/office/powerpoint/2010/main" val="883062794"/>
      </p:ext>
    </p:extLst>
  </p:cSld>
</p:sld>
</file>

<file path=ppt/slides/slide62.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2089043052" name="Rectangle 642368024">
            <a:extLst xmlns:a="http://schemas.openxmlformats.org/drawingml/2006/main">
              <a:ext uri="{FF2B5EF4-FFF2-40B4-BE49-F238E27FC236}">
                <a16:creationId xmlns:a16="http://schemas.microsoft.com/office/drawing/2014/main" id="{97549AB5-DD5B-4BC6-BC4F-FC9E22CCA3F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Decoding</a:t>
            </a:r>
          </a:p>
        </p:txBody>
      </p:sp>
      <p:sp>
        <p:nvSpPr>
          <p:cNvPr id="1332621856" name="Rectangle 1340580572">
            <a:extLst xmlns:a="http://schemas.openxmlformats.org/drawingml/2006/main">
              <a:ext uri="{FF2B5EF4-FFF2-40B4-BE49-F238E27FC236}">
                <a16:creationId xmlns:a16="http://schemas.microsoft.com/office/drawing/2014/main" id="{95848356-593D-4B12-AC43-E5879C26852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Generation has adjustable controls</a:t>
            </a:r>
          </a:p>
        </p:txBody>
      </p:sp>
      <p:sp>
        <p:nvSpPr>
          <p:cNvPr id="334862352" name="Rectangle: Rounded Corners 1167098246">
            <a:extLst xmlns:a="http://schemas.openxmlformats.org/drawingml/2006/main">
              <a:ext uri="{FF2B5EF4-FFF2-40B4-BE49-F238E27FC236}">
                <a16:creationId xmlns:a16="http://schemas.microsoft.com/office/drawing/2014/main" id="{C449B27F-6A92-49F7-843D-97BACB2F6D2D}"/>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88243200" name="Rectangle: Rounded Corners 391850247">
            <a:extLst xmlns:a="http://schemas.openxmlformats.org/drawingml/2006/main">
              <a:ext uri="{FF2B5EF4-FFF2-40B4-BE49-F238E27FC236}">
                <a16:creationId xmlns:a16="http://schemas.microsoft.com/office/drawing/2014/main" id="{46B99430-E436-4746-A675-3E5EEAF1CBD0}"/>
              </a:ext>
            </a:extLst>
          </p:cNvPr>
          <p:cNvSpPr>
            <a:spLocks xmlns:a="http://schemas.openxmlformats.org/drawingml/2006/main" noGrp="1"/>
          </p:cNvSpPr>
          <p:nvPr/>
        </p:nvSpPr>
        <p:spPr>
          <a:xfrm xmlns:a="http://schemas.openxmlformats.org/drawingml/2006/main">
            <a:off x="10287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4834932" name="Rectangle 558602476">
            <a:extLst xmlns:a="http://schemas.openxmlformats.org/drawingml/2006/main">
              <a:ext uri="{FF2B5EF4-FFF2-40B4-BE49-F238E27FC236}">
                <a16:creationId xmlns:a16="http://schemas.microsoft.com/office/drawing/2014/main" id="{06DABF90-9423-45E3-9646-3C9E17A496FC}"/>
              </a:ext>
            </a:extLst>
          </p:cNvPr>
          <p:cNvSpPr>
            <a:spLocks xmlns:a="http://schemas.openxmlformats.org/drawingml/2006/main" noGrp="1"/>
          </p:cNvSpPr>
          <p:nvPr/>
        </p:nvSpPr>
        <p:spPr>
          <a:xfrm xmlns:a="http://schemas.openxmlformats.org/drawingml/2006/main">
            <a:off x="1352550" y="2209800"/>
            <a:ext cx="200025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F97316"/>
                </a:solidFill>
              </a:defRPr>
            </a:pPr>
            <a:r>
              <a:rPr sz="2050" b="1">
                <a:solidFill>
                  <a:srgbClr val="F97316"/>
                </a:solidFill>
              </a:rPr>
              <a:t>temperature</a:t>
            </a:r>
          </a:p>
        </p:txBody>
      </p:sp>
      <p:sp>
        <p:nvSpPr>
          <p:cNvPr id="362146434" name="Rectangle 908481340">
            <a:extLst xmlns:a="http://schemas.openxmlformats.org/drawingml/2006/main">
              <a:ext uri="{FF2B5EF4-FFF2-40B4-BE49-F238E27FC236}">
                <a16:creationId xmlns:a16="http://schemas.microsoft.com/office/drawing/2014/main" id="{36F38ABB-DABD-405A-B605-B7A195123BB2}"/>
              </a:ext>
            </a:extLst>
          </p:cNvPr>
          <p:cNvSpPr>
            <a:spLocks xmlns:a="http://schemas.openxmlformats.org/drawingml/2006/main" noGrp="1"/>
          </p:cNvSpPr>
          <p:nvPr/>
        </p:nvSpPr>
        <p:spPr>
          <a:xfrm xmlns:a="http://schemas.openxmlformats.org/drawingml/2006/main">
            <a:off x="1428750"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2563EB"/>
                </a:solidFill>
              </a:defRPr>
            </a:pPr>
            <a:r>
              <a:rPr sz="1350" b="1">
                <a:solidFill>
                  <a:srgbClr val="2563EB"/>
                </a:solidFill>
              </a:rPr>
              <a:t>low = focused</a:t>
            </a:r>
          </a:p>
        </p:txBody>
      </p:sp>
      <p:sp>
        <p:nvSpPr>
          <p:cNvPr id="1080496818" name="Rectangle 803342785">
            <a:extLst xmlns:a="http://schemas.openxmlformats.org/drawingml/2006/main">
              <a:ext uri="{FF2B5EF4-FFF2-40B4-BE49-F238E27FC236}">
                <a16:creationId xmlns:a16="http://schemas.microsoft.com/office/drawing/2014/main" id="{E443E97F-2EFF-408F-9575-20A924B320AC}"/>
              </a:ext>
            </a:extLst>
          </p:cNvPr>
          <p:cNvSpPr>
            <a:spLocks xmlns:a="http://schemas.openxmlformats.org/drawingml/2006/main" noGrp="1"/>
          </p:cNvSpPr>
          <p:nvPr/>
        </p:nvSpPr>
        <p:spPr>
          <a:xfrm xmlns:a="http://schemas.openxmlformats.org/drawingml/2006/main">
            <a:off x="3790949" y="4000500"/>
            <a:ext cx="1524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F97316"/>
                </a:solidFill>
              </a:defRPr>
            </a:pPr>
            <a:r>
              <a:rPr sz="1350" b="1">
                <a:solidFill>
                  <a:srgbClr val="F97316"/>
                </a:solidFill>
              </a:rPr>
              <a:t>high = varied</a:t>
            </a:r>
          </a:p>
        </p:txBody>
      </p:sp>
      <p:sp>
        <p:nvSpPr>
          <p:cNvPr id="827546001" name="Rectangle: Rounded Corners 1990101030">
            <a:extLst xmlns:a="http://schemas.openxmlformats.org/drawingml/2006/main">
              <a:ext uri="{FF2B5EF4-FFF2-40B4-BE49-F238E27FC236}">
                <a16:creationId xmlns:a16="http://schemas.microsoft.com/office/drawing/2014/main" id="{6B4E3824-701D-4BBF-9727-0E8E1AE8ACC8}"/>
              </a:ext>
            </a:extLst>
          </p:cNvPr>
          <p:cNvSpPr>
            <a:spLocks xmlns:a="http://schemas.openxmlformats.org/drawingml/2006/main" noGrp="1"/>
          </p:cNvSpPr>
          <p:nvPr/>
        </p:nvSpPr>
        <p:spPr>
          <a:xfrm xmlns:a="http://schemas.openxmlformats.org/drawingml/2006/main">
            <a:off x="1524000" y="2609850"/>
            <a:ext cx="209550" cy="10668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29438531" name="Rectangle 1511392786">
            <a:extLst xmlns:a="http://schemas.openxmlformats.org/drawingml/2006/main">
              <a:ext uri="{FF2B5EF4-FFF2-40B4-BE49-F238E27FC236}">
                <a16:creationId xmlns:a16="http://schemas.microsoft.com/office/drawing/2014/main" id="{93448F6E-E04D-45A4-B24A-49695C0A5424}"/>
              </a:ext>
            </a:extLst>
          </p:cNvPr>
          <p:cNvSpPr>
            <a:spLocks xmlns:a="http://schemas.openxmlformats.org/drawingml/2006/main" noGrp="1"/>
          </p:cNvSpPr>
          <p:nvPr/>
        </p:nvSpPr>
        <p:spPr>
          <a:xfrm xmlns:a="http://schemas.openxmlformats.org/drawingml/2006/main">
            <a:off x="14478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916953148" name="Rectangle: Rounded Corners 768585734">
            <a:extLst xmlns:a="http://schemas.openxmlformats.org/drawingml/2006/main">
              <a:ext uri="{FF2B5EF4-FFF2-40B4-BE49-F238E27FC236}">
                <a16:creationId xmlns:a16="http://schemas.microsoft.com/office/drawing/2014/main" id="{DA1C3CE2-7CFC-4DC2-9DD1-C9CDD0705067}"/>
              </a:ext>
            </a:extLst>
          </p:cNvPr>
          <p:cNvSpPr>
            <a:spLocks xmlns:a="http://schemas.openxmlformats.org/drawingml/2006/main" noGrp="1"/>
          </p:cNvSpPr>
          <p:nvPr/>
        </p:nvSpPr>
        <p:spPr>
          <a:xfrm xmlns:a="http://schemas.openxmlformats.org/drawingml/2006/main">
            <a:off x="1847850" y="3181350"/>
            <a:ext cx="209550" cy="4953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071595" name="Rectangle 734996419">
            <a:extLst xmlns:a="http://schemas.openxmlformats.org/drawingml/2006/main">
              <a:ext uri="{FF2B5EF4-FFF2-40B4-BE49-F238E27FC236}">
                <a16:creationId xmlns:a16="http://schemas.microsoft.com/office/drawing/2014/main" id="{C303E5EA-BC44-4CF2-8E51-DBB15156B898}"/>
              </a:ext>
            </a:extLst>
          </p:cNvPr>
          <p:cNvSpPr>
            <a:spLocks xmlns:a="http://schemas.openxmlformats.org/drawingml/2006/main" noGrp="1"/>
          </p:cNvSpPr>
          <p:nvPr/>
        </p:nvSpPr>
        <p:spPr>
          <a:xfrm xmlns:a="http://schemas.openxmlformats.org/drawingml/2006/main">
            <a:off x="17716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2046666729" name="Rectangle: Rounded Corners 904396018">
            <a:extLst xmlns:a="http://schemas.openxmlformats.org/drawingml/2006/main">
              <a:ext uri="{FF2B5EF4-FFF2-40B4-BE49-F238E27FC236}">
                <a16:creationId xmlns:a16="http://schemas.microsoft.com/office/drawing/2014/main" id="{09B026F8-15B3-46E7-803E-944F40D29183}"/>
              </a:ext>
            </a:extLst>
          </p:cNvPr>
          <p:cNvSpPr>
            <a:spLocks xmlns:a="http://schemas.openxmlformats.org/drawingml/2006/main" noGrp="1"/>
          </p:cNvSpPr>
          <p:nvPr/>
        </p:nvSpPr>
        <p:spPr>
          <a:xfrm xmlns:a="http://schemas.openxmlformats.org/drawingml/2006/main">
            <a:off x="2171700" y="3409950"/>
            <a:ext cx="209550" cy="26670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76465013" name="Rectangle 1723400869">
            <a:extLst xmlns:a="http://schemas.openxmlformats.org/drawingml/2006/main">
              <a:ext uri="{FF2B5EF4-FFF2-40B4-BE49-F238E27FC236}">
                <a16:creationId xmlns:a16="http://schemas.microsoft.com/office/drawing/2014/main" id="{0FA7D08F-06DB-483A-99BD-B0BBDDDB6C51}"/>
              </a:ext>
            </a:extLst>
          </p:cNvPr>
          <p:cNvSpPr>
            <a:spLocks xmlns:a="http://schemas.openxmlformats.org/drawingml/2006/main" noGrp="1"/>
          </p:cNvSpPr>
          <p:nvPr/>
        </p:nvSpPr>
        <p:spPr>
          <a:xfrm xmlns:a="http://schemas.openxmlformats.org/drawingml/2006/main">
            <a:off x="20955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948643747" name="Rectangle: Rounded Corners 1904735606">
            <a:extLst xmlns:a="http://schemas.openxmlformats.org/drawingml/2006/main">
              <a:ext uri="{FF2B5EF4-FFF2-40B4-BE49-F238E27FC236}">
                <a16:creationId xmlns:a16="http://schemas.microsoft.com/office/drawing/2014/main" id="{F33F90A5-5F6D-48FE-A1EB-A79AAC8D70F3}"/>
              </a:ext>
            </a:extLst>
          </p:cNvPr>
          <p:cNvSpPr>
            <a:spLocks xmlns:a="http://schemas.openxmlformats.org/drawingml/2006/main" noGrp="1"/>
          </p:cNvSpPr>
          <p:nvPr/>
        </p:nvSpPr>
        <p:spPr>
          <a:xfrm xmlns:a="http://schemas.openxmlformats.org/drawingml/2006/main">
            <a:off x="2495550" y="3533775"/>
            <a:ext cx="209550" cy="142875"/>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8531889" name="Rectangle 1977779495">
            <a:extLst xmlns:a="http://schemas.openxmlformats.org/drawingml/2006/main">
              <a:ext uri="{FF2B5EF4-FFF2-40B4-BE49-F238E27FC236}">
                <a16:creationId xmlns:a16="http://schemas.microsoft.com/office/drawing/2014/main" id="{EDF1BE58-EE3B-4723-B0DC-D1D6FE6348F6}"/>
              </a:ext>
            </a:extLst>
          </p:cNvPr>
          <p:cNvSpPr>
            <a:spLocks xmlns:a="http://schemas.openxmlformats.org/drawingml/2006/main" noGrp="1"/>
          </p:cNvSpPr>
          <p:nvPr/>
        </p:nvSpPr>
        <p:spPr>
          <a:xfrm xmlns:a="http://schemas.openxmlformats.org/drawingml/2006/main">
            <a:off x="24193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629591377" name="Rectangle: Rounded Corners 758909754">
            <a:extLst xmlns:a="http://schemas.openxmlformats.org/drawingml/2006/main">
              <a:ext uri="{FF2B5EF4-FFF2-40B4-BE49-F238E27FC236}">
                <a16:creationId xmlns:a16="http://schemas.microsoft.com/office/drawing/2014/main" id="{36528D2B-CBAE-4607-B748-C7722FF9B727}"/>
              </a:ext>
            </a:extLst>
          </p:cNvPr>
          <p:cNvSpPr>
            <a:spLocks xmlns:a="http://schemas.openxmlformats.org/drawingml/2006/main" noGrp="1"/>
          </p:cNvSpPr>
          <p:nvPr/>
        </p:nvSpPr>
        <p:spPr>
          <a:xfrm xmlns:a="http://schemas.openxmlformats.org/drawingml/2006/main">
            <a:off x="3886200" y="2971800"/>
            <a:ext cx="209550" cy="704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83986293" name="Rectangle 1103671468">
            <a:extLst xmlns:a="http://schemas.openxmlformats.org/drawingml/2006/main">
              <a:ext uri="{FF2B5EF4-FFF2-40B4-BE49-F238E27FC236}">
                <a16:creationId xmlns:a16="http://schemas.microsoft.com/office/drawing/2014/main" id="{AACC2FD9-4CBD-49F5-AF87-6F3703FBC2A5}"/>
              </a:ext>
            </a:extLst>
          </p:cNvPr>
          <p:cNvSpPr>
            <a:spLocks xmlns:a="http://schemas.openxmlformats.org/drawingml/2006/main" noGrp="1"/>
          </p:cNvSpPr>
          <p:nvPr/>
        </p:nvSpPr>
        <p:spPr>
          <a:xfrm xmlns:a="http://schemas.openxmlformats.org/drawingml/2006/main">
            <a:off x="38100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404041806" name="Rectangle: Rounded Corners 1109785804">
            <a:extLst xmlns:a="http://schemas.openxmlformats.org/drawingml/2006/main">
              <a:ext uri="{FF2B5EF4-FFF2-40B4-BE49-F238E27FC236}">
                <a16:creationId xmlns:a16="http://schemas.microsoft.com/office/drawing/2014/main" id="{3F50B84E-123D-4A39-A33E-1200B7F11D5E}"/>
              </a:ext>
            </a:extLst>
          </p:cNvPr>
          <p:cNvSpPr>
            <a:spLocks xmlns:a="http://schemas.openxmlformats.org/drawingml/2006/main" noGrp="1"/>
          </p:cNvSpPr>
          <p:nvPr/>
        </p:nvSpPr>
        <p:spPr>
          <a:xfrm xmlns:a="http://schemas.openxmlformats.org/drawingml/2006/main">
            <a:off x="4210050" y="3095625"/>
            <a:ext cx="209550" cy="581025"/>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3508640" name="Rectangle 87535763">
            <a:extLst xmlns:a="http://schemas.openxmlformats.org/drawingml/2006/main">
              <a:ext uri="{FF2B5EF4-FFF2-40B4-BE49-F238E27FC236}">
                <a16:creationId xmlns:a16="http://schemas.microsoft.com/office/drawing/2014/main" id="{65837680-D1B7-4895-8E9E-9C961CF98B85}"/>
              </a:ext>
            </a:extLst>
          </p:cNvPr>
          <p:cNvSpPr>
            <a:spLocks xmlns:a="http://schemas.openxmlformats.org/drawingml/2006/main" noGrp="1"/>
          </p:cNvSpPr>
          <p:nvPr/>
        </p:nvSpPr>
        <p:spPr>
          <a:xfrm xmlns:a="http://schemas.openxmlformats.org/drawingml/2006/main">
            <a:off x="41338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1628181699" name="Rectangle: Rounded Corners 395524451">
            <a:extLst xmlns:a="http://schemas.openxmlformats.org/drawingml/2006/main">
              <a:ext uri="{FF2B5EF4-FFF2-40B4-BE49-F238E27FC236}">
                <a16:creationId xmlns:a16="http://schemas.microsoft.com/office/drawing/2014/main" id="{ED7DF051-9F82-4CDF-BE0E-42FAF42CDD3A}"/>
              </a:ext>
            </a:extLst>
          </p:cNvPr>
          <p:cNvSpPr>
            <a:spLocks xmlns:a="http://schemas.openxmlformats.org/drawingml/2006/main" noGrp="1"/>
          </p:cNvSpPr>
          <p:nvPr/>
        </p:nvSpPr>
        <p:spPr>
          <a:xfrm xmlns:a="http://schemas.openxmlformats.org/drawingml/2006/main">
            <a:off x="4533900" y="3219449"/>
            <a:ext cx="209550" cy="45720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15553200" name="Rectangle 752117888">
            <a:extLst xmlns:a="http://schemas.openxmlformats.org/drawingml/2006/main">
              <a:ext uri="{FF2B5EF4-FFF2-40B4-BE49-F238E27FC236}">
                <a16:creationId xmlns:a16="http://schemas.microsoft.com/office/drawing/2014/main" id="{3F30B06C-E698-4D2F-B355-889CFA12902D}"/>
              </a:ext>
            </a:extLst>
          </p:cNvPr>
          <p:cNvSpPr>
            <a:spLocks xmlns:a="http://schemas.openxmlformats.org/drawingml/2006/main" noGrp="1"/>
          </p:cNvSpPr>
          <p:nvPr/>
        </p:nvSpPr>
        <p:spPr>
          <a:xfrm xmlns:a="http://schemas.openxmlformats.org/drawingml/2006/main">
            <a:off x="445770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792938820" name="Rectangle: Rounded Corners 1187034514">
            <a:extLst xmlns:a="http://schemas.openxmlformats.org/drawingml/2006/main">
              <a:ext uri="{FF2B5EF4-FFF2-40B4-BE49-F238E27FC236}">
                <a16:creationId xmlns:a16="http://schemas.microsoft.com/office/drawing/2014/main" id="{3DB20CBE-5E4F-4259-B87C-D2E3126333EB}"/>
              </a:ext>
            </a:extLst>
          </p:cNvPr>
          <p:cNvSpPr>
            <a:spLocks xmlns:a="http://schemas.openxmlformats.org/drawingml/2006/main" noGrp="1"/>
          </p:cNvSpPr>
          <p:nvPr/>
        </p:nvSpPr>
        <p:spPr>
          <a:xfrm xmlns:a="http://schemas.openxmlformats.org/drawingml/2006/main">
            <a:off x="4857750" y="3352800"/>
            <a:ext cx="209550" cy="323850"/>
          </a:xfrm>
          <a:prstGeom xmlns:a="http://schemas.openxmlformats.org/drawingml/2006/main" prst="roundRect">
            <a:avLst>
              <a:gd name="adj" fmla="val 50000"/>
            </a:avLst>
          </a:prstGeom>
          <a:solidFill xmlns:a="http://schemas.openxmlformats.org/drawingml/2006/main">
            <a:srgbClr val="F97316"/>
          </a:solidFill>
          <a:ln xmlns:a="http://schemas.openxmlformats.org/drawingml/2006/main" w="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7189237" name="Rectangle 1239831952">
            <a:extLst xmlns:a="http://schemas.openxmlformats.org/drawingml/2006/main">
              <a:ext uri="{FF2B5EF4-FFF2-40B4-BE49-F238E27FC236}">
                <a16:creationId xmlns:a16="http://schemas.microsoft.com/office/drawing/2014/main" id="{93E5C27F-F6A3-4D99-BD28-E5DE109C477E}"/>
              </a:ext>
            </a:extLst>
          </p:cNvPr>
          <p:cNvSpPr>
            <a:spLocks xmlns:a="http://schemas.openxmlformats.org/drawingml/2006/main" noGrp="1"/>
          </p:cNvSpPr>
          <p:nvPr/>
        </p:nvSpPr>
        <p:spPr>
          <a:xfrm xmlns:a="http://schemas.openxmlformats.org/drawingml/2006/main">
            <a:off x="4781550" y="3771900"/>
            <a:ext cx="3619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buNone/>
            </a:pPr>
          </a:p>
        </p:txBody>
      </p:sp>
      <p:sp>
        <p:nvSpPr>
          <p:cNvPr id="967924397" name="Rectangle: Rounded Corners 1990686703">
            <a:extLst xmlns:a="http://schemas.openxmlformats.org/drawingml/2006/main">
              <a:ext uri="{FF2B5EF4-FFF2-40B4-BE49-F238E27FC236}">
                <a16:creationId xmlns:a16="http://schemas.microsoft.com/office/drawing/2014/main" id="{32F205D8-B073-4D15-96E4-025D3DF6BFA8}"/>
              </a:ext>
            </a:extLst>
          </p:cNvPr>
          <p:cNvSpPr>
            <a:spLocks xmlns:a="http://schemas.openxmlformats.org/drawingml/2006/main" noGrp="1"/>
          </p:cNvSpPr>
          <p:nvPr/>
        </p:nvSpPr>
        <p:spPr>
          <a:xfrm xmlns:a="http://schemas.openxmlformats.org/drawingml/2006/main">
            <a:off x="6400800" y="1943100"/>
            <a:ext cx="4762500" cy="2667000"/>
          </a:xfrm>
          <a:prstGeom xmlns:a="http://schemas.openxmlformats.org/drawingml/2006/main" prst="roundRect">
            <a:avLst>
              <a:gd name="adj" fmla="val 4286"/>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66178558" name="Rectangle 790741738">
            <a:extLst xmlns:a="http://schemas.openxmlformats.org/drawingml/2006/main">
              <a:ext uri="{FF2B5EF4-FFF2-40B4-BE49-F238E27FC236}">
                <a16:creationId xmlns:a16="http://schemas.microsoft.com/office/drawing/2014/main" id="{FC241758-0C6C-4A43-B16F-5AB3B09740C5}"/>
              </a:ext>
            </a:extLst>
          </p:cNvPr>
          <p:cNvSpPr>
            <a:spLocks xmlns:a="http://schemas.openxmlformats.org/drawingml/2006/main" noGrp="1"/>
          </p:cNvSpPr>
          <p:nvPr/>
        </p:nvSpPr>
        <p:spPr>
          <a:xfrm xmlns:a="http://schemas.openxmlformats.org/drawingml/2006/main">
            <a:off x="6724649" y="2209800"/>
            <a:ext cx="13335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2050" b="1">
                <a:solidFill>
                  <a:srgbClr val="10B981"/>
                </a:solidFill>
              </a:defRPr>
            </a:pPr>
            <a:r>
              <a:rPr sz="2050" b="1">
                <a:solidFill>
                  <a:srgbClr val="10B981"/>
                </a:solidFill>
              </a:rPr>
              <a:t>top-p</a:t>
            </a:r>
          </a:p>
        </p:txBody>
      </p:sp>
      <p:sp>
        <p:nvSpPr>
          <p:cNvPr id="1728445978" name="Rectangle 1344716697">
            <a:extLst xmlns:a="http://schemas.openxmlformats.org/drawingml/2006/main">
              <a:ext uri="{FF2B5EF4-FFF2-40B4-BE49-F238E27FC236}">
                <a16:creationId xmlns:a16="http://schemas.microsoft.com/office/drawing/2014/main" id="{A0D74EC9-13C1-4547-A48C-2C5004EB5095}"/>
              </a:ext>
            </a:extLst>
          </p:cNvPr>
          <p:cNvSpPr>
            <a:spLocks xmlns:a="http://schemas.openxmlformats.org/drawingml/2006/main" noGrp="1"/>
          </p:cNvSpPr>
          <p:nvPr/>
        </p:nvSpPr>
        <p:spPr>
          <a:xfrm xmlns:a="http://schemas.openxmlformats.org/drawingml/2006/main">
            <a:off x="6724649" y="2552700"/>
            <a:ext cx="3810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00" b="0">
                <a:solidFill>
                  <a:srgbClr val="667085"/>
                </a:solidFill>
              </a:defRPr>
            </a:pPr>
            <a:r>
              <a:rPr sz="1300" b="0">
                <a:solidFill>
                  <a:srgbClr val="667085"/>
                </a:solidFill>
              </a:rPr>
              <a:t>keep the smallest set whose probability mass reaches p</a:t>
            </a:r>
          </a:p>
        </p:txBody>
      </p:sp>
      <p:sp>
        <p:nvSpPr>
          <p:cNvPr id="414835319" name="Rectangle: Rounded Corners 505587208">
            <a:extLst xmlns:a="http://schemas.openxmlformats.org/drawingml/2006/main">
              <a:ext uri="{FF2B5EF4-FFF2-40B4-BE49-F238E27FC236}">
                <a16:creationId xmlns:a16="http://schemas.microsoft.com/office/drawing/2014/main" id="{395E1CD1-2BEE-4B07-9FAB-451CE5036E6C}"/>
              </a:ext>
            </a:extLst>
          </p:cNvPr>
          <p:cNvSpPr>
            <a:spLocks xmlns:a="http://schemas.openxmlformats.org/drawingml/2006/main" noGrp="1"/>
          </p:cNvSpPr>
          <p:nvPr/>
        </p:nvSpPr>
        <p:spPr>
          <a:xfrm xmlns:a="http://schemas.openxmlformats.org/drawingml/2006/main">
            <a:off x="6953250" y="2952750"/>
            <a:ext cx="323850" cy="8382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83023011" name="Rectangle 1817540189">
            <a:extLst xmlns:a="http://schemas.openxmlformats.org/drawingml/2006/main">
              <a:ext uri="{FF2B5EF4-FFF2-40B4-BE49-F238E27FC236}">
                <a16:creationId xmlns:a16="http://schemas.microsoft.com/office/drawing/2014/main" id="{F80AE6AE-3C3A-4689-84EC-56FAE90350BB}"/>
              </a:ext>
            </a:extLst>
          </p:cNvPr>
          <p:cNvSpPr>
            <a:spLocks xmlns:a="http://schemas.openxmlformats.org/drawingml/2006/main" noGrp="1"/>
          </p:cNvSpPr>
          <p:nvPr/>
        </p:nvSpPr>
        <p:spPr>
          <a:xfrm xmlns:a="http://schemas.openxmlformats.org/drawingml/2006/main">
            <a:off x="68770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A</a:t>
            </a:r>
          </a:p>
        </p:txBody>
      </p:sp>
      <p:sp>
        <p:nvSpPr>
          <p:cNvPr id="1178108221" name="Rectangle: Rounded Corners 1412774459">
            <a:extLst xmlns:a="http://schemas.openxmlformats.org/drawingml/2006/main">
              <a:ext uri="{FF2B5EF4-FFF2-40B4-BE49-F238E27FC236}">
                <a16:creationId xmlns:a16="http://schemas.microsoft.com/office/drawing/2014/main" id="{2310E3E8-6C69-4EF4-9CE6-3AA43F137DED}"/>
              </a:ext>
            </a:extLst>
          </p:cNvPr>
          <p:cNvSpPr>
            <a:spLocks xmlns:a="http://schemas.openxmlformats.org/drawingml/2006/main" noGrp="1"/>
          </p:cNvSpPr>
          <p:nvPr/>
        </p:nvSpPr>
        <p:spPr>
          <a:xfrm xmlns:a="http://schemas.openxmlformats.org/drawingml/2006/main">
            <a:off x="7477125" y="3143250"/>
            <a:ext cx="323850" cy="64770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11999575" name="Rectangle 842999192">
            <a:extLst xmlns:a="http://schemas.openxmlformats.org/drawingml/2006/main">
              <a:ext uri="{FF2B5EF4-FFF2-40B4-BE49-F238E27FC236}">
                <a16:creationId xmlns:a16="http://schemas.microsoft.com/office/drawing/2014/main" id="{15AAEC1E-45EF-4926-A8E0-EE3C7A3A68A5}"/>
              </a:ext>
            </a:extLst>
          </p:cNvPr>
          <p:cNvSpPr>
            <a:spLocks xmlns:a="http://schemas.openxmlformats.org/drawingml/2006/main" noGrp="1"/>
          </p:cNvSpPr>
          <p:nvPr/>
        </p:nvSpPr>
        <p:spPr>
          <a:xfrm xmlns:a="http://schemas.openxmlformats.org/drawingml/2006/main">
            <a:off x="74009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B</a:t>
            </a:r>
          </a:p>
        </p:txBody>
      </p:sp>
      <p:sp>
        <p:nvSpPr>
          <p:cNvPr id="934433243" name="Rectangle: Rounded Corners 1720875966">
            <a:extLst xmlns:a="http://schemas.openxmlformats.org/drawingml/2006/main">
              <a:ext uri="{FF2B5EF4-FFF2-40B4-BE49-F238E27FC236}">
                <a16:creationId xmlns:a16="http://schemas.microsoft.com/office/drawing/2014/main" id="{562AAE22-72C8-4D9F-8EAC-ACA12E07CB93}"/>
              </a:ext>
            </a:extLst>
          </p:cNvPr>
          <p:cNvSpPr>
            <a:spLocks xmlns:a="http://schemas.openxmlformats.org/drawingml/2006/main" noGrp="1"/>
          </p:cNvSpPr>
          <p:nvPr/>
        </p:nvSpPr>
        <p:spPr>
          <a:xfrm xmlns:a="http://schemas.openxmlformats.org/drawingml/2006/main">
            <a:off x="8001000" y="3314700"/>
            <a:ext cx="323850" cy="476250"/>
          </a:xfrm>
          <a:prstGeom xmlns:a="http://schemas.openxmlformats.org/drawingml/2006/main" prst="roundRect">
            <a:avLst>
              <a:gd name="adj" fmla="val 35294"/>
            </a:avLst>
          </a:prstGeom>
          <a:solidFill xmlns:a="http://schemas.openxmlformats.org/drawingml/2006/main">
            <a:srgbClr val="10B981"/>
          </a:solidFill>
          <a:ln xmlns:a="http://schemas.openxmlformats.org/drawingml/2006/main" w="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10312583" name="Rectangle 66502239">
            <a:extLst xmlns:a="http://schemas.openxmlformats.org/drawingml/2006/main">
              <a:ext uri="{FF2B5EF4-FFF2-40B4-BE49-F238E27FC236}">
                <a16:creationId xmlns:a16="http://schemas.microsoft.com/office/drawing/2014/main" id="{3FDBC3C3-2993-4C17-ABE6-926EF9581E6A}"/>
              </a:ext>
            </a:extLst>
          </p:cNvPr>
          <p:cNvSpPr>
            <a:spLocks xmlns:a="http://schemas.openxmlformats.org/drawingml/2006/main" noGrp="1"/>
          </p:cNvSpPr>
          <p:nvPr/>
        </p:nvSpPr>
        <p:spPr>
          <a:xfrm xmlns:a="http://schemas.openxmlformats.org/drawingml/2006/main">
            <a:off x="792480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C</a:t>
            </a:r>
          </a:p>
        </p:txBody>
      </p:sp>
      <p:sp>
        <p:nvSpPr>
          <p:cNvPr id="1979011560" name="Rectangle: Rounded Corners 2118371450">
            <a:extLst xmlns:a="http://schemas.openxmlformats.org/drawingml/2006/main">
              <a:ext uri="{FF2B5EF4-FFF2-40B4-BE49-F238E27FC236}">
                <a16:creationId xmlns:a16="http://schemas.microsoft.com/office/drawing/2014/main" id="{D1A9505E-1FE0-4954-882F-60FA0ADA844D}"/>
              </a:ext>
            </a:extLst>
          </p:cNvPr>
          <p:cNvSpPr>
            <a:spLocks xmlns:a="http://schemas.openxmlformats.org/drawingml/2006/main" noGrp="1"/>
          </p:cNvSpPr>
          <p:nvPr/>
        </p:nvSpPr>
        <p:spPr>
          <a:xfrm xmlns:a="http://schemas.openxmlformats.org/drawingml/2006/main">
            <a:off x="8524875" y="3486150"/>
            <a:ext cx="323850" cy="304800"/>
          </a:xfrm>
          <a:prstGeom xmlns:a="http://schemas.openxmlformats.org/drawingml/2006/main" prst="roundRect">
            <a:avLst>
              <a:gd name="adj" fmla="val 375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36218366" name="Rectangle 1265886563">
            <a:extLst xmlns:a="http://schemas.openxmlformats.org/drawingml/2006/main">
              <a:ext uri="{FF2B5EF4-FFF2-40B4-BE49-F238E27FC236}">
                <a16:creationId xmlns:a16="http://schemas.microsoft.com/office/drawing/2014/main" id="{A4AA0EF5-CEBD-44AF-90D1-6D70475B61F4}"/>
              </a:ext>
            </a:extLst>
          </p:cNvPr>
          <p:cNvSpPr>
            <a:spLocks xmlns:a="http://schemas.openxmlformats.org/drawingml/2006/main" noGrp="1"/>
          </p:cNvSpPr>
          <p:nvPr/>
        </p:nvSpPr>
        <p:spPr>
          <a:xfrm xmlns:a="http://schemas.openxmlformats.org/drawingml/2006/main">
            <a:off x="844867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D</a:t>
            </a:r>
          </a:p>
        </p:txBody>
      </p:sp>
      <p:sp>
        <p:nvSpPr>
          <p:cNvPr id="1572193941" name="Rectangle: Rounded Corners 2042608732">
            <a:extLst xmlns:a="http://schemas.openxmlformats.org/drawingml/2006/main">
              <a:ext uri="{FF2B5EF4-FFF2-40B4-BE49-F238E27FC236}">
                <a16:creationId xmlns:a16="http://schemas.microsoft.com/office/drawing/2014/main" id="{C6268581-54A2-4334-9DC9-ADB11F6D665C}"/>
              </a:ext>
            </a:extLst>
          </p:cNvPr>
          <p:cNvSpPr>
            <a:spLocks xmlns:a="http://schemas.openxmlformats.org/drawingml/2006/main" noGrp="1"/>
          </p:cNvSpPr>
          <p:nvPr/>
        </p:nvSpPr>
        <p:spPr>
          <a:xfrm xmlns:a="http://schemas.openxmlformats.org/drawingml/2006/main">
            <a:off x="9048750" y="3600450"/>
            <a:ext cx="323850" cy="1905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07505016" name="Rectangle 661207096">
            <a:extLst xmlns:a="http://schemas.openxmlformats.org/drawingml/2006/main">
              <a:ext uri="{FF2B5EF4-FFF2-40B4-BE49-F238E27FC236}">
                <a16:creationId xmlns:a16="http://schemas.microsoft.com/office/drawing/2014/main" id="{4FD8463E-A1A0-4971-9CC5-37FF77E3ADFC}"/>
              </a:ext>
            </a:extLst>
          </p:cNvPr>
          <p:cNvSpPr>
            <a:spLocks xmlns:a="http://schemas.openxmlformats.org/drawingml/2006/main" noGrp="1"/>
          </p:cNvSpPr>
          <p:nvPr/>
        </p:nvSpPr>
        <p:spPr>
          <a:xfrm xmlns:a="http://schemas.openxmlformats.org/drawingml/2006/main">
            <a:off x="8972550"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E</a:t>
            </a:r>
          </a:p>
        </p:txBody>
      </p:sp>
      <p:sp>
        <p:nvSpPr>
          <p:cNvPr id="415560175" name="Rectangle: Rounded Corners 1098391783">
            <a:extLst xmlns:a="http://schemas.openxmlformats.org/drawingml/2006/main">
              <a:ext uri="{FF2B5EF4-FFF2-40B4-BE49-F238E27FC236}">
                <a16:creationId xmlns:a16="http://schemas.microsoft.com/office/drawing/2014/main" id="{D15E940F-C696-4496-8B58-146C1110CA34}"/>
              </a:ext>
            </a:extLst>
          </p:cNvPr>
          <p:cNvSpPr>
            <a:spLocks xmlns:a="http://schemas.openxmlformats.org/drawingml/2006/main" noGrp="1"/>
          </p:cNvSpPr>
          <p:nvPr/>
        </p:nvSpPr>
        <p:spPr>
          <a:xfrm xmlns:a="http://schemas.openxmlformats.org/drawingml/2006/main">
            <a:off x="9572625" y="3676650"/>
            <a:ext cx="323850" cy="114300"/>
          </a:xfrm>
          <a:prstGeom xmlns:a="http://schemas.openxmlformats.org/drawingml/2006/main" prst="roundRect">
            <a:avLst>
              <a:gd name="adj" fmla="val 50000"/>
            </a:avLst>
          </a:prstGeom>
          <a:solidFill xmlns:a="http://schemas.openxmlformats.org/drawingml/2006/main">
            <a:srgbClr val="E5E7EB"/>
          </a:solidFill>
          <a:ln xmlns:a="http://schemas.openxmlformats.org/drawingml/2006/main" w="0">
            <a:solidFill>
              <a:srgbClr val="E5E7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52223155" name="Rectangle 1867510340">
            <a:extLst xmlns:a="http://schemas.openxmlformats.org/drawingml/2006/main">
              <a:ext uri="{FF2B5EF4-FFF2-40B4-BE49-F238E27FC236}">
                <a16:creationId xmlns:a16="http://schemas.microsoft.com/office/drawing/2014/main" id="{E78F3425-5D4C-44E8-BB1E-FD65CE9C6390}"/>
              </a:ext>
            </a:extLst>
          </p:cNvPr>
          <p:cNvSpPr>
            <a:spLocks xmlns:a="http://schemas.openxmlformats.org/drawingml/2006/main" noGrp="1"/>
          </p:cNvSpPr>
          <p:nvPr/>
        </p:nvSpPr>
        <p:spPr>
          <a:xfrm xmlns:a="http://schemas.openxmlformats.org/drawingml/2006/main">
            <a:off x="9496425" y="38862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F</a:t>
            </a:r>
          </a:p>
        </p:txBody>
      </p:sp>
      <p:sp>
        <p:nvSpPr>
          <p:cNvPr id="1488834888" name="Rectangle 610821016">
            <a:extLst xmlns:a="http://schemas.openxmlformats.org/drawingml/2006/main">
              <a:ext uri="{FF2B5EF4-FFF2-40B4-BE49-F238E27FC236}">
                <a16:creationId xmlns:a16="http://schemas.microsoft.com/office/drawing/2014/main" id="{73877533-6955-46D5-970B-73C5D739CFB8}"/>
              </a:ext>
            </a:extLst>
          </p:cNvPr>
          <p:cNvSpPr>
            <a:spLocks xmlns:a="http://schemas.openxmlformats.org/drawingml/2006/main" noGrp="1"/>
          </p:cNvSpPr>
          <p:nvPr/>
        </p:nvSpPr>
        <p:spPr>
          <a:xfrm xmlns:a="http://schemas.openxmlformats.org/drawingml/2006/main">
            <a:off x="7239000" y="4095750"/>
            <a:ext cx="266700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1">
                <a:solidFill>
                  <a:srgbClr val="10B981"/>
                </a:solidFill>
              </a:defRPr>
            </a:pPr>
            <a:r>
              <a:rPr sz="1350" b="1">
                <a:solidFill>
                  <a:srgbClr val="10B981"/>
                </a:solidFill>
              </a:rPr>
              <a:t>sample only inside nucleus</a:t>
            </a:r>
          </a:p>
        </p:txBody>
      </p:sp>
      <p:sp>
        <p:nvSpPr>
          <p:cNvPr id="337831831" name="Rectangle: Rounded Corners 1846748793">
            <a:extLst xmlns:a="http://schemas.openxmlformats.org/drawingml/2006/main">
              <a:ext uri="{FF2B5EF4-FFF2-40B4-BE49-F238E27FC236}">
                <a16:creationId xmlns:a16="http://schemas.microsoft.com/office/drawing/2014/main" id="{C4A73F4B-D328-41ED-B29B-2A7DE0BA64D2}"/>
              </a:ext>
            </a:extLst>
          </p:cNvPr>
          <p:cNvSpPr>
            <a:spLocks xmlns:a="http://schemas.openxmlformats.org/drawingml/2006/main" noGrp="1"/>
          </p:cNvSpPr>
          <p:nvPr/>
        </p:nvSpPr>
        <p:spPr>
          <a:xfrm xmlns:a="http://schemas.openxmlformats.org/drawingml/2006/main">
            <a:off x="16002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2563EB"/>
                </a:solidFill>
              </a:defRPr>
            </a:pPr>
            <a:r>
              <a:rPr sz="1650" b="1">
                <a:solidFill>
                  <a:srgbClr val="2563EB"/>
                </a:solidFill>
              </a:rPr>
              <a:t>max tokens</a:t>
            </a:r>
          </a:p>
        </p:txBody>
      </p:sp>
      <p:sp>
        <p:nvSpPr>
          <p:cNvPr id="918717732" name="Rectangle 569626175">
            <a:extLst xmlns:a="http://schemas.openxmlformats.org/drawingml/2006/main">
              <a:ext uri="{FF2B5EF4-FFF2-40B4-BE49-F238E27FC236}">
                <a16:creationId xmlns:a16="http://schemas.microsoft.com/office/drawing/2014/main" id="{C9B89BE8-EA8B-4749-98B6-9E5536B3D03E}"/>
              </a:ext>
            </a:extLst>
          </p:cNvPr>
          <p:cNvSpPr>
            <a:spLocks xmlns:a="http://schemas.openxmlformats.org/drawingml/2006/main" noGrp="1"/>
          </p:cNvSpPr>
          <p:nvPr/>
        </p:nvSpPr>
        <p:spPr>
          <a:xfrm xmlns:a="http://schemas.openxmlformats.org/drawingml/2006/main">
            <a:off x="16002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how long to continue</a:t>
            </a:r>
          </a:p>
        </p:txBody>
      </p:sp>
      <p:sp>
        <p:nvSpPr>
          <p:cNvPr id="387581517" name="Rectangle: Rounded Corners 43298065">
            <a:extLst xmlns:a="http://schemas.openxmlformats.org/drawingml/2006/main">
              <a:ext uri="{FF2B5EF4-FFF2-40B4-BE49-F238E27FC236}">
                <a16:creationId xmlns:a16="http://schemas.microsoft.com/office/drawing/2014/main" id="{6A924B09-4F44-4C84-B1EF-AE4A05453C90}"/>
              </a:ext>
            </a:extLst>
          </p:cNvPr>
          <p:cNvSpPr>
            <a:spLocks xmlns:a="http://schemas.openxmlformats.org/drawingml/2006/main" noGrp="1"/>
          </p:cNvSpPr>
          <p:nvPr/>
        </p:nvSpPr>
        <p:spPr>
          <a:xfrm xmlns:a="http://schemas.openxmlformats.org/drawingml/2006/main">
            <a:off x="49530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7C3AED"/>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7C3AED"/>
                </a:solidFill>
              </a:defRPr>
            </a:pPr>
            <a:r>
              <a:rPr sz="1650" b="1">
                <a:solidFill>
                  <a:srgbClr val="7C3AED"/>
                </a:solidFill>
              </a:rPr>
              <a:t>penalties</a:t>
            </a:r>
          </a:p>
        </p:txBody>
      </p:sp>
      <p:sp>
        <p:nvSpPr>
          <p:cNvPr id="1879099790" name="Rectangle 114239354">
            <a:extLst xmlns:a="http://schemas.openxmlformats.org/drawingml/2006/main">
              <a:ext uri="{FF2B5EF4-FFF2-40B4-BE49-F238E27FC236}">
                <a16:creationId xmlns:a16="http://schemas.microsoft.com/office/drawing/2014/main" id="{2C6D27B7-27C4-4135-87D6-9C9FBFC661AD}"/>
              </a:ext>
            </a:extLst>
          </p:cNvPr>
          <p:cNvSpPr>
            <a:spLocks xmlns:a="http://schemas.openxmlformats.org/drawingml/2006/main" noGrp="1"/>
          </p:cNvSpPr>
          <p:nvPr/>
        </p:nvSpPr>
        <p:spPr>
          <a:xfrm xmlns:a="http://schemas.openxmlformats.org/drawingml/2006/main">
            <a:off x="49530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reduce repetition</a:t>
            </a:r>
          </a:p>
        </p:txBody>
      </p:sp>
      <p:sp>
        <p:nvSpPr>
          <p:cNvPr id="1992925877" name="Rectangle: Rounded Corners 1589723464">
            <a:extLst xmlns:a="http://schemas.openxmlformats.org/drawingml/2006/main">
              <a:ext uri="{FF2B5EF4-FFF2-40B4-BE49-F238E27FC236}">
                <a16:creationId xmlns:a16="http://schemas.microsoft.com/office/drawing/2014/main" id="{AA4CD937-8438-4FCF-83FA-5B869D0FC4A3}"/>
              </a:ext>
            </a:extLst>
          </p:cNvPr>
          <p:cNvSpPr>
            <a:spLocks xmlns:a="http://schemas.openxmlformats.org/drawingml/2006/main" noGrp="1"/>
          </p:cNvSpPr>
          <p:nvPr/>
        </p:nvSpPr>
        <p:spPr>
          <a:xfrm xmlns:a="http://schemas.openxmlformats.org/drawingml/2006/main">
            <a:off x="8305800" y="4953000"/>
            <a:ext cx="2286000" cy="552450"/>
          </a:xfrm>
          <a:prstGeom xmlns:a="http://schemas.openxmlformats.org/drawingml/2006/main" prst="roundRect">
            <a:avLst>
              <a:gd name="adj" fmla="val 20690"/>
            </a:avLst>
          </a:prstGeom>
          <a:solidFill xmlns:a="http://schemas.openxmlformats.org/drawingml/2006/main">
            <a:srgbClr val="FFFFFF"/>
          </a:solidFill>
          <a:ln xmlns:a="http://schemas.openxmlformats.org/drawingml/2006/main" w="19050">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EF4444"/>
                </a:solidFill>
              </a:defRPr>
            </a:pPr>
            <a:r>
              <a:rPr sz="1650" b="1">
                <a:solidFill>
                  <a:srgbClr val="EF4444"/>
                </a:solidFill>
              </a:rPr>
              <a:t>stop</a:t>
            </a:r>
          </a:p>
        </p:txBody>
      </p:sp>
      <p:sp>
        <p:nvSpPr>
          <p:cNvPr id="158025697" name="Rectangle 127230098">
            <a:extLst xmlns:a="http://schemas.openxmlformats.org/drawingml/2006/main">
              <a:ext uri="{FF2B5EF4-FFF2-40B4-BE49-F238E27FC236}">
                <a16:creationId xmlns:a16="http://schemas.microsoft.com/office/drawing/2014/main" id="{38648B14-AB72-4088-A9DC-62C1E88492BB}"/>
              </a:ext>
            </a:extLst>
          </p:cNvPr>
          <p:cNvSpPr>
            <a:spLocks xmlns:a="http://schemas.openxmlformats.org/drawingml/2006/main" noGrp="1"/>
          </p:cNvSpPr>
          <p:nvPr/>
        </p:nvSpPr>
        <p:spPr>
          <a:xfrm xmlns:a="http://schemas.openxmlformats.org/drawingml/2006/main">
            <a:off x="8305800" y="5581649"/>
            <a:ext cx="22860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200" b="0">
                <a:solidFill>
                  <a:srgbClr val="667085"/>
                </a:solidFill>
              </a:defRPr>
            </a:pPr>
            <a:r>
              <a:rPr sz="1200" b="0">
                <a:solidFill>
                  <a:srgbClr val="667085"/>
                </a:solidFill>
              </a:rPr>
              <a:t>where to end</a:t>
            </a:r>
          </a:p>
        </p:txBody>
      </p:sp>
      <p:sp>
        <p:nvSpPr>
          <p:cNvPr id="948801048" name="Rectangle 760303360">
            <a:extLst xmlns:a="http://schemas.openxmlformats.org/drawingml/2006/main">
              <a:ext uri="{FF2B5EF4-FFF2-40B4-BE49-F238E27FC236}">
                <a16:creationId xmlns:a16="http://schemas.microsoft.com/office/drawing/2014/main" id="{E4DBEF13-BE24-4183-A5D9-527C73791E90}"/>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62</a:t>
            </a:r>
          </a:p>
        </p:txBody>
      </p:sp>
      <p:pic>
        <p:nvPicPr>
          <p:cNvPr id="2089043100" name="Graphic 2118371498"/>
          <p:cNvPicPr>
            <a:picLocks xmlns:a="http://schemas.openxmlformats.org/drawingml/2006/main" noChangeAspect="1"/>
          </p:cNvPicPr>
          <p:nvPr/>
        </p:nvPicPr>
        <p:blipFill rotWithShape="1">
          <a:blip xmlns:r="http://schemas.openxmlformats.org/officeDocument/2006/relationships" xmlns:a="http://schemas.openxmlformats.org/drawingml/2006/main" r:embed="Rbde76e0da3004094">
            <a:extLst>
              <a:ext uri="{96DAC541-7B7A-43D3-8B79-37D633B846F1}">
                <asvg:svgBlip xmlns:asvg="http://schemas.microsoft.com/office/drawing/2016/SVG/main" r:embed="R3e94f3baf69d41e8"/>
              </a:ext>
            </a:extLst>
          </a:blip>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Tree>
    <p:extLst>
      <p:ext uri="{BB962C8B-B14F-4D97-AF65-F5344CB8AC3E}">
        <p14:creationId xmlns:p14="http://schemas.microsoft.com/office/powerpoint/2010/main" val="715411393"/>
      </p:ext>
    </p:extLst>
  </p:cSld>
</p:sld>
</file>

<file path=ppt/slides/slide63.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20217676" name="Rectangle 1109576543">
            <a:extLst xmlns:a="http://schemas.openxmlformats.org/drawingml/2006/main">
              <a:ext uri="{FF2B5EF4-FFF2-40B4-BE49-F238E27FC236}">
                <a16:creationId xmlns:a16="http://schemas.microsoft.com/office/drawing/2014/main" id="{E32C5158-B284-4B08-B02F-5D8ED456A54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Recap</a:t>
            </a:r>
          </a:p>
        </p:txBody>
      </p:sp>
      <p:sp>
        <p:nvSpPr>
          <p:cNvPr id="1465563913" name="Rectangle 165357682">
            <a:extLst xmlns:a="http://schemas.openxmlformats.org/drawingml/2006/main">
              <a:ext uri="{FF2B5EF4-FFF2-40B4-BE49-F238E27FC236}">
                <a16:creationId xmlns:a16="http://schemas.microsoft.com/office/drawing/2014/main" id="{DABD5CE7-8FC2-420B-88A8-603B34ED70A8}"/>
              </a:ext>
            </a:extLst>
          </p:cNvPr>
          <p:cNvSpPr>
            <a:spLocks xmlns:a="http://schemas.openxmlformats.org/drawingml/2006/main" noGrp="1"/>
          </p:cNvSpPr>
          <p:nvPr/>
        </p:nvSpPr>
        <p:spPr>
          <a:xfrm xmlns:a="http://schemas.openxmlformats.org/drawingml/2006/main">
            <a:off x="609600" y="590549"/>
            <a:ext cx="93345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The whole path is one learning story</a:t>
            </a:r>
          </a:p>
        </p:txBody>
      </p:sp>
      <p:sp>
        <p:nvSpPr>
          <p:cNvPr id="431205978" name="Rectangle: Rounded Corners 1373434995">
            <a:extLst xmlns:a="http://schemas.openxmlformats.org/drawingml/2006/main">
              <a:ext uri="{FF2B5EF4-FFF2-40B4-BE49-F238E27FC236}">
                <a16:creationId xmlns:a16="http://schemas.microsoft.com/office/drawing/2014/main" id="{EFA3B66C-5966-4883-B22F-13A87048F62B}"/>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55562975" name="Straight Connector 247695513">
            <a:extLst xmlns:a="http://schemas.openxmlformats.org/drawingml/2006/main">
              <a:ext uri="{FF2B5EF4-FFF2-40B4-BE49-F238E27FC236}">
                <a16:creationId xmlns:a16="http://schemas.microsoft.com/office/drawing/2014/main" id="{CAD819AF-3B36-4D04-B397-701308FB5B1B}"/>
              </a:ext>
            </a:extLst>
          </p:cNvPr>
          <p:cNvSpPr>
            <a:spLocks xmlns:a="http://schemas.openxmlformats.org/drawingml/2006/main" noGrp="1"/>
          </p:cNvSpPr>
          <p:nvPr/>
        </p:nvSpPr>
        <p:spPr>
          <a:xfrm xmlns:a="http://schemas.openxmlformats.org/drawingml/2006/main">
            <a:off x="1428750" y="3619500"/>
            <a:ext cx="885825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2346921" name="Oval 628746849">
            <a:extLst xmlns:a="http://schemas.openxmlformats.org/drawingml/2006/main">
              <a:ext uri="{FF2B5EF4-FFF2-40B4-BE49-F238E27FC236}">
                <a16:creationId xmlns:a16="http://schemas.microsoft.com/office/drawing/2014/main" id="{1EA106A6-DAAF-4B68-BDA1-0C1493B44018}"/>
              </a:ext>
            </a:extLst>
          </p:cNvPr>
          <p:cNvSpPr>
            <a:spLocks xmlns:a="http://schemas.openxmlformats.org/drawingml/2006/main" noGrp="1"/>
          </p:cNvSpPr>
          <p:nvPr/>
        </p:nvSpPr>
        <p:spPr>
          <a:xfrm xmlns:a="http://schemas.openxmlformats.org/drawingml/2006/main">
            <a:off x="1285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1</a:t>
            </a:r>
          </a:p>
        </p:txBody>
      </p:sp>
      <p:sp>
        <p:nvSpPr>
          <p:cNvPr id="744313137" name="Rectangle 1898660202">
            <a:extLst xmlns:a="http://schemas.openxmlformats.org/drawingml/2006/main">
              <a:ext uri="{FF2B5EF4-FFF2-40B4-BE49-F238E27FC236}">
                <a16:creationId xmlns:a16="http://schemas.microsoft.com/office/drawing/2014/main" id="{9A7FE436-BE82-4E0D-8266-A84FE1690195}"/>
              </a:ext>
            </a:extLst>
          </p:cNvPr>
          <p:cNvSpPr>
            <a:spLocks xmlns:a="http://schemas.openxmlformats.org/drawingml/2006/main" noGrp="1"/>
          </p:cNvSpPr>
          <p:nvPr/>
        </p:nvSpPr>
        <p:spPr>
          <a:xfrm xmlns:a="http://schemas.openxmlformats.org/drawingml/2006/main">
            <a:off x="904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line</a:t>
            </a:r>
          </a:p>
        </p:txBody>
      </p:sp>
      <p:sp>
        <p:nvSpPr>
          <p:cNvPr id="1562482906" name="Oval 901053968">
            <a:extLst xmlns:a="http://schemas.openxmlformats.org/drawingml/2006/main">
              <a:ext uri="{FF2B5EF4-FFF2-40B4-BE49-F238E27FC236}">
                <a16:creationId xmlns:a16="http://schemas.microsoft.com/office/drawing/2014/main" id="{D722E7B2-139C-42C5-9CCE-DF0BB09A6CE0}"/>
              </a:ext>
            </a:extLst>
          </p:cNvPr>
          <p:cNvSpPr>
            <a:spLocks xmlns:a="http://schemas.openxmlformats.org/drawingml/2006/main" noGrp="1"/>
          </p:cNvSpPr>
          <p:nvPr/>
        </p:nvSpPr>
        <p:spPr>
          <a:xfrm xmlns:a="http://schemas.openxmlformats.org/drawingml/2006/main">
            <a:off x="280987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2</a:t>
            </a:r>
          </a:p>
        </p:txBody>
      </p:sp>
      <p:sp>
        <p:nvSpPr>
          <p:cNvPr id="1230342748" name="Rectangle 2049675483">
            <a:extLst xmlns:a="http://schemas.openxmlformats.org/drawingml/2006/main">
              <a:ext uri="{FF2B5EF4-FFF2-40B4-BE49-F238E27FC236}">
                <a16:creationId xmlns:a16="http://schemas.microsoft.com/office/drawing/2014/main" id="{34F5DAE3-2256-47EB-A8D1-DB5D5A4126F3}"/>
              </a:ext>
            </a:extLst>
          </p:cNvPr>
          <p:cNvSpPr>
            <a:spLocks xmlns:a="http://schemas.openxmlformats.org/drawingml/2006/main" noGrp="1"/>
          </p:cNvSpPr>
          <p:nvPr/>
        </p:nvSpPr>
        <p:spPr>
          <a:xfrm xmlns:a="http://schemas.openxmlformats.org/drawingml/2006/main">
            <a:off x="2428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network</a:t>
            </a:r>
          </a:p>
        </p:txBody>
      </p:sp>
      <p:sp>
        <p:nvSpPr>
          <p:cNvPr id="607997578" name="Oval 80204406">
            <a:extLst xmlns:a="http://schemas.openxmlformats.org/drawingml/2006/main">
              <a:ext uri="{FF2B5EF4-FFF2-40B4-BE49-F238E27FC236}">
                <a16:creationId xmlns:a16="http://schemas.microsoft.com/office/drawing/2014/main" id="{4BD5E394-6CBE-460C-B5B6-60823644155C}"/>
              </a:ext>
            </a:extLst>
          </p:cNvPr>
          <p:cNvSpPr>
            <a:spLocks xmlns:a="http://schemas.openxmlformats.org/drawingml/2006/main" noGrp="1"/>
          </p:cNvSpPr>
          <p:nvPr/>
        </p:nvSpPr>
        <p:spPr>
          <a:xfrm xmlns:a="http://schemas.openxmlformats.org/drawingml/2006/main">
            <a:off x="4429125" y="3286125"/>
            <a:ext cx="666750" cy="666750"/>
          </a:xfrm>
          <a:prstGeom xmlns:a="http://schemas.openxmlformats.org/drawingml/2006/main" prst="ellipse">
            <a:avLst/>
          </a:prstGeom>
          <a:solidFill xmlns:a="http://schemas.openxmlformats.org/drawingml/2006/main">
            <a:srgbClr val="FFFFFF"/>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3</a:t>
            </a:r>
          </a:p>
        </p:txBody>
      </p:sp>
      <p:sp>
        <p:nvSpPr>
          <p:cNvPr id="1925607713" name="Rectangle 1419699716">
            <a:extLst xmlns:a="http://schemas.openxmlformats.org/drawingml/2006/main">
              <a:ext uri="{FF2B5EF4-FFF2-40B4-BE49-F238E27FC236}">
                <a16:creationId xmlns:a16="http://schemas.microsoft.com/office/drawing/2014/main" id="{EC8E139A-B5AE-4FFF-9869-220B1BB5FF7B}"/>
              </a:ext>
            </a:extLst>
          </p:cNvPr>
          <p:cNvSpPr>
            <a:spLocks xmlns:a="http://schemas.openxmlformats.org/drawingml/2006/main" noGrp="1"/>
          </p:cNvSpPr>
          <p:nvPr/>
        </p:nvSpPr>
        <p:spPr>
          <a:xfrm xmlns:a="http://schemas.openxmlformats.org/drawingml/2006/main">
            <a:off x="4048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backprop</a:t>
            </a:r>
          </a:p>
        </p:txBody>
      </p:sp>
      <p:sp>
        <p:nvSpPr>
          <p:cNvPr id="1509017545" name="Oval 1824188964">
            <a:extLst xmlns:a="http://schemas.openxmlformats.org/drawingml/2006/main">
              <a:ext uri="{FF2B5EF4-FFF2-40B4-BE49-F238E27FC236}">
                <a16:creationId xmlns:a16="http://schemas.microsoft.com/office/drawing/2014/main" id="{EA0EBCA7-4883-4A86-BF6E-8346C552F94E}"/>
              </a:ext>
            </a:extLst>
          </p:cNvPr>
          <p:cNvSpPr>
            <a:spLocks xmlns:a="http://schemas.openxmlformats.org/drawingml/2006/main" noGrp="1"/>
          </p:cNvSpPr>
          <p:nvPr/>
        </p:nvSpPr>
        <p:spPr>
          <a:xfrm xmlns:a="http://schemas.openxmlformats.org/drawingml/2006/main">
            <a:off x="6238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4</a:t>
            </a:r>
          </a:p>
        </p:txBody>
      </p:sp>
      <p:sp>
        <p:nvSpPr>
          <p:cNvPr id="394814573" name="Rectangle 1161191516">
            <a:extLst xmlns:a="http://schemas.openxmlformats.org/drawingml/2006/main">
              <a:ext uri="{FF2B5EF4-FFF2-40B4-BE49-F238E27FC236}">
                <a16:creationId xmlns:a16="http://schemas.microsoft.com/office/drawing/2014/main" id="{A51DCA4A-01D6-49D2-B561-6A10A7F90AB5}"/>
              </a:ext>
            </a:extLst>
          </p:cNvPr>
          <p:cNvSpPr>
            <a:spLocks xmlns:a="http://schemas.openxmlformats.org/drawingml/2006/main" noGrp="1"/>
          </p:cNvSpPr>
          <p:nvPr/>
        </p:nvSpPr>
        <p:spPr>
          <a:xfrm xmlns:a="http://schemas.openxmlformats.org/drawingml/2006/main">
            <a:off x="5857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attention</a:t>
            </a:r>
          </a:p>
        </p:txBody>
      </p:sp>
      <p:sp>
        <p:nvSpPr>
          <p:cNvPr id="304702327" name="Oval 506955708">
            <a:extLst xmlns:a="http://schemas.openxmlformats.org/drawingml/2006/main">
              <a:ext uri="{FF2B5EF4-FFF2-40B4-BE49-F238E27FC236}">
                <a16:creationId xmlns:a16="http://schemas.microsoft.com/office/drawing/2014/main" id="{2DC47A0E-4F0D-46DA-B632-08D7FD21A28F}"/>
              </a:ext>
            </a:extLst>
          </p:cNvPr>
          <p:cNvSpPr>
            <a:spLocks xmlns:a="http://schemas.openxmlformats.org/drawingml/2006/main" noGrp="1"/>
          </p:cNvSpPr>
          <p:nvPr/>
        </p:nvSpPr>
        <p:spPr>
          <a:xfrm xmlns:a="http://schemas.openxmlformats.org/drawingml/2006/main">
            <a:off x="814387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5</a:t>
            </a:r>
          </a:p>
        </p:txBody>
      </p:sp>
      <p:sp>
        <p:nvSpPr>
          <p:cNvPr id="1869214438" name="Rectangle 1606354811">
            <a:extLst xmlns:a="http://schemas.openxmlformats.org/drawingml/2006/main">
              <a:ext uri="{FF2B5EF4-FFF2-40B4-BE49-F238E27FC236}">
                <a16:creationId xmlns:a16="http://schemas.microsoft.com/office/drawing/2014/main" id="{7A7405BB-B484-4EDC-854A-132CC0895283}"/>
              </a:ext>
            </a:extLst>
          </p:cNvPr>
          <p:cNvSpPr>
            <a:spLocks xmlns:a="http://schemas.openxmlformats.org/drawingml/2006/main" noGrp="1"/>
          </p:cNvSpPr>
          <p:nvPr/>
        </p:nvSpPr>
        <p:spPr>
          <a:xfrm xmlns:a="http://schemas.openxmlformats.org/drawingml/2006/main">
            <a:off x="776287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Transformer</a:t>
            </a:r>
          </a:p>
        </p:txBody>
      </p:sp>
      <p:sp>
        <p:nvSpPr>
          <p:cNvPr id="2036239671" name="Oval 759270822">
            <a:extLst xmlns:a="http://schemas.openxmlformats.org/drawingml/2006/main">
              <a:ext uri="{FF2B5EF4-FFF2-40B4-BE49-F238E27FC236}">
                <a16:creationId xmlns:a16="http://schemas.microsoft.com/office/drawing/2014/main" id="{570C870F-A329-4A95-BD8F-3FDF4F97EA75}"/>
              </a:ext>
            </a:extLst>
          </p:cNvPr>
          <p:cNvSpPr>
            <a:spLocks xmlns:a="http://schemas.openxmlformats.org/drawingml/2006/main" noGrp="1"/>
          </p:cNvSpPr>
          <p:nvPr/>
        </p:nvSpPr>
        <p:spPr>
          <a:xfrm xmlns:a="http://schemas.openxmlformats.org/drawingml/2006/main">
            <a:off x="9763125" y="3286125"/>
            <a:ext cx="666750" cy="666750"/>
          </a:xfrm>
          <a:prstGeom xmlns:a="http://schemas.openxmlformats.org/drawingml/2006/main" prst="ellipse">
            <a:avLst/>
          </a:prstGeom>
          <a:solidFill xmlns:a="http://schemas.openxmlformats.org/drawingml/2006/main">
            <a:srgbClr val="E0F2FE"/>
          </a:solidFill>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6</a:t>
            </a:r>
          </a:p>
        </p:txBody>
      </p:sp>
      <p:sp>
        <p:nvSpPr>
          <p:cNvPr id="1932745903" name="Rectangle 2044500735">
            <a:extLst xmlns:a="http://schemas.openxmlformats.org/drawingml/2006/main">
              <a:ext uri="{FF2B5EF4-FFF2-40B4-BE49-F238E27FC236}">
                <a16:creationId xmlns:a16="http://schemas.microsoft.com/office/drawing/2014/main" id="{196DF87A-098D-4C07-B1F7-E5DE8BD59394}"/>
              </a:ext>
            </a:extLst>
          </p:cNvPr>
          <p:cNvSpPr>
            <a:spLocks xmlns:a="http://schemas.openxmlformats.org/drawingml/2006/main" noGrp="1"/>
          </p:cNvSpPr>
          <p:nvPr/>
        </p:nvSpPr>
        <p:spPr>
          <a:xfrm xmlns:a="http://schemas.openxmlformats.org/drawingml/2006/main">
            <a:off x="9382125" y="4238625"/>
            <a:ext cx="1428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600" b="1">
                <a:solidFill>
                  <a:srgbClr val="0B0F19"/>
                </a:solidFill>
              </a:defRPr>
            </a:pPr>
            <a:r>
              <a:rPr sz="1600" b="1">
                <a:solidFill>
                  <a:srgbClr val="0B0F19"/>
                </a:solidFill>
              </a:rPr>
              <a:t>GPT</a:t>
            </a:r>
          </a:p>
        </p:txBody>
      </p:sp>
      <p:sp>
        <p:nvSpPr>
          <p:cNvPr id="580765458" name="Rectangle 421878984">
            <a:extLst xmlns:a="http://schemas.openxmlformats.org/drawingml/2006/main">
              <a:ext uri="{FF2B5EF4-FFF2-40B4-BE49-F238E27FC236}">
                <a16:creationId xmlns:a16="http://schemas.microsoft.com/office/drawing/2014/main" id="{88B3E946-DF46-4E1B-B59A-9558AED14D8E}"/>
              </a:ext>
            </a:extLst>
          </p:cNvPr>
          <p:cNvSpPr>
            <a:spLocks xmlns:a="http://schemas.openxmlformats.org/drawingml/2006/main" noGrp="1"/>
          </p:cNvSpPr>
          <p:nvPr/>
        </p:nvSpPr>
        <p:spPr>
          <a:xfrm xmlns:a="http://schemas.openxmlformats.org/drawingml/2006/main">
            <a:off x="2047875" y="2333625"/>
            <a:ext cx="8096250" cy="419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400" b="1">
                <a:solidFill>
                  <a:srgbClr val="2563EB"/>
                </a:solidFill>
              </a:defRPr>
            </a:pPr>
            <a:r>
              <a:rPr sz="2400" b="1">
                <a:solidFill>
                  <a:srgbClr val="2563EB"/>
                </a:solidFill>
              </a:rPr>
              <a:t>learn from error -&gt; compare tokens -&gt; predict the next token</a:t>
            </a:r>
          </a:p>
        </p:txBody>
      </p:sp>
      <p:sp>
        <p:nvSpPr>
          <p:cNvPr id="1398252625" name="Rectangle 865122751">
            <a:extLst xmlns:a="http://schemas.openxmlformats.org/drawingml/2006/main">
              <a:ext uri="{FF2B5EF4-FFF2-40B4-BE49-F238E27FC236}">
                <a16:creationId xmlns:a16="http://schemas.microsoft.com/office/drawing/2014/main" id="{2ED83307-4E6B-4AFE-B2BB-5C578EEB8F3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63</a:t>
            </a:r>
          </a:p>
        </p:txBody>
      </p:sp>
    </p:spTree>
    <p:extLst>
      <p:ext uri="{BB962C8B-B14F-4D97-AF65-F5344CB8AC3E}">
        <p14:creationId xmlns:p14="http://schemas.microsoft.com/office/powerpoint/2010/main" val="1622371068"/>
      </p:ext>
    </p:extLst>
  </p:cSld>
</p:sld>
</file>

<file path=ppt/slides/slide64.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867481098" name="Rectangle 720144411">
            <a:extLst xmlns:a="http://schemas.openxmlformats.org/drawingml/2006/main">
              <a:ext uri="{FF2B5EF4-FFF2-40B4-BE49-F238E27FC236}">
                <a16:creationId xmlns:a16="http://schemas.microsoft.com/office/drawing/2014/main" id="{D4CB3F46-06ED-4320-BAB9-99B8B925671F}"/>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1690059518" name="Rectangle 1225833152">
            <a:extLst xmlns:a="http://schemas.openxmlformats.org/drawingml/2006/main">
              <a:ext uri="{FF2B5EF4-FFF2-40B4-BE49-F238E27FC236}">
                <a16:creationId xmlns:a16="http://schemas.microsoft.com/office/drawing/2014/main" id="{4F9895A3-C3BC-4BD1-BBFD-7D9E4D82D8DE}"/>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Special tokens can change behavior</a:t>
            </a:r>
          </a:p>
        </p:txBody>
      </p:sp>
      <p:sp>
        <p:nvSpPr>
          <p:cNvPr id="223966021" name="Rectangle: Rounded Corners 259784900">
            <a:extLst xmlns:a="http://schemas.openxmlformats.org/drawingml/2006/main">
              <a:ext uri="{FF2B5EF4-FFF2-40B4-BE49-F238E27FC236}">
                <a16:creationId xmlns:a16="http://schemas.microsoft.com/office/drawing/2014/main" id="{0AB91BE8-9BBA-46E1-93A4-5C3468967FE9}"/>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43128422" name="Rectangle: Rounded Corners 590363604">
            <a:extLst xmlns:a="http://schemas.openxmlformats.org/drawingml/2006/main">
              <a:ext uri="{FF2B5EF4-FFF2-40B4-BE49-F238E27FC236}">
                <a16:creationId xmlns:a16="http://schemas.microsoft.com/office/drawing/2014/main" id="{A758F574-9CDD-4F39-BDC7-EFD1B69A3511}"/>
              </a:ext>
            </a:extLst>
          </p:cNvPr>
          <p:cNvSpPr>
            <a:spLocks xmlns:a="http://schemas.openxmlformats.org/drawingml/2006/main" noGrp="1"/>
          </p:cNvSpPr>
          <p:nvPr/>
        </p:nvSpPr>
        <p:spPr>
          <a:xfrm xmlns:a="http://schemas.openxmlformats.org/drawingml/2006/main">
            <a:off x="1285875"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The</a:t>
            </a:r>
          </a:p>
        </p:txBody>
      </p:sp>
      <p:sp>
        <p:nvSpPr>
          <p:cNvPr id="1250988402" name="Rectangle: Rounded Corners 646256513">
            <a:extLst xmlns:a="http://schemas.openxmlformats.org/drawingml/2006/main">
              <a:ext uri="{FF2B5EF4-FFF2-40B4-BE49-F238E27FC236}">
                <a16:creationId xmlns:a16="http://schemas.microsoft.com/office/drawing/2014/main" id="{53F4BECB-3855-4D16-A82E-F13A68D63AAF}"/>
              </a:ext>
            </a:extLst>
          </p:cNvPr>
          <p:cNvSpPr>
            <a:spLocks xmlns:a="http://schemas.openxmlformats.org/drawingml/2006/main" noGrp="1"/>
          </p:cNvSpPr>
          <p:nvPr/>
        </p:nvSpPr>
        <p:spPr>
          <a:xfrm xmlns:a="http://schemas.openxmlformats.org/drawingml/2006/main">
            <a:off x="3238500" y="2905125"/>
            <a:ext cx="1381125" cy="685800"/>
          </a:xfrm>
          <a:prstGeom xmlns:a="http://schemas.openxmlformats.org/drawingml/2006/main" prst="roundRect">
            <a:avLst>
              <a:gd name="adj" fmla="val 1666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650" b="1">
                <a:solidFill>
                  <a:srgbClr val="0B0F19"/>
                </a:solidFill>
              </a:defRPr>
            </a:pPr>
            <a:r>
              <a:rPr sz="1650" b="1">
                <a:solidFill>
                  <a:srgbClr val="0B0F19"/>
                </a:solidFill>
              </a:rPr>
              <a:t>answer</a:t>
            </a:r>
          </a:p>
        </p:txBody>
      </p:sp>
      <p:sp>
        <p:nvSpPr>
          <p:cNvPr id="1575484527" name="Rectangle: Rounded Corners 904291872">
            <a:extLst xmlns:a="http://schemas.openxmlformats.org/drawingml/2006/main">
              <a:ext uri="{FF2B5EF4-FFF2-40B4-BE49-F238E27FC236}">
                <a16:creationId xmlns:a16="http://schemas.microsoft.com/office/drawing/2014/main" id="{324CDB5C-337B-4F42-A1A3-0E84EC8FD28B}"/>
              </a:ext>
            </a:extLst>
          </p:cNvPr>
          <p:cNvSpPr>
            <a:spLocks xmlns:a="http://schemas.openxmlformats.org/drawingml/2006/main" noGrp="1"/>
          </p:cNvSpPr>
          <p:nvPr/>
        </p:nvSpPr>
        <p:spPr>
          <a:xfrm xmlns:a="http://schemas.openxmlformats.org/drawingml/2006/main">
            <a:off x="519112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&lt;end&gt;</a:t>
            </a:r>
          </a:p>
        </p:txBody>
      </p:sp>
      <p:sp>
        <p:nvSpPr>
          <p:cNvPr id="2082633885" name="Rectangle: Rounded Corners 1609756684">
            <a:extLst xmlns:a="http://schemas.openxmlformats.org/drawingml/2006/main">
              <a:ext uri="{FF2B5EF4-FFF2-40B4-BE49-F238E27FC236}">
                <a16:creationId xmlns:a16="http://schemas.microsoft.com/office/drawing/2014/main" id="{A9C555F2-B61D-4512-9FE8-BBF04A0E4307}"/>
              </a:ext>
            </a:extLst>
          </p:cNvPr>
          <p:cNvSpPr>
            <a:spLocks xmlns:a="http://schemas.openxmlformats.org/drawingml/2006/main" noGrp="1"/>
          </p:cNvSpPr>
          <p:nvPr/>
        </p:nvSpPr>
        <p:spPr>
          <a:xfrm xmlns:a="http://schemas.openxmlformats.org/drawingml/2006/main">
            <a:off x="7143750"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&lt;tool_call&gt;</a:t>
            </a:r>
          </a:p>
        </p:txBody>
      </p:sp>
      <p:sp>
        <p:nvSpPr>
          <p:cNvPr id="33294963" name="Rectangle: Rounded Corners 855592258">
            <a:extLst xmlns:a="http://schemas.openxmlformats.org/drawingml/2006/main">
              <a:ext uri="{FF2B5EF4-FFF2-40B4-BE49-F238E27FC236}">
                <a16:creationId xmlns:a16="http://schemas.microsoft.com/office/drawing/2014/main" id="{1A34F94B-0A2F-47E2-B6D3-59C97B7D7158}"/>
              </a:ext>
            </a:extLst>
          </p:cNvPr>
          <p:cNvSpPr>
            <a:spLocks xmlns:a="http://schemas.openxmlformats.org/drawingml/2006/main" noGrp="1"/>
          </p:cNvSpPr>
          <p:nvPr/>
        </p:nvSpPr>
        <p:spPr>
          <a:xfrm xmlns:a="http://schemas.openxmlformats.org/drawingml/2006/main">
            <a:off x="9096375" y="2905125"/>
            <a:ext cx="1381125" cy="685800"/>
          </a:xfrm>
          <a:prstGeom xmlns:a="http://schemas.openxmlformats.org/drawingml/2006/main" prst="roundRect">
            <a:avLst>
              <a:gd name="adj" fmla="val 16667"/>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&lt;image&gt;</a:t>
            </a:r>
          </a:p>
        </p:txBody>
      </p:sp>
      <p:sp>
        <p:nvSpPr>
          <p:cNvPr id="748986957" name="Straight Connector 607889825">
            <a:extLst xmlns:a="http://schemas.openxmlformats.org/drawingml/2006/main">
              <a:ext uri="{FF2B5EF4-FFF2-40B4-BE49-F238E27FC236}">
                <a16:creationId xmlns:a16="http://schemas.microsoft.com/office/drawing/2014/main" id="{16AEB980-F8B8-4D3A-8F58-9C69A0376CA2}"/>
              </a:ext>
            </a:extLst>
          </p:cNvPr>
          <p:cNvSpPr>
            <a:spLocks xmlns:a="http://schemas.openxmlformats.org/drawingml/2006/main" noGrp="1"/>
          </p:cNvSpPr>
          <p:nvPr/>
        </p:nvSpPr>
        <p:spPr>
          <a:xfrm xmlns:a="http://schemas.openxmlformats.org/drawingml/2006/main">
            <a:off x="1428750" y="4143375"/>
            <a:ext cx="88582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61696046" name="Rectangle 1601584250">
            <a:extLst xmlns:a="http://schemas.openxmlformats.org/drawingml/2006/main">
              <a:ext uri="{FF2B5EF4-FFF2-40B4-BE49-F238E27FC236}">
                <a16:creationId xmlns:a16="http://schemas.microsoft.com/office/drawing/2014/main" id="{D06CF1BC-CB67-41CA-8035-9F9F1E8A9E09}"/>
              </a:ext>
            </a:extLst>
          </p:cNvPr>
          <p:cNvSpPr>
            <a:spLocks xmlns:a="http://schemas.openxmlformats.org/drawingml/2006/main" noGrp="1"/>
          </p:cNvSpPr>
          <p:nvPr/>
        </p:nvSpPr>
        <p:spPr>
          <a:xfrm xmlns:a="http://schemas.openxmlformats.org/drawingml/2006/main">
            <a:off x="1143000" y="4333875"/>
            <a:ext cx="3429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667085"/>
                </a:solidFill>
              </a:defRPr>
            </a:pPr>
            <a:r>
              <a:rPr sz="1800" b="1">
                <a:solidFill>
                  <a:srgbClr val="667085"/>
                </a:solidFill>
              </a:rPr>
              <a:t>normal text tokens</a:t>
            </a:r>
          </a:p>
        </p:txBody>
      </p:sp>
      <p:sp>
        <p:nvSpPr>
          <p:cNvPr id="1358912657" name="Rectangle 734795484">
            <a:extLst xmlns:a="http://schemas.openxmlformats.org/drawingml/2006/main">
              <a:ext uri="{FF2B5EF4-FFF2-40B4-BE49-F238E27FC236}">
                <a16:creationId xmlns:a16="http://schemas.microsoft.com/office/drawing/2014/main" id="{CA4B5AA3-7050-4D76-A6B5-33BE432F1FBE}"/>
              </a:ext>
            </a:extLst>
          </p:cNvPr>
          <p:cNvSpPr>
            <a:spLocks xmlns:a="http://schemas.openxmlformats.org/drawingml/2006/main" noGrp="1"/>
          </p:cNvSpPr>
          <p:nvPr/>
        </p:nvSpPr>
        <p:spPr>
          <a:xfrm xmlns:a="http://schemas.openxmlformats.org/drawingml/2006/main">
            <a:off x="5905500" y="4333875"/>
            <a:ext cx="4095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control tokens</a:t>
            </a:r>
          </a:p>
        </p:txBody>
      </p:sp>
      <p:sp>
        <p:nvSpPr>
          <p:cNvPr id="1423609628" name="Rectangle 28239208">
            <a:extLst xmlns:a="http://schemas.openxmlformats.org/drawingml/2006/main">
              <a:ext uri="{FF2B5EF4-FFF2-40B4-BE49-F238E27FC236}">
                <a16:creationId xmlns:a16="http://schemas.microsoft.com/office/drawing/2014/main" id="{EBC9CEAD-D5D8-4B71-AB91-5DA95531C787}"/>
              </a:ext>
            </a:extLst>
          </p:cNvPr>
          <p:cNvSpPr>
            <a:spLocks xmlns:a="http://schemas.openxmlformats.org/drawingml/2006/main" noGrp="1"/>
          </p:cNvSpPr>
          <p:nvPr/>
        </p:nvSpPr>
        <p:spPr>
          <a:xfrm xmlns:a="http://schemas.openxmlformats.org/drawingml/2006/main">
            <a:off x="1809750" y="5143500"/>
            <a:ext cx="8572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Some tokens are instructions to the system, not words for the user.</a:t>
            </a:r>
          </a:p>
        </p:txBody>
      </p:sp>
      <p:sp>
        <p:nvSpPr>
          <p:cNvPr id="1873280703" name="Rectangle 1250386903">
            <a:extLst xmlns:a="http://schemas.openxmlformats.org/drawingml/2006/main">
              <a:ext uri="{FF2B5EF4-FFF2-40B4-BE49-F238E27FC236}">
                <a16:creationId xmlns:a16="http://schemas.microsoft.com/office/drawing/2014/main" id="{1B07AD4A-F46F-4A2C-8B0A-415A5E607A7B}"/>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64</a:t>
            </a:r>
          </a:p>
        </p:txBody>
      </p:sp>
    </p:spTree>
    <p:extLst>
      <p:ext uri="{BB962C8B-B14F-4D97-AF65-F5344CB8AC3E}">
        <p14:creationId xmlns:p14="http://schemas.microsoft.com/office/powerpoint/2010/main" val="69710492"/>
      </p:ext>
    </p:extLst>
  </p:cSld>
</p:sld>
</file>

<file path=ppt/slides/slide65.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858819581" name="Rectangle 1667135521">
            <a:extLst xmlns:a="http://schemas.openxmlformats.org/drawingml/2006/main">
              <a:ext uri="{FF2B5EF4-FFF2-40B4-BE49-F238E27FC236}">
                <a16:creationId xmlns:a16="http://schemas.microsoft.com/office/drawing/2014/main" id="{54CF2AFF-D3E2-421C-9890-BAB1C79E1256}"/>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GPT</a:t>
            </a:r>
          </a:p>
        </p:txBody>
      </p:sp>
      <p:sp>
        <p:nvSpPr>
          <p:cNvPr id="843552744" name="Rectangle 753528189">
            <a:extLst xmlns:a="http://schemas.openxmlformats.org/drawingml/2006/main">
              <a:ext uri="{FF2B5EF4-FFF2-40B4-BE49-F238E27FC236}">
                <a16:creationId xmlns:a16="http://schemas.microsoft.com/office/drawing/2014/main" id="{F0FF80EA-A74B-463A-A089-E1D7D6BE29D7}"/>
              </a:ext>
            </a:extLst>
          </p:cNvPr>
          <p:cNvSpPr>
            <a:spLocks xmlns:a="http://schemas.openxmlformats.org/drawingml/2006/main" noGrp="1"/>
          </p:cNvSpPr>
          <p:nvPr/>
        </p:nvSpPr>
        <p:spPr>
          <a:xfrm xmlns:a="http://schemas.openxmlformats.org/drawingml/2006/main">
            <a:off x="609600" y="590549"/>
            <a:ext cx="9525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A special token can trigger an external tool</a:t>
            </a:r>
          </a:p>
        </p:txBody>
      </p:sp>
      <p:sp>
        <p:nvSpPr>
          <p:cNvPr id="1917431269" name="Rectangle: Rounded Corners 870951437">
            <a:extLst xmlns:a="http://schemas.openxmlformats.org/drawingml/2006/main">
              <a:ext uri="{FF2B5EF4-FFF2-40B4-BE49-F238E27FC236}">
                <a16:creationId xmlns:a16="http://schemas.microsoft.com/office/drawing/2014/main" id="{3E01E11D-E429-41DF-8D84-71424A0D7361}"/>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16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10504430" name="Rectangle: Rounded Corners 1803074334">
            <a:extLst xmlns:a="http://schemas.openxmlformats.org/drawingml/2006/main">
              <a:ext uri="{FF2B5EF4-FFF2-40B4-BE49-F238E27FC236}">
                <a16:creationId xmlns:a16="http://schemas.microsoft.com/office/drawing/2014/main" id="{63C5AFC0-B94F-4D3C-8D3F-8B9B6810A298}"/>
              </a:ext>
            </a:extLst>
          </p:cNvPr>
          <p:cNvSpPr>
            <a:spLocks xmlns:a="http://schemas.openxmlformats.org/drawingml/2006/main" noGrp="1"/>
          </p:cNvSpPr>
          <p:nvPr/>
        </p:nvSpPr>
        <p:spPr>
          <a:xfrm xmlns:a="http://schemas.openxmlformats.org/drawingml/2006/main">
            <a:off x="1190625" y="3143250"/>
            <a:ext cx="1381125"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0B0F19"/>
                </a:solidFill>
              </a:defRPr>
            </a:pPr>
            <a:r>
              <a:rPr sz="1800" b="1">
                <a:solidFill>
                  <a:srgbClr val="0B0F19"/>
                </a:solidFill>
              </a:rPr>
              <a:t>prompt</a:t>
            </a:r>
          </a:p>
        </p:txBody>
      </p:sp>
      <p:sp>
        <p:nvSpPr>
          <p:cNvPr id="1050347146" name="Arrow: Right 2018184415">
            <a:extLst xmlns:a="http://schemas.openxmlformats.org/drawingml/2006/main">
              <a:ext uri="{FF2B5EF4-FFF2-40B4-BE49-F238E27FC236}">
                <a16:creationId xmlns:a16="http://schemas.microsoft.com/office/drawing/2014/main" id="{51442F72-6CD3-4EE0-9466-6F892EE7CF68}"/>
              </a:ext>
            </a:extLst>
          </p:cNvPr>
          <p:cNvSpPr>
            <a:spLocks xmlns:a="http://schemas.openxmlformats.org/drawingml/2006/main" noGrp="1"/>
          </p:cNvSpPr>
          <p:nvPr/>
        </p:nvSpPr>
        <p:spPr>
          <a:xfrm xmlns:a="http://schemas.openxmlformats.org/drawingml/2006/main">
            <a:off x="2809875"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46148278" name="Rectangle: Rounded Corners 850855695">
            <a:extLst xmlns:a="http://schemas.openxmlformats.org/drawingml/2006/main">
              <a:ext uri="{FF2B5EF4-FFF2-40B4-BE49-F238E27FC236}">
                <a16:creationId xmlns:a16="http://schemas.microsoft.com/office/drawing/2014/main" id="{0CCD2F65-6C92-42C4-8899-5597B86A2503}"/>
              </a:ext>
            </a:extLst>
          </p:cNvPr>
          <p:cNvSpPr>
            <a:spLocks xmlns:a="http://schemas.openxmlformats.org/drawingml/2006/main" noGrp="1"/>
          </p:cNvSpPr>
          <p:nvPr/>
        </p:nvSpPr>
        <p:spPr>
          <a:xfrm xmlns:a="http://schemas.openxmlformats.org/drawingml/2006/main">
            <a:off x="4095750" y="2857500"/>
            <a:ext cx="1619250" cy="1238250"/>
          </a:xfrm>
          <a:prstGeom xmlns:a="http://schemas.openxmlformats.org/drawingml/2006/main" prst="roundRect">
            <a:avLst>
              <a:gd name="adj" fmla="val 9231"/>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2250" b="1">
                <a:solidFill>
                  <a:srgbClr val="2563EB"/>
                </a:solidFill>
              </a:defRPr>
            </a:pPr>
            <a:r>
              <a:rPr sz="2250" b="1">
                <a:solidFill>
                  <a:srgbClr val="2563EB"/>
                </a:solidFill>
              </a:rPr>
              <a:t>model</a:t>
            </a:r>
          </a:p>
        </p:txBody>
      </p:sp>
      <p:sp>
        <p:nvSpPr>
          <p:cNvPr id="1564227438" name="Arrow: Right 1111035308">
            <a:extLst xmlns:a="http://schemas.openxmlformats.org/drawingml/2006/main">
              <a:ext uri="{FF2B5EF4-FFF2-40B4-BE49-F238E27FC236}">
                <a16:creationId xmlns:a16="http://schemas.microsoft.com/office/drawing/2014/main" id="{0920266F-0505-480F-A672-7CA1D4EE6D91}"/>
              </a:ext>
            </a:extLst>
          </p:cNvPr>
          <p:cNvSpPr>
            <a:spLocks xmlns:a="http://schemas.openxmlformats.org/drawingml/2006/main" noGrp="1"/>
          </p:cNvSpPr>
          <p:nvPr/>
        </p:nvSpPr>
        <p:spPr>
          <a:xfrm xmlns:a="http://schemas.openxmlformats.org/drawingml/2006/main">
            <a:off x="6000750" y="3286125"/>
            <a:ext cx="109537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93094491" name="Rectangle: Rounded Corners 360549355">
            <a:extLst xmlns:a="http://schemas.openxmlformats.org/drawingml/2006/main">
              <a:ext uri="{FF2B5EF4-FFF2-40B4-BE49-F238E27FC236}">
                <a16:creationId xmlns:a16="http://schemas.microsoft.com/office/drawing/2014/main" id="{88587953-601F-4073-AE7F-F008DDBEFAC1}"/>
              </a:ext>
            </a:extLst>
          </p:cNvPr>
          <p:cNvSpPr>
            <a:spLocks xmlns:a="http://schemas.openxmlformats.org/drawingml/2006/main" noGrp="1"/>
          </p:cNvSpPr>
          <p:nvPr/>
        </p:nvSpPr>
        <p:spPr>
          <a:xfrm xmlns:a="http://schemas.openxmlformats.org/drawingml/2006/main">
            <a:off x="7381875" y="3048000"/>
            <a:ext cx="1619250" cy="838200"/>
          </a:xfrm>
          <a:prstGeom xmlns:a="http://schemas.openxmlformats.org/drawingml/2006/main" prst="roundRect">
            <a:avLst>
              <a:gd name="adj" fmla="val 13636"/>
            </a:avLst>
          </a:prstGeom>
          <a:solidFill xmlns:a="http://schemas.openxmlformats.org/drawingml/2006/main">
            <a:srgbClr val="FEF3C7"/>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&lt;tool_call&gt;</a:t>
            </a:r>
          </a:p>
        </p:txBody>
      </p:sp>
      <p:sp>
        <p:nvSpPr>
          <p:cNvPr id="1291006185" name="Arrow: Right 1294665978">
            <a:extLst xmlns:a="http://schemas.openxmlformats.org/drawingml/2006/main">
              <a:ext uri="{FF2B5EF4-FFF2-40B4-BE49-F238E27FC236}">
                <a16:creationId xmlns:a16="http://schemas.microsoft.com/office/drawing/2014/main" id="{F234CF35-235D-4874-9C21-B0C190072145}"/>
              </a:ext>
            </a:extLst>
          </p:cNvPr>
          <p:cNvSpPr>
            <a:spLocks xmlns:a="http://schemas.openxmlformats.org/drawingml/2006/main" noGrp="1"/>
          </p:cNvSpPr>
          <p:nvPr/>
        </p:nvSpPr>
        <p:spPr>
          <a:xfrm xmlns:a="http://schemas.openxmlformats.org/drawingml/2006/main">
            <a:off x="9239250" y="3286125"/>
            <a:ext cx="1000125" cy="400050"/>
          </a:xfrm>
          <a:prstGeom xmlns:a="http://schemas.openxmlformats.org/drawingml/2006/main" prst="rightArrow">
            <a:avLst>
              <a:gd name="adj1" fmla="val 50000"/>
              <a:gd name="adj2" fmla="val 50000"/>
            </a:avLst>
          </a:prstGeom>
          <a:solidFill xmlns:a="http://schemas.openxmlformats.org/drawingml/2006/main">
            <a:srgbClr val="E0F2FE"/>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20198073" name="Rectangle: Rounded Corners 1581615348">
            <a:extLst xmlns:a="http://schemas.openxmlformats.org/drawingml/2006/main">
              <a:ext uri="{FF2B5EF4-FFF2-40B4-BE49-F238E27FC236}">
                <a16:creationId xmlns:a16="http://schemas.microsoft.com/office/drawing/2014/main" id="{6ABD44AD-C59C-44BF-98EF-69AA63D0BFD0}"/>
              </a:ext>
            </a:extLst>
          </p:cNvPr>
          <p:cNvSpPr>
            <a:spLocks xmlns:a="http://schemas.openxmlformats.org/drawingml/2006/main" noGrp="1"/>
          </p:cNvSpPr>
          <p:nvPr/>
        </p:nvSpPr>
        <p:spPr>
          <a:xfrm xmlns:a="http://schemas.openxmlformats.org/drawingml/2006/main">
            <a:off x="10477500" y="3143250"/>
            <a:ext cx="857250" cy="666750"/>
          </a:xfrm>
          <a:prstGeom xmlns:a="http://schemas.openxmlformats.org/drawingml/2006/main" prst="roundRect">
            <a:avLst>
              <a:gd name="adj" fmla="val 17143"/>
            </a:avLst>
          </a:prstGeom>
          <a:solidFill xmlns:a="http://schemas.openxmlformats.org/drawingml/2006/main">
            <a:srgbClr val="DCFCE7"/>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tool</a:t>
            </a:r>
          </a:p>
        </p:txBody>
      </p:sp>
      <p:sp>
        <p:nvSpPr>
          <p:cNvPr id="1006204126" name="Rectangle: Rounded Corners 143885393">
            <a:extLst xmlns:a="http://schemas.openxmlformats.org/drawingml/2006/main">
              <a:ext uri="{FF2B5EF4-FFF2-40B4-BE49-F238E27FC236}">
                <a16:creationId xmlns:a16="http://schemas.microsoft.com/office/drawing/2014/main" id="{BB70B110-4DB4-4FF7-B20F-7E2454938B8B}"/>
              </a:ext>
            </a:extLst>
          </p:cNvPr>
          <p:cNvSpPr>
            <a:spLocks xmlns:a="http://schemas.openxmlformats.org/drawingml/2006/main" noGrp="1"/>
          </p:cNvSpPr>
          <p:nvPr/>
        </p:nvSpPr>
        <p:spPr>
          <a:xfrm xmlns:a="http://schemas.openxmlformats.org/drawingml/2006/main">
            <a:off x="4762500" y="4810125"/>
            <a:ext cx="1381125" cy="590549"/>
          </a:xfrm>
          <a:prstGeom xmlns:a="http://schemas.openxmlformats.org/drawingml/2006/main" prst="roundRect">
            <a:avLst>
              <a:gd name="adj" fmla="val 19355"/>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lstStyle xmlns:a="http://schemas.openxmlformats.org/drawingml/2006/main"/>
          <a:p xmlns:a="http://schemas.openxmlformats.org/drawingml/2006/main">
            <a:pPr algn="ctr">
              <a:buNone/>
              <a:defRPr sz="1950" b="1">
                <a:solidFill>
                  <a:srgbClr val="EF4444"/>
                </a:solidFill>
              </a:defRPr>
            </a:pPr>
            <a:r>
              <a:rPr sz="1950" b="1">
                <a:solidFill>
                  <a:srgbClr val="EF4444"/>
                </a:solidFill>
              </a:rPr>
              <a:t>&lt;end&gt;</a:t>
            </a:r>
          </a:p>
        </p:txBody>
      </p:sp>
      <p:sp>
        <p:nvSpPr>
          <p:cNvPr id="1813036071" name="Rectangle 310012483">
            <a:extLst xmlns:a="http://schemas.openxmlformats.org/drawingml/2006/main">
              <a:ext uri="{FF2B5EF4-FFF2-40B4-BE49-F238E27FC236}">
                <a16:creationId xmlns:a16="http://schemas.microsoft.com/office/drawing/2014/main" id="{1A478519-829B-4A7E-A28E-60D07AA7235F}"/>
              </a:ext>
            </a:extLst>
          </p:cNvPr>
          <p:cNvSpPr>
            <a:spLocks xmlns:a="http://schemas.openxmlformats.org/drawingml/2006/main" noGrp="1"/>
          </p:cNvSpPr>
          <p:nvPr/>
        </p:nvSpPr>
        <p:spPr>
          <a:xfrm xmlns:a="http://schemas.openxmlformats.org/drawingml/2006/main">
            <a:off x="6381750" y="49530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EF4444"/>
                </a:solidFill>
              </a:defRPr>
            </a:pPr>
            <a:r>
              <a:rPr sz="1950" b="1">
                <a:solidFill>
                  <a:srgbClr val="EF4444"/>
                </a:solidFill>
              </a:rPr>
              <a:t>stop generation</a:t>
            </a:r>
          </a:p>
        </p:txBody>
      </p:sp>
      <p:sp>
        <p:nvSpPr>
          <p:cNvPr id="938338951" name="Rectangle 131870986">
            <a:extLst xmlns:a="http://schemas.openxmlformats.org/drawingml/2006/main">
              <a:ext uri="{FF2B5EF4-FFF2-40B4-BE49-F238E27FC236}">
                <a16:creationId xmlns:a16="http://schemas.microsoft.com/office/drawing/2014/main" id="{DD2C130F-6E47-49E6-BB4C-FF6133866E40}"/>
              </a:ext>
            </a:extLst>
          </p:cNvPr>
          <p:cNvSpPr>
            <a:spLocks xmlns:a="http://schemas.openxmlformats.org/drawingml/2006/main" noGrp="1"/>
          </p:cNvSpPr>
          <p:nvPr/>
        </p:nvSpPr>
        <p:spPr>
          <a:xfrm xmlns:a="http://schemas.openxmlformats.org/drawingml/2006/main">
            <a:off x="1952625" y="1857375"/>
            <a:ext cx="80962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2563EB"/>
                </a:solidFill>
              </a:defRPr>
            </a:pPr>
            <a:r>
              <a:rPr sz="2050" b="1">
                <a:solidFill>
                  <a:srgbClr val="2563EB"/>
                </a:solidFill>
              </a:rPr>
              <a:t>The model may emit a control token instead of ordinary text.</a:t>
            </a:r>
          </a:p>
        </p:txBody>
      </p:sp>
      <p:sp>
        <p:nvSpPr>
          <p:cNvPr id="1628474823" name="Rectangle 2042090532">
            <a:extLst xmlns:a="http://schemas.openxmlformats.org/drawingml/2006/main">
              <a:ext uri="{FF2B5EF4-FFF2-40B4-BE49-F238E27FC236}">
                <a16:creationId xmlns:a16="http://schemas.microsoft.com/office/drawing/2014/main" id="{F693E127-4502-4D81-8FDE-D8D5431BB085}"/>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65</a:t>
            </a:r>
          </a:p>
        </p:txBody>
      </p:sp>
    </p:spTree>
    <p:extLst>
      <p:ext uri="{BB962C8B-B14F-4D97-AF65-F5344CB8AC3E}">
        <p14:creationId xmlns:p14="http://schemas.microsoft.com/office/powerpoint/2010/main" val="1355200104"/>
      </p:ext>
    </p:extLst>
  </p:cSld>
</p:sld>
</file>

<file path=ppt/slides/slide66.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596797490" name="Rectangle 1747625471">
            <a:extLst xmlns:a="http://schemas.openxmlformats.org/drawingml/2006/main">
              <a:ext uri="{FF2B5EF4-FFF2-40B4-BE49-F238E27FC236}">
                <a16:creationId xmlns:a16="http://schemas.microsoft.com/office/drawing/2014/main" id="{28134D15-0A1E-4F0B-985B-8268184F1887}"/>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Transformer</a:t>
            </a:r>
          </a:p>
        </p:txBody>
      </p:sp>
      <p:sp>
        <p:nvSpPr>
          <p:cNvPr id="753062319" name="Rectangle 1692741899">
            <a:extLst xmlns:a="http://schemas.openxmlformats.org/drawingml/2006/main">
              <a:ext uri="{FF2B5EF4-FFF2-40B4-BE49-F238E27FC236}">
                <a16:creationId xmlns:a16="http://schemas.microsoft.com/office/drawing/2014/main" id="{B6341033-0480-48B3-9499-65A69660E9A1}"/>
              </a:ext>
            </a:extLst>
          </p:cNvPr>
          <p:cNvSpPr>
            <a:spLocks xmlns:a="http://schemas.openxmlformats.org/drawingml/2006/main" noGrp="1"/>
          </p:cNvSpPr>
          <p:nvPr/>
        </p:nvSpPr>
        <p:spPr>
          <a:xfrm xmlns:a="http://schemas.openxmlformats.org/drawingml/2006/main">
            <a:off x="609600" y="590549"/>
            <a:ext cx="9906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Why FFNs help is still not fully settled</a:t>
            </a:r>
          </a:p>
        </p:txBody>
      </p:sp>
      <p:sp>
        <p:nvSpPr>
          <p:cNvPr id="456531164" name="Rectangle: Rounded Corners 258575892">
            <a:extLst xmlns:a="http://schemas.openxmlformats.org/drawingml/2006/main">
              <a:ext uri="{FF2B5EF4-FFF2-40B4-BE49-F238E27FC236}">
                <a16:creationId xmlns:a16="http://schemas.microsoft.com/office/drawing/2014/main" id="{6B045B1D-6C8B-4131-9994-A4346E1688B8}"/>
              </a:ext>
            </a:extLst>
          </p:cNvPr>
          <p:cNvSpPr>
            <a:spLocks xmlns:a="http://schemas.openxmlformats.org/drawingml/2006/main" noGrp="1"/>
          </p:cNvSpPr>
          <p:nvPr/>
        </p:nvSpPr>
        <p:spPr>
          <a:xfrm xmlns:a="http://schemas.openxmlformats.org/drawingml/2006/main">
            <a:off x="609600" y="1352550"/>
            <a:ext cx="10972800" cy="4762500"/>
          </a:xfrm>
          <a:prstGeom xmlns:a="http://schemas.openxmlformats.org/drawingml/2006/main" prst="roundRect">
            <a:avLst>
              <a:gd name="adj" fmla="val 2400"/>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77463981" name="Rectangle: Rounded Corners 1069258196">
            <a:extLst xmlns:a="http://schemas.openxmlformats.org/drawingml/2006/main">
              <a:ext uri="{FF2B5EF4-FFF2-40B4-BE49-F238E27FC236}">
                <a16:creationId xmlns:a16="http://schemas.microsoft.com/office/drawing/2014/main" id="{A967543D-6CAD-472F-8965-7327DB2ADA7E}"/>
              </a:ext>
            </a:extLst>
          </p:cNvPr>
          <p:cNvSpPr>
            <a:spLocks xmlns:a="http://schemas.openxmlformats.org/drawingml/2006/main" noGrp="1"/>
          </p:cNvSpPr>
          <p:nvPr/>
        </p:nvSpPr>
        <p:spPr>
          <a:xfrm xmlns:a="http://schemas.openxmlformats.org/drawingml/2006/main">
            <a:off x="1000125" y="2457450"/>
            <a:ext cx="4953000" cy="6477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0B0F19"/>
                </a:solidFill>
              </a:defRPr>
            </a:pPr>
            <a:r>
              <a:rPr sz="1600" b="1">
                <a:solidFill>
                  <a:srgbClr val="0B0F19"/>
                </a:solidFill>
              </a:rPr>
              <a:t>Known: FFNs detect and combine learned features.</a:t>
            </a:r>
          </a:p>
        </p:txBody>
      </p:sp>
      <p:sp>
        <p:nvSpPr>
          <p:cNvPr id="1084804629" name="Rectangle: Rounded Corners 1837153769">
            <a:extLst xmlns:a="http://schemas.openxmlformats.org/drawingml/2006/main">
              <a:ext uri="{FF2B5EF4-FFF2-40B4-BE49-F238E27FC236}">
                <a16:creationId xmlns:a16="http://schemas.microsoft.com/office/drawing/2014/main" id="{2FB74F8A-27C4-4D10-900F-A65EC2E45377}"/>
              </a:ext>
            </a:extLst>
          </p:cNvPr>
          <p:cNvSpPr>
            <a:spLocks xmlns:a="http://schemas.openxmlformats.org/drawingml/2006/main" noGrp="1"/>
          </p:cNvSpPr>
          <p:nvPr/>
        </p:nvSpPr>
        <p:spPr>
          <a:xfrm xmlns:a="http://schemas.openxmlformats.org/drawingml/2006/main">
            <a:off x="1000125" y="3314700"/>
            <a:ext cx="4953000" cy="685800"/>
          </a:xfrm>
          <a:prstGeom xmlns:a="http://schemas.openxmlformats.org/drawingml/2006/main" prst="roundRect">
            <a:avLst>
              <a:gd name="adj" fmla="val 17647"/>
            </a:avLst>
          </a:prstGeom>
          <a:solidFill xmlns:a="http://schemas.openxmlformats.org/drawingml/2006/main">
            <a:srgbClr val="FFFFFF"/>
          </a:solidFill>
          <a:ln xmlns:a="http://schemas.openxmlformats.org/drawingml/2006/main" w="14288">
            <a:solidFill>
              <a:srgbClr val="CBD5E1"/>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0B0F19"/>
                </a:solidFill>
              </a:defRPr>
            </a:pPr>
            <a:r>
              <a:rPr sz="1450" b="1">
                <a:solidFill>
                  <a:srgbClr val="0B0F19"/>
                </a:solidFill>
              </a:rPr>
              <a:t>Evidence: FFN weights can act like key–value parameter memory.</a:t>
            </a:r>
          </a:p>
        </p:txBody>
      </p:sp>
      <p:sp>
        <p:nvSpPr>
          <p:cNvPr id="1134617090" name="Rectangle: Rounded Corners 744058578">
            <a:extLst xmlns:a="http://schemas.openxmlformats.org/drawingml/2006/main">
              <a:ext uri="{FF2B5EF4-FFF2-40B4-BE49-F238E27FC236}">
                <a16:creationId xmlns:a16="http://schemas.microsoft.com/office/drawing/2014/main" id="{CF25C560-9891-4B0D-85FD-057162641D78}"/>
              </a:ext>
            </a:extLst>
          </p:cNvPr>
          <p:cNvSpPr>
            <a:spLocks xmlns:a="http://schemas.openxmlformats.org/drawingml/2006/main" noGrp="1"/>
          </p:cNvSpPr>
          <p:nvPr/>
        </p:nvSpPr>
        <p:spPr>
          <a:xfrm xmlns:a="http://schemas.openxmlformats.org/drawingml/2006/main">
            <a:off x="1000125" y="4210050"/>
            <a:ext cx="4953000" cy="704850"/>
          </a:xfrm>
          <a:prstGeom xmlns:a="http://schemas.openxmlformats.org/drawingml/2006/main" prst="roundRect">
            <a:avLst>
              <a:gd name="adj" fmla="val 17647"/>
            </a:avLst>
          </a:prstGeom>
          <a:solidFill xmlns:a="http://schemas.openxmlformats.org/drawingml/2006/main">
            <a:srgbClr val="FEF2F2"/>
          </a:solidFill>
          <a:ln xmlns:a="http://schemas.openxmlformats.org/drawingml/2006/main" w="14288">
            <a:solidFill>
              <a:srgbClr val="EF4444"/>
            </a:solidFill>
            <a:prstDash val="solid"/>
          </a:ln>
        </p:spPr>
        <p:txBody>
          <a:bodyPr xmlns:a="http://schemas.openxmlformats.org/drawingml/2006/main" anchor="ctr"/>
          <a:lstStyle xmlns:a="http://schemas.openxmlformats.org/drawingml/2006/main"/>
          <a:p xmlns:a="http://schemas.openxmlformats.org/drawingml/2006/main">
            <a:pPr algn="l">
              <a:buNone/>
              <a:defRPr sz="1450" b="1">
                <a:solidFill>
                  <a:srgbClr val="FF4D4F"/>
                </a:solidFill>
              </a:defRPr>
            </a:pPr>
            <a:r>
              <a:rPr sz="1450" b="1">
                <a:solidFill>
                  <a:srgbClr val="FF4D4F"/>
                </a:solidFill>
              </a:rPr>
              <a:t>Ablations: reducing FFN capacity shifts work elsewhere and can cost more compute.</a:t>
            </a:r>
          </a:p>
        </p:txBody>
      </p:sp>
      <p:sp>
        <p:nvSpPr>
          <p:cNvPr id="1310362286" name="Rectangle 1294874812">
            <a:extLst xmlns:a="http://schemas.openxmlformats.org/drawingml/2006/main">
              <a:ext uri="{FF2B5EF4-FFF2-40B4-BE49-F238E27FC236}">
                <a16:creationId xmlns:a16="http://schemas.microsoft.com/office/drawing/2014/main" id="{67676ABF-127A-41F4-B59E-3E340A3B5D8C}"/>
              </a:ext>
            </a:extLst>
          </p:cNvPr>
          <p:cNvSpPr>
            <a:spLocks xmlns:a="http://schemas.openxmlformats.org/drawingml/2006/main" noGrp="1"/>
          </p:cNvSpPr>
          <p:nvPr/>
        </p:nvSpPr>
        <p:spPr>
          <a:xfrm xmlns:a="http://schemas.openxmlformats.org/drawingml/2006/main">
            <a:off x="1000125" y="1657350"/>
            <a:ext cx="4953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600" b="1">
                <a:solidFill>
                  <a:srgbClr val="2563EB"/>
                </a:solidFill>
              </a:defRPr>
            </a:pPr>
            <a:r>
              <a:rPr sz="1600" b="1">
                <a:solidFill>
                  <a:srgbClr val="2563EB"/>
                </a:solidFill>
              </a:rPr>
              <a:t>Attention mixes tokens; the FFN transforms each token nonlinearly.</a:t>
            </a:r>
          </a:p>
        </p:txBody>
      </p:sp>
      <p:sp>
        <p:nvSpPr>
          <p:cNvPr id="389216636" name="Rectangle 1106276676">
            <a:extLst xmlns:a="http://schemas.openxmlformats.org/drawingml/2006/main">
              <a:ext uri="{FF2B5EF4-FFF2-40B4-BE49-F238E27FC236}">
                <a16:creationId xmlns:a16="http://schemas.microsoft.com/office/drawing/2014/main" id="{6DB42E9C-37A6-4D28-A355-62170A8FE95E}"/>
              </a:ext>
            </a:extLst>
          </p:cNvPr>
          <p:cNvSpPr>
            <a:spLocks xmlns:a="http://schemas.openxmlformats.org/drawingml/2006/main" noGrp="1"/>
          </p:cNvSpPr>
          <p:nvPr/>
        </p:nvSpPr>
        <p:spPr>
          <a:xfrm xmlns:a="http://schemas.openxmlformats.org/drawingml/2006/main">
            <a:off x="1000125" y="5124450"/>
            <a:ext cx="4953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l">
              <a:buNone/>
              <a:defRPr sz="1350" b="1">
                <a:solidFill>
                  <a:srgbClr val="FF4D4F"/>
                </a:solidFill>
              </a:defRPr>
            </a:pPr>
            <a:r>
              <a:rPr sz="1350" b="1">
                <a:solidFill>
                  <a:srgbClr val="FF4D4F"/>
                </a:solidFill>
              </a:rPr>
              <a:t>Conclusion: the mechanism is clearer than the single cause of the performance gain.</a:t>
            </a:r>
          </a:p>
        </p:txBody>
      </p:sp>
      <p:sp>
        <p:nvSpPr>
          <p:cNvPr id="1246339734" name="Rectangle 1479918333">
            <a:extLst xmlns:a="http://schemas.openxmlformats.org/drawingml/2006/main">
              <a:ext uri="{FF2B5EF4-FFF2-40B4-BE49-F238E27FC236}">
                <a16:creationId xmlns:a16="http://schemas.microsoft.com/office/drawing/2014/main" id="{42F0D1A4-D173-4B61-8B80-4391CFE00378}"/>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66</a:t>
            </a:r>
          </a:p>
        </p:txBody>
      </p:sp>
      <p:pic>
        <p:nvPicPr>
          <p:cNvPr id="1577463992" name="Picture 1837153780"/>
          <p:cNvPicPr>
            <a:picLocks xmlns:a="http://schemas.openxmlformats.org/drawingml/2006/main" noChangeAspect="1"/>
          </p:cNvPicPr>
          <p:nvPr/>
        </p:nvPicPr>
        <p:blipFill rotWithShape="1">
          <a:blip xmlns:r="http://schemas.openxmlformats.org/officeDocument/2006/relationships" xmlns:a="http://schemas.openxmlformats.org/drawingml/2006/main" r:embed="Rf3c62faffefc4535"/>
          <a:stretch xmlns:a="http://schemas.openxmlformats.org/drawingml/2006/main"/>
        </p:blipFill>
        <p:spPr>
          <a:xfrm xmlns:a="http://schemas.openxmlformats.org/drawingml/2006/main">
            <a:off x="7084067" y="1543050"/>
            <a:ext cx="3310241" cy="4381500"/>
          </a:xfrm>
          <a:prstGeom xmlns:a="http://schemas.openxmlformats.org/drawingml/2006/main" prst="rect">
            <a:avLst/>
          </a:prstGeom>
        </p:spPr>
      </p:pic>
    </p:spTree>
    <p:extLst>
      <p:ext uri="{BB962C8B-B14F-4D97-AF65-F5344CB8AC3E}">
        <p14:creationId xmlns:p14="http://schemas.microsoft.com/office/powerpoint/2010/main" val="253997751"/>
      </p:ext>
    </p:extLst>
  </p:cSld>
</p:sld>
</file>

<file path=ppt/slides/slide67.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723215175" name="Rectangle 935271156">
            <a:extLst xmlns:a="http://schemas.openxmlformats.org/drawingml/2006/main">
              <a:ext uri="{FF2B5EF4-FFF2-40B4-BE49-F238E27FC236}">
                <a16:creationId xmlns:a16="http://schemas.microsoft.com/office/drawing/2014/main" id="{23F9C9D4-388F-415C-8F37-32466060A642}"/>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Diffusion</a:t>
            </a:r>
          </a:p>
        </p:txBody>
      </p:sp>
      <p:sp>
        <p:nvSpPr>
          <p:cNvPr id="598188933" name="Rectangle 251777344">
            <a:extLst xmlns:a="http://schemas.openxmlformats.org/drawingml/2006/main">
              <a:ext uri="{FF2B5EF4-FFF2-40B4-BE49-F238E27FC236}">
                <a16:creationId xmlns:a16="http://schemas.microsoft.com/office/drawing/2014/main" id="{D3298D0E-DB5A-4E4A-AE8E-A7D3810057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150" b="1">
                <a:solidFill>
                  <a:srgbClr val="0B0F19"/>
                </a:solidFill>
              </a:defRPr>
            </a:pPr>
            <a:r>
              <a:rPr sz="3150" b="1">
                <a:solidFill>
                  <a:srgbClr val="0B0F19"/>
                </a:solidFill>
              </a:rPr>
              <a:t>Diffusion learns to reverse noise</a:t>
            </a:r>
          </a:p>
        </p:txBody>
      </p:sp>
      <p:sp>
        <p:nvSpPr>
          <p:cNvPr id="1421802763" name="Rectangle: Rounded Corners 1456392341">
            <a:extLst xmlns:a="http://schemas.openxmlformats.org/drawingml/2006/main">
              <a:ext uri="{FF2B5EF4-FFF2-40B4-BE49-F238E27FC236}">
                <a16:creationId xmlns:a16="http://schemas.microsoft.com/office/drawing/2014/main" id="{526797F2-013B-4C3A-87AA-DCD69C8355FB}"/>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2434450" name="Rectangle 1495975732">
            <a:extLst xmlns:a="http://schemas.openxmlformats.org/drawingml/2006/main">
              <a:ext uri="{FF2B5EF4-FFF2-40B4-BE49-F238E27FC236}">
                <a16:creationId xmlns:a16="http://schemas.microsoft.com/office/drawing/2014/main" id="{51F87909-65A3-4589-BE34-B3660AC889F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67</a:t>
            </a:r>
          </a:p>
        </p:txBody>
      </p:sp>
      <p:pic>
        <p:nvPicPr>
          <p:cNvPr id="2104070219" name="Picture 1495975738"/>
          <p:cNvPicPr>
            <a:picLocks xmlns:a="http://schemas.openxmlformats.org/drawingml/2006/main" noChangeAspect="1"/>
          </p:cNvPicPr>
          <p:nvPr/>
        </p:nvPicPr>
        <p:blipFill rotWithShape="1">
          <a:blip xmlns:r="http://schemas.openxmlformats.org/officeDocument/2006/relationships" xmlns:a="http://schemas.openxmlformats.org/drawingml/2006/main" r:embed="Rc320ed2c43f84fb6"/>
          <a:srcRect xmlns:a="http://schemas.openxmlformats.org/drawingml/2006/main" l="0" t="15961" r="0" b="15960"/>
          <a:stretch xmlns:a="http://schemas.openxmlformats.org/drawingml/2006/main"/>
        </p:blipFill>
        <p:spPr>
          <a:xfrm xmlns:a="http://schemas.openxmlformats.org/drawingml/2006/main">
            <a:off x="1000125" y="1695450"/>
            <a:ext cx="10191750" cy="3905250"/>
          </a:xfrm>
          <a:prstGeom xmlns:a="http://schemas.openxmlformats.org/drawingml/2006/main" prst="rect">
            <a:avLst/>
          </a:prstGeom>
        </p:spPr>
      </p:pic>
      <p:sp>
        <p:nvSpPr>
          <p:cNvPr id="169255831" name="diffusion-forward-label">
            <a:extLst xmlns:a="http://schemas.openxmlformats.org/drawingml/2006/main">
              <a:ext uri="{FF2B5EF4-FFF2-40B4-BE49-F238E27FC236}">
                <a16:creationId xmlns:a16="http://schemas.microsoft.com/office/drawing/2014/main" id="{49B402D2-C6FD-43BE-A095-20391E363ED3}"/>
              </a:ext>
            </a:extLst>
          </p:cNvPr>
          <p:cNvSpPr>
            <a:spLocks xmlns:a="http://schemas.openxmlformats.org/drawingml/2006/main" noGrp="1"/>
          </p:cNvSpPr>
          <p:nvPr/>
        </p:nvSpPr>
        <p:spPr>
          <a:xfrm xmlns:a="http://schemas.openxmlformats.org/drawingml/2006/main">
            <a:off x="1571625" y="1600200"/>
            <a:ext cx="34290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500" b="1">
                <a:solidFill>
                  <a:srgbClr val="667085"/>
                </a:solidFill>
              </a:defRPr>
            </a:pPr>
            <a:r>
              <a:rPr sz="1500" b="1">
                <a:solidFill>
                  <a:srgbClr val="667085"/>
                </a:solidFill>
              </a:rPr>
              <a:t>Forward: gradually add noise →</a:t>
            </a:r>
          </a:p>
        </p:txBody>
      </p:sp>
      <p:sp>
        <p:nvSpPr>
          <p:cNvPr id="2104070213" name="diffusion-reverse-label">
            <a:extLst xmlns:a="http://schemas.openxmlformats.org/drawingml/2006/main">
              <a:ext uri="{FF2B5EF4-FFF2-40B4-BE49-F238E27FC236}">
                <a16:creationId xmlns:a16="http://schemas.microsoft.com/office/drawing/2014/main" id="{784D9D07-547A-4EC3-A47B-5EC76BD2E053}"/>
              </a:ext>
            </a:extLst>
          </p:cNvPr>
          <p:cNvSpPr>
            <a:spLocks xmlns:a="http://schemas.openxmlformats.org/drawingml/2006/main" noGrp="1"/>
          </p:cNvSpPr>
          <p:nvPr/>
        </p:nvSpPr>
        <p:spPr>
          <a:xfrm xmlns:a="http://schemas.openxmlformats.org/drawingml/2006/main">
            <a:off x="6381750" y="5467350"/>
            <a:ext cx="43815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500" b="1">
                <a:solidFill>
                  <a:srgbClr val="2563EB"/>
                </a:solidFill>
              </a:defRPr>
            </a:pPr>
            <a:r>
              <a:rPr sz="1500" b="1">
                <a:solidFill>
                  <a:srgbClr val="2563EB"/>
                </a:solidFill>
              </a:rPr>
              <a:t>← Generation: predict and remove noise step by step</a:t>
            </a:r>
          </a:p>
        </p:txBody>
      </p:sp>
    </p:spTree>
    <p:extLst>
      <p:ext uri="{BB962C8B-B14F-4D97-AF65-F5344CB8AC3E}">
        <p14:creationId xmlns:p14="http://schemas.microsoft.com/office/powerpoint/2010/main" val="514242178"/>
      </p:ext>
    </p:extLst>
  </p:cSld>
</p:sld>
</file>

<file path=ppt/slides/slide68.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03436654" name="Rectangle 550399601">
            <a:extLst xmlns:a="http://schemas.openxmlformats.org/drawingml/2006/main">
              <a:ext uri="{FF2B5EF4-FFF2-40B4-BE49-F238E27FC236}">
                <a16:creationId xmlns:a16="http://schemas.microsoft.com/office/drawing/2014/main" id="{42E972F7-6515-45A7-A212-D15A797194B1}"/>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Alternative generation</a:t>
            </a:r>
          </a:p>
        </p:txBody>
      </p:sp>
      <p:sp>
        <p:nvSpPr>
          <p:cNvPr id="1634925376" name="Rectangle 882538346">
            <a:extLst xmlns:a="http://schemas.openxmlformats.org/drawingml/2006/main">
              <a:ext uri="{FF2B5EF4-FFF2-40B4-BE49-F238E27FC236}">
                <a16:creationId xmlns:a16="http://schemas.microsoft.com/office/drawing/2014/main" id="{A9343361-0A11-46FF-B136-9076BFC92476}"/>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dLLMs refine many token positions in parallel</a:t>
            </a:r>
          </a:p>
        </p:txBody>
      </p:sp>
      <p:sp>
        <p:nvSpPr>
          <p:cNvPr id="116802075" name="Rectangle: Rounded Corners 1990867235">
            <a:extLst xmlns:a="http://schemas.openxmlformats.org/drawingml/2006/main">
              <a:ext uri="{FF2B5EF4-FFF2-40B4-BE49-F238E27FC236}">
                <a16:creationId xmlns:a16="http://schemas.microsoft.com/office/drawing/2014/main" id="{E67AA13C-70AA-4C40-A34F-2B1453D6E453}"/>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63817680" name="Rectangle 9623160">
            <a:extLst xmlns:a="http://schemas.openxmlformats.org/drawingml/2006/main">
              <a:ext uri="{FF2B5EF4-FFF2-40B4-BE49-F238E27FC236}">
                <a16:creationId xmlns:a16="http://schemas.microsoft.com/office/drawing/2014/main" id="{D4329236-5128-4BDA-B99C-C97DA5C8F315}"/>
              </a:ext>
            </a:extLst>
          </p:cNvPr>
          <p:cNvSpPr>
            <a:spLocks xmlns:a="http://schemas.openxmlformats.org/drawingml/2006/main" noGrp="1"/>
          </p:cNvSpPr>
          <p:nvPr/>
        </p:nvSpPr>
        <p:spPr>
          <a:xfrm xmlns:a="http://schemas.openxmlformats.org/drawingml/2006/main">
            <a:off x="1123950" y="22860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667085"/>
                </a:solidFill>
              </a:defRPr>
            </a:pPr>
            <a:r>
              <a:rPr sz="1650" b="1">
                <a:solidFill>
                  <a:srgbClr val="667085"/>
                </a:solidFill>
              </a:rPr>
              <a:t>noise</a:t>
            </a:r>
          </a:p>
        </p:txBody>
      </p:sp>
      <p:sp>
        <p:nvSpPr>
          <p:cNvPr id="1957445447" name="Rectangle: Rounded Corners 114855872">
            <a:extLst xmlns:a="http://schemas.openxmlformats.org/drawingml/2006/main">
              <a:ext uri="{FF2B5EF4-FFF2-40B4-BE49-F238E27FC236}">
                <a16:creationId xmlns:a16="http://schemas.microsoft.com/office/drawing/2014/main" id="{31B819E9-0691-4EF9-BFEB-3569271F8B8E}"/>
              </a:ext>
            </a:extLst>
          </p:cNvPr>
          <p:cNvSpPr>
            <a:spLocks xmlns:a="http://schemas.openxmlformats.org/drawingml/2006/main" noGrp="1"/>
          </p:cNvSpPr>
          <p:nvPr/>
        </p:nvSpPr>
        <p:spPr>
          <a:xfrm xmlns:a="http://schemas.openxmlformats.org/drawingml/2006/main">
            <a:off x="26193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66360215" name="Rectangle: Rounded Corners 734158913">
            <a:extLst xmlns:a="http://schemas.openxmlformats.org/drawingml/2006/main">
              <a:ext uri="{FF2B5EF4-FFF2-40B4-BE49-F238E27FC236}">
                <a16:creationId xmlns:a16="http://schemas.microsoft.com/office/drawing/2014/main" id="{062B7FF7-1B83-4719-A952-DCD09EE49536}"/>
              </a:ext>
            </a:extLst>
          </p:cNvPr>
          <p:cNvSpPr>
            <a:spLocks xmlns:a="http://schemas.openxmlformats.org/drawingml/2006/main" noGrp="1"/>
          </p:cNvSpPr>
          <p:nvPr/>
        </p:nvSpPr>
        <p:spPr>
          <a:xfrm xmlns:a="http://schemas.openxmlformats.org/drawingml/2006/main">
            <a:off x="36195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11754511" name="Rectangle: Rounded Corners 1596678256">
            <a:extLst xmlns:a="http://schemas.openxmlformats.org/drawingml/2006/main">
              <a:ext uri="{FF2B5EF4-FFF2-40B4-BE49-F238E27FC236}">
                <a16:creationId xmlns:a16="http://schemas.microsoft.com/office/drawing/2014/main" id="{75F51D24-78FB-4FBE-85E8-82EDA90E4576}"/>
              </a:ext>
            </a:extLst>
          </p:cNvPr>
          <p:cNvSpPr>
            <a:spLocks xmlns:a="http://schemas.openxmlformats.org/drawingml/2006/main" noGrp="1"/>
          </p:cNvSpPr>
          <p:nvPr/>
        </p:nvSpPr>
        <p:spPr>
          <a:xfrm xmlns:a="http://schemas.openxmlformats.org/drawingml/2006/main">
            <a:off x="461962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033512906" name="Rectangle: Rounded Corners 2059288131">
            <a:extLst xmlns:a="http://schemas.openxmlformats.org/drawingml/2006/main">
              <a:ext uri="{FF2B5EF4-FFF2-40B4-BE49-F238E27FC236}">
                <a16:creationId xmlns:a16="http://schemas.microsoft.com/office/drawing/2014/main" id="{7706F009-3989-404D-A889-F8E472F06C10}"/>
              </a:ext>
            </a:extLst>
          </p:cNvPr>
          <p:cNvSpPr>
            <a:spLocks xmlns:a="http://schemas.openxmlformats.org/drawingml/2006/main" noGrp="1"/>
          </p:cNvSpPr>
          <p:nvPr/>
        </p:nvSpPr>
        <p:spPr>
          <a:xfrm xmlns:a="http://schemas.openxmlformats.org/drawingml/2006/main">
            <a:off x="561975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83720931" name="Rectangle: Rounded Corners 1010991302">
            <a:extLst xmlns:a="http://schemas.openxmlformats.org/drawingml/2006/main">
              <a:ext uri="{FF2B5EF4-FFF2-40B4-BE49-F238E27FC236}">
                <a16:creationId xmlns:a16="http://schemas.microsoft.com/office/drawing/2014/main" id="{34A684F0-29CF-44AA-B3B2-B432E728651A}"/>
              </a:ext>
            </a:extLst>
          </p:cNvPr>
          <p:cNvSpPr>
            <a:spLocks xmlns:a="http://schemas.openxmlformats.org/drawingml/2006/main" noGrp="1"/>
          </p:cNvSpPr>
          <p:nvPr/>
        </p:nvSpPr>
        <p:spPr>
          <a:xfrm xmlns:a="http://schemas.openxmlformats.org/drawingml/2006/main">
            <a:off x="6619875"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451448650" name="Rectangle: Rounded Corners 1730168992">
            <a:extLst xmlns:a="http://schemas.openxmlformats.org/drawingml/2006/main">
              <a:ext uri="{FF2B5EF4-FFF2-40B4-BE49-F238E27FC236}">
                <a16:creationId xmlns:a16="http://schemas.microsoft.com/office/drawing/2014/main" id="{14AF19F8-1C52-4E0A-ACFC-98CA9B6F51FC}"/>
              </a:ext>
            </a:extLst>
          </p:cNvPr>
          <p:cNvSpPr>
            <a:spLocks xmlns:a="http://schemas.openxmlformats.org/drawingml/2006/main" noGrp="1"/>
          </p:cNvSpPr>
          <p:nvPr/>
        </p:nvSpPr>
        <p:spPr>
          <a:xfrm xmlns:a="http://schemas.openxmlformats.org/drawingml/2006/main">
            <a:off x="7620000" y="21907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50487945" name="Straight Connector 427538637">
            <a:extLst xmlns:a="http://schemas.openxmlformats.org/drawingml/2006/main">
              <a:ext uri="{FF2B5EF4-FFF2-40B4-BE49-F238E27FC236}">
                <a16:creationId xmlns:a16="http://schemas.microsoft.com/office/drawing/2014/main" id="{954AC091-D9F4-4858-B94B-BABC0BCE56EC}"/>
              </a:ext>
            </a:extLst>
          </p:cNvPr>
          <p:cNvSpPr>
            <a:spLocks xmlns:a="http://schemas.openxmlformats.org/drawingml/2006/main" noGrp="1"/>
          </p:cNvSpPr>
          <p:nvPr/>
        </p:nvSpPr>
        <p:spPr>
          <a:xfrm xmlns:a="http://schemas.openxmlformats.org/drawingml/2006/main">
            <a:off x="5524500" y="28194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01512647" name="Rectangle 317775176">
            <a:extLst xmlns:a="http://schemas.openxmlformats.org/drawingml/2006/main">
              <a:ext uri="{FF2B5EF4-FFF2-40B4-BE49-F238E27FC236}">
                <a16:creationId xmlns:a16="http://schemas.microsoft.com/office/drawing/2014/main" id="{9B7D595B-A30C-4C7E-B601-81589CDE89BA}"/>
              </a:ext>
            </a:extLst>
          </p:cNvPr>
          <p:cNvSpPr>
            <a:spLocks xmlns:a="http://schemas.openxmlformats.org/drawingml/2006/main" noGrp="1"/>
          </p:cNvSpPr>
          <p:nvPr/>
        </p:nvSpPr>
        <p:spPr>
          <a:xfrm xmlns:a="http://schemas.openxmlformats.org/drawingml/2006/main">
            <a:off x="1123950" y="33147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F97316"/>
                </a:solidFill>
              </a:defRPr>
            </a:pPr>
            <a:r>
              <a:rPr sz="1650" b="1">
                <a:solidFill>
                  <a:srgbClr val="F97316"/>
                </a:solidFill>
              </a:rPr>
              <a:t>step 1</a:t>
            </a:r>
          </a:p>
        </p:txBody>
      </p:sp>
      <p:sp>
        <p:nvSpPr>
          <p:cNvPr id="1527463253" name="Rectangle: Rounded Corners 947755655">
            <a:extLst xmlns:a="http://schemas.openxmlformats.org/drawingml/2006/main">
              <a:ext uri="{FF2B5EF4-FFF2-40B4-BE49-F238E27FC236}">
                <a16:creationId xmlns:a16="http://schemas.microsoft.com/office/drawing/2014/main" id="{244F9014-8E53-44B4-B5B6-945C551A9CBC}"/>
              </a:ext>
            </a:extLst>
          </p:cNvPr>
          <p:cNvSpPr>
            <a:spLocks xmlns:a="http://schemas.openxmlformats.org/drawingml/2006/main" noGrp="1"/>
          </p:cNvSpPr>
          <p:nvPr/>
        </p:nvSpPr>
        <p:spPr>
          <a:xfrm xmlns:a="http://schemas.openxmlformats.org/drawingml/2006/main">
            <a:off x="261937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208228509" name="Rectangle: Rounded Corners 1310797679">
            <a:extLst xmlns:a="http://schemas.openxmlformats.org/drawingml/2006/main">
              <a:ext uri="{FF2B5EF4-FFF2-40B4-BE49-F238E27FC236}">
                <a16:creationId xmlns:a16="http://schemas.microsoft.com/office/drawing/2014/main" id="{A2372223-64C8-42B3-AB92-70D75003150A}"/>
              </a:ext>
            </a:extLst>
          </p:cNvPr>
          <p:cNvSpPr>
            <a:spLocks xmlns:a="http://schemas.openxmlformats.org/drawingml/2006/main" noGrp="1"/>
          </p:cNvSpPr>
          <p:nvPr/>
        </p:nvSpPr>
        <p:spPr>
          <a:xfrm xmlns:a="http://schemas.openxmlformats.org/drawingml/2006/main">
            <a:off x="361950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2060535956" name="Rectangle: Rounded Corners 1996140323">
            <a:extLst xmlns:a="http://schemas.openxmlformats.org/drawingml/2006/main">
              <a:ext uri="{FF2B5EF4-FFF2-40B4-BE49-F238E27FC236}">
                <a16:creationId xmlns:a16="http://schemas.microsoft.com/office/drawing/2014/main" id="{A7F94930-45A4-489F-9EB6-2113C293E8A5}"/>
              </a:ext>
            </a:extLst>
          </p:cNvPr>
          <p:cNvSpPr>
            <a:spLocks xmlns:a="http://schemas.openxmlformats.org/drawingml/2006/main" noGrp="1"/>
          </p:cNvSpPr>
          <p:nvPr/>
        </p:nvSpPr>
        <p:spPr>
          <a:xfrm xmlns:a="http://schemas.openxmlformats.org/drawingml/2006/main">
            <a:off x="4619625"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466085495" name="Rectangle: Rounded Corners 242163070">
            <a:extLst xmlns:a="http://schemas.openxmlformats.org/drawingml/2006/main">
              <a:ext uri="{FF2B5EF4-FFF2-40B4-BE49-F238E27FC236}">
                <a16:creationId xmlns:a16="http://schemas.microsoft.com/office/drawing/2014/main" id="{83819E32-5781-4537-8486-2EF8EC17D274}"/>
              </a:ext>
            </a:extLst>
          </p:cNvPr>
          <p:cNvSpPr>
            <a:spLocks xmlns:a="http://schemas.openxmlformats.org/drawingml/2006/main" noGrp="1"/>
          </p:cNvSpPr>
          <p:nvPr/>
        </p:nvSpPr>
        <p:spPr>
          <a:xfrm xmlns:a="http://schemas.openxmlformats.org/drawingml/2006/main">
            <a:off x="5619750"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939271043" name="Rectangle: Rounded Corners 787924439">
            <a:extLst xmlns:a="http://schemas.openxmlformats.org/drawingml/2006/main">
              <a:ext uri="{FF2B5EF4-FFF2-40B4-BE49-F238E27FC236}">
                <a16:creationId xmlns:a16="http://schemas.microsoft.com/office/drawing/2014/main" id="{4E14D597-7669-4A2B-964E-2F5311B127B3}"/>
              </a:ext>
            </a:extLst>
          </p:cNvPr>
          <p:cNvSpPr>
            <a:spLocks xmlns:a="http://schemas.openxmlformats.org/drawingml/2006/main" noGrp="1"/>
          </p:cNvSpPr>
          <p:nvPr/>
        </p:nvSpPr>
        <p:spPr>
          <a:xfrm xmlns:a="http://schemas.openxmlformats.org/drawingml/2006/main">
            <a:off x="6619875" y="3219449"/>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120146947" name="Rectangle: Rounded Corners 2036973233">
            <a:extLst xmlns:a="http://schemas.openxmlformats.org/drawingml/2006/main">
              <a:ext uri="{FF2B5EF4-FFF2-40B4-BE49-F238E27FC236}">
                <a16:creationId xmlns:a16="http://schemas.microsoft.com/office/drawing/2014/main" id="{4052DC7E-3B0D-4D68-AD5F-26B7B4B8CEEF}"/>
              </a:ext>
            </a:extLst>
          </p:cNvPr>
          <p:cNvSpPr>
            <a:spLocks xmlns:a="http://schemas.openxmlformats.org/drawingml/2006/main" noGrp="1"/>
          </p:cNvSpPr>
          <p:nvPr/>
        </p:nvSpPr>
        <p:spPr>
          <a:xfrm xmlns:a="http://schemas.openxmlformats.org/drawingml/2006/main">
            <a:off x="7620000" y="3219449"/>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874336483" name="Straight Connector 2017847098">
            <a:extLst xmlns:a="http://schemas.openxmlformats.org/drawingml/2006/main">
              <a:ext uri="{FF2B5EF4-FFF2-40B4-BE49-F238E27FC236}">
                <a16:creationId xmlns:a16="http://schemas.microsoft.com/office/drawing/2014/main" id="{627E2BCC-17E3-4658-B068-EE72EB2A7622}"/>
              </a:ext>
            </a:extLst>
          </p:cNvPr>
          <p:cNvSpPr>
            <a:spLocks xmlns:a="http://schemas.openxmlformats.org/drawingml/2006/main" noGrp="1"/>
          </p:cNvSpPr>
          <p:nvPr/>
        </p:nvSpPr>
        <p:spPr>
          <a:xfrm xmlns:a="http://schemas.openxmlformats.org/drawingml/2006/main">
            <a:off x="5524500" y="38481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92181606" name="Rectangle 420069148">
            <a:extLst xmlns:a="http://schemas.openxmlformats.org/drawingml/2006/main">
              <a:ext uri="{FF2B5EF4-FFF2-40B4-BE49-F238E27FC236}">
                <a16:creationId xmlns:a16="http://schemas.microsoft.com/office/drawing/2014/main" id="{7C04409F-0227-4160-AEEA-F4C9B9E16B81}"/>
              </a:ext>
            </a:extLst>
          </p:cNvPr>
          <p:cNvSpPr>
            <a:spLocks xmlns:a="http://schemas.openxmlformats.org/drawingml/2006/main" noGrp="1"/>
          </p:cNvSpPr>
          <p:nvPr/>
        </p:nvSpPr>
        <p:spPr>
          <a:xfrm xmlns:a="http://schemas.openxmlformats.org/drawingml/2006/main">
            <a:off x="1123950" y="43434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10B981"/>
                </a:solidFill>
              </a:defRPr>
            </a:pPr>
            <a:r>
              <a:rPr sz="1650" b="1">
                <a:solidFill>
                  <a:srgbClr val="10B981"/>
                </a:solidFill>
              </a:rPr>
              <a:t>step 2</a:t>
            </a:r>
          </a:p>
        </p:txBody>
      </p:sp>
      <p:sp>
        <p:nvSpPr>
          <p:cNvPr id="231824384" name="Rectangle: Rounded Corners 1532010383">
            <a:extLst xmlns:a="http://schemas.openxmlformats.org/drawingml/2006/main">
              <a:ext uri="{FF2B5EF4-FFF2-40B4-BE49-F238E27FC236}">
                <a16:creationId xmlns:a16="http://schemas.microsoft.com/office/drawing/2014/main" id="{B45DB0A1-B236-4B40-8C9D-93715E4C4731}"/>
              </a:ext>
            </a:extLst>
          </p:cNvPr>
          <p:cNvSpPr>
            <a:spLocks xmlns:a="http://schemas.openxmlformats.org/drawingml/2006/main" noGrp="1"/>
          </p:cNvSpPr>
          <p:nvPr/>
        </p:nvSpPr>
        <p:spPr>
          <a:xfrm xmlns:a="http://schemas.openxmlformats.org/drawingml/2006/main">
            <a:off x="261937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198861054" name="Rectangle: Rounded Corners 1983276117">
            <a:extLst xmlns:a="http://schemas.openxmlformats.org/drawingml/2006/main">
              <a:ext uri="{FF2B5EF4-FFF2-40B4-BE49-F238E27FC236}">
                <a16:creationId xmlns:a16="http://schemas.microsoft.com/office/drawing/2014/main" id="{C81A669F-512D-4D63-977E-35A71F53EDEC}"/>
              </a:ext>
            </a:extLst>
          </p:cNvPr>
          <p:cNvSpPr>
            <a:spLocks xmlns:a="http://schemas.openxmlformats.org/drawingml/2006/main" noGrp="1"/>
          </p:cNvSpPr>
          <p:nvPr/>
        </p:nvSpPr>
        <p:spPr>
          <a:xfrm xmlns:a="http://schemas.openxmlformats.org/drawingml/2006/main">
            <a:off x="36195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924573370" name="Rectangle: Rounded Corners 1047163946">
            <a:extLst xmlns:a="http://schemas.openxmlformats.org/drawingml/2006/main">
              <a:ext uri="{FF2B5EF4-FFF2-40B4-BE49-F238E27FC236}">
                <a16:creationId xmlns:a16="http://schemas.microsoft.com/office/drawing/2014/main" id="{4F53D083-F631-4C2C-B23F-1FEC7EFC69A3}"/>
              </a:ext>
            </a:extLst>
          </p:cNvPr>
          <p:cNvSpPr>
            <a:spLocks xmlns:a="http://schemas.openxmlformats.org/drawingml/2006/main" noGrp="1"/>
          </p:cNvSpPr>
          <p:nvPr/>
        </p:nvSpPr>
        <p:spPr>
          <a:xfrm xmlns:a="http://schemas.openxmlformats.org/drawingml/2006/main">
            <a:off x="4619625"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286367865" name="Rectangle: Rounded Corners 523171807">
            <a:extLst xmlns:a="http://schemas.openxmlformats.org/drawingml/2006/main">
              <a:ext uri="{FF2B5EF4-FFF2-40B4-BE49-F238E27FC236}">
                <a16:creationId xmlns:a16="http://schemas.microsoft.com/office/drawing/2014/main" id="{96B6B697-CCB4-4B76-B8A5-CB53D5881DF0}"/>
              </a:ext>
            </a:extLst>
          </p:cNvPr>
          <p:cNvSpPr>
            <a:spLocks xmlns:a="http://schemas.openxmlformats.org/drawingml/2006/main" noGrp="1"/>
          </p:cNvSpPr>
          <p:nvPr/>
        </p:nvSpPr>
        <p:spPr>
          <a:xfrm xmlns:a="http://schemas.openxmlformats.org/drawingml/2006/main">
            <a:off x="561975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688011616" name="Rectangle: Rounded Corners 752356456">
            <a:extLst xmlns:a="http://schemas.openxmlformats.org/drawingml/2006/main">
              <a:ext uri="{FF2B5EF4-FFF2-40B4-BE49-F238E27FC236}">
                <a16:creationId xmlns:a16="http://schemas.microsoft.com/office/drawing/2014/main" id="{46FD2298-7BB8-4F1F-A79E-B7C8884C06C4}"/>
              </a:ext>
            </a:extLst>
          </p:cNvPr>
          <p:cNvSpPr>
            <a:spLocks xmlns:a="http://schemas.openxmlformats.org/drawingml/2006/main" noGrp="1"/>
          </p:cNvSpPr>
          <p:nvPr/>
        </p:nvSpPr>
        <p:spPr>
          <a:xfrm xmlns:a="http://schemas.openxmlformats.org/drawingml/2006/main">
            <a:off x="6619875" y="4248150"/>
            <a:ext cx="819150" cy="514350"/>
          </a:xfrm>
          <a:prstGeom xmlns:a="http://schemas.openxmlformats.org/drawingml/2006/main" prst="roundRect">
            <a:avLst>
              <a:gd name="adj" fmla="val 22222"/>
            </a:avLst>
          </a:prstGeom>
          <a:solidFill xmlns:a="http://schemas.openxmlformats.org/drawingml/2006/main">
            <a:srgbClr val="EEF2F7"/>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lgn="ctr">
              <a:buNone/>
              <a:defRPr sz="1200" b="1">
                <a:solidFill>
                  <a:srgbClr val="667085"/>
                </a:solidFill>
              </a:defRPr>
            </a:pPr>
            <a:r>
              <a:rPr sz="1200" b="1">
                <a:solidFill>
                  <a:srgbClr val="667085"/>
                </a:solidFill>
              </a:rPr>
              <a:t>[MASK]</a:t>
            </a:r>
          </a:p>
        </p:txBody>
      </p:sp>
      <p:sp>
        <p:nvSpPr>
          <p:cNvPr id="1383838002" name="Rectangle: Rounded Corners 816374805">
            <a:extLst xmlns:a="http://schemas.openxmlformats.org/drawingml/2006/main">
              <a:ext uri="{FF2B5EF4-FFF2-40B4-BE49-F238E27FC236}">
                <a16:creationId xmlns:a16="http://schemas.microsoft.com/office/drawing/2014/main" id="{889D54C0-E580-409D-A4AD-CBB0D310CADF}"/>
              </a:ext>
            </a:extLst>
          </p:cNvPr>
          <p:cNvSpPr>
            <a:spLocks xmlns:a="http://schemas.openxmlformats.org/drawingml/2006/main" noGrp="1"/>
          </p:cNvSpPr>
          <p:nvPr/>
        </p:nvSpPr>
        <p:spPr>
          <a:xfrm xmlns:a="http://schemas.openxmlformats.org/drawingml/2006/main">
            <a:off x="7620000" y="42481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791878272" name="Straight Connector 1386166301">
            <a:extLst xmlns:a="http://schemas.openxmlformats.org/drawingml/2006/main">
              <a:ext uri="{FF2B5EF4-FFF2-40B4-BE49-F238E27FC236}">
                <a16:creationId xmlns:a16="http://schemas.microsoft.com/office/drawing/2014/main" id="{4730BCA3-6916-4365-96E6-E83E601D3B93}"/>
              </a:ext>
            </a:extLst>
          </p:cNvPr>
          <p:cNvSpPr>
            <a:spLocks xmlns:a="http://schemas.openxmlformats.org/drawingml/2006/main" noGrp="1"/>
          </p:cNvSpPr>
          <p:nvPr/>
        </p:nvSpPr>
        <p:spPr>
          <a:xfrm xmlns:a="http://schemas.openxmlformats.org/drawingml/2006/main">
            <a:off x="5524500" y="4876800"/>
            <a:ext cx="9525" cy="285750"/>
          </a:xfrm>
          <a:prstGeom xmlns:a="http://schemas.openxmlformats.org/drawingml/2006/main" prst="line">
            <a:avLst/>
          </a:prstGeom>
          <a:noFill xmlns:a="http://schemas.openxmlformats.org/drawingml/2006/main"/>
          <a:ln xmlns:a="http://schemas.openxmlformats.org/drawingml/2006/main" w="23813">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26479976" name="Rectangle 1180679312">
            <a:extLst xmlns:a="http://schemas.openxmlformats.org/drawingml/2006/main">
              <a:ext uri="{FF2B5EF4-FFF2-40B4-BE49-F238E27FC236}">
                <a16:creationId xmlns:a16="http://schemas.microsoft.com/office/drawing/2014/main" id="{AA733098-48B5-44CD-8357-FEC0B2006AA1}"/>
              </a:ext>
            </a:extLst>
          </p:cNvPr>
          <p:cNvSpPr>
            <a:spLocks xmlns:a="http://schemas.openxmlformats.org/drawingml/2006/main" noGrp="1"/>
          </p:cNvSpPr>
          <p:nvPr/>
        </p:nvSpPr>
        <p:spPr>
          <a:xfrm xmlns:a="http://schemas.openxmlformats.org/drawingml/2006/main">
            <a:off x="1123950" y="5372100"/>
            <a:ext cx="1143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650" b="1">
                <a:solidFill>
                  <a:srgbClr val="2563EB"/>
                </a:solidFill>
              </a:defRPr>
            </a:pPr>
            <a:r>
              <a:rPr sz="1650" b="1">
                <a:solidFill>
                  <a:srgbClr val="2563EB"/>
                </a:solidFill>
              </a:rPr>
              <a:t>text</a:t>
            </a:r>
          </a:p>
        </p:txBody>
      </p:sp>
      <p:sp>
        <p:nvSpPr>
          <p:cNvPr id="401557387" name="Rectangle: Rounded Corners 1119801345">
            <a:extLst xmlns:a="http://schemas.openxmlformats.org/drawingml/2006/main">
              <a:ext uri="{FF2B5EF4-FFF2-40B4-BE49-F238E27FC236}">
                <a16:creationId xmlns:a16="http://schemas.microsoft.com/office/drawing/2014/main" id="{47E82ADD-CEB3-438C-AF5C-59607734A4EB}"/>
              </a:ext>
            </a:extLst>
          </p:cNvPr>
          <p:cNvSpPr>
            <a:spLocks xmlns:a="http://schemas.openxmlformats.org/drawingml/2006/main" noGrp="1"/>
          </p:cNvSpPr>
          <p:nvPr/>
        </p:nvSpPr>
        <p:spPr>
          <a:xfrm xmlns:a="http://schemas.openxmlformats.org/drawingml/2006/main">
            <a:off x="26193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909026014" name="Rectangle: Rounded Corners 563472098">
            <a:extLst xmlns:a="http://schemas.openxmlformats.org/drawingml/2006/main">
              <a:ext uri="{FF2B5EF4-FFF2-40B4-BE49-F238E27FC236}">
                <a16:creationId xmlns:a16="http://schemas.microsoft.com/office/drawing/2014/main" id="{4A37F029-B264-476E-A1B3-DB7CB375BE5E}"/>
              </a:ext>
            </a:extLst>
          </p:cNvPr>
          <p:cNvSpPr>
            <a:spLocks xmlns:a="http://schemas.openxmlformats.org/drawingml/2006/main" noGrp="1"/>
          </p:cNvSpPr>
          <p:nvPr/>
        </p:nvSpPr>
        <p:spPr>
          <a:xfrm xmlns:a="http://schemas.openxmlformats.org/drawingml/2006/main">
            <a:off x="36195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model</a:t>
            </a:r>
          </a:p>
        </p:txBody>
      </p:sp>
      <p:sp>
        <p:nvSpPr>
          <p:cNvPr id="1127714135" name="Rectangle: Rounded Corners 1869507790">
            <a:extLst xmlns:a="http://schemas.openxmlformats.org/drawingml/2006/main">
              <a:ext uri="{FF2B5EF4-FFF2-40B4-BE49-F238E27FC236}">
                <a16:creationId xmlns:a16="http://schemas.microsoft.com/office/drawing/2014/main" id="{D8CD9013-1F17-4103-8DE4-BE8C09891962}"/>
              </a:ext>
            </a:extLst>
          </p:cNvPr>
          <p:cNvSpPr>
            <a:spLocks xmlns:a="http://schemas.openxmlformats.org/drawingml/2006/main" noGrp="1"/>
          </p:cNvSpPr>
          <p:nvPr/>
        </p:nvSpPr>
        <p:spPr>
          <a:xfrm xmlns:a="http://schemas.openxmlformats.org/drawingml/2006/main">
            <a:off x="461962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learns</a:t>
            </a:r>
          </a:p>
        </p:txBody>
      </p:sp>
      <p:sp>
        <p:nvSpPr>
          <p:cNvPr id="692187432" name="Rectangle: Rounded Corners 2113559938">
            <a:extLst xmlns:a="http://schemas.openxmlformats.org/drawingml/2006/main">
              <a:ext uri="{FF2B5EF4-FFF2-40B4-BE49-F238E27FC236}">
                <a16:creationId xmlns:a16="http://schemas.microsoft.com/office/drawing/2014/main" id="{FE98DC95-AF16-4AC9-8B69-477BCFA2DF6E}"/>
              </a:ext>
            </a:extLst>
          </p:cNvPr>
          <p:cNvSpPr>
            <a:spLocks xmlns:a="http://schemas.openxmlformats.org/drawingml/2006/main" noGrp="1"/>
          </p:cNvSpPr>
          <p:nvPr/>
        </p:nvSpPr>
        <p:spPr>
          <a:xfrm xmlns:a="http://schemas.openxmlformats.org/drawingml/2006/main">
            <a:off x="561975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from</a:t>
            </a:r>
          </a:p>
        </p:txBody>
      </p:sp>
      <p:sp>
        <p:nvSpPr>
          <p:cNvPr id="664996071" name="Rectangle: Rounded Corners 274418513">
            <a:extLst xmlns:a="http://schemas.openxmlformats.org/drawingml/2006/main">
              <a:ext uri="{FF2B5EF4-FFF2-40B4-BE49-F238E27FC236}">
                <a16:creationId xmlns:a16="http://schemas.microsoft.com/office/drawing/2014/main" id="{B8DADE87-C8E7-4EB0-B76E-B4C0160A5191}"/>
              </a:ext>
            </a:extLst>
          </p:cNvPr>
          <p:cNvSpPr>
            <a:spLocks xmlns:a="http://schemas.openxmlformats.org/drawingml/2006/main" noGrp="1"/>
          </p:cNvSpPr>
          <p:nvPr/>
        </p:nvSpPr>
        <p:spPr>
          <a:xfrm xmlns:a="http://schemas.openxmlformats.org/drawingml/2006/main">
            <a:off x="6619875"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data</a:t>
            </a:r>
          </a:p>
        </p:txBody>
      </p:sp>
      <p:sp>
        <p:nvSpPr>
          <p:cNvPr id="190386458" name="Rectangle: Rounded Corners 1941550636">
            <a:extLst xmlns:a="http://schemas.openxmlformats.org/drawingml/2006/main">
              <a:ext uri="{FF2B5EF4-FFF2-40B4-BE49-F238E27FC236}">
                <a16:creationId xmlns:a16="http://schemas.microsoft.com/office/drawing/2014/main" id="{E2B3E00A-9D53-476C-9093-41B0121A5CB4}"/>
              </a:ext>
            </a:extLst>
          </p:cNvPr>
          <p:cNvSpPr>
            <a:spLocks xmlns:a="http://schemas.openxmlformats.org/drawingml/2006/main" noGrp="1"/>
          </p:cNvSpPr>
          <p:nvPr/>
        </p:nvSpPr>
        <p:spPr>
          <a:xfrm xmlns:a="http://schemas.openxmlformats.org/drawingml/2006/main">
            <a:off x="7620000" y="527685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a:t>
            </a:r>
          </a:p>
        </p:txBody>
      </p:sp>
      <p:sp>
        <p:nvSpPr>
          <p:cNvPr id="1210216265" name="Rectangle 1798355039">
            <a:extLst xmlns:a="http://schemas.openxmlformats.org/drawingml/2006/main">
              <a:ext uri="{FF2B5EF4-FFF2-40B4-BE49-F238E27FC236}">
                <a16:creationId xmlns:a16="http://schemas.microsoft.com/office/drawing/2014/main" id="{11340249-999D-4754-8DE5-F3617A142420}"/>
              </a:ext>
            </a:extLst>
          </p:cNvPr>
          <p:cNvSpPr>
            <a:spLocks xmlns:a="http://schemas.openxmlformats.org/drawingml/2006/main" noGrp="1"/>
          </p:cNvSpPr>
          <p:nvPr/>
        </p:nvSpPr>
        <p:spPr>
          <a:xfrm xmlns:a="http://schemas.openxmlformats.org/drawingml/2006/main">
            <a:off x="7562850" y="1704975"/>
            <a:ext cx="2857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7C3AED"/>
                </a:solidFill>
              </a:defRPr>
            </a:pPr>
            <a:r>
              <a:rPr sz="1800" b="1">
                <a:solidFill>
                  <a:srgbClr val="7C3AED"/>
                </a:solidFill>
              </a:rPr>
              <a:t>not always left-to-right</a:t>
            </a:r>
          </a:p>
        </p:txBody>
      </p:sp>
      <p:sp>
        <p:nvSpPr>
          <p:cNvPr id="1588861362" name="Rectangle 1161886986">
            <a:extLst xmlns:a="http://schemas.openxmlformats.org/drawingml/2006/main">
              <a:ext uri="{FF2B5EF4-FFF2-40B4-BE49-F238E27FC236}">
                <a16:creationId xmlns:a16="http://schemas.microsoft.com/office/drawing/2014/main" id="{E6989679-AF5D-491F-98F2-B896B4514FFE}"/>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68</a:t>
            </a:r>
          </a:p>
        </p:txBody>
      </p:sp>
      <p:sp>
        <p:nvSpPr>
          <p:cNvPr id="1957337183" name="mercury-example-divider">
            <a:extLst xmlns:a="http://schemas.openxmlformats.org/drawingml/2006/main">
              <a:ext uri="{FF2B5EF4-FFF2-40B4-BE49-F238E27FC236}">
                <a16:creationId xmlns:a16="http://schemas.microsoft.com/office/drawing/2014/main" id="{55281771-3586-444F-9E41-FDA2AEFB699B}"/>
              </a:ext>
            </a:extLst>
          </p:cNvPr>
          <p:cNvSpPr>
            <a:spLocks xmlns:a="http://schemas.openxmlformats.org/drawingml/2006/main" noGrp="1"/>
          </p:cNvSpPr>
          <p:nvPr/>
        </p:nvSpPr>
        <p:spPr>
          <a:xfrm xmlns:a="http://schemas.openxmlformats.org/drawingml/2006/main">
            <a:off x="8763000" y="2266950"/>
            <a:ext cx="9525" cy="2857500"/>
          </a:xfrm>
          <a:prstGeom xmlns:a="http://schemas.openxmlformats.org/drawingml/2006/main" prst="line">
            <a:avLst/>
          </a:prstGeom>
          <a:noFill xmlns:a="http://schemas.openxmlformats.org/drawingml/2006/main"/>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8258513" name="mercury-example-label">
            <a:extLst xmlns:a="http://schemas.openxmlformats.org/drawingml/2006/main">
              <a:ext uri="{FF2B5EF4-FFF2-40B4-BE49-F238E27FC236}">
                <a16:creationId xmlns:a16="http://schemas.microsoft.com/office/drawing/2014/main" id="{7C54C932-E2DA-4B7F-9A8B-5197C1238719}"/>
              </a:ext>
            </a:extLst>
          </p:cNvPr>
          <p:cNvSpPr>
            <a:spLocks xmlns:a="http://schemas.openxmlformats.org/drawingml/2006/main" noGrp="1"/>
          </p:cNvSpPr>
          <p:nvPr/>
        </p:nvSpPr>
        <p:spPr>
          <a:xfrm xmlns:a="http://schemas.openxmlformats.org/drawingml/2006/main">
            <a:off x="9067800" y="2362199"/>
            <a:ext cx="2000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050" b="1">
                <a:solidFill>
                  <a:srgbClr val="667085"/>
                </a:solidFill>
              </a:defRPr>
            </a:pPr>
            <a:r>
              <a:rPr sz="1050" b="1">
                <a:solidFill>
                  <a:srgbClr val="667085"/>
                </a:solidFill>
              </a:rPr>
              <a:t>MERCURY 2</a:t>
            </a:r>
          </a:p>
        </p:txBody>
      </p:sp>
      <p:sp>
        <p:nvSpPr>
          <p:cNvPr id="423970931" name="mercury-2-link">
            <a:extLst xmlns:a="http://schemas.openxmlformats.org/drawingml/2006/main">
              <a:ext uri="{FF2B5EF4-FFF2-40B4-BE49-F238E27FC236}">
                <a16:creationId xmlns:a16="http://schemas.microsoft.com/office/drawing/2014/main" id="{6169E10A-7DB1-4C1C-BEAF-E8C46F4DC96E}"/>
              </a:ext>
            </a:extLst>
          </p:cNvPr>
          <p:cNvSpPr>
            <a:spLocks xmlns:a="http://schemas.openxmlformats.org/drawingml/2006/main" noGrp="1"/>
          </p:cNvSpPr>
          <p:nvPr/>
        </p:nvSpPr>
        <p:spPr>
          <a:xfrm xmlns:a="http://schemas.openxmlformats.org/drawingml/2006/main">
            <a:off x="9067800" y="2705100"/>
            <a:ext cx="209550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950" b="1">
                <a:solidFill>
                  <a:srgbClr val="7C3AED"/>
                </a:solidFill>
              </a:defRPr>
            </a:pPr>
            <a:r>
              <a:rPr sz="1950" b="1" u="sng">
                <a:solidFill>
                  <a:srgbClr val="7C3AED"/>
                </a:solidFill>
                <a:hlinkClick xmlns:r="http://schemas.openxmlformats.org/officeDocument/2006/relationships" r:id="R89a2fe70116745ec"/>
              </a:rPr>
              <a:t>Transformer dLLM</a:t>
            </a:r>
          </a:p>
        </p:txBody>
      </p:sp>
      <p:sp>
        <p:nvSpPr>
          <p:cNvPr id="1142289383" name="mercury-example-description">
            <a:extLst xmlns:a="http://schemas.openxmlformats.org/drawingml/2006/main">
              <a:ext uri="{FF2B5EF4-FFF2-40B4-BE49-F238E27FC236}">
                <a16:creationId xmlns:a16="http://schemas.microsoft.com/office/drawing/2014/main" id="{1B275863-3FB4-44B1-806B-E79A296906D0}"/>
              </a:ext>
            </a:extLst>
          </p:cNvPr>
          <p:cNvSpPr>
            <a:spLocks xmlns:a="http://schemas.openxmlformats.org/drawingml/2006/main" noGrp="1"/>
          </p:cNvSpPr>
          <p:nvPr/>
        </p:nvSpPr>
        <p:spPr>
          <a:xfrm xmlns:a="http://schemas.openxmlformats.org/drawingml/2006/main">
            <a:off x="9067800" y="32004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0">
                <a:solidFill>
                  <a:srgbClr val="0B0F19"/>
                </a:solidFill>
              </a:defRPr>
            </a:pPr>
            <a:r>
              <a:rPr sz="1350" b="0">
                <a:solidFill>
                  <a:srgbClr val="0B0F19"/>
                </a:solidFill>
              </a:rPr>
              <a:t>noisy sequence</a:t>
            </a:r>
          </a:p>
          <a:p xmlns:a="http://schemas.openxmlformats.org/drawingml/2006/main">
            <a:pPr algn="l">
              <a:buNone/>
              <a:defRPr sz="1350" b="0">
                <a:solidFill>
                  <a:srgbClr val="0B0F19"/>
                </a:solidFill>
              </a:defRPr>
            </a:pPr>
            <a:r>
              <a:rPr sz="1350" b="0">
                <a:solidFill>
                  <a:srgbClr val="0B0F19"/>
                </a:solidFill>
              </a:rPr>
              <a:t>→ parallel predictions</a:t>
            </a:r>
          </a:p>
        </p:txBody>
      </p:sp>
      <p:sp>
        <p:nvSpPr>
          <p:cNvPr id="1382571546" name="mercury-example-contrast">
            <a:extLst xmlns:a="http://schemas.openxmlformats.org/drawingml/2006/main">
              <a:ext uri="{FF2B5EF4-FFF2-40B4-BE49-F238E27FC236}">
                <a16:creationId xmlns:a16="http://schemas.microsoft.com/office/drawing/2014/main" id="{3BA08E32-1CA2-4B58-ACC4-40E91D015459}"/>
              </a:ext>
            </a:extLst>
          </p:cNvPr>
          <p:cNvSpPr>
            <a:spLocks xmlns:a="http://schemas.openxmlformats.org/drawingml/2006/main" noGrp="1"/>
          </p:cNvSpPr>
          <p:nvPr/>
        </p:nvSpPr>
        <p:spPr>
          <a:xfrm xmlns:a="http://schemas.openxmlformats.org/drawingml/2006/main">
            <a:off x="9067800" y="4000500"/>
            <a:ext cx="200025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350" b="1">
                <a:solidFill>
                  <a:srgbClr val="2563EB"/>
                </a:solidFill>
              </a:defRPr>
            </a:pPr>
            <a:r>
              <a:rPr sz="1350" b="1">
                <a:solidFill>
                  <a:srgbClr val="2563EB"/>
                </a:solidFill>
              </a:rPr>
              <a:t>repeat refinement</a:t>
            </a:r>
          </a:p>
          <a:p xmlns:a="http://schemas.openxmlformats.org/drawingml/2006/main">
            <a:pPr algn="l">
              <a:buNone/>
              <a:defRPr sz="1350" b="1">
                <a:solidFill>
                  <a:srgbClr val="2563EB"/>
                </a:solidFill>
              </a:defRPr>
            </a:pPr>
            <a:r>
              <a:rPr sz="1350" b="1">
                <a:solidFill>
                  <a:srgbClr val="2563EB"/>
                </a:solidFill>
              </a:rPr>
              <a:t>→ final text</a:t>
            </a:r>
          </a:p>
        </p:txBody>
      </p:sp>
    </p:spTree>
    <p:extLst>
      <p:ext uri="{BB962C8B-B14F-4D97-AF65-F5344CB8AC3E}">
        <p14:creationId xmlns:p14="http://schemas.microsoft.com/office/powerpoint/2010/main" val="1099933599"/>
      </p:ext>
    </p:extLst>
  </p:cSld>
</p:sld>
</file>

<file path=ppt/slides/slide69.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96102285" name="Rectangle 1487198538">
            <a:extLst xmlns:a="http://schemas.openxmlformats.org/drawingml/2006/main">
              <a:ext uri="{FF2B5EF4-FFF2-40B4-BE49-F238E27FC236}">
                <a16:creationId xmlns:a16="http://schemas.microsoft.com/office/drawing/2014/main" id="{963DC50A-BC38-4F6E-9864-655CEA91BD08}"/>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Faster inference</a:t>
            </a:r>
          </a:p>
        </p:txBody>
      </p:sp>
      <p:sp>
        <p:nvSpPr>
          <p:cNvPr id="1601302715" name="Rectangle 1518038747">
            <a:extLst xmlns:a="http://schemas.openxmlformats.org/drawingml/2006/main">
              <a:ext uri="{FF2B5EF4-FFF2-40B4-BE49-F238E27FC236}">
                <a16:creationId xmlns:a16="http://schemas.microsoft.com/office/drawing/2014/main" id="{B7496520-7587-4090-893D-031354367CE1}"/>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Speculative decoding uses a draft-and-verify loop</a:t>
            </a:r>
          </a:p>
        </p:txBody>
      </p:sp>
      <p:sp>
        <p:nvSpPr>
          <p:cNvPr id="1096378761" name="Rectangle: Rounded Corners 1531743003">
            <a:extLst xmlns:a="http://schemas.openxmlformats.org/drawingml/2006/main">
              <a:ext uri="{FF2B5EF4-FFF2-40B4-BE49-F238E27FC236}">
                <a16:creationId xmlns:a16="http://schemas.microsoft.com/office/drawing/2014/main" id="{3FC1DC6C-281A-4681-8E8A-F055FF76712F}"/>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07988747" name="Rectangle: Rounded Corners 369702881">
            <a:extLst xmlns:a="http://schemas.openxmlformats.org/drawingml/2006/main">
              <a:ext uri="{FF2B5EF4-FFF2-40B4-BE49-F238E27FC236}">
                <a16:creationId xmlns:a16="http://schemas.microsoft.com/office/drawing/2014/main" id="{D31B0208-AA5A-4CBD-9942-5A826B84D6ED}"/>
              </a:ext>
            </a:extLst>
          </p:cNvPr>
          <p:cNvSpPr>
            <a:spLocks xmlns:a="http://schemas.openxmlformats.org/drawingml/2006/main" noGrp="1"/>
          </p:cNvSpPr>
          <p:nvPr/>
        </p:nvSpPr>
        <p:spPr>
          <a:xfrm xmlns:a="http://schemas.openxmlformats.org/drawingml/2006/main">
            <a:off x="1162050"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1  small draft model</a:t>
            </a:r>
          </a:p>
        </p:txBody>
      </p:sp>
      <p:sp>
        <p:nvSpPr>
          <p:cNvPr id="1095895379" name="Rectangle 1197178350">
            <a:extLst xmlns:a="http://schemas.openxmlformats.org/drawingml/2006/main">
              <a:ext uri="{FF2B5EF4-FFF2-40B4-BE49-F238E27FC236}">
                <a16:creationId xmlns:a16="http://schemas.microsoft.com/office/drawing/2014/main" id="{3492395F-063D-4FF2-8865-4EB3535785D9}"/>
              </a:ext>
            </a:extLst>
          </p:cNvPr>
          <p:cNvSpPr>
            <a:spLocks xmlns:a="http://schemas.openxmlformats.org/drawingml/2006/main" noGrp="1"/>
          </p:cNvSpPr>
          <p:nvPr/>
        </p:nvSpPr>
        <p:spPr>
          <a:xfrm xmlns:a="http://schemas.openxmlformats.org/drawingml/2006/main">
            <a:off x="1162050"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cheap guesses</a:t>
            </a:r>
          </a:p>
        </p:txBody>
      </p:sp>
      <p:sp>
        <p:nvSpPr>
          <p:cNvPr id="1719257165" name="Rectangle: Rounded Corners 1914676260">
            <a:extLst xmlns:a="http://schemas.openxmlformats.org/drawingml/2006/main">
              <a:ext uri="{FF2B5EF4-FFF2-40B4-BE49-F238E27FC236}">
                <a16:creationId xmlns:a16="http://schemas.microsoft.com/office/drawing/2014/main" id="{1CE323C1-7306-4F3C-BB6D-F2F4CDDCFCBD}"/>
              </a:ext>
            </a:extLst>
          </p:cNvPr>
          <p:cNvSpPr>
            <a:spLocks xmlns:a="http://schemas.openxmlformats.org/drawingml/2006/main" noGrp="1"/>
          </p:cNvSpPr>
          <p:nvPr/>
        </p:nvSpPr>
        <p:spPr>
          <a:xfrm xmlns:a="http://schemas.openxmlformats.org/drawingml/2006/main">
            <a:off x="440055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811502965" name="Rectangle: Rounded Corners 58582831">
            <a:extLst xmlns:a="http://schemas.openxmlformats.org/drawingml/2006/main">
              <a:ext uri="{FF2B5EF4-FFF2-40B4-BE49-F238E27FC236}">
                <a16:creationId xmlns:a16="http://schemas.microsoft.com/office/drawing/2014/main" id="{48E08163-CC75-47A0-895F-237495165153}"/>
              </a:ext>
            </a:extLst>
          </p:cNvPr>
          <p:cNvSpPr>
            <a:spLocks xmlns:a="http://schemas.openxmlformats.org/drawingml/2006/main" noGrp="1"/>
          </p:cNvSpPr>
          <p:nvPr/>
        </p:nvSpPr>
        <p:spPr>
          <a:xfrm xmlns:a="http://schemas.openxmlformats.org/drawingml/2006/main">
            <a:off x="528637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1518206881" name="Rectangle: Rounded Corners 1580617481">
            <a:extLst xmlns:a="http://schemas.openxmlformats.org/drawingml/2006/main">
              <a:ext uri="{FF2B5EF4-FFF2-40B4-BE49-F238E27FC236}">
                <a16:creationId xmlns:a16="http://schemas.microsoft.com/office/drawing/2014/main" id="{20993775-F2CE-413E-B58A-16D03A037016}"/>
              </a:ext>
            </a:extLst>
          </p:cNvPr>
          <p:cNvSpPr>
            <a:spLocks xmlns:a="http://schemas.openxmlformats.org/drawingml/2006/main" noGrp="1"/>
          </p:cNvSpPr>
          <p:nvPr/>
        </p:nvSpPr>
        <p:spPr>
          <a:xfrm xmlns:a="http://schemas.openxmlformats.org/drawingml/2006/main">
            <a:off x="6172200"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397477054" name="Rectangle: Rounded Corners 1783142644">
            <a:extLst xmlns:a="http://schemas.openxmlformats.org/drawingml/2006/main">
              <a:ext uri="{FF2B5EF4-FFF2-40B4-BE49-F238E27FC236}">
                <a16:creationId xmlns:a16="http://schemas.microsoft.com/office/drawing/2014/main" id="{D7D548E0-3EC2-4133-A171-C335006CCE1C}"/>
              </a:ext>
            </a:extLst>
          </p:cNvPr>
          <p:cNvSpPr>
            <a:spLocks xmlns:a="http://schemas.openxmlformats.org/drawingml/2006/main" noGrp="1"/>
          </p:cNvSpPr>
          <p:nvPr/>
        </p:nvSpPr>
        <p:spPr>
          <a:xfrm xmlns:a="http://schemas.openxmlformats.org/drawingml/2006/main">
            <a:off x="7058025" y="2286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58700981" name="Rectangle 1697788859">
            <a:extLst xmlns:a="http://schemas.openxmlformats.org/drawingml/2006/main">
              <a:ext uri="{FF2B5EF4-FFF2-40B4-BE49-F238E27FC236}">
                <a16:creationId xmlns:a16="http://schemas.microsoft.com/office/drawing/2014/main" id="{2A08ECEF-B160-4EB3-B40E-5CBF8F2429E1}"/>
              </a:ext>
            </a:extLst>
          </p:cNvPr>
          <p:cNvSpPr>
            <a:spLocks xmlns:a="http://schemas.openxmlformats.org/drawingml/2006/main" noGrp="1"/>
          </p:cNvSpPr>
          <p:nvPr/>
        </p:nvSpPr>
        <p:spPr>
          <a:xfrm xmlns:a="http://schemas.openxmlformats.org/drawingml/2006/main">
            <a:off x="4686300" y="3028950"/>
            <a:ext cx="2952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2  propose token block</a:t>
            </a:r>
          </a:p>
        </p:txBody>
      </p:sp>
      <p:sp>
        <p:nvSpPr>
          <p:cNvPr id="277715831" name="Rectangle: Rounded Corners 1686198037">
            <a:extLst xmlns:a="http://schemas.openxmlformats.org/drawingml/2006/main">
              <a:ext uri="{FF2B5EF4-FFF2-40B4-BE49-F238E27FC236}">
                <a16:creationId xmlns:a16="http://schemas.microsoft.com/office/drawing/2014/main" id="{F47D44F0-D936-4208-8191-A304CC6AC364}"/>
              </a:ext>
            </a:extLst>
          </p:cNvPr>
          <p:cNvSpPr>
            <a:spLocks xmlns:a="http://schemas.openxmlformats.org/drawingml/2006/main" noGrp="1"/>
          </p:cNvSpPr>
          <p:nvPr/>
        </p:nvSpPr>
        <p:spPr>
          <a:xfrm xmlns:a="http://schemas.openxmlformats.org/drawingml/2006/main">
            <a:off x="8429625" y="2133600"/>
            <a:ext cx="2381250" cy="819150"/>
          </a:xfrm>
          <a:prstGeom xmlns:a="http://schemas.openxmlformats.org/drawingml/2006/main" prst="roundRect">
            <a:avLst>
              <a:gd name="adj" fmla="val 13953"/>
            </a:avLst>
          </a:prstGeom>
          <a:solidFill xmlns:a="http://schemas.openxmlformats.org/drawingml/2006/main">
            <a:srgbClr val="FFFFFF"/>
          </a:solidFill>
          <a:ln xmlns:a="http://schemas.openxmlformats.org/drawingml/2006/main" w="20955">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3  large target model</a:t>
            </a:r>
          </a:p>
        </p:txBody>
      </p:sp>
      <p:sp>
        <p:nvSpPr>
          <p:cNvPr id="700169388" name="Rectangle 1556928439">
            <a:extLst xmlns:a="http://schemas.openxmlformats.org/drawingml/2006/main">
              <a:ext uri="{FF2B5EF4-FFF2-40B4-BE49-F238E27FC236}">
                <a16:creationId xmlns:a16="http://schemas.microsoft.com/office/drawing/2014/main" id="{4923B96C-5ACA-4F77-B60B-78E90FD52A56}"/>
              </a:ext>
            </a:extLst>
          </p:cNvPr>
          <p:cNvSpPr>
            <a:spLocks xmlns:a="http://schemas.openxmlformats.org/drawingml/2006/main" noGrp="1"/>
          </p:cNvSpPr>
          <p:nvPr/>
        </p:nvSpPr>
        <p:spPr>
          <a:xfrm xmlns:a="http://schemas.openxmlformats.org/drawingml/2006/main">
            <a:off x="8429625" y="302895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verify block in one pass</a:t>
            </a:r>
          </a:p>
        </p:txBody>
      </p:sp>
      <p:sp>
        <p:nvSpPr>
          <p:cNvPr id="2103815175" name="Straight Connector 170693198">
            <a:extLst xmlns:a="http://schemas.openxmlformats.org/drawingml/2006/main">
              <a:ext uri="{FF2B5EF4-FFF2-40B4-BE49-F238E27FC236}">
                <a16:creationId xmlns:a16="http://schemas.microsoft.com/office/drawing/2014/main" id="{6EC7A550-C504-4038-943A-DF200543F87D}"/>
              </a:ext>
            </a:extLst>
          </p:cNvPr>
          <p:cNvSpPr>
            <a:spLocks xmlns:a="http://schemas.openxmlformats.org/drawingml/2006/main" noGrp="1"/>
          </p:cNvSpPr>
          <p:nvPr/>
        </p:nvSpPr>
        <p:spPr>
          <a:xfrm xmlns:a="http://schemas.openxmlformats.org/drawingml/2006/main">
            <a:off x="3714750" y="2543175"/>
            <a:ext cx="49530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84593330" name="Straight Connector 2021615088">
            <a:extLst xmlns:a="http://schemas.openxmlformats.org/drawingml/2006/main">
              <a:ext uri="{FF2B5EF4-FFF2-40B4-BE49-F238E27FC236}">
                <a16:creationId xmlns:a16="http://schemas.microsoft.com/office/drawing/2014/main" id="{86825C06-2BB8-4B3F-96FE-A1117AFA47AB}"/>
              </a:ext>
            </a:extLst>
          </p:cNvPr>
          <p:cNvSpPr>
            <a:spLocks xmlns:a="http://schemas.openxmlformats.org/drawingml/2006/main" noGrp="1"/>
          </p:cNvSpPr>
          <p:nvPr/>
        </p:nvSpPr>
        <p:spPr>
          <a:xfrm xmlns:a="http://schemas.openxmlformats.org/drawingml/2006/main">
            <a:off x="8001000" y="2543175"/>
            <a:ext cx="4000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52197931" name="Rectangle 1396476378">
            <a:extLst xmlns:a="http://schemas.openxmlformats.org/drawingml/2006/main">
              <a:ext uri="{FF2B5EF4-FFF2-40B4-BE49-F238E27FC236}">
                <a16:creationId xmlns:a16="http://schemas.microsoft.com/office/drawing/2014/main" id="{C2B67F6B-7495-4D31-B26E-1E6C10088C9C}"/>
              </a:ext>
            </a:extLst>
          </p:cNvPr>
          <p:cNvSpPr>
            <a:spLocks xmlns:a="http://schemas.openxmlformats.org/drawingml/2006/main" noGrp="1"/>
          </p:cNvSpPr>
          <p:nvPr/>
        </p:nvSpPr>
        <p:spPr>
          <a:xfrm xmlns:a="http://schemas.openxmlformats.org/drawingml/2006/main">
            <a:off x="2038349" y="3657600"/>
            <a:ext cx="2095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10B981"/>
                </a:solidFill>
              </a:defRPr>
            </a:pPr>
            <a:r>
              <a:rPr sz="1800" b="1">
                <a:solidFill>
                  <a:srgbClr val="10B981"/>
                </a:solidFill>
              </a:rPr>
              <a:t>4a  accept prefix</a:t>
            </a:r>
          </a:p>
        </p:txBody>
      </p:sp>
      <p:sp>
        <p:nvSpPr>
          <p:cNvPr id="378272967" name="Rectangle: Rounded Corners 910307424">
            <a:extLst xmlns:a="http://schemas.openxmlformats.org/drawingml/2006/main">
              <a:ext uri="{FF2B5EF4-FFF2-40B4-BE49-F238E27FC236}">
                <a16:creationId xmlns:a16="http://schemas.microsoft.com/office/drawing/2014/main" id="{68D1CE3F-F253-4ECE-8B02-957A4A65C70F}"/>
              </a:ext>
            </a:extLst>
          </p:cNvPr>
          <p:cNvSpPr>
            <a:spLocks xmlns:a="http://schemas.openxmlformats.org/drawingml/2006/main" noGrp="1"/>
          </p:cNvSpPr>
          <p:nvPr/>
        </p:nvSpPr>
        <p:spPr>
          <a:xfrm xmlns:a="http://schemas.openxmlformats.org/drawingml/2006/main">
            <a:off x="20955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The</a:t>
            </a:r>
          </a:p>
        </p:txBody>
      </p:sp>
      <p:sp>
        <p:nvSpPr>
          <p:cNvPr id="161017837" name="Rectangle: Rounded Corners 760188915">
            <a:extLst xmlns:a="http://schemas.openxmlformats.org/drawingml/2006/main">
              <a:ext uri="{FF2B5EF4-FFF2-40B4-BE49-F238E27FC236}">
                <a16:creationId xmlns:a16="http://schemas.microsoft.com/office/drawing/2014/main" id="{1CD5AACF-23F5-4116-9659-2DC8C25DEB70}"/>
              </a:ext>
            </a:extLst>
          </p:cNvPr>
          <p:cNvSpPr>
            <a:spLocks xmlns:a="http://schemas.openxmlformats.org/drawingml/2006/main" noGrp="1"/>
          </p:cNvSpPr>
          <p:nvPr/>
        </p:nvSpPr>
        <p:spPr>
          <a:xfrm xmlns:a="http://schemas.openxmlformats.org/drawingml/2006/main">
            <a:off x="29813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cat</a:t>
            </a:r>
          </a:p>
        </p:txBody>
      </p:sp>
      <p:sp>
        <p:nvSpPr>
          <p:cNvPr id="299105632" name="Rectangle: Rounded Corners 1604029254">
            <a:extLst xmlns:a="http://schemas.openxmlformats.org/drawingml/2006/main">
              <a:ext uri="{FF2B5EF4-FFF2-40B4-BE49-F238E27FC236}">
                <a16:creationId xmlns:a16="http://schemas.microsoft.com/office/drawing/2014/main" id="{4B9EB5B5-6C26-4EAD-8952-9189D86EE365}"/>
              </a:ext>
            </a:extLst>
          </p:cNvPr>
          <p:cNvSpPr>
            <a:spLocks xmlns:a="http://schemas.openxmlformats.org/drawingml/2006/main" noGrp="1"/>
          </p:cNvSpPr>
          <p:nvPr/>
        </p:nvSpPr>
        <p:spPr>
          <a:xfrm xmlns:a="http://schemas.openxmlformats.org/drawingml/2006/main">
            <a:off x="386715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sat</a:t>
            </a:r>
          </a:p>
        </p:txBody>
      </p:sp>
      <p:sp>
        <p:nvSpPr>
          <p:cNvPr id="1671329096" name="Rectangle 583346847">
            <a:extLst xmlns:a="http://schemas.openxmlformats.org/drawingml/2006/main">
              <a:ext uri="{FF2B5EF4-FFF2-40B4-BE49-F238E27FC236}">
                <a16:creationId xmlns:a16="http://schemas.microsoft.com/office/drawing/2014/main" id="{5A63AABC-4776-4F9F-9E6A-BEBE6FAA1A9A}"/>
              </a:ext>
            </a:extLst>
          </p:cNvPr>
          <p:cNvSpPr>
            <a:spLocks xmlns:a="http://schemas.openxmlformats.org/drawingml/2006/main" noGrp="1"/>
          </p:cNvSpPr>
          <p:nvPr/>
        </p:nvSpPr>
        <p:spPr>
          <a:xfrm xmlns:a="http://schemas.openxmlformats.org/drawingml/2006/main">
            <a:off x="6610350" y="3657600"/>
            <a:ext cx="23812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800" b="1">
                <a:solidFill>
                  <a:srgbClr val="F97316"/>
                </a:solidFill>
              </a:defRPr>
            </a:pPr>
            <a:r>
              <a:rPr sz="1800" b="1">
                <a:solidFill>
                  <a:srgbClr val="F97316"/>
                </a:solidFill>
              </a:rPr>
              <a:t>4b  reject + resample</a:t>
            </a:r>
          </a:p>
        </p:txBody>
      </p:sp>
      <p:sp>
        <p:nvSpPr>
          <p:cNvPr id="1646377999" name="Rectangle: Rounded Corners 5957980">
            <a:extLst xmlns:a="http://schemas.openxmlformats.org/drawingml/2006/main">
              <a:ext uri="{FF2B5EF4-FFF2-40B4-BE49-F238E27FC236}">
                <a16:creationId xmlns:a16="http://schemas.microsoft.com/office/drawing/2014/main" id="{62305770-99D5-4354-8CE5-E0483BE7A8C5}"/>
              </a:ext>
            </a:extLst>
          </p:cNvPr>
          <p:cNvSpPr>
            <a:spLocks xmlns:a="http://schemas.openxmlformats.org/drawingml/2006/main" noGrp="1"/>
          </p:cNvSpPr>
          <p:nvPr/>
        </p:nvSpPr>
        <p:spPr>
          <a:xfrm xmlns:a="http://schemas.openxmlformats.org/drawingml/2006/main">
            <a:off x="7277100"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on</a:t>
            </a:r>
          </a:p>
        </p:txBody>
      </p:sp>
      <p:sp>
        <p:nvSpPr>
          <p:cNvPr id="1661973097" name="Rectangle: Rounded Corners 410294816">
            <a:extLst xmlns:a="http://schemas.openxmlformats.org/drawingml/2006/main">
              <a:ext uri="{FF2B5EF4-FFF2-40B4-BE49-F238E27FC236}">
                <a16:creationId xmlns:a16="http://schemas.microsoft.com/office/drawing/2014/main" id="{3C8B1514-FD9E-4604-97A5-E24B13D36556}"/>
              </a:ext>
            </a:extLst>
          </p:cNvPr>
          <p:cNvSpPr>
            <a:spLocks xmlns:a="http://schemas.openxmlformats.org/drawingml/2006/main" noGrp="1"/>
          </p:cNvSpPr>
          <p:nvPr/>
        </p:nvSpPr>
        <p:spPr>
          <a:xfrm xmlns:a="http://schemas.openxmlformats.org/drawingml/2006/main">
            <a:off x="8162925" y="4191000"/>
            <a:ext cx="819150" cy="514350"/>
          </a:xfrm>
          <a:prstGeom xmlns:a="http://schemas.openxmlformats.org/drawingml/2006/main" prst="roundRect">
            <a:avLst>
              <a:gd name="adj" fmla="val 22222"/>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lgn="ctr">
              <a:buNone/>
              <a:defRPr sz="1500" b="1">
                <a:solidFill>
                  <a:srgbClr val="0B0F19"/>
                </a:solidFill>
              </a:defRPr>
            </a:pPr>
            <a:r>
              <a:rPr sz="1500" b="1">
                <a:solidFill>
                  <a:srgbClr val="0B0F19"/>
                </a:solidFill>
              </a:rPr>
              <a:t>mat</a:t>
            </a:r>
          </a:p>
        </p:txBody>
      </p:sp>
      <p:sp>
        <p:nvSpPr>
          <p:cNvPr id="1322521146" name="Straight Connector 1668590987">
            <a:extLst xmlns:a="http://schemas.openxmlformats.org/drawingml/2006/main">
              <a:ext uri="{FF2B5EF4-FFF2-40B4-BE49-F238E27FC236}">
                <a16:creationId xmlns:a16="http://schemas.microsoft.com/office/drawing/2014/main" id="{B1DBF76A-687D-4195-8AAD-099AF7825936}"/>
              </a:ext>
            </a:extLst>
          </p:cNvPr>
          <p:cNvSpPr>
            <a:spLocks xmlns:a="http://schemas.openxmlformats.org/drawingml/2006/main" noGrp="1"/>
          </p:cNvSpPr>
          <p:nvPr/>
        </p:nvSpPr>
        <p:spPr>
          <a:xfrm xmlns:a="http://schemas.openxmlformats.org/drawingml/2006/main">
            <a:off x="7981950" y="4448175"/>
            <a:ext cx="133350" cy="9525"/>
          </a:xfrm>
          <a:prstGeom xmlns:a="http://schemas.openxmlformats.org/drawingml/2006/main" prst="line">
            <a:avLst/>
          </a:prstGeom>
          <a:noFill xmlns:a="http://schemas.openxmlformats.org/drawingml/2006/main"/>
          <a:ln xmlns:a="http://schemas.openxmlformats.org/drawingml/2006/main" w="23813">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112911" name="Rectangle 1956440405">
            <a:extLst xmlns:a="http://schemas.openxmlformats.org/drawingml/2006/main">
              <a:ext uri="{FF2B5EF4-FFF2-40B4-BE49-F238E27FC236}">
                <a16:creationId xmlns:a16="http://schemas.microsoft.com/office/drawing/2014/main" id="{0865211D-1545-4421-A022-06382C286488}"/>
              </a:ext>
            </a:extLst>
          </p:cNvPr>
          <p:cNvSpPr>
            <a:spLocks xmlns:a="http://schemas.openxmlformats.org/drawingml/2006/main" noGrp="1"/>
          </p:cNvSpPr>
          <p:nvPr/>
        </p:nvSpPr>
        <p:spPr>
          <a:xfrm xmlns:a="http://schemas.openxmlformats.org/drawingml/2006/main">
            <a:off x="2857500" y="5162550"/>
            <a:ext cx="6477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a:lstStyle xmlns:a="http://schemas.openxmlformats.org/drawingml/2006/main"/>
          <a:p xmlns:a="http://schemas.openxmlformats.org/drawingml/2006/main">
            <a:pPr algn="ctr">
              <a:buNone/>
              <a:defRPr sz="1450" b="1">
                <a:solidFill>
                  <a:srgbClr val="0B0F19"/>
                </a:solidFill>
              </a:defRPr>
            </a:pPr>
            <a:r>
              <a:rPr sz="1450" b="1">
                <a:solidFill>
                  <a:srgbClr val="0B0F19"/>
                </a:solidFill>
              </a:rPr>
              <a:t>draft → verify → accept / resample → repeat</a:t>
            </a:r>
          </a:p>
          <a:p xmlns:a="http://schemas.openxmlformats.org/drawingml/2006/main">
            <a:pPr algn="ctr">
              <a:buNone/>
              <a:defRPr sz="1450" b="1">
                <a:solidFill>
                  <a:srgbClr val="0B0F19"/>
                </a:solidFill>
              </a:defRPr>
            </a:pPr>
            <a:r>
              <a:rPr sz="1450" b="1">
                <a:solidFill>
                  <a:srgbClr val="0B0F19"/>
                </a:solidFill>
              </a:rPr>
              <a:t>same target distribution, fewer serial waits</a:t>
            </a:r>
          </a:p>
        </p:txBody>
      </p:sp>
      <p:sp>
        <p:nvSpPr>
          <p:cNvPr id="955693005" name="Rectangle 918919992">
            <a:extLst xmlns:a="http://schemas.openxmlformats.org/drawingml/2006/main">
              <a:ext uri="{FF2B5EF4-FFF2-40B4-BE49-F238E27FC236}">
                <a16:creationId xmlns:a16="http://schemas.microsoft.com/office/drawing/2014/main" id="{DFE41720-4910-486D-9FC5-B245AE852189}"/>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69</a:t>
            </a:r>
          </a:p>
        </p:txBody>
      </p:sp>
    </p:spTree>
    <p:extLst>
      <p:ext uri="{BB962C8B-B14F-4D97-AF65-F5344CB8AC3E}">
        <p14:creationId xmlns:p14="http://schemas.microsoft.com/office/powerpoint/2010/main" val="1168397620"/>
      </p:ext>
    </p:extLst>
  </p:cSld>
</p:sld>
</file>

<file path=ppt/slides/slide70.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1224691603" name="Rectangle 1682307419">
            <a:extLst xmlns:a="http://schemas.openxmlformats.org/drawingml/2006/main">
              <a:ext uri="{FF2B5EF4-FFF2-40B4-BE49-F238E27FC236}">
                <a16:creationId xmlns:a16="http://schemas.microsoft.com/office/drawing/2014/main" id="{8B7D2E7C-2836-43DE-AA3C-222D81172A3C}"/>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Scaling trend</a:t>
            </a:r>
          </a:p>
        </p:txBody>
      </p:sp>
      <p:sp>
        <p:nvSpPr>
          <p:cNvPr id="734772042" name="Rectangle 1048423222">
            <a:extLst xmlns:a="http://schemas.openxmlformats.org/drawingml/2006/main">
              <a:ext uri="{FF2B5EF4-FFF2-40B4-BE49-F238E27FC236}">
                <a16:creationId xmlns:a16="http://schemas.microsoft.com/office/drawing/2014/main" id="{3B3BE1FF-7243-4717-930C-957B94971825}"/>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Frontier models scale total compute</a:t>
            </a:r>
          </a:p>
        </p:txBody>
      </p:sp>
      <p:sp>
        <p:nvSpPr>
          <p:cNvPr id="226357148" name="Rectangle 1821451500">
            <a:extLst xmlns:a="http://schemas.openxmlformats.org/drawingml/2006/main">
              <a:ext uri="{FF2B5EF4-FFF2-40B4-BE49-F238E27FC236}">
                <a16:creationId xmlns:a16="http://schemas.microsoft.com/office/drawing/2014/main" id="{D5DE68E6-3EC4-4660-B384-9D0B5FD183B7}"/>
              </a:ext>
            </a:extLst>
          </p:cNvPr>
          <p:cNvSpPr>
            <a:spLocks xmlns:a="http://schemas.openxmlformats.org/drawingml/2006/main" noGrp="1"/>
          </p:cNvSpPr>
          <p:nvPr/>
        </p:nvSpPr>
        <p:spPr>
          <a:xfrm xmlns:a="http://schemas.openxmlformats.org/drawingml/2006/main">
            <a:off x="7829550" y="1028700"/>
            <a:ext cx="295275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1750" b="1">
                <a:solidFill>
                  <a:srgbClr val="EF4444"/>
                </a:solidFill>
              </a:defRPr>
            </a:pPr>
            <a:r>
              <a:rPr sz="1750" b="1">
                <a:solidFill>
                  <a:srgbClr val="EF4444"/>
                </a:solidFill>
              </a:rPr>
              <a:t>not just parameter count</a:t>
            </a:r>
          </a:p>
        </p:txBody>
      </p:sp>
      <p:sp>
        <p:nvSpPr>
          <p:cNvPr id="1993307450" name="Rectangle: Rounded Corners 1912787708">
            <a:extLst xmlns:a="http://schemas.openxmlformats.org/drawingml/2006/main">
              <a:ext uri="{FF2B5EF4-FFF2-40B4-BE49-F238E27FC236}">
                <a16:creationId xmlns:a16="http://schemas.microsoft.com/office/drawing/2014/main" id="{0E575CB8-95E4-47B5-AC3E-177925067F0F}"/>
              </a:ext>
            </a:extLst>
          </p:cNvPr>
          <p:cNvSpPr>
            <a:spLocks xmlns:a="http://schemas.openxmlformats.org/drawingml/2006/main" noGrp="1"/>
          </p:cNvSpPr>
          <p:nvPr/>
        </p:nvSpPr>
        <p:spPr>
          <a:xfrm xmlns:a="http://schemas.openxmlformats.org/drawingml/2006/main">
            <a:off x="704850" y="1562100"/>
            <a:ext cx="10782300" cy="4343400"/>
          </a:xfrm>
          <a:prstGeom xmlns:a="http://schemas.openxmlformats.org/drawingml/2006/main" prst="roundRect">
            <a:avLst>
              <a:gd name="adj" fmla="val 26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2108296" name="Rectangle 698160899">
            <a:extLst xmlns:a="http://schemas.openxmlformats.org/drawingml/2006/main">
              <a:ext uri="{FF2B5EF4-FFF2-40B4-BE49-F238E27FC236}">
                <a16:creationId xmlns:a16="http://schemas.microsoft.com/office/drawing/2014/main" id="{743102CE-ED90-4436-AEC6-EBCEEC75E5ED}"/>
              </a:ext>
            </a:extLst>
          </p:cNvPr>
          <p:cNvSpPr>
            <a:spLocks xmlns:a="http://schemas.openxmlformats.org/drawingml/2006/main" noGrp="1"/>
          </p:cNvSpPr>
          <p:nvPr/>
        </p:nvSpPr>
        <p:spPr>
          <a:xfrm xmlns:a="http://schemas.openxmlformats.org/drawingml/2006/main">
            <a:off x="3771900" y="1752599"/>
            <a:ext cx="46482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more useful computation</a:t>
            </a:r>
          </a:p>
        </p:txBody>
      </p:sp>
      <p:sp>
        <p:nvSpPr>
          <p:cNvPr id="1643694812" name="Straight Connector 820052219">
            <a:extLst xmlns:a="http://schemas.openxmlformats.org/drawingml/2006/main">
              <a:ext uri="{FF2B5EF4-FFF2-40B4-BE49-F238E27FC236}">
                <a16:creationId xmlns:a16="http://schemas.microsoft.com/office/drawing/2014/main" id="{6387F667-6B2F-4451-86F6-C2F9FDD4514E}"/>
              </a:ext>
            </a:extLst>
          </p:cNvPr>
          <p:cNvSpPr>
            <a:spLocks xmlns:a="http://schemas.openxmlformats.org/drawingml/2006/main" noGrp="1"/>
          </p:cNvSpPr>
          <p:nvPr/>
        </p:nvSpPr>
        <p:spPr>
          <a:xfrm xmlns:a="http://schemas.openxmlformats.org/drawingml/2006/main">
            <a:off x="2609850" y="2152650"/>
            <a:ext cx="6972300" cy="9525"/>
          </a:xfrm>
          <a:prstGeom xmlns:a="http://schemas.openxmlformats.org/drawingml/2006/main" prst="line">
            <a:avLst/>
          </a:prstGeom>
          <a:noFill xmlns:a="http://schemas.openxmlformats.org/drawingml/2006/main"/>
          <a:ln xmlns:a="http://schemas.openxmlformats.org/drawingml/2006/main" w="3810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47409403" name="Rectangle: Rounded Corners 1977383084">
            <a:extLst xmlns:a="http://schemas.openxmlformats.org/drawingml/2006/main">
              <a:ext uri="{FF2B5EF4-FFF2-40B4-BE49-F238E27FC236}">
                <a16:creationId xmlns:a16="http://schemas.microsoft.com/office/drawing/2014/main" id="{7F54777D-70ED-4E65-AE81-3DB47DF83AD2}"/>
              </a:ext>
            </a:extLst>
          </p:cNvPr>
          <p:cNvSpPr>
            <a:spLocks xmlns:a="http://schemas.openxmlformats.org/drawingml/2006/main" noGrp="1"/>
          </p:cNvSpPr>
          <p:nvPr/>
        </p:nvSpPr>
        <p:spPr>
          <a:xfrm xmlns:a="http://schemas.openxmlformats.org/drawingml/2006/main">
            <a:off x="10668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35434126" name="Rectangle: Rounded Corners 1598161198">
            <a:extLst xmlns:a="http://schemas.openxmlformats.org/drawingml/2006/main">
              <a:ext uri="{FF2B5EF4-FFF2-40B4-BE49-F238E27FC236}">
                <a16:creationId xmlns:a16="http://schemas.microsoft.com/office/drawing/2014/main" id="{7B6C28D5-4136-45D8-87AB-DBE60123D214}"/>
              </a:ext>
            </a:extLst>
          </p:cNvPr>
          <p:cNvSpPr>
            <a:spLocks xmlns:a="http://schemas.openxmlformats.org/drawingml/2006/main" noGrp="1"/>
          </p:cNvSpPr>
          <p:nvPr/>
        </p:nvSpPr>
        <p:spPr>
          <a:xfrm xmlns:a="http://schemas.openxmlformats.org/drawingml/2006/main">
            <a:off x="1714500" y="3105150"/>
            <a:ext cx="114300" cy="1714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71143212" name="Rectangle: Rounded Corners 1558195880">
            <a:extLst xmlns:a="http://schemas.openxmlformats.org/drawingml/2006/main">
              <a:ext uri="{FF2B5EF4-FFF2-40B4-BE49-F238E27FC236}">
                <a16:creationId xmlns:a16="http://schemas.microsoft.com/office/drawing/2014/main" id="{4495BBE4-784E-4EC2-BA3B-B572393F319E}"/>
              </a:ext>
            </a:extLst>
          </p:cNvPr>
          <p:cNvSpPr>
            <a:spLocks xmlns:a="http://schemas.openxmlformats.org/drawingml/2006/main" noGrp="1"/>
          </p:cNvSpPr>
          <p:nvPr/>
        </p:nvSpPr>
        <p:spPr>
          <a:xfrm xmlns:a="http://schemas.openxmlformats.org/drawingml/2006/main">
            <a:off x="1885950" y="2990850"/>
            <a:ext cx="114300" cy="2857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6087374" name="Rectangle: Rounded Corners 521701979">
            <a:extLst xmlns:a="http://schemas.openxmlformats.org/drawingml/2006/main">
              <a:ext uri="{FF2B5EF4-FFF2-40B4-BE49-F238E27FC236}">
                <a16:creationId xmlns:a16="http://schemas.microsoft.com/office/drawing/2014/main" id="{26498FE5-41ED-49F4-B5DD-9A460487ED00}"/>
              </a:ext>
            </a:extLst>
          </p:cNvPr>
          <p:cNvSpPr>
            <a:spLocks xmlns:a="http://schemas.openxmlformats.org/drawingml/2006/main" noGrp="1"/>
          </p:cNvSpPr>
          <p:nvPr/>
        </p:nvSpPr>
        <p:spPr>
          <a:xfrm xmlns:a="http://schemas.openxmlformats.org/drawingml/2006/main">
            <a:off x="2057400" y="2876550"/>
            <a:ext cx="114300" cy="4000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18311509" name="Rectangle: Rounded Corners 1995606132">
            <a:extLst xmlns:a="http://schemas.openxmlformats.org/drawingml/2006/main">
              <a:ext uri="{FF2B5EF4-FFF2-40B4-BE49-F238E27FC236}">
                <a16:creationId xmlns:a16="http://schemas.microsoft.com/office/drawing/2014/main" id="{657900DF-951E-442A-A2A6-DE6E904721C7}"/>
              </a:ext>
            </a:extLst>
          </p:cNvPr>
          <p:cNvSpPr>
            <a:spLocks xmlns:a="http://schemas.openxmlformats.org/drawingml/2006/main" noGrp="1"/>
          </p:cNvSpPr>
          <p:nvPr/>
        </p:nvSpPr>
        <p:spPr>
          <a:xfrm xmlns:a="http://schemas.openxmlformats.org/drawingml/2006/main">
            <a:off x="2228850" y="2762250"/>
            <a:ext cx="114300" cy="514350"/>
          </a:xfrm>
          <a:prstGeom xmlns:a="http://schemas.openxmlformats.org/drawingml/2006/main" prst="roundRect">
            <a:avLst>
              <a:gd name="adj" fmla="val 50000"/>
            </a:avLst>
          </a:prstGeom>
          <a:solidFill xmlns:a="http://schemas.openxmlformats.org/drawingml/2006/main">
            <a:srgbClr val="2563EB"/>
          </a:solidFill>
          <a:ln xmlns:a="http://schemas.openxmlformats.org/drawingml/2006/main" w="0">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000129319" name="Rectangle 1524836487">
            <a:extLst xmlns:a="http://schemas.openxmlformats.org/drawingml/2006/main">
              <a:ext uri="{FF2B5EF4-FFF2-40B4-BE49-F238E27FC236}">
                <a16:creationId xmlns:a16="http://schemas.microsoft.com/office/drawing/2014/main" id="{1F370BBE-3AF0-4FD4-B716-2F748C9BE78B}"/>
              </a:ext>
            </a:extLst>
          </p:cNvPr>
          <p:cNvSpPr>
            <a:spLocks xmlns:a="http://schemas.openxmlformats.org/drawingml/2006/main" noGrp="1"/>
          </p:cNvSpPr>
          <p:nvPr/>
        </p:nvSpPr>
        <p:spPr>
          <a:xfrm xmlns:a="http://schemas.openxmlformats.org/drawingml/2006/main">
            <a:off x="12573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2563EB"/>
                </a:solidFill>
              </a:defRPr>
            </a:pPr>
            <a:r>
              <a:rPr sz="1900" b="1">
                <a:solidFill>
                  <a:srgbClr val="2563EB"/>
                </a:solidFill>
              </a:rPr>
              <a:t>pretraining</a:t>
            </a:r>
          </a:p>
        </p:txBody>
      </p:sp>
      <p:sp>
        <p:nvSpPr>
          <p:cNvPr id="1472669288" name="Rectangle 2124862657">
            <a:extLst xmlns:a="http://schemas.openxmlformats.org/drawingml/2006/main">
              <a:ext uri="{FF2B5EF4-FFF2-40B4-BE49-F238E27FC236}">
                <a16:creationId xmlns:a16="http://schemas.microsoft.com/office/drawing/2014/main" id="{B64D954A-9889-4552-81DF-E0B1C698C567}"/>
              </a:ext>
            </a:extLst>
          </p:cNvPr>
          <p:cNvSpPr>
            <a:spLocks xmlns:a="http://schemas.openxmlformats.org/drawingml/2006/main" noGrp="1"/>
          </p:cNvSpPr>
          <p:nvPr/>
        </p:nvSpPr>
        <p:spPr>
          <a:xfrm xmlns:a="http://schemas.openxmlformats.org/drawingml/2006/main">
            <a:off x="12763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bigger models</a:t>
            </a:r>
          </a:p>
          <a:p xmlns:a="http://schemas.openxmlformats.org/drawingml/2006/main">
            <a:pPr algn="ctr">
              <a:buNone/>
              <a:defRPr sz="1450" b="0">
                <a:solidFill>
                  <a:srgbClr val="0B0F19"/>
                </a:solidFill>
              </a:defRPr>
            </a:pPr>
            <a:r>
              <a:rPr sz="1450" b="0">
                <a:solidFill>
                  <a:srgbClr val="0B0F19"/>
                </a:solidFill>
              </a:rPr>
              <a:t>more data</a:t>
            </a:r>
          </a:p>
        </p:txBody>
      </p:sp>
      <p:sp>
        <p:nvSpPr>
          <p:cNvPr id="241676975" name="Rectangle 8219971">
            <a:extLst xmlns:a="http://schemas.openxmlformats.org/drawingml/2006/main">
              <a:ext uri="{FF2B5EF4-FFF2-40B4-BE49-F238E27FC236}">
                <a16:creationId xmlns:a16="http://schemas.microsoft.com/office/drawing/2014/main" id="{E1F6F744-E541-4BB1-80DC-D4DD8D38441B}"/>
              </a:ext>
            </a:extLst>
          </p:cNvPr>
          <p:cNvSpPr>
            <a:spLocks xmlns:a="http://schemas.openxmlformats.org/drawingml/2006/main" noGrp="1"/>
          </p:cNvSpPr>
          <p:nvPr/>
        </p:nvSpPr>
        <p:spPr>
          <a:xfrm xmlns:a="http://schemas.openxmlformats.org/drawingml/2006/main">
            <a:off x="12763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train-time compute</a:t>
            </a:r>
          </a:p>
        </p:txBody>
      </p:sp>
      <p:sp>
        <p:nvSpPr>
          <p:cNvPr id="1713834188" name="Rectangle: Rounded Corners 1401385986">
            <a:extLst xmlns:a="http://schemas.openxmlformats.org/drawingml/2006/main">
              <a:ext uri="{FF2B5EF4-FFF2-40B4-BE49-F238E27FC236}">
                <a16:creationId xmlns:a16="http://schemas.microsoft.com/office/drawing/2014/main" id="{F25623CD-7D2D-4469-9A03-6C0A3A7459CB}"/>
              </a:ext>
            </a:extLst>
          </p:cNvPr>
          <p:cNvSpPr>
            <a:spLocks xmlns:a="http://schemas.openxmlformats.org/drawingml/2006/main" noGrp="1"/>
          </p:cNvSpPr>
          <p:nvPr/>
        </p:nvSpPr>
        <p:spPr>
          <a:xfrm xmlns:a="http://schemas.openxmlformats.org/drawingml/2006/main">
            <a:off x="36766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79227390" name="Oval 2082712540">
            <a:extLst xmlns:a="http://schemas.openxmlformats.org/drawingml/2006/main">
              <a:ext uri="{FF2B5EF4-FFF2-40B4-BE49-F238E27FC236}">
                <a16:creationId xmlns:a16="http://schemas.microsoft.com/office/drawing/2014/main" id="{347E9AAB-8146-4257-AADA-49DBD058AF23}"/>
              </a:ext>
            </a:extLst>
          </p:cNvPr>
          <p:cNvSpPr>
            <a:spLocks xmlns:a="http://schemas.openxmlformats.org/drawingml/2006/main" noGrp="1"/>
          </p:cNvSpPr>
          <p:nvPr/>
        </p:nvSpPr>
        <p:spPr>
          <a:xfrm xmlns:a="http://schemas.openxmlformats.org/drawingml/2006/main">
            <a:off x="4619625" y="2876550"/>
            <a:ext cx="266700" cy="266700"/>
          </a:xfrm>
          <a:prstGeom xmlns:a="http://schemas.openxmlformats.org/drawingml/2006/main" prst="ellipse">
            <a:avLst/>
          </a:prstGeom>
          <a:solidFill xmlns:a="http://schemas.openxmlformats.org/drawingml/2006/main">
            <a:srgbClr val="7C3AED"/>
          </a:solidFill>
          <a:ln xmlns:a="http://schemas.openxmlformats.org/drawingml/2006/main" w="14288">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026601" name="Oval 1800286295">
            <a:extLst xmlns:a="http://schemas.openxmlformats.org/drawingml/2006/main">
              <a:ext uri="{FF2B5EF4-FFF2-40B4-BE49-F238E27FC236}">
                <a16:creationId xmlns:a16="http://schemas.microsoft.com/office/drawing/2014/main" id="{B21BA2CE-4D25-42FF-90E2-E9AABB45E21A}"/>
              </a:ext>
            </a:extLst>
          </p:cNvPr>
          <p:cNvSpPr>
            <a:spLocks xmlns:a="http://schemas.openxmlformats.org/drawingml/2006/main" noGrp="1"/>
          </p:cNvSpPr>
          <p:nvPr/>
        </p:nvSpPr>
        <p:spPr>
          <a:xfrm xmlns:a="http://schemas.openxmlformats.org/drawingml/2006/main">
            <a:off x="5067300" y="2905125"/>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324320044" name="Straight Connector 1377652961">
            <a:extLst xmlns:a="http://schemas.openxmlformats.org/drawingml/2006/main">
              <a:ext uri="{FF2B5EF4-FFF2-40B4-BE49-F238E27FC236}">
                <a16:creationId xmlns:a16="http://schemas.microsoft.com/office/drawing/2014/main" id="{03150198-31B7-452C-9F1D-622C1D231607}"/>
              </a:ext>
            </a:extLst>
          </p:cNvPr>
          <p:cNvSpPr>
            <a:spLocks xmlns:a="http://schemas.openxmlformats.org/drawingml/2006/main" noGrp="1"/>
          </p:cNvSpPr>
          <p:nvPr/>
        </p:nvSpPr>
        <p:spPr>
          <a:xfrm xmlns:a="http://schemas.openxmlformats.org/drawingml/2006/main">
            <a:off x="4752975" y="3009900"/>
            <a:ext cx="419100" cy="9525"/>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91795471" name="Oval 1129487082">
            <a:extLst xmlns:a="http://schemas.openxmlformats.org/drawingml/2006/main">
              <a:ext uri="{FF2B5EF4-FFF2-40B4-BE49-F238E27FC236}">
                <a16:creationId xmlns:a16="http://schemas.microsoft.com/office/drawing/2014/main" id="{A1CE8CAE-62B9-4B7D-9091-C92641003D84}"/>
              </a:ext>
            </a:extLst>
          </p:cNvPr>
          <p:cNvSpPr>
            <a:spLocks xmlns:a="http://schemas.openxmlformats.org/drawingml/2006/main" noGrp="1"/>
          </p:cNvSpPr>
          <p:nvPr/>
        </p:nvSpPr>
        <p:spPr>
          <a:xfrm xmlns:a="http://schemas.openxmlformats.org/drawingml/2006/main">
            <a:off x="4857750" y="3185587"/>
            <a:ext cx="209550" cy="209550"/>
          </a:xfrm>
          <a:prstGeom xmlns:a="http://schemas.openxmlformats.org/drawingml/2006/main" prst="ellipse">
            <a:avLst/>
          </a:prstGeom>
          <a:solidFill xmlns:a="http://schemas.openxmlformats.org/drawingml/2006/main">
            <a:srgbClr val="10B981"/>
          </a:solidFill>
          <a:ln xmlns:a="http://schemas.openxmlformats.org/drawingml/2006/main" w="14288">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33723094" name="Straight Connector 1835573147">
            <a:extLst xmlns:a="http://schemas.openxmlformats.org/drawingml/2006/main">
              <a:ext uri="{FF2B5EF4-FFF2-40B4-BE49-F238E27FC236}">
                <a16:creationId xmlns:a16="http://schemas.microsoft.com/office/drawing/2014/main" id="{8479E1E9-A853-4D67-9B8F-F7189978EF66}"/>
              </a:ext>
            </a:extLst>
          </p:cNvPr>
          <p:cNvSpPr>
            <a:spLocks xmlns:a="http://schemas.openxmlformats.org/drawingml/2006/main" noGrp="1"/>
          </p:cNvSpPr>
          <p:nvPr/>
        </p:nvSpPr>
        <p:spPr>
          <a:xfrm xmlns:a="http://schemas.openxmlformats.org/drawingml/2006/main">
            <a:off x="4752975" y="3009900"/>
            <a:ext cx="209550" cy="280462"/>
          </a:xfrm>
          <a:prstGeom xmlns:a="http://schemas.openxmlformats.org/drawingml/2006/main" prst="line">
            <a:avLst/>
          </a:prstGeom>
          <a:noFill xmlns:a="http://schemas.openxmlformats.org/drawingml/2006/main"/>
          <a:ln xmlns:a="http://schemas.openxmlformats.org/drawingml/2006/main" w="19050">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04803697" name="Oval 1354002711">
            <a:extLst xmlns:a="http://schemas.openxmlformats.org/drawingml/2006/main">
              <a:ext uri="{FF2B5EF4-FFF2-40B4-BE49-F238E27FC236}">
                <a16:creationId xmlns:a16="http://schemas.microsoft.com/office/drawing/2014/main" id="{5E6FD804-6E21-47E6-B17C-A09E52C54300}"/>
              </a:ext>
            </a:extLst>
          </p:cNvPr>
          <p:cNvSpPr>
            <a:spLocks xmlns:a="http://schemas.openxmlformats.org/drawingml/2006/main" noGrp="1"/>
          </p:cNvSpPr>
          <p:nvPr/>
        </p:nvSpPr>
        <p:spPr>
          <a:xfrm xmlns:a="http://schemas.openxmlformats.org/drawingml/2006/main">
            <a:off x="4438650" y="3185587"/>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6628882" name="Straight Connector 1642711494">
            <a:extLst xmlns:a="http://schemas.openxmlformats.org/drawingml/2006/main">
              <a:ext uri="{FF2B5EF4-FFF2-40B4-BE49-F238E27FC236}">
                <a16:creationId xmlns:a16="http://schemas.microsoft.com/office/drawing/2014/main" id="{90E4A647-CD44-4D24-A9FD-0913837A929F}"/>
              </a:ext>
            </a:extLst>
          </p:cNvPr>
          <p:cNvSpPr>
            <a:spLocks xmlns:a="http://schemas.openxmlformats.org/drawingml/2006/main" noGrp="1"/>
          </p:cNvSpPr>
          <p:nvPr/>
        </p:nvSpPr>
        <p:spPr>
          <a:xfrm xmlns:a="http://schemas.openxmlformats.org/drawingml/2006/main">
            <a:off x="4543425" y="3009900"/>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47843438" name="Oval 1162477815">
            <a:extLst xmlns:a="http://schemas.openxmlformats.org/drawingml/2006/main">
              <a:ext uri="{FF2B5EF4-FFF2-40B4-BE49-F238E27FC236}">
                <a16:creationId xmlns:a16="http://schemas.microsoft.com/office/drawing/2014/main" id="{68206C4A-E244-4DC6-94C6-356F2EC9181F}"/>
              </a:ext>
            </a:extLst>
          </p:cNvPr>
          <p:cNvSpPr>
            <a:spLocks xmlns:a="http://schemas.openxmlformats.org/drawingml/2006/main" noGrp="1"/>
          </p:cNvSpPr>
          <p:nvPr/>
        </p:nvSpPr>
        <p:spPr>
          <a:xfrm xmlns:a="http://schemas.openxmlformats.org/drawingml/2006/main">
            <a:off x="4229100" y="2905125"/>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234990950" name="Straight Connector 754093467">
            <a:extLst xmlns:a="http://schemas.openxmlformats.org/drawingml/2006/main">
              <a:ext uri="{FF2B5EF4-FFF2-40B4-BE49-F238E27FC236}">
                <a16:creationId xmlns:a16="http://schemas.microsoft.com/office/drawing/2014/main" id="{1AA4FFEF-1386-4379-921E-150F4510A910}"/>
              </a:ext>
            </a:extLst>
          </p:cNvPr>
          <p:cNvSpPr>
            <a:spLocks xmlns:a="http://schemas.openxmlformats.org/drawingml/2006/main" noGrp="1"/>
          </p:cNvSpPr>
          <p:nvPr/>
        </p:nvSpPr>
        <p:spPr>
          <a:xfrm xmlns:a="http://schemas.openxmlformats.org/drawingml/2006/main">
            <a:off x="4333875" y="3009900"/>
            <a:ext cx="419100" cy="9525"/>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16845095" name="Oval 926903494">
            <a:extLst xmlns:a="http://schemas.openxmlformats.org/drawingml/2006/main">
              <a:ext uri="{FF2B5EF4-FFF2-40B4-BE49-F238E27FC236}">
                <a16:creationId xmlns:a16="http://schemas.microsoft.com/office/drawing/2014/main" id="{09CCC792-2F6E-421F-8C80-33E5E1E6E598}"/>
              </a:ext>
            </a:extLst>
          </p:cNvPr>
          <p:cNvSpPr>
            <a:spLocks xmlns:a="http://schemas.openxmlformats.org/drawingml/2006/main" noGrp="1"/>
          </p:cNvSpPr>
          <p:nvPr/>
        </p:nvSpPr>
        <p:spPr>
          <a:xfrm xmlns:a="http://schemas.openxmlformats.org/drawingml/2006/main">
            <a:off x="44386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02393591" name="Straight Connector 1314704656">
            <a:extLst xmlns:a="http://schemas.openxmlformats.org/drawingml/2006/main">
              <a:ext uri="{FF2B5EF4-FFF2-40B4-BE49-F238E27FC236}">
                <a16:creationId xmlns:a16="http://schemas.microsoft.com/office/drawing/2014/main" id="{B37A14C0-4310-49E6-BD45-DEA9BACB0E30}"/>
              </a:ext>
            </a:extLst>
          </p:cNvPr>
          <p:cNvSpPr>
            <a:spLocks xmlns:a="http://schemas.openxmlformats.org/drawingml/2006/main" noGrp="1"/>
          </p:cNvSpPr>
          <p:nvPr/>
        </p:nvSpPr>
        <p:spPr>
          <a:xfrm xmlns:a="http://schemas.openxmlformats.org/drawingml/2006/main">
            <a:off x="454342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21449626" name="Oval 297993689">
            <a:extLst xmlns:a="http://schemas.openxmlformats.org/drawingml/2006/main">
              <a:ext uri="{FF2B5EF4-FFF2-40B4-BE49-F238E27FC236}">
                <a16:creationId xmlns:a16="http://schemas.microsoft.com/office/drawing/2014/main" id="{793846B2-5BD3-4AAB-9C3C-07D541A7BDC4}"/>
              </a:ext>
            </a:extLst>
          </p:cNvPr>
          <p:cNvSpPr>
            <a:spLocks xmlns:a="http://schemas.openxmlformats.org/drawingml/2006/main" noGrp="1"/>
          </p:cNvSpPr>
          <p:nvPr/>
        </p:nvSpPr>
        <p:spPr>
          <a:xfrm xmlns:a="http://schemas.openxmlformats.org/drawingml/2006/main">
            <a:off x="4857750" y="2624663"/>
            <a:ext cx="209550" cy="209550"/>
          </a:xfrm>
          <a:prstGeom xmlns:a="http://schemas.openxmlformats.org/drawingml/2006/main" prst="ellipse">
            <a:avLst/>
          </a:prstGeom>
          <a:solidFill xmlns:a="http://schemas.openxmlformats.org/drawingml/2006/main">
            <a:srgbClr val="E5E7EB"/>
          </a:solidFill>
          <a:ln xmlns:a="http://schemas.openxmlformats.org/drawingml/2006/main" w="14288">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015549420" name="Straight Connector 1869335124">
            <a:extLst xmlns:a="http://schemas.openxmlformats.org/drawingml/2006/main">
              <a:ext uri="{FF2B5EF4-FFF2-40B4-BE49-F238E27FC236}">
                <a16:creationId xmlns:a16="http://schemas.microsoft.com/office/drawing/2014/main" id="{A6477AF5-8B41-4B93-91C2-D93BCB41E668}"/>
              </a:ext>
            </a:extLst>
          </p:cNvPr>
          <p:cNvSpPr>
            <a:spLocks xmlns:a="http://schemas.openxmlformats.org/drawingml/2006/main" noGrp="1"/>
          </p:cNvSpPr>
          <p:nvPr/>
        </p:nvSpPr>
        <p:spPr>
          <a:xfrm xmlns:a="http://schemas.openxmlformats.org/drawingml/2006/main">
            <a:off x="4752975" y="2729437"/>
            <a:ext cx="209550" cy="280462"/>
          </a:xfrm>
          <a:prstGeom xmlns:a="http://schemas.openxmlformats.org/drawingml/2006/main" prst="line">
            <a:avLst/>
          </a:prstGeom>
          <a:noFill xmlns:a="http://schemas.openxmlformats.org/drawingml/2006/main"/>
          <a:ln xmlns:a="http://schemas.openxmlformats.org/drawingml/2006/main" w="9525">
            <a:solidFill>
              <a:srgbClr val="D8DEE8"/>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88901114" name="Rectangle 1902597770">
            <a:extLst xmlns:a="http://schemas.openxmlformats.org/drawingml/2006/main">
              <a:ext uri="{FF2B5EF4-FFF2-40B4-BE49-F238E27FC236}">
                <a16:creationId xmlns:a16="http://schemas.microsoft.com/office/drawing/2014/main" id="{02C83F9D-64EA-4EA9-94F4-6EEBF475AFCD}"/>
              </a:ext>
            </a:extLst>
          </p:cNvPr>
          <p:cNvSpPr>
            <a:spLocks xmlns:a="http://schemas.openxmlformats.org/drawingml/2006/main" noGrp="1"/>
          </p:cNvSpPr>
          <p:nvPr/>
        </p:nvSpPr>
        <p:spPr>
          <a:xfrm xmlns:a="http://schemas.openxmlformats.org/drawingml/2006/main">
            <a:off x="38671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10B981"/>
                </a:solidFill>
              </a:defRPr>
            </a:pPr>
            <a:r>
              <a:rPr sz="1900" b="1">
                <a:solidFill>
                  <a:srgbClr val="10B981"/>
                </a:solidFill>
              </a:rPr>
              <a:t>MoE</a:t>
            </a:r>
          </a:p>
        </p:txBody>
      </p:sp>
      <p:sp>
        <p:nvSpPr>
          <p:cNvPr id="1706184777" name="Rectangle 1200483564">
            <a:extLst xmlns:a="http://schemas.openxmlformats.org/drawingml/2006/main">
              <a:ext uri="{FF2B5EF4-FFF2-40B4-BE49-F238E27FC236}">
                <a16:creationId xmlns:a16="http://schemas.microsoft.com/office/drawing/2014/main" id="{A6524304-81B4-4E48-8CAC-239BB0410B26}"/>
              </a:ext>
            </a:extLst>
          </p:cNvPr>
          <p:cNvSpPr>
            <a:spLocks xmlns:a="http://schemas.openxmlformats.org/drawingml/2006/main" noGrp="1"/>
          </p:cNvSpPr>
          <p:nvPr/>
        </p:nvSpPr>
        <p:spPr>
          <a:xfrm xmlns:a="http://schemas.openxmlformats.org/drawingml/2006/main">
            <a:off x="38862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many params</a:t>
            </a:r>
          </a:p>
          <a:p xmlns:a="http://schemas.openxmlformats.org/drawingml/2006/main">
            <a:pPr algn="ctr">
              <a:buNone/>
              <a:defRPr sz="1450" b="0">
                <a:solidFill>
                  <a:srgbClr val="0B0F19"/>
                </a:solidFill>
              </a:defRPr>
            </a:pPr>
            <a:r>
              <a:rPr sz="1450" b="0">
                <a:solidFill>
                  <a:srgbClr val="0B0F19"/>
                </a:solidFill>
              </a:rPr>
              <a:t>few active</a:t>
            </a:r>
          </a:p>
        </p:txBody>
      </p:sp>
      <p:sp>
        <p:nvSpPr>
          <p:cNvPr id="1635433020" name="Rectangle 713949086">
            <a:extLst xmlns:a="http://schemas.openxmlformats.org/drawingml/2006/main">
              <a:ext uri="{FF2B5EF4-FFF2-40B4-BE49-F238E27FC236}">
                <a16:creationId xmlns:a16="http://schemas.microsoft.com/office/drawing/2014/main" id="{194A2F46-95E5-40ED-A98C-B248881F33EC}"/>
              </a:ext>
            </a:extLst>
          </p:cNvPr>
          <p:cNvSpPr>
            <a:spLocks xmlns:a="http://schemas.openxmlformats.org/drawingml/2006/main" noGrp="1"/>
          </p:cNvSpPr>
          <p:nvPr/>
        </p:nvSpPr>
        <p:spPr>
          <a:xfrm xmlns:a="http://schemas.openxmlformats.org/drawingml/2006/main">
            <a:off x="38862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sparse compute</a:t>
            </a:r>
          </a:p>
        </p:txBody>
      </p:sp>
      <p:sp>
        <p:nvSpPr>
          <p:cNvPr id="174216945" name="Rectangle: Rounded Corners 731916211">
            <a:extLst xmlns:a="http://schemas.openxmlformats.org/drawingml/2006/main">
              <a:ext uri="{FF2B5EF4-FFF2-40B4-BE49-F238E27FC236}">
                <a16:creationId xmlns:a16="http://schemas.microsoft.com/office/drawing/2014/main" id="{FB9CC56B-7E6C-40A2-849A-05AD28C1D79F}"/>
              </a:ext>
            </a:extLst>
          </p:cNvPr>
          <p:cNvSpPr>
            <a:spLocks xmlns:a="http://schemas.openxmlformats.org/drawingml/2006/main" noGrp="1"/>
          </p:cNvSpPr>
          <p:nvPr/>
        </p:nvSpPr>
        <p:spPr>
          <a:xfrm xmlns:a="http://schemas.openxmlformats.org/drawingml/2006/main">
            <a:off x="628650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28219955" name="Oval 1174154410">
            <a:extLst xmlns:a="http://schemas.openxmlformats.org/drawingml/2006/main">
              <a:ext uri="{FF2B5EF4-FFF2-40B4-BE49-F238E27FC236}">
                <a16:creationId xmlns:a16="http://schemas.microsoft.com/office/drawing/2014/main" id="{652E7F82-8E7F-4CA9-8DF2-243E8E452376}"/>
              </a:ext>
            </a:extLst>
          </p:cNvPr>
          <p:cNvSpPr>
            <a:spLocks xmlns:a="http://schemas.openxmlformats.org/drawingml/2006/main" noGrp="1"/>
          </p:cNvSpPr>
          <p:nvPr/>
        </p:nvSpPr>
        <p:spPr>
          <a:xfrm xmlns:a="http://schemas.openxmlformats.org/drawingml/2006/main">
            <a:off x="699135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35755614" name="Oval 125293162">
            <a:extLst xmlns:a="http://schemas.openxmlformats.org/drawingml/2006/main">
              <a:ext uri="{FF2B5EF4-FFF2-40B4-BE49-F238E27FC236}">
                <a16:creationId xmlns:a16="http://schemas.microsoft.com/office/drawing/2014/main" id="{75950EC7-5B8B-4B56-A926-59649E69CE3B}"/>
              </a:ext>
            </a:extLst>
          </p:cNvPr>
          <p:cNvSpPr>
            <a:spLocks xmlns:a="http://schemas.openxmlformats.org/drawingml/2006/main" noGrp="1"/>
          </p:cNvSpPr>
          <p:nvPr/>
        </p:nvSpPr>
        <p:spPr>
          <a:xfrm xmlns:a="http://schemas.openxmlformats.org/drawingml/2006/main">
            <a:off x="7343775" y="283845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07113798" name="Oval 1712601375">
            <a:extLst xmlns:a="http://schemas.openxmlformats.org/drawingml/2006/main">
              <a:ext uri="{FF2B5EF4-FFF2-40B4-BE49-F238E27FC236}">
                <a16:creationId xmlns:a16="http://schemas.microsoft.com/office/drawing/2014/main" id="{5192430E-EB02-4627-A794-9DEB042135D3}"/>
              </a:ext>
            </a:extLst>
          </p:cNvPr>
          <p:cNvSpPr>
            <a:spLocks xmlns:a="http://schemas.openxmlformats.org/drawingml/2006/main" noGrp="1"/>
          </p:cNvSpPr>
          <p:nvPr/>
        </p:nvSpPr>
        <p:spPr>
          <a:xfrm xmlns:a="http://schemas.openxmlformats.org/drawingml/2006/main">
            <a:off x="7696200" y="2971800"/>
            <a:ext cx="228600" cy="228600"/>
          </a:xfrm>
          <a:prstGeom xmlns:a="http://schemas.openxmlformats.org/drawingml/2006/main" prst="ellipse">
            <a:avLst/>
          </a:prstGeom>
          <a:solidFill xmlns:a="http://schemas.openxmlformats.org/drawingml/2006/main">
            <a:srgbClr val="F97316"/>
          </a:solidFill>
          <a:ln xmlns:a="http://schemas.openxmlformats.org/drawingml/2006/main" w="14288">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70642400" name="Straight Connector 361292721">
            <a:extLst xmlns:a="http://schemas.openxmlformats.org/drawingml/2006/main">
              <a:ext uri="{FF2B5EF4-FFF2-40B4-BE49-F238E27FC236}">
                <a16:creationId xmlns:a16="http://schemas.microsoft.com/office/drawing/2014/main" id="{31D614BC-85A8-480F-9DAF-1612746DA2A1}"/>
              </a:ext>
            </a:extLst>
          </p:cNvPr>
          <p:cNvSpPr>
            <a:spLocks xmlns:a="http://schemas.openxmlformats.org/drawingml/2006/main" noGrp="1"/>
          </p:cNvSpPr>
          <p:nvPr/>
        </p:nvSpPr>
        <p:spPr>
          <a:xfrm xmlns:a="http://schemas.openxmlformats.org/drawingml/2006/main">
            <a:off x="7200900"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449628582" name="Straight Connector 1216392229">
            <a:extLst xmlns:a="http://schemas.openxmlformats.org/drawingml/2006/main">
              <a:ext uri="{FF2B5EF4-FFF2-40B4-BE49-F238E27FC236}">
                <a16:creationId xmlns:a16="http://schemas.microsoft.com/office/drawing/2014/main" id="{874F0714-14EC-4E30-BAAA-C817B7D86BF7}"/>
              </a:ext>
            </a:extLst>
          </p:cNvPr>
          <p:cNvSpPr>
            <a:spLocks xmlns:a="http://schemas.openxmlformats.org/drawingml/2006/main" noGrp="1"/>
          </p:cNvSpPr>
          <p:nvPr/>
        </p:nvSpPr>
        <p:spPr>
          <a:xfrm xmlns:a="http://schemas.openxmlformats.org/drawingml/2006/main">
            <a:off x="7553325" y="2981325"/>
            <a:ext cx="161925" cy="66675"/>
          </a:xfrm>
          <a:prstGeom xmlns:a="http://schemas.openxmlformats.org/drawingml/2006/main" prst="line">
            <a:avLst/>
          </a:prstGeom>
          <a:noFill xmlns:a="http://schemas.openxmlformats.org/drawingml/2006/main"/>
          <a:ln xmlns:a="http://schemas.openxmlformats.org/drawingml/2006/main" w="19050">
            <a:solidFill>
              <a:srgbClr val="F97316"/>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47407975" name="Rectangle 1760216901">
            <a:extLst xmlns:a="http://schemas.openxmlformats.org/drawingml/2006/main">
              <a:ext uri="{FF2B5EF4-FFF2-40B4-BE49-F238E27FC236}">
                <a16:creationId xmlns:a16="http://schemas.microsoft.com/office/drawing/2014/main" id="{EAFA7334-C58D-4229-B81B-0087C31302CF}"/>
              </a:ext>
            </a:extLst>
          </p:cNvPr>
          <p:cNvSpPr>
            <a:spLocks xmlns:a="http://schemas.openxmlformats.org/drawingml/2006/main" noGrp="1"/>
          </p:cNvSpPr>
          <p:nvPr/>
        </p:nvSpPr>
        <p:spPr>
          <a:xfrm xmlns:a="http://schemas.openxmlformats.org/drawingml/2006/main">
            <a:off x="647700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post-training</a:t>
            </a:r>
          </a:p>
        </p:txBody>
      </p:sp>
      <p:sp>
        <p:nvSpPr>
          <p:cNvPr id="907291972" name="Rectangle 1432423854">
            <a:extLst xmlns:a="http://schemas.openxmlformats.org/drawingml/2006/main">
              <a:ext uri="{FF2B5EF4-FFF2-40B4-BE49-F238E27FC236}">
                <a16:creationId xmlns:a16="http://schemas.microsoft.com/office/drawing/2014/main" id="{A3E51009-CB3C-439E-A97D-00CC6169EFE5}"/>
              </a:ext>
            </a:extLst>
          </p:cNvPr>
          <p:cNvSpPr>
            <a:spLocks xmlns:a="http://schemas.openxmlformats.org/drawingml/2006/main" noGrp="1"/>
          </p:cNvSpPr>
          <p:nvPr/>
        </p:nvSpPr>
        <p:spPr>
          <a:xfrm xmlns:a="http://schemas.openxmlformats.org/drawingml/2006/main">
            <a:off x="649605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SFT + RL</a:t>
            </a:r>
          </a:p>
          <a:p xmlns:a="http://schemas.openxmlformats.org/drawingml/2006/main">
            <a:pPr algn="ctr">
              <a:buNone/>
              <a:defRPr sz="1450" b="0">
                <a:solidFill>
                  <a:srgbClr val="0B0F19"/>
                </a:solidFill>
              </a:defRPr>
            </a:pPr>
            <a:r>
              <a:rPr sz="1450" b="0">
                <a:solidFill>
                  <a:srgbClr val="0B0F19"/>
                </a:solidFill>
              </a:rPr>
              <a:t>feedback loops</a:t>
            </a:r>
          </a:p>
        </p:txBody>
      </p:sp>
      <p:sp>
        <p:nvSpPr>
          <p:cNvPr id="413504381" name="Rectangle 1426602610">
            <a:extLst xmlns:a="http://schemas.openxmlformats.org/drawingml/2006/main">
              <a:ext uri="{FF2B5EF4-FFF2-40B4-BE49-F238E27FC236}">
                <a16:creationId xmlns:a16="http://schemas.microsoft.com/office/drawing/2014/main" id="{528B2309-397D-4CB1-BDAB-4CF256E3EEAA}"/>
              </a:ext>
            </a:extLst>
          </p:cNvPr>
          <p:cNvSpPr>
            <a:spLocks xmlns:a="http://schemas.openxmlformats.org/drawingml/2006/main" noGrp="1"/>
          </p:cNvSpPr>
          <p:nvPr/>
        </p:nvSpPr>
        <p:spPr>
          <a:xfrm xmlns:a="http://schemas.openxmlformats.org/drawingml/2006/main">
            <a:off x="649605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alignment compute</a:t>
            </a:r>
          </a:p>
        </p:txBody>
      </p:sp>
      <p:sp>
        <p:nvSpPr>
          <p:cNvPr id="2012743991" name="Rectangle: Rounded Corners 1132936319">
            <a:extLst xmlns:a="http://schemas.openxmlformats.org/drawingml/2006/main">
              <a:ext uri="{FF2B5EF4-FFF2-40B4-BE49-F238E27FC236}">
                <a16:creationId xmlns:a16="http://schemas.microsoft.com/office/drawing/2014/main" id="{CA55D840-41EB-400A-8D88-CFBBB3B2084C}"/>
              </a:ext>
            </a:extLst>
          </p:cNvPr>
          <p:cNvSpPr>
            <a:spLocks xmlns:a="http://schemas.openxmlformats.org/drawingml/2006/main" noGrp="1"/>
          </p:cNvSpPr>
          <p:nvPr/>
        </p:nvSpPr>
        <p:spPr>
          <a:xfrm xmlns:a="http://schemas.openxmlformats.org/drawingml/2006/main">
            <a:off x="8896350" y="2400300"/>
            <a:ext cx="2333625" cy="2819400"/>
          </a:xfrm>
          <a:prstGeom xmlns:a="http://schemas.openxmlformats.org/drawingml/2006/main" prst="roundRect">
            <a:avLst>
              <a:gd name="adj" fmla="val 4898"/>
            </a:avLst>
          </a:prstGeom>
          <a:solidFill xmlns:a="http://schemas.openxmlformats.org/drawingml/2006/main">
            <a:srgbClr val="FFFFFF"/>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453568076" name="Oval 848102302">
            <a:extLst xmlns:a="http://schemas.openxmlformats.org/drawingml/2006/main">
              <a:ext uri="{FF2B5EF4-FFF2-40B4-BE49-F238E27FC236}">
                <a16:creationId xmlns:a16="http://schemas.microsoft.com/office/drawing/2014/main" id="{7639129F-FDEE-4921-8FD1-11D4B7584825}"/>
              </a:ext>
            </a:extLst>
          </p:cNvPr>
          <p:cNvSpPr>
            <a:spLocks xmlns:a="http://schemas.openxmlformats.org/drawingml/2006/main" noGrp="1"/>
          </p:cNvSpPr>
          <p:nvPr/>
        </p:nvSpPr>
        <p:spPr>
          <a:xfrm xmlns:a="http://schemas.openxmlformats.org/drawingml/2006/main">
            <a:off x="9639300" y="2705100"/>
            <a:ext cx="723900" cy="723900"/>
          </a:xfrm>
          <a:prstGeom xmlns:a="http://schemas.openxmlformats.org/drawingml/2006/main" prst="ellipse">
            <a:avLst/>
          </a:prstGeom>
          <a:solidFill xmlns:a="http://schemas.openxmlformats.org/drawingml/2006/main">
            <a:srgbClr val="FFFFFF"/>
          </a:solidFill>
          <a:ln xmlns:a="http://schemas.openxmlformats.org/drawingml/2006/main" w="14288">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8907930" name="Straight Connector 2140277386">
            <a:extLst xmlns:a="http://schemas.openxmlformats.org/drawingml/2006/main">
              <a:ext uri="{FF2B5EF4-FFF2-40B4-BE49-F238E27FC236}">
                <a16:creationId xmlns:a16="http://schemas.microsoft.com/office/drawing/2014/main" id="{4EE73F6D-9394-4C78-BEE3-0A18CFBDBA89}"/>
              </a:ext>
            </a:extLst>
          </p:cNvPr>
          <p:cNvSpPr>
            <a:spLocks xmlns:a="http://schemas.openxmlformats.org/drawingml/2006/main" noGrp="1"/>
          </p:cNvSpPr>
          <p:nvPr/>
        </p:nvSpPr>
        <p:spPr>
          <a:xfrm xmlns:a="http://schemas.openxmlformats.org/drawingml/2006/main">
            <a:off x="10001250" y="2857500"/>
            <a:ext cx="9525" cy="2095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189493688" name="Straight Connector 546058830">
            <a:extLst xmlns:a="http://schemas.openxmlformats.org/drawingml/2006/main">
              <a:ext uri="{FF2B5EF4-FFF2-40B4-BE49-F238E27FC236}">
                <a16:creationId xmlns:a16="http://schemas.microsoft.com/office/drawing/2014/main" id="{2936E475-36F6-479B-875A-428CEECB1C76}"/>
              </a:ext>
            </a:extLst>
          </p:cNvPr>
          <p:cNvSpPr>
            <a:spLocks xmlns:a="http://schemas.openxmlformats.org/drawingml/2006/main" noGrp="1"/>
          </p:cNvSpPr>
          <p:nvPr/>
        </p:nvSpPr>
        <p:spPr>
          <a:xfrm xmlns:a="http://schemas.openxmlformats.org/drawingml/2006/main">
            <a:off x="10001250" y="3067050"/>
            <a:ext cx="200025" cy="57150"/>
          </a:xfrm>
          <a:prstGeom xmlns:a="http://schemas.openxmlformats.org/drawingml/2006/main" prst="line">
            <a:avLst/>
          </a:prstGeom>
          <a:noFill xmlns:a="http://schemas.openxmlformats.org/drawingml/2006/main"/>
          <a:ln xmlns:a="http://schemas.openxmlformats.org/drawingml/2006/main" w="28575">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130827150" name="Straight Connector 634911421">
            <a:extLst xmlns:a="http://schemas.openxmlformats.org/drawingml/2006/main">
              <a:ext uri="{FF2B5EF4-FFF2-40B4-BE49-F238E27FC236}">
                <a16:creationId xmlns:a16="http://schemas.microsoft.com/office/drawing/2014/main" id="{E6E55499-DC07-4B9A-B563-75E3A0CC0414}"/>
              </a:ext>
            </a:extLst>
          </p:cNvPr>
          <p:cNvSpPr>
            <a:spLocks xmlns:a="http://schemas.openxmlformats.org/drawingml/2006/main" noGrp="1"/>
          </p:cNvSpPr>
          <p:nvPr/>
        </p:nvSpPr>
        <p:spPr>
          <a:xfrm xmlns:a="http://schemas.openxmlformats.org/drawingml/2006/main">
            <a:off x="10382250" y="3067050"/>
            <a:ext cx="266700" cy="9525"/>
          </a:xfrm>
          <a:prstGeom xmlns:a="http://schemas.openxmlformats.org/drawingml/2006/main" prst="line">
            <a:avLst/>
          </a:prstGeom>
          <a:noFill xmlns:a="http://schemas.openxmlformats.org/drawingml/2006/main"/>
          <a:ln xmlns:a="http://schemas.openxmlformats.org/drawingml/2006/main" w="23813">
            <a:solidFill>
              <a:srgbClr val="2563EB"/>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96680765" name="Rectangle 253059330">
            <a:extLst xmlns:a="http://schemas.openxmlformats.org/drawingml/2006/main">
              <a:ext uri="{FF2B5EF4-FFF2-40B4-BE49-F238E27FC236}">
                <a16:creationId xmlns:a16="http://schemas.microsoft.com/office/drawing/2014/main" id="{8240E499-FEF6-4DB2-A0E5-C2E7141D8FAF}"/>
              </a:ext>
            </a:extLst>
          </p:cNvPr>
          <p:cNvSpPr>
            <a:spLocks xmlns:a="http://schemas.openxmlformats.org/drawingml/2006/main" noGrp="1"/>
          </p:cNvSpPr>
          <p:nvPr/>
        </p:nvSpPr>
        <p:spPr>
          <a:xfrm xmlns:a="http://schemas.openxmlformats.org/drawingml/2006/main">
            <a:off x="9086850" y="3600450"/>
            <a:ext cx="195262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7C3AED"/>
                </a:solidFill>
              </a:defRPr>
            </a:pPr>
            <a:r>
              <a:rPr sz="1900" b="1">
                <a:solidFill>
                  <a:srgbClr val="7C3AED"/>
                </a:solidFill>
              </a:rPr>
              <a:t>test-time</a:t>
            </a:r>
          </a:p>
        </p:txBody>
      </p:sp>
      <p:sp>
        <p:nvSpPr>
          <p:cNvPr id="839432742" name="Rectangle 1961211258">
            <a:extLst xmlns:a="http://schemas.openxmlformats.org/drawingml/2006/main">
              <a:ext uri="{FF2B5EF4-FFF2-40B4-BE49-F238E27FC236}">
                <a16:creationId xmlns:a16="http://schemas.microsoft.com/office/drawing/2014/main" id="{E0B73D6B-A229-4DBB-BD23-0DD2CA42BD72}"/>
              </a:ext>
            </a:extLst>
          </p:cNvPr>
          <p:cNvSpPr>
            <a:spLocks xmlns:a="http://schemas.openxmlformats.org/drawingml/2006/main" noGrp="1"/>
          </p:cNvSpPr>
          <p:nvPr/>
        </p:nvSpPr>
        <p:spPr>
          <a:xfrm xmlns:a="http://schemas.openxmlformats.org/drawingml/2006/main">
            <a:off x="9105900" y="4019550"/>
            <a:ext cx="1914525" cy="533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450" b="0">
                <a:solidFill>
                  <a:srgbClr val="0B0F19"/>
                </a:solidFill>
              </a:defRPr>
            </a:pPr>
            <a:r>
              <a:rPr sz="1450" b="0">
                <a:solidFill>
                  <a:srgbClr val="0B0F19"/>
                </a:solidFill>
              </a:rPr>
              <a:t>think longer</a:t>
            </a:r>
          </a:p>
          <a:p xmlns:a="http://schemas.openxmlformats.org/drawingml/2006/main">
            <a:pPr algn="ctr">
              <a:buNone/>
              <a:defRPr sz="1450" b="0">
                <a:solidFill>
                  <a:srgbClr val="0B0F19"/>
                </a:solidFill>
              </a:defRPr>
            </a:pPr>
            <a:r>
              <a:rPr sz="1450" b="0">
                <a:solidFill>
                  <a:srgbClr val="0B0F19"/>
                </a:solidFill>
              </a:rPr>
              <a:t>before answer</a:t>
            </a:r>
          </a:p>
        </p:txBody>
      </p:sp>
      <p:sp>
        <p:nvSpPr>
          <p:cNvPr id="1301385105" name="Rectangle 902052220">
            <a:extLst xmlns:a="http://schemas.openxmlformats.org/drawingml/2006/main">
              <a:ext uri="{FF2B5EF4-FFF2-40B4-BE49-F238E27FC236}">
                <a16:creationId xmlns:a16="http://schemas.microsoft.com/office/drawing/2014/main" id="{7CF9D3FE-FF35-48EC-BDF6-4E6178B807BD}"/>
              </a:ext>
            </a:extLst>
          </p:cNvPr>
          <p:cNvSpPr>
            <a:spLocks xmlns:a="http://schemas.openxmlformats.org/drawingml/2006/main" noGrp="1"/>
          </p:cNvSpPr>
          <p:nvPr/>
        </p:nvSpPr>
        <p:spPr>
          <a:xfrm xmlns:a="http://schemas.openxmlformats.org/drawingml/2006/main">
            <a:off x="9105900" y="4705350"/>
            <a:ext cx="1914525"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00" b="0">
                <a:solidFill>
                  <a:srgbClr val="667085"/>
                </a:solidFill>
              </a:defRPr>
            </a:pPr>
            <a:r>
              <a:rPr sz="1300" b="0">
                <a:solidFill>
                  <a:srgbClr val="667085"/>
                </a:solidFill>
              </a:rPr>
              <a:t>inference compute</a:t>
            </a:r>
          </a:p>
        </p:txBody>
      </p:sp>
      <p:sp>
        <p:nvSpPr>
          <p:cNvPr id="768403070" name="Rectangle 110604859">
            <a:extLst xmlns:a="http://schemas.openxmlformats.org/drawingml/2006/main">
              <a:ext uri="{FF2B5EF4-FFF2-40B4-BE49-F238E27FC236}">
                <a16:creationId xmlns:a16="http://schemas.microsoft.com/office/drawing/2014/main" id="{B874E8E9-3DD3-437C-8B82-643AC298C5C5}"/>
              </a:ext>
            </a:extLst>
          </p:cNvPr>
          <p:cNvSpPr>
            <a:spLocks xmlns:a="http://schemas.openxmlformats.org/drawingml/2006/main" noGrp="1"/>
          </p:cNvSpPr>
          <p:nvPr/>
        </p:nvSpPr>
        <p:spPr>
          <a:xfrm xmlns:a="http://schemas.openxmlformats.org/drawingml/2006/main">
            <a:off x="3048000" y="5448300"/>
            <a:ext cx="609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Trend: scale the whole compute budget</a:t>
            </a:r>
          </a:p>
        </p:txBody>
      </p:sp>
      <p:sp>
        <p:nvSpPr>
          <p:cNvPr id="1937650834" name="Rectangle 1570659082">
            <a:extLst xmlns:a="http://schemas.openxmlformats.org/drawingml/2006/main">
              <a:ext uri="{FF2B5EF4-FFF2-40B4-BE49-F238E27FC236}">
                <a16:creationId xmlns:a16="http://schemas.microsoft.com/office/drawing/2014/main" id="{C0C7EABB-CCEE-4006-92A3-B8BB7A7D3846}"/>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70</a:t>
            </a:r>
          </a:p>
        </p:txBody>
      </p:sp>
    </p:spTree>
    <p:extLst>
      <p:ext uri="{BB962C8B-B14F-4D97-AF65-F5344CB8AC3E}">
        <p14:creationId xmlns:p14="http://schemas.microsoft.com/office/powerpoint/2010/main" val="1305018003"/>
      </p:ext>
    </p:extLst>
  </p:cSld>
</p:sld>
</file>

<file path=ppt/slides/slide71.xml><?xml version="1.0" encoding="utf-8"?>
<p:sld xmlns:p="http://schemas.openxmlformats.org/presentationml/2006/main" showMasterSp="1">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369226157" name="Rectangle 1748329787">
            <a:extLst xmlns:a="http://schemas.openxmlformats.org/drawingml/2006/main">
              <a:ext uri="{FF2B5EF4-FFF2-40B4-BE49-F238E27FC236}">
                <a16:creationId xmlns:a16="http://schemas.microsoft.com/office/drawing/2014/main" id="{BAE62A31-49F9-4AE3-825D-FFBF190D3835}"/>
              </a:ext>
            </a:extLst>
          </p:cNvPr>
          <p:cNvSpPr>
            <a:spLocks xmlns:a="http://schemas.openxmlformats.org/drawingml/2006/main" noGrp="1"/>
          </p:cNvSpPr>
          <p:nvPr/>
        </p:nvSpPr>
        <p:spPr>
          <a:xfrm xmlns:a="http://schemas.openxmlformats.org/drawingml/2006/main">
            <a:off x="609600" y="323850"/>
            <a:ext cx="40005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1200" b="1">
                <a:solidFill>
                  <a:srgbClr val="2563EB"/>
                </a:solidFill>
              </a:defRPr>
            </a:pPr>
            <a:r>
              <a:rPr sz="1200" b="1">
                <a:solidFill>
                  <a:srgbClr val="2563EB"/>
                </a:solidFill>
              </a:rPr>
              <a:t>Compression</a:t>
            </a:r>
          </a:p>
        </p:txBody>
      </p:sp>
      <p:sp>
        <p:nvSpPr>
          <p:cNvPr id="639976804" name="Rectangle 1611343531">
            <a:extLst xmlns:a="http://schemas.openxmlformats.org/drawingml/2006/main">
              <a:ext uri="{FF2B5EF4-FFF2-40B4-BE49-F238E27FC236}">
                <a16:creationId xmlns:a16="http://schemas.microsoft.com/office/drawing/2014/main" id="{347AB89F-1B7E-4E87-97A0-357133C8F0E7}"/>
              </a:ext>
            </a:extLst>
          </p:cNvPr>
          <p:cNvSpPr>
            <a:spLocks xmlns:a="http://schemas.openxmlformats.org/drawingml/2006/main" noGrp="1"/>
          </p:cNvSpPr>
          <p:nvPr/>
        </p:nvSpPr>
        <p:spPr>
          <a:xfrm xmlns:a="http://schemas.openxmlformats.org/drawingml/2006/main">
            <a:off x="609600" y="590549"/>
            <a:ext cx="10287000" cy="590549"/>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l">
              <a:buNone/>
              <a:defRPr sz="3000" b="1">
                <a:solidFill>
                  <a:srgbClr val="0B0F19"/>
                </a:solidFill>
              </a:defRPr>
            </a:pPr>
            <a:r>
              <a:rPr sz="3000" b="1">
                <a:solidFill>
                  <a:srgbClr val="0B0F19"/>
                </a:solidFill>
              </a:rPr>
              <a:t>Teacher-student distillation transfers behavior</a:t>
            </a:r>
          </a:p>
        </p:txBody>
      </p:sp>
      <p:sp>
        <p:nvSpPr>
          <p:cNvPr id="2113117401" name="Rectangle: Rounded Corners 1015940866">
            <a:extLst xmlns:a="http://schemas.openxmlformats.org/drawingml/2006/main">
              <a:ext uri="{FF2B5EF4-FFF2-40B4-BE49-F238E27FC236}">
                <a16:creationId xmlns:a16="http://schemas.microsoft.com/office/drawing/2014/main" id="{94A30F63-0CC5-4C6B-9F57-5FBF9FD3592A}"/>
              </a:ext>
            </a:extLst>
          </p:cNvPr>
          <p:cNvSpPr>
            <a:spLocks xmlns:a="http://schemas.openxmlformats.org/drawingml/2006/main" noGrp="1"/>
          </p:cNvSpPr>
          <p:nvPr/>
        </p:nvSpPr>
        <p:spPr>
          <a:xfrm xmlns:a="http://schemas.openxmlformats.org/drawingml/2006/main">
            <a:off x="704850" y="1466849"/>
            <a:ext cx="10782300" cy="4514850"/>
          </a:xfrm>
          <a:prstGeom xmlns:a="http://schemas.openxmlformats.org/drawingml/2006/main" prst="roundRect">
            <a:avLst>
              <a:gd name="adj" fmla="val 2532"/>
            </a:avLst>
          </a:prstGeom>
          <a:solidFill xmlns:a="http://schemas.openxmlformats.org/drawingml/2006/main">
            <a:srgbClr val="F8FAFC"/>
          </a:solidFill>
          <a:ln xmlns:a="http://schemas.openxmlformats.org/drawingml/2006/main" w="14288">
            <a:solidFill>
              <a:srgbClr val="E2E8F0"/>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80545478" name="Rectangle: Rounded Corners 1808652943">
            <a:extLst xmlns:a="http://schemas.openxmlformats.org/drawingml/2006/main">
              <a:ext uri="{FF2B5EF4-FFF2-40B4-BE49-F238E27FC236}">
                <a16:creationId xmlns:a16="http://schemas.microsoft.com/office/drawing/2014/main" id="{ABE4C665-F95A-4BCE-8086-CB627AEA7090}"/>
              </a:ext>
            </a:extLst>
          </p:cNvPr>
          <p:cNvSpPr>
            <a:spLocks xmlns:a="http://schemas.openxmlformats.org/drawingml/2006/main" noGrp="1"/>
          </p:cNvSpPr>
          <p:nvPr/>
        </p:nvSpPr>
        <p:spPr>
          <a:xfrm xmlns:a="http://schemas.openxmlformats.org/drawingml/2006/main">
            <a:off x="1390650" y="257175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30927105" name="Rectangle: Rounded Corners 1081078089">
            <a:extLst xmlns:a="http://schemas.openxmlformats.org/drawingml/2006/main">
              <a:ext uri="{FF2B5EF4-FFF2-40B4-BE49-F238E27FC236}">
                <a16:creationId xmlns:a16="http://schemas.microsoft.com/office/drawing/2014/main" id="{C3AE363A-3444-483C-96D1-AF9D25539AA5}"/>
              </a:ext>
            </a:extLst>
          </p:cNvPr>
          <p:cNvSpPr>
            <a:spLocks xmlns:a="http://schemas.openxmlformats.org/drawingml/2006/main" noGrp="1"/>
          </p:cNvSpPr>
          <p:nvPr/>
        </p:nvSpPr>
        <p:spPr>
          <a:xfrm xmlns:a="http://schemas.openxmlformats.org/drawingml/2006/main">
            <a:off x="1485900" y="244792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80526263" name="Rectangle: Rounded Corners 492680344">
            <a:extLst xmlns:a="http://schemas.openxmlformats.org/drawingml/2006/main">
              <a:ext uri="{FF2B5EF4-FFF2-40B4-BE49-F238E27FC236}">
                <a16:creationId xmlns:a16="http://schemas.microsoft.com/office/drawing/2014/main" id="{D7BA3E3B-8B69-45FF-A1BE-8A4AFECA00FB}"/>
              </a:ext>
            </a:extLst>
          </p:cNvPr>
          <p:cNvSpPr>
            <a:spLocks xmlns:a="http://schemas.openxmlformats.org/drawingml/2006/main" noGrp="1"/>
          </p:cNvSpPr>
          <p:nvPr/>
        </p:nvSpPr>
        <p:spPr>
          <a:xfrm xmlns:a="http://schemas.openxmlformats.org/drawingml/2006/main">
            <a:off x="1581150" y="23241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6756954" name="Rectangle: Rounded Corners 1482722514">
            <a:extLst xmlns:a="http://schemas.openxmlformats.org/drawingml/2006/main">
              <a:ext uri="{FF2B5EF4-FFF2-40B4-BE49-F238E27FC236}">
                <a16:creationId xmlns:a16="http://schemas.microsoft.com/office/drawing/2014/main" id="{ECD8E4CC-B3A9-422B-8FA6-2F75C92BF3A9}"/>
              </a:ext>
            </a:extLst>
          </p:cNvPr>
          <p:cNvSpPr>
            <a:spLocks xmlns:a="http://schemas.openxmlformats.org/drawingml/2006/main" noGrp="1"/>
          </p:cNvSpPr>
          <p:nvPr/>
        </p:nvSpPr>
        <p:spPr>
          <a:xfrm xmlns:a="http://schemas.openxmlformats.org/drawingml/2006/main">
            <a:off x="1676400" y="22002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47632951" name="Rectangle: Rounded Corners 121026446">
            <a:extLst xmlns:a="http://schemas.openxmlformats.org/drawingml/2006/main">
              <a:ext uri="{FF2B5EF4-FFF2-40B4-BE49-F238E27FC236}">
                <a16:creationId xmlns:a16="http://schemas.microsoft.com/office/drawing/2014/main" id="{682C867E-CCDF-4985-91B9-5AEAC847129B}"/>
              </a:ext>
            </a:extLst>
          </p:cNvPr>
          <p:cNvSpPr>
            <a:spLocks xmlns:a="http://schemas.openxmlformats.org/drawingml/2006/main" noGrp="1"/>
          </p:cNvSpPr>
          <p:nvPr/>
        </p:nvSpPr>
        <p:spPr>
          <a:xfrm xmlns:a="http://schemas.openxmlformats.org/drawingml/2006/main">
            <a:off x="1771650" y="20764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7C3AED"/>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251419582" name="Rectangle 163980103">
            <a:extLst xmlns:a="http://schemas.openxmlformats.org/drawingml/2006/main">
              <a:ext uri="{FF2B5EF4-FFF2-40B4-BE49-F238E27FC236}">
                <a16:creationId xmlns:a16="http://schemas.microsoft.com/office/drawing/2014/main" id="{36650818-405B-4F74-9B47-245A8B610787}"/>
              </a:ext>
            </a:extLst>
          </p:cNvPr>
          <p:cNvSpPr>
            <a:spLocks xmlns:a="http://schemas.openxmlformats.org/drawingml/2006/main" noGrp="1"/>
          </p:cNvSpPr>
          <p:nvPr/>
        </p:nvSpPr>
        <p:spPr>
          <a:xfrm xmlns:a="http://schemas.openxmlformats.org/drawingml/2006/main">
            <a:off x="1181099" y="346710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7C3AED"/>
                </a:solidFill>
              </a:defRPr>
            </a:pPr>
            <a:r>
              <a:rPr sz="2050" b="1">
                <a:solidFill>
                  <a:srgbClr val="7C3AED"/>
                </a:solidFill>
              </a:rPr>
              <a:t>teacher</a:t>
            </a:r>
          </a:p>
        </p:txBody>
      </p:sp>
      <p:sp>
        <p:nvSpPr>
          <p:cNvPr id="1132907416" name="Rectangle 693850306">
            <a:extLst xmlns:a="http://schemas.openxmlformats.org/drawingml/2006/main">
              <a:ext uri="{FF2B5EF4-FFF2-40B4-BE49-F238E27FC236}">
                <a16:creationId xmlns:a16="http://schemas.microsoft.com/office/drawing/2014/main" id="{E0CEBE50-C86E-4D1D-A73F-D976F8BC5607}"/>
              </a:ext>
            </a:extLst>
          </p:cNvPr>
          <p:cNvSpPr>
            <a:spLocks xmlns:a="http://schemas.openxmlformats.org/drawingml/2006/main" noGrp="1"/>
          </p:cNvSpPr>
          <p:nvPr/>
        </p:nvSpPr>
        <p:spPr>
          <a:xfrm xmlns:a="http://schemas.openxmlformats.org/drawingml/2006/main">
            <a:off x="1181099" y="384810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large, expensive</a:t>
            </a:r>
          </a:p>
        </p:txBody>
      </p:sp>
      <p:sp>
        <p:nvSpPr>
          <p:cNvPr id="1212050772" name="Straight Connector 1622472842">
            <a:extLst xmlns:a="http://schemas.openxmlformats.org/drawingml/2006/main">
              <a:ext uri="{FF2B5EF4-FFF2-40B4-BE49-F238E27FC236}">
                <a16:creationId xmlns:a16="http://schemas.microsoft.com/office/drawing/2014/main" id="{260439B0-0A5E-45DC-8E19-3E39F419DDB4}"/>
              </a:ext>
            </a:extLst>
          </p:cNvPr>
          <p:cNvSpPr>
            <a:spLocks xmlns:a="http://schemas.openxmlformats.org/drawingml/2006/main" noGrp="1"/>
          </p:cNvSpPr>
          <p:nvPr/>
        </p:nvSpPr>
        <p:spPr>
          <a:xfrm xmlns:a="http://schemas.openxmlformats.org/drawingml/2006/main">
            <a:off x="3429000" y="2838450"/>
            <a:ext cx="10477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830714691" name="Rectangle: Rounded Corners 1311020404">
            <a:extLst xmlns:a="http://schemas.openxmlformats.org/drawingml/2006/main">
              <a:ext uri="{FF2B5EF4-FFF2-40B4-BE49-F238E27FC236}">
                <a16:creationId xmlns:a16="http://schemas.microsoft.com/office/drawing/2014/main" id="{1B91917C-C5DB-4ACC-B5A3-382B910B337F}"/>
              </a:ext>
            </a:extLst>
          </p:cNvPr>
          <p:cNvSpPr>
            <a:spLocks xmlns:a="http://schemas.openxmlformats.org/drawingml/2006/main" noGrp="1"/>
          </p:cNvSpPr>
          <p:nvPr/>
        </p:nvSpPr>
        <p:spPr>
          <a:xfrm xmlns:a="http://schemas.openxmlformats.org/drawingml/2006/main">
            <a:off x="4629150" y="2000250"/>
            <a:ext cx="2705100" cy="666750"/>
          </a:xfrm>
          <a:prstGeom xmlns:a="http://schemas.openxmlformats.org/drawingml/2006/main" prst="roundRect">
            <a:avLst>
              <a:gd name="adj" fmla="val 17143"/>
            </a:avLst>
          </a:prstGeom>
          <a:solidFill xmlns:a="http://schemas.openxmlformats.org/drawingml/2006/main">
            <a:srgbClr val="FFFFFF"/>
          </a:solidFill>
          <a:ln xmlns:a="http://schemas.openxmlformats.org/drawingml/2006/main" w="2095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900" b="1">
                <a:solidFill>
                  <a:srgbClr val="F97316"/>
                </a:solidFill>
              </a:defRPr>
            </a:pPr>
            <a:r>
              <a:rPr sz="1900" b="1">
                <a:solidFill>
                  <a:srgbClr val="F97316"/>
                </a:solidFill>
              </a:rPr>
              <a:t>soft targets</a:t>
            </a:r>
          </a:p>
        </p:txBody>
      </p:sp>
      <p:sp>
        <p:nvSpPr>
          <p:cNvPr id="1336016474" name="Rectangle 481459380">
            <a:extLst xmlns:a="http://schemas.openxmlformats.org/drawingml/2006/main">
              <a:ext uri="{FF2B5EF4-FFF2-40B4-BE49-F238E27FC236}">
                <a16:creationId xmlns:a16="http://schemas.microsoft.com/office/drawing/2014/main" id="{D4495C04-CA39-42B3-8E6E-AAFDA316EFF4}"/>
              </a:ext>
            </a:extLst>
          </p:cNvPr>
          <p:cNvSpPr>
            <a:spLocks xmlns:a="http://schemas.openxmlformats.org/drawingml/2006/main" noGrp="1"/>
          </p:cNvSpPr>
          <p:nvPr/>
        </p:nvSpPr>
        <p:spPr>
          <a:xfrm xmlns:a="http://schemas.openxmlformats.org/drawingml/2006/main">
            <a:off x="4362450" y="2781300"/>
            <a:ext cx="323850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probabilities carry extra signal</a:t>
            </a:r>
          </a:p>
        </p:txBody>
      </p:sp>
      <p:sp>
        <p:nvSpPr>
          <p:cNvPr id="241932263" name="Rectangle: Rounded Corners 1942037177">
            <a:extLst xmlns:a="http://schemas.openxmlformats.org/drawingml/2006/main">
              <a:ext uri="{FF2B5EF4-FFF2-40B4-BE49-F238E27FC236}">
                <a16:creationId xmlns:a16="http://schemas.microsoft.com/office/drawing/2014/main" id="{2E5AB514-66F5-47DF-AACE-E68984F8D2A0}"/>
              </a:ext>
            </a:extLst>
          </p:cNvPr>
          <p:cNvSpPr>
            <a:spLocks xmlns:a="http://schemas.openxmlformats.org/drawingml/2006/main" noGrp="1"/>
          </p:cNvSpPr>
          <p:nvPr/>
        </p:nvSpPr>
        <p:spPr>
          <a:xfrm xmlns:a="http://schemas.openxmlformats.org/drawingml/2006/main">
            <a:off x="41910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cat .62</a:t>
            </a:r>
          </a:p>
        </p:txBody>
      </p:sp>
      <p:sp>
        <p:nvSpPr>
          <p:cNvPr id="682276455" name="Rectangle: Rounded Corners 75602190">
            <a:extLst xmlns:a="http://schemas.openxmlformats.org/drawingml/2006/main">
              <a:ext uri="{FF2B5EF4-FFF2-40B4-BE49-F238E27FC236}">
                <a16:creationId xmlns:a16="http://schemas.microsoft.com/office/drawing/2014/main" id="{BCA615FD-27B4-4304-B5CE-36D2100A1D2D}"/>
              </a:ext>
            </a:extLst>
          </p:cNvPr>
          <p:cNvSpPr>
            <a:spLocks xmlns:a="http://schemas.openxmlformats.org/drawingml/2006/main" noGrp="1"/>
          </p:cNvSpPr>
          <p:nvPr/>
        </p:nvSpPr>
        <p:spPr>
          <a:xfrm xmlns:a="http://schemas.openxmlformats.org/drawingml/2006/main">
            <a:off x="52197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dog .21</a:t>
            </a:r>
          </a:p>
        </p:txBody>
      </p:sp>
      <p:sp>
        <p:nvSpPr>
          <p:cNvPr id="759444065" name="Rectangle: Rounded Corners 1789658254">
            <a:extLst xmlns:a="http://schemas.openxmlformats.org/drawingml/2006/main">
              <a:ext uri="{FF2B5EF4-FFF2-40B4-BE49-F238E27FC236}">
                <a16:creationId xmlns:a16="http://schemas.microsoft.com/office/drawing/2014/main" id="{476189DE-D6AE-45B9-9294-C4151B024457}"/>
              </a:ext>
            </a:extLst>
          </p:cNvPr>
          <p:cNvSpPr>
            <a:spLocks xmlns:a="http://schemas.openxmlformats.org/drawingml/2006/main" noGrp="1"/>
          </p:cNvSpPr>
          <p:nvPr/>
        </p:nvSpPr>
        <p:spPr>
          <a:xfrm xmlns:a="http://schemas.openxmlformats.org/drawingml/2006/main">
            <a:off x="62484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fox .09</a:t>
            </a:r>
          </a:p>
        </p:txBody>
      </p:sp>
      <p:sp>
        <p:nvSpPr>
          <p:cNvPr id="757540424" name="Rectangle: Rounded Corners 1953288476">
            <a:extLst xmlns:a="http://schemas.openxmlformats.org/drawingml/2006/main">
              <a:ext uri="{FF2B5EF4-FFF2-40B4-BE49-F238E27FC236}">
                <a16:creationId xmlns:a16="http://schemas.microsoft.com/office/drawing/2014/main" id="{5C197806-A41C-49F3-AB72-A01FAA39E320}"/>
              </a:ext>
            </a:extLst>
          </p:cNvPr>
          <p:cNvSpPr>
            <a:spLocks xmlns:a="http://schemas.openxmlformats.org/drawingml/2006/main" noGrp="1"/>
          </p:cNvSpPr>
          <p:nvPr/>
        </p:nvSpPr>
        <p:spPr>
          <a:xfrm xmlns:a="http://schemas.openxmlformats.org/drawingml/2006/main">
            <a:off x="7277100" y="3476625"/>
            <a:ext cx="876299" cy="495300"/>
          </a:xfrm>
          <a:prstGeom xmlns:a="http://schemas.openxmlformats.org/drawingml/2006/main" prst="roundRect">
            <a:avLst>
              <a:gd name="adj" fmla="val 23077"/>
            </a:avLst>
          </a:prstGeom>
          <a:solidFill xmlns:a="http://schemas.openxmlformats.org/drawingml/2006/main">
            <a:srgbClr val="FFFFFF"/>
          </a:solidFill>
          <a:ln xmlns:a="http://schemas.openxmlformats.org/drawingml/2006/main" w="17145">
            <a:solidFill>
              <a:srgbClr val="F97316"/>
            </a:solidFill>
            <a:prstDash val="solid"/>
          </a:ln>
        </p:spPr>
        <p:txBody>
          <a:bodyPr xmlns:a="http://schemas.openxmlformats.org/drawingml/2006/main"/>
          <a:lstStyle xmlns:a="http://schemas.openxmlformats.org/drawingml/2006/main"/>
          <a:p xmlns:a="http://schemas.openxmlformats.org/drawingml/2006/main">
            <a:pPr algn="ctr">
              <a:buNone/>
              <a:defRPr sz="1450" b="1">
                <a:solidFill>
                  <a:srgbClr val="0B0F19"/>
                </a:solidFill>
              </a:defRPr>
            </a:pPr>
            <a:r>
              <a:rPr sz="1450" b="1">
                <a:solidFill>
                  <a:srgbClr val="0B0F19"/>
                </a:solidFill>
              </a:rPr>
              <a:t>...</a:t>
            </a:r>
          </a:p>
        </p:txBody>
      </p:sp>
      <p:sp>
        <p:nvSpPr>
          <p:cNvPr id="552303895" name="Straight Connector 319643796">
            <a:extLst xmlns:a="http://schemas.openxmlformats.org/drawingml/2006/main">
              <a:ext uri="{FF2B5EF4-FFF2-40B4-BE49-F238E27FC236}">
                <a16:creationId xmlns:a16="http://schemas.microsoft.com/office/drawing/2014/main" id="{935C89B1-3E02-44F8-98BF-56B7F5D8E68A}"/>
              </a:ext>
            </a:extLst>
          </p:cNvPr>
          <p:cNvSpPr>
            <a:spLocks xmlns:a="http://schemas.openxmlformats.org/drawingml/2006/main" noGrp="1"/>
          </p:cNvSpPr>
          <p:nvPr/>
        </p:nvSpPr>
        <p:spPr>
          <a:xfrm xmlns:a="http://schemas.openxmlformats.org/drawingml/2006/main">
            <a:off x="7848600" y="2838450"/>
            <a:ext cx="895350" cy="9525"/>
          </a:xfrm>
          <a:prstGeom xmlns:a="http://schemas.openxmlformats.org/drawingml/2006/main" prst="line">
            <a:avLst/>
          </a:prstGeom>
          <a:noFill xmlns:a="http://schemas.openxmlformats.org/drawingml/2006/main"/>
          <a:ln xmlns:a="http://schemas.openxmlformats.org/drawingml/2006/main" w="28575">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9205449" name="Rectangle: Rounded Corners 647942513">
            <a:extLst xmlns:a="http://schemas.openxmlformats.org/drawingml/2006/main">
              <a:ext uri="{FF2B5EF4-FFF2-40B4-BE49-F238E27FC236}">
                <a16:creationId xmlns:a16="http://schemas.microsoft.com/office/drawing/2014/main" id="{19D56AC8-FD29-44DA-9D76-BF8F99E703BA}"/>
              </a:ext>
            </a:extLst>
          </p:cNvPr>
          <p:cNvSpPr>
            <a:spLocks xmlns:a="http://schemas.openxmlformats.org/drawingml/2006/main" noGrp="1"/>
          </p:cNvSpPr>
          <p:nvPr/>
        </p:nvSpPr>
        <p:spPr>
          <a:xfrm xmlns:a="http://schemas.openxmlformats.org/drawingml/2006/main">
            <a:off x="8972550" y="2819400"/>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84234471" name="Rectangle: Rounded Corners 636131648">
            <a:extLst xmlns:a="http://schemas.openxmlformats.org/drawingml/2006/main">
              <a:ext uri="{FF2B5EF4-FFF2-40B4-BE49-F238E27FC236}">
                <a16:creationId xmlns:a16="http://schemas.microsoft.com/office/drawing/2014/main" id="{7B00E855-FEED-43A6-BD76-591093B4D356}"/>
              </a:ext>
            </a:extLst>
          </p:cNvPr>
          <p:cNvSpPr>
            <a:spLocks xmlns:a="http://schemas.openxmlformats.org/drawingml/2006/main" noGrp="1"/>
          </p:cNvSpPr>
          <p:nvPr/>
        </p:nvSpPr>
        <p:spPr>
          <a:xfrm xmlns:a="http://schemas.openxmlformats.org/drawingml/2006/main">
            <a:off x="9067800" y="2695575"/>
            <a:ext cx="1562100" cy="533400"/>
          </a:xfrm>
          <a:prstGeom xmlns:a="http://schemas.openxmlformats.org/drawingml/2006/main" prst="roundRect">
            <a:avLst>
              <a:gd name="adj" fmla="val 21429"/>
            </a:avLst>
          </a:prstGeom>
          <a:solidFill xmlns:a="http://schemas.openxmlformats.org/drawingml/2006/main">
            <a:srgbClr val="EEF2F7"/>
          </a:solidFill>
          <a:ln xmlns:a="http://schemas.openxmlformats.org/drawingml/2006/main" w="11430">
            <a:solidFill>
              <a:srgbClr val="CBD5E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6273945" name="Rectangle: Rounded Corners 261513705">
            <a:extLst xmlns:a="http://schemas.openxmlformats.org/drawingml/2006/main">
              <a:ext uri="{FF2B5EF4-FFF2-40B4-BE49-F238E27FC236}">
                <a16:creationId xmlns:a16="http://schemas.microsoft.com/office/drawing/2014/main" id="{9062A082-6B61-4B31-85AD-22D20A375054}"/>
              </a:ext>
            </a:extLst>
          </p:cNvPr>
          <p:cNvSpPr>
            <a:spLocks xmlns:a="http://schemas.openxmlformats.org/drawingml/2006/main" noGrp="1"/>
          </p:cNvSpPr>
          <p:nvPr/>
        </p:nvSpPr>
        <p:spPr>
          <a:xfrm xmlns:a="http://schemas.openxmlformats.org/drawingml/2006/main">
            <a:off x="9163050" y="2571750"/>
            <a:ext cx="1562100" cy="533400"/>
          </a:xfrm>
          <a:prstGeom xmlns:a="http://schemas.openxmlformats.org/drawingml/2006/main" prst="roundRect">
            <a:avLst>
              <a:gd name="adj" fmla="val 21429"/>
            </a:avLst>
          </a:prstGeom>
          <a:solidFill xmlns:a="http://schemas.openxmlformats.org/drawingml/2006/main">
            <a:srgbClr val="FFFFFF"/>
          </a:solidFill>
          <a:ln xmlns:a="http://schemas.openxmlformats.org/drawingml/2006/main" w="2095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514111994" name="Rectangle 1466779702">
            <a:extLst xmlns:a="http://schemas.openxmlformats.org/drawingml/2006/main">
              <a:ext uri="{FF2B5EF4-FFF2-40B4-BE49-F238E27FC236}">
                <a16:creationId xmlns:a16="http://schemas.microsoft.com/office/drawing/2014/main" id="{FAA29343-BC49-47D9-8494-043BF1796432}"/>
              </a:ext>
            </a:extLst>
          </p:cNvPr>
          <p:cNvSpPr>
            <a:spLocks xmlns:a="http://schemas.openxmlformats.org/drawingml/2006/main" noGrp="1"/>
          </p:cNvSpPr>
          <p:nvPr/>
        </p:nvSpPr>
        <p:spPr>
          <a:xfrm xmlns:a="http://schemas.openxmlformats.org/drawingml/2006/main">
            <a:off x="8763000" y="3714750"/>
            <a:ext cx="2286000" cy="304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10B981"/>
                </a:solidFill>
              </a:defRPr>
            </a:pPr>
            <a:r>
              <a:rPr sz="2050" b="1">
                <a:solidFill>
                  <a:srgbClr val="10B981"/>
                </a:solidFill>
              </a:rPr>
              <a:t>student</a:t>
            </a:r>
          </a:p>
        </p:txBody>
      </p:sp>
      <p:sp>
        <p:nvSpPr>
          <p:cNvPr id="528799686" name="Rectangle 2140567318">
            <a:extLst xmlns:a="http://schemas.openxmlformats.org/drawingml/2006/main">
              <a:ext uri="{FF2B5EF4-FFF2-40B4-BE49-F238E27FC236}">
                <a16:creationId xmlns:a16="http://schemas.microsoft.com/office/drawing/2014/main" id="{5B82520E-752F-4214-8338-C3B24323DD86}"/>
              </a:ext>
            </a:extLst>
          </p:cNvPr>
          <p:cNvSpPr>
            <a:spLocks xmlns:a="http://schemas.openxmlformats.org/drawingml/2006/main" noGrp="1"/>
          </p:cNvSpPr>
          <p:nvPr/>
        </p:nvSpPr>
        <p:spPr>
          <a:xfrm xmlns:a="http://schemas.openxmlformats.org/drawingml/2006/main">
            <a:off x="8763000" y="4095750"/>
            <a:ext cx="22860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smaller, faster</a:t>
            </a:r>
          </a:p>
        </p:txBody>
      </p:sp>
      <p:sp>
        <p:nvSpPr>
          <p:cNvPr id="307743939" name="Rectangle 800090932">
            <a:extLst xmlns:a="http://schemas.openxmlformats.org/drawingml/2006/main">
              <a:ext uri="{FF2B5EF4-FFF2-40B4-BE49-F238E27FC236}">
                <a16:creationId xmlns:a16="http://schemas.microsoft.com/office/drawing/2014/main" id="{74CD8652-B40D-4720-B2EF-7A34646FC001}"/>
              </a:ext>
            </a:extLst>
          </p:cNvPr>
          <p:cNvSpPr>
            <a:spLocks xmlns:a="http://schemas.openxmlformats.org/drawingml/2006/main" noGrp="1"/>
          </p:cNvSpPr>
          <p:nvPr/>
        </p:nvSpPr>
        <p:spPr>
          <a:xfrm xmlns:a="http://schemas.openxmlformats.org/drawingml/2006/main">
            <a:off x="3295650" y="4876800"/>
            <a:ext cx="56197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2050" b="1">
                <a:solidFill>
                  <a:srgbClr val="0B0F19"/>
                </a:solidFill>
              </a:defRPr>
            </a:pPr>
            <a:r>
              <a:rPr sz="2050" b="1">
                <a:solidFill>
                  <a:srgbClr val="0B0F19"/>
                </a:solidFill>
              </a:rPr>
              <a:t>learn the teacher's output distribution</a:t>
            </a:r>
          </a:p>
        </p:txBody>
      </p:sp>
      <p:sp>
        <p:nvSpPr>
          <p:cNvPr id="100185971" name="Oval 663275864">
            <a:extLst xmlns:a="http://schemas.openxmlformats.org/drawingml/2006/main">
              <a:ext uri="{FF2B5EF4-FFF2-40B4-BE49-F238E27FC236}">
                <a16:creationId xmlns:a16="http://schemas.microsoft.com/office/drawing/2014/main" id="{98126CF5-90F9-469B-9C12-AAB83E367E63}"/>
              </a:ext>
            </a:extLst>
          </p:cNvPr>
          <p:cNvSpPr>
            <a:spLocks xmlns:a="http://schemas.openxmlformats.org/drawingml/2006/main" noGrp="1"/>
          </p:cNvSpPr>
          <p:nvPr/>
        </p:nvSpPr>
        <p:spPr>
          <a:xfrm xmlns:a="http://schemas.openxmlformats.org/drawingml/2006/main">
            <a:off x="95345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72706494" name="Oval 302896655">
            <a:extLst xmlns:a="http://schemas.openxmlformats.org/drawingml/2006/main">
              <a:ext uri="{FF2B5EF4-FFF2-40B4-BE49-F238E27FC236}">
                <a16:creationId xmlns:a16="http://schemas.microsoft.com/office/drawing/2014/main" id="{F3A3801A-55AA-4083-A391-ECF3BCBADB9F}"/>
              </a:ext>
            </a:extLst>
          </p:cNvPr>
          <p:cNvSpPr>
            <a:spLocks xmlns:a="http://schemas.openxmlformats.org/drawingml/2006/main" noGrp="1"/>
          </p:cNvSpPr>
          <p:nvPr/>
        </p:nvSpPr>
        <p:spPr>
          <a:xfrm xmlns:a="http://schemas.openxmlformats.org/drawingml/2006/main">
            <a:off x="982027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1652618158" name="Oval 1173073258">
            <a:extLst xmlns:a="http://schemas.openxmlformats.org/drawingml/2006/main">
              <a:ext uri="{FF2B5EF4-FFF2-40B4-BE49-F238E27FC236}">
                <a16:creationId xmlns:a16="http://schemas.microsoft.com/office/drawing/2014/main" id="{5A5C46CF-4620-4D53-9808-3E725187F8CE}"/>
              </a:ext>
            </a:extLst>
          </p:cNvPr>
          <p:cNvSpPr>
            <a:spLocks xmlns:a="http://schemas.openxmlformats.org/drawingml/2006/main" noGrp="1"/>
          </p:cNvSpPr>
          <p:nvPr/>
        </p:nvSpPr>
        <p:spPr>
          <a:xfrm xmlns:a="http://schemas.openxmlformats.org/drawingml/2006/main">
            <a:off x="10106025" y="2038349"/>
            <a:ext cx="171450" cy="171450"/>
          </a:xfrm>
          <a:prstGeom xmlns:a="http://schemas.openxmlformats.org/drawingml/2006/main" prst="ellipse">
            <a:avLst/>
          </a:prstGeom>
          <a:solidFill xmlns:a="http://schemas.openxmlformats.org/drawingml/2006/main">
            <a:srgbClr val="10B981"/>
          </a:solidFill>
          <a:ln xmlns:a="http://schemas.openxmlformats.org/drawingml/2006/main" w="13335">
            <a:solidFill>
              <a:srgbClr val="10B981"/>
            </a:solidFill>
            <a:prstDash val="solid"/>
          </a:ln>
        </p:spPr>
        <p:txBody>
          <a:bodyPr xmlns:a="http://schemas.openxmlformats.org/drawingml/2006/main"/>
          <a:lstStyle xmlns:a="http://schemas.openxmlformats.org/drawingml/2006/main"/>
          <a:p xmlns:a="http://schemas.openxmlformats.org/drawingml/2006/main">
            <a:pPr>
              <a:buNone/>
            </a:pPr>
          </a:p>
        </p:txBody>
      </p:sp>
      <p:sp>
        <p:nvSpPr>
          <p:cNvPr id="315519380" name="Rectangle 1351287707">
            <a:extLst xmlns:a="http://schemas.openxmlformats.org/drawingml/2006/main">
              <a:ext uri="{FF2B5EF4-FFF2-40B4-BE49-F238E27FC236}">
                <a16:creationId xmlns:a16="http://schemas.microsoft.com/office/drawing/2014/main" id="{3A8FDA03-F3D7-4A58-896F-C3E348E4D98E}"/>
              </a:ext>
            </a:extLst>
          </p:cNvPr>
          <p:cNvSpPr>
            <a:spLocks xmlns:a="http://schemas.openxmlformats.org/drawingml/2006/main" noGrp="1"/>
          </p:cNvSpPr>
          <p:nvPr/>
        </p:nvSpPr>
        <p:spPr>
          <a:xfrm xmlns:a="http://schemas.openxmlformats.org/drawingml/2006/main">
            <a:off x="9029700" y="1809750"/>
            <a:ext cx="1809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ctr">
              <a:buNone/>
              <a:defRPr sz="1350" b="0">
                <a:solidFill>
                  <a:srgbClr val="667085"/>
                </a:solidFill>
              </a:defRPr>
            </a:pPr>
            <a:r>
              <a:rPr sz="1350" b="0">
                <a:solidFill>
                  <a:srgbClr val="667085"/>
                </a:solidFill>
              </a:rPr>
              <a:t>deployment</a:t>
            </a:r>
          </a:p>
        </p:txBody>
      </p:sp>
      <p:sp>
        <p:nvSpPr>
          <p:cNvPr id="882863619" name="Rectangle 1523385386">
            <a:extLst xmlns:a="http://schemas.openxmlformats.org/drawingml/2006/main">
              <a:ext uri="{FF2B5EF4-FFF2-40B4-BE49-F238E27FC236}">
                <a16:creationId xmlns:a16="http://schemas.microsoft.com/office/drawing/2014/main" id="{89827505-0D57-45F3-8C91-D21F8A48088C}"/>
              </a:ext>
            </a:extLst>
          </p:cNvPr>
          <p:cNvSpPr>
            <a:spLocks xmlns:a="http://schemas.openxmlformats.org/drawingml/2006/main" noGrp="1"/>
          </p:cNvSpPr>
          <p:nvPr/>
        </p:nvSpPr>
        <p:spPr>
          <a:xfrm xmlns:a="http://schemas.openxmlformats.org/drawingml/2006/main">
            <a:off x="11106150" y="6286500"/>
            <a:ext cx="476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lstStyle xmlns:a="http://schemas.openxmlformats.org/drawingml/2006/main"/>
          <a:p xmlns:a="http://schemas.openxmlformats.org/drawingml/2006/main">
            <a:pPr algn="r">
              <a:buNone/>
              <a:defRPr sz="975" b="0">
                <a:solidFill>
                  <a:srgbClr val="667085"/>
                </a:solidFill>
                <a:latin typeface="Calibri"/>
                <a:ea typeface="Calibri"/>
                <a:cs typeface="Calibri"/>
              </a:defRPr>
            </a:pPr>
            <a:r>
              <a:rPr sz="975" b="0">
                <a:solidFill>
                  <a:srgbClr val="667085"/>
                </a:solidFill>
                <a:latin typeface="Calibri"/>
                <a:ea typeface="Calibri"/>
                <a:cs typeface="Calibri"/>
              </a:rPr>
              <a:t>71</a:t>
            </a:r>
          </a:p>
        </p:txBody>
      </p:sp>
    </p:spTree>
    <p:extLst>
      <p:ext uri="{BB962C8B-B14F-4D97-AF65-F5344CB8AC3E}">
        <p14:creationId xmlns:p14="http://schemas.microsoft.com/office/powerpoint/2010/main" val="387749182"/>
      </p:ext>
    </p:extLst>
  </p:cSld>
</p:sld>
</file>

<file path=ppt/theme/theme1.xml><?xml version="1.0" encoding="utf-8"?>
<a:theme xmlns:a="http://schemas.openxmlformats.org/drawingml/2006/main" name="Thesis">
  <a:themeElements>
    <a:clrScheme name="New 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Times New Roman"/>
        <a:ea typeface="SimSun"/>
        <a:cs typeface="Times New Roman"/>
      </a:majorFont>
      <a:minorFont>
        <a:latin typeface="Times New Roman"/>
        <a:ea typeface="SimSun"/>
        <a:cs typeface="Times New Roman"/>
      </a:minorFont>
    </a:fontScheme>
    <a:fmtScheme name="New Office">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6350">
          <a:solidFill>
            <a:schemeClr val="phClr"/>
          </a:solidFill>
          <a:prstDash val="solid"/>
        </a:ln>
        <a:ln w="12700">
          <a:solidFill>
            <a:schemeClr val="phClr"/>
          </a:solidFill>
          <a:prstDash val="solid"/>
        </a:ln>
        <a:ln w="1905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2026-07-29T10:13:48.5230000Z</dcterms:created>
  <dcterms:modified xsi:type="dcterms:W3CDTF">2026-07-29T10:13:48.5230000Z</dcterms:modified>
</coreProperties>
</file>